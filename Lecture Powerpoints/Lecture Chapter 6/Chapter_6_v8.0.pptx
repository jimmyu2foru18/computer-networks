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</p:sldIdLst>
  <p:sldSz cy="6858000" cx="12192000"/>
  <p:notesSz cx="6858000" cy="9144000"/>
  <p:embeddedFontLst>
    <p:embeddedFont>
      <p:font typeface="Tahoma"/>
      <p:regular r:id="rId111"/>
      <p:bold r:id="rId112"/>
    </p:embeddedFont>
    <p:embeddedFont>
      <p:font typeface="Gill Sans"/>
      <p:regular r:id="rId113"/>
      <p:bold r:id="rId1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656">
          <p15:clr>
            <a:srgbClr val="A4A3A4"/>
          </p15:clr>
        </p15:guide>
        <p15:guide id="2" orient="horz" pos="33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656"/>
        <p:guide pos="331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font" Target="fonts/GillSans-bold.fntdata"/><Relationship Id="rId18" Type="http://schemas.openxmlformats.org/officeDocument/2006/relationships/slide" Target="slides/slide13.xml"/><Relationship Id="rId113" Type="http://schemas.openxmlformats.org/officeDocument/2006/relationships/font" Target="fonts/GillSans-regular.fntdata"/><Relationship Id="rId112" Type="http://schemas.openxmlformats.org/officeDocument/2006/relationships/font" Target="fonts/Tahoma-bold.fntdata"/><Relationship Id="rId111" Type="http://schemas.openxmlformats.org/officeDocument/2006/relationships/font" Target="fonts/Tahoma-regular.fntdata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8.0  (May 2020)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updated to 8</a:t>
            </a:r>
            <a:r>
              <a:rPr baseline="30000" lang="en-US"/>
              <a:t>th</a:t>
            </a:r>
            <a:r>
              <a:rPr lang="en-US"/>
              <a:t> edition material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LOTS more animation throughout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lighter header font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Updated datacenter slides, day-in-the-life</a:t>
            </a:r>
            <a:endParaRPr/>
          </a:p>
        </p:txBody>
      </p:sp>
      <p:sp>
        <p:nvSpPr>
          <p:cNvPr id="36" name="Google Shape;3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" name="Google Shape;6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2" name="Google Shape;8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4" name="Google Shape;1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2" name="Google Shape;12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8" name="Google Shape;128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6" name="Google Shape;142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6" name="Google Shape;143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1" name="Google Shape;147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2" name="Google Shape;152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2" name="Google Shape;153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6" name="Google Shape;182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7" name="Google Shape;183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5" name="Google Shape;184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3" name="Google Shape;185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7" name="Google Shape;189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6" name="Google Shape;193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7" name="Google Shape;193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4" name="Google Shape;194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7" name="Google Shape;195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0" name="Google Shape;202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7" name="Google Shape;202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8" name="Google Shape;202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3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5" name="Google Shape;205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6" name="Google Shape;205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2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4" name="Google Shape;206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5" name="Google Shape;206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7" name="Google Shape;209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8" name="Google Shape;209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6" name="Google Shape;212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5" name="Google Shape;213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4" name="Google Shape;214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5" name="Google Shape;214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2" name="Google Shape;215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3" name="Google Shape;219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4" name="Google Shape;2194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6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8" name="Google Shape;221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3" name="Shape 2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5" name="Google Shape;239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2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4" name="Google Shape;252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5" name="Google Shape;2525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0" name="Shape 2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1" name="Google Shape;253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2" name="Google Shape;253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3" name="Google Shape;2533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0" name="Shape 2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1" name="Google Shape;254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2" name="Google Shape;254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3" name="Google Shape;2543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3" name="Shape 2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4" name="Google Shape;255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5" name="Google Shape;255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6" name="Google Shape;2556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5" name="Shape 2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6" name="Google Shape;259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7" name="Google Shape;259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8" name="Google Shape;2598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3" name="Shape 2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Google Shape;2604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5" name="Google Shape;2605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6" name="Google Shape;2606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1" name="Shape 2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" name="Google Shape;266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3" name="Google Shape;2663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4" name="Google Shape;2664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3" name="Shape 2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" name="Google Shape;273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5" name="Google Shape;273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6" name="Google Shape;2736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3" name="Shape 2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4" name="Google Shape;280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5" name="Google Shape;2805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6" name="Google Shape;2806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9" name="Shape 2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0" name="Google Shape;287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1" name="Google Shape;2871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2" name="Google Shape;2872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6" name="Shape 2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7" name="Google Shape;2937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8" name="Google Shape;2938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9" name="Google Shape;2939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4" name="Shape 3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5" name="Google Shape;3035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6" name="Google Shape;3036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7" name="Google Shape;3037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7" name="Shape 3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8" name="Google Shape;3138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9" name="Google Shape;3139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0" name="Google Shape;3140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1" name="Shape 3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2" name="Google Shape;3232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3" name="Google Shape;3233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4" name="Google Shape;3234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1" name="Shape 3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2" name="Google Shape;3332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3" name="Google Shape;3333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4" name="Google Shape;3334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2" name="Shape 3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3" name="Google Shape;3423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4" name="Google Shape;3424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5" name="Google Shape;3425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2" name="Shape 3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3" name="Google Shape;3433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4" name="Google Shape;3434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5" name="Google Shape;3435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3" name="Shape 3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4" name="Google Shape;3444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5" name="Google Shape;3445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6" name="Google Shape;3446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2" name="Shape 3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3" name="Google Shape;3513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4" name="Google Shape;3514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5" name="Google Shape;3515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5" name="Shape 3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6" name="Google Shape;3536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7" name="Google Shape;3537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8" name="Google Shape;3538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0" name="Shape 3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1" name="Google Shape;3561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2" name="Google Shape;3562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3" name="Google Shape;3563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8" name="Shape 3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9" name="Google Shape;3569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0" name="Google Shape;3570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1" name="Google Shape;3571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5" name="Shape 3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6" name="Google Shape;3606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7" name="Google Shape;3607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8" name="Google Shape;3608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5" name="Shape 3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6" name="Google Shape;3616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7" name="Google Shape;3617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8" name="Google Shape;3618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3" name="Shape 3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" name="Google Shape;3624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5" name="Google Shape;3625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6" name="Google Shape;3626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2" name="Shape 3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3" name="Google Shape;3683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4" name="Google Shape;3684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5" name="Google Shape;3685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3" name="Shape 3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4" name="Google Shape;3744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5" name="Google Shape;3745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6" name="Google Shape;3746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0" name="Shape 3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1" name="Google Shape;3801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2" name="Google Shape;3802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3" name="Google Shape;3803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8" name="Shape 3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9" name="Google Shape;3879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0" name="Google Shape;3880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1" name="Google Shape;3881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6" name="Shape 3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7" name="Google Shape;3887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8" name="Google Shape;3888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9" name="Google Shape;3889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9" name="Shape 3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0" name="Google Shape;4000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1" name="Google Shape;4001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2" name="Google Shape;4002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9" name="Shape 4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Google Shape;4100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1" name="Google Shape;4101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2" name="Google Shape;4102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0" name="Shape 4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1" name="Google Shape;4201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2" name="Google Shape;4202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3" name="Google Shape;4203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7" name="Shape 4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8" name="Google Shape;4388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9" name="Google Shape;4389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0" name="Google Shape;4390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1" name="Shape 4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2" name="Google Shape;4462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3" name="Google Shape;4463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4" name="Google Shape;4464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1" name="Shape 4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2" name="Google Shape;4472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3" name="Google Shape;4473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4" name="Google Shape;4474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0" name="Shape 4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1" name="Google Shape;4661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2" name="Google Shape;4662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3" name="Google Shape;4663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0" name="Shape 4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1" name="Google Shape;4861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2" name="Google Shape;4862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3" name="Google Shape;4863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1" name="Shape 5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2" name="Google Shape;5022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3" name="Google Shape;5023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4" name="Google Shape;5024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5" name="Shape 5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6" name="Google Shape;5106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7" name="Google Shape;5107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8" name="Google Shape;5108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4" name="Shape 5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5" name="Google Shape;5225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6" name="Google Shape;5226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7" name="Google Shape;5227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4" name="Shape 5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5" name="Google Shape;5275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6" name="Google Shape;5276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7" name="Google Shape;5277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4" name="Shape 5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5" name="Google Shape;5285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6" name="Google Shape;5286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7" name="Google Shape;5287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8" name="Shape 5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9" name="Google Shape;5319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0" name="Google Shape;5320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1" name="Google Shape;5321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6" name="Shape 5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7" name="Google Shape;5327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8" name="Google Shape;5328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9" name="Google Shape;5329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8" name="Shape 5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9" name="Google Shape;5409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0" name="Google Shape;5410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1" name="Google Shape;5411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5" name="Shape 5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6" name="Google Shape;5506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7" name="Google Shape;5507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8" name="Google Shape;5508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8" name="Shape 5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9" name="Google Shape;5589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0" name="Google Shape;5590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1" name="Google Shape;5591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4" name="Shape 5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6" name="Google Shape;5716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7" name="Google Shape;5717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4" name="Shape 5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5" name="Google Shape;5725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6" name="Google Shape;5726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7" name="Google Shape;5727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5" name="Shape 5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6" name="Google Shape;5736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7" name="Google Shape;5737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8" name="Google Shape;5738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5" name="Shape 6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6" name="Google Shape;6856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7" name="Google Shape;6857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8" name="Google Shape;6858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5" name="Shape 6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6" name="Google Shape;6866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7" name="Google Shape;6867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8" name="Google Shape;6868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8" name="Shape 7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9" name="Google Shape;7119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0" name="Google Shape;7120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1" name="Google Shape;7121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2" name="Shape 8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" name="Google Shape;8273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4" name="Google Shape;8274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5" name="Google Shape;8275;p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0" name="Shape 8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1" name="Google Shape;8281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82" name="Google Shape;8282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3" name="Google Shape;8283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0" name="Shape 8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1" name="Google Shape;8291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92" name="Google Shape;8292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3" name="Google Shape;8293;p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8" name="Shape 8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9" name="Google Shape;8299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0" name="Google Shape;8300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4" name="Shape 8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5" name="Google Shape;8525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6" name="Google Shape;8526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4" name="Shape 8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5" name="Google Shape;8725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6" name="Google Shape;8726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2" name="Shape 8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3" name="Google Shape;8923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4" name="Google Shape;8924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1" name="Shape 9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" name="Google Shape;9072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3" name="Google Shape;9073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1" name="Shape 9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2" name="Google Shape;9372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73" name="Google Shape;9373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4" name="Google Shape;9374;p1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5" name="Shape 9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6" name="Google Shape;9686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87" name="Google Shape;9687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8" name="Google Shape;9688;p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3" name="Shape 10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4" name="Google Shape;10024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25" name="Google Shape;10025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6" name="Google Shape;10026;p1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1" name="Shape 10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2" name="Google Shape;10032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33" name="Google Shape;10033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4" name="Google Shape;10034;p1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9" name="Shape 10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0" name="Google Shape;10040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41" name="Google Shape;10041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2" name="Google Shape;10042;p1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6" name="Shape 10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7" name="Google Shape;10047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48" name="Google Shape;10048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9" name="Google Shape;10049;p10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14.png"/><Relationship Id="rId11" Type="http://schemas.openxmlformats.org/officeDocument/2006/relationships/image" Target="../media/image21.png"/><Relationship Id="rId22" Type="http://schemas.openxmlformats.org/officeDocument/2006/relationships/image" Target="../media/image35.png"/><Relationship Id="rId10" Type="http://schemas.openxmlformats.org/officeDocument/2006/relationships/image" Target="../media/image20.png"/><Relationship Id="rId21" Type="http://schemas.openxmlformats.org/officeDocument/2006/relationships/image" Target="../media/image19.png"/><Relationship Id="rId13" Type="http://schemas.openxmlformats.org/officeDocument/2006/relationships/image" Target="../media/image15.png"/><Relationship Id="rId12" Type="http://schemas.openxmlformats.org/officeDocument/2006/relationships/image" Target="../media/image25.png"/><Relationship Id="rId23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15" Type="http://schemas.openxmlformats.org/officeDocument/2006/relationships/image" Target="../media/image17.png"/><Relationship Id="rId14" Type="http://schemas.openxmlformats.org/officeDocument/2006/relationships/image" Target="../media/image29.png"/><Relationship Id="rId17" Type="http://schemas.openxmlformats.org/officeDocument/2006/relationships/image" Target="../media/image41.png"/><Relationship Id="rId16" Type="http://schemas.openxmlformats.org/officeDocument/2006/relationships/image" Target="../media/image22.png"/><Relationship Id="rId5" Type="http://schemas.openxmlformats.org/officeDocument/2006/relationships/image" Target="../media/image7.png"/><Relationship Id="rId19" Type="http://schemas.openxmlformats.org/officeDocument/2006/relationships/image" Target="../media/image30.png"/><Relationship Id="rId6" Type="http://schemas.openxmlformats.org/officeDocument/2006/relationships/image" Target="../media/image5.png"/><Relationship Id="rId18" Type="http://schemas.openxmlformats.org/officeDocument/2006/relationships/image" Target="../media/image26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.png"/><Relationship Id="rId1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png"/><Relationship Id="rId4" Type="http://schemas.openxmlformats.org/officeDocument/2006/relationships/image" Target="../media/image21.png"/><Relationship Id="rId9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26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.png"/><Relationship Id="rId1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5.png"/><Relationship Id="rId4" Type="http://schemas.openxmlformats.org/officeDocument/2006/relationships/image" Target="../media/image21.png"/><Relationship Id="rId9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26.png"/><Relationship Id="rId8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Relationship Id="rId5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21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1.gif"/><Relationship Id="rId4" Type="http://schemas.openxmlformats.org/officeDocument/2006/relationships/image" Target="../media/image53.jpg"/><Relationship Id="rId9" Type="http://schemas.openxmlformats.org/officeDocument/2006/relationships/image" Target="../media/image35.png"/><Relationship Id="rId5" Type="http://schemas.openxmlformats.org/officeDocument/2006/relationships/image" Target="../media/image52.png"/><Relationship Id="rId6" Type="http://schemas.openxmlformats.org/officeDocument/2006/relationships/image" Target="../media/image50.png"/><Relationship Id="rId7" Type="http://schemas.openxmlformats.org/officeDocument/2006/relationships/image" Target="../media/image19.png"/><Relationship Id="rId8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8.png"/><Relationship Id="rId4" Type="http://schemas.openxmlformats.org/officeDocument/2006/relationships/image" Target="../media/image5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7.png"/><Relationship Id="rId4" Type="http://schemas.openxmlformats.org/officeDocument/2006/relationships/image" Target="../media/image5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1.png"/><Relationship Id="rId4" Type="http://schemas.openxmlformats.org/officeDocument/2006/relationships/image" Target="../media/image47.png"/><Relationship Id="rId5" Type="http://schemas.openxmlformats.org/officeDocument/2006/relationships/image" Target="../media/image42.png"/><Relationship Id="rId6" Type="http://schemas.openxmlformats.org/officeDocument/2006/relationships/image" Target="../media/image40.png"/><Relationship Id="rId7" Type="http://schemas.openxmlformats.org/officeDocument/2006/relationships/image" Target="../media/image6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0.png"/><Relationship Id="rId4" Type="http://schemas.openxmlformats.org/officeDocument/2006/relationships/image" Target="../media/image63.png"/><Relationship Id="rId5" Type="http://schemas.openxmlformats.org/officeDocument/2006/relationships/image" Target="../media/image42.png"/><Relationship Id="rId6" Type="http://schemas.openxmlformats.org/officeDocument/2006/relationships/image" Target="../media/image4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png"/><Relationship Id="rId4" Type="http://schemas.openxmlformats.org/officeDocument/2006/relationships/image" Target="../media/image6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7.png"/><Relationship Id="rId4" Type="http://schemas.openxmlformats.org/officeDocument/2006/relationships/image" Target="../media/image6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7.png"/><Relationship Id="rId4" Type="http://schemas.openxmlformats.org/officeDocument/2006/relationships/image" Target="../media/image6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7.png"/><Relationship Id="rId4" Type="http://schemas.openxmlformats.org/officeDocument/2006/relationships/image" Target="../media/image6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7.png"/><Relationship Id="rId4" Type="http://schemas.openxmlformats.org/officeDocument/2006/relationships/image" Target="../media/image6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7.png"/><Relationship Id="rId4" Type="http://schemas.openxmlformats.org/officeDocument/2006/relationships/image" Target="../media/image6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7.png"/><Relationship Id="rId4" Type="http://schemas.openxmlformats.org/officeDocument/2006/relationships/image" Target="../media/image6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7.png"/><Relationship Id="rId4" Type="http://schemas.openxmlformats.org/officeDocument/2006/relationships/image" Target="../media/image6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7.png"/><Relationship Id="rId4" Type="http://schemas.openxmlformats.org/officeDocument/2006/relationships/image" Target="../media/image65.png"/><Relationship Id="rId5" Type="http://schemas.openxmlformats.org/officeDocument/2006/relationships/image" Target="../media/image67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7.png"/><Relationship Id="rId4" Type="http://schemas.openxmlformats.org/officeDocument/2006/relationships/image" Target="../media/image65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7.png"/><Relationship Id="rId4" Type="http://schemas.openxmlformats.org/officeDocument/2006/relationships/image" Target="../media/image65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7.png"/><Relationship Id="rId4" Type="http://schemas.openxmlformats.org/officeDocument/2006/relationships/image" Target="../media/image65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65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1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1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65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65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65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72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74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73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75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77.png"/><Relationship Id="rId7" Type="http://schemas.openxmlformats.org/officeDocument/2006/relationships/image" Target="../media/image76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7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Computer Networking: A Top-Down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edition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Jim Kurose, Keith Ross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Pearson, 2020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7"/>
          <p:cNvSpPr/>
          <p:nvPr/>
        </p:nvSpPr>
        <p:spPr>
          <a:xfrm>
            <a:off x="1325034" y="561975"/>
            <a:ext cx="5127523" cy="1939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6</a:t>
            </a:r>
            <a:br>
              <a:rPr b="1" i="0" lang="en-US" sz="6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The Link Layer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and LANs</a:t>
            </a:r>
            <a:endParaRPr/>
          </a:p>
        </p:txBody>
      </p:sp>
      <p:sp>
        <p:nvSpPr>
          <p:cNvPr id="40" name="Google Shape;40;p7"/>
          <p:cNvSpPr txBox="1"/>
          <p:nvPr/>
        </p:nvSpPr>
        <p:spPr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note on the use of these PowerPoint slides: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work on our part. In return for use, we only ask the following: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/>
        </p:nvSpPr>
        <p:spPr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use these slides (e.g., in a class) that you mention their source (after all, we’d like people to use our book!)</a:t>
            </a:r>
            <a:endParaRPr/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post any slides on a www site, that you note that they are adapted from (or perhaps identical to) our slides, and note our copyright of this material.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revision history, see the slide note for this page. </a:t>
            </a:r>
            <a:endParaRPr/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Thanks and enjoy!  JFK/KWR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All material copyright 1996-2020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J.F Kurose and K.W. Ross, All Rights Reserved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outdoor, water, bridge, building&#10;&#10;Description automatically generated" id="42" name="Google Shape;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5257" y="887185"/>
            <a:ext cx="3040743" cy="3800929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 and LANs: our goals</a:t>
            </a:r>
            <a:endParaRPr/>
          </a:p>
        </p:txBody>
      </p:sp>
      <p:sp>
        <p:nvSpPr>
          <p:cNvPr id="49" name="Google Shape;49;p8"/>
          <p:cNvSpPr txBox="1"/>
          <p:nvPr>
            <p:ph idx="1" type="body"/>
          </p:nvPr>
        </p:nvSpPr>
        <p:spPr>
          <a:xfrm>
            <a:off x="838200" y="1572572"/>
            <a:ext cx="5181600" cy="4698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2725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▪"/>
            </a:pPr>
            <a:r>
              <a:rPr lang="en-US" sz="3200"/>
              <a:t>understand principles behind link layer services:</a:t>
            </a:r>
            <a:endParaRPr/>
          </a:p>
          <a:p>
            <a:pPr indent="-317500" lvl="1" marL="68897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error detection, correction</a:t>
            </a:r>
            <a:endParaRPr/>
          </a:p>
          <a:p>
            <a:pPr indent="-317500" lvl="1" marL="68897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sharing a broadcast channel: multiple access</a:t>
            </a:r>
            <a:endParaRPr/>
          </a:p>
          <a:p>
            <a:pPr indent="-317500" lvl="1" marL="68897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link layer addressing</a:t>
            </a:r>
            <a:endParaRPr/>
          </a:p>
          <a:p>
            <a:pPr indent="-317500" lvl="1" marL="68897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local area networks: Ethernet, VLANs</a:t>
            </a:r>
            <a:endParaRPr/>
          </a:p>
          <a:p>
            <a:pPr indent="-212725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Noto Sans Symbols"/>
              <a:buChar char="▪"/>
            </a:pPr>
            <a:r>
              <a:rPr lang="en-US" sz="3200"/>
              <a:t>datacenter networks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 txBox="1"/>
          <p:nvPr>
            <p:ph idx="2" type="body"/>
          </p:nvPr>
        </p:nvSpPr>
        <p:spPr>
          <a:xfrm>
            <a:off x="6304934" y="1602070"/>
            <a:ext cx="55843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7813" lvl="0" marL="4079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instantiation, implementation of various link layer technologies</a:t>
            </a:r>
            <a:endParaRPr sz="2800"/>
          </a:p>
        </p:txBody>
      </p:sp>
      <p:pic>
        <p:nvPicPr>
          <p:cNvPr descr="A train crossing a bridge over a body of water&#10;&#10;Description automatically generated" id="51" name="Google Shape;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7543" y="3498941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59" name="Google Shape;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60" name="Google Shape;60;p9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9"/>
          <p:cNvSpPr txBox="1"/>
          <p:nvPr/>
        </p:nvSpPr>
        <p:spPr>
          <a:xfrm>
            <a:off x="980265" y="1388119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11049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layer: introduction</a:t>
            </a:r>
            <a:endParaRPr sz="4400"/>
          </a:p>
        </p:txBody>
      </p:sp>
      <p:sp>
        <p:nvSpPr>
          <p:cNvPr id="69" name="Google Shape;69;p10"/>
          <p:cNvSpPr txBox="1"/>
          <p:nvPr/>
        </p:nvSpPr>
        <p:spPr>
          <a:xfrm>
            <a:off x="1104900" y="1257300"/>
            <a:ext cx="5622601" cy="4153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terminology: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hosts and routers: nodes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communication channels that connect adjacent nodes along communication path: links</a:t>
            </a:r>
            <a:endParaRPr/>
          </a:p>
          <a:p>
            <a:pPr indent="-274638" lvl="1" marL="7477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wired </a:t>
            </a:r>
            <a:endParaRPr/>
          </a:p>
          <a:p>
            <a:pPr indent="-274638" lvl="1" marL="7477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wireless </a:t>
            </a:r>
            <a:endParaRPr/>
          </a:p>
          <a:p>
            <a:pPr indent="-274638" lvl="1" marL="7477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layer-2 packet: </a:t>
            </a:r>
            <a:r>
              <a:rPr b="0" i="1" lang="en-US" sz="3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frame</a:t>
            </a: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encapsulates datagram</a:t>
            </a:r>
            <a:endParaRPr/>
          </a:p>
        </p:txBody>
      </p:sp>
      <p:sp>
        <p:nvSpPr>
          <p:cNvPr id="70" name="Google Shape;70;p10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" name="Google Shape;72;p10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73" name="Google Shape;73;p10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0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" name="Google Shape;75;p10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0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77" name="Google Shape;77;p10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78" name="Google Shape;78;p10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9" name="Google Shape;79;p10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80" name="Google Shape;80;p10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0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2" name="Google Shape;82;p10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" name="Google Shape;83;p10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" name="Google Shape;84;p10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" name="Google Shape;85;p10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6" name="Google Shape;86;p10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87" name="Google Shape;87;p10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88" name="Google Shape;88;p10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89" name="Google Shape;89;p10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0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1" name="Google Shape;91;p10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" name="Google Shape;92;p10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" name="Google Shape;93;p10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" name="Google Shape;94;p10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" name="Google Shape;95;p10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" name="Google Shape;96;p10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7" name="Google Shape;97;p10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99" name="Google Shape;99;p10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cxnSp>
        <p:nvCxnSpPr>
          <p:cNvPr id="101" name="Google Shape;101;p10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" name="Google Shape;102;p10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" name="Google Shape;103;p10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" name="Google Shape;104;p10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" name="Google Shape;105;p10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6" name="Google Shape;106;p10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" name="Google Shape;107;p10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" name="Google Shape;108;p10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" name="Google Shape;109;p10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" name="Google Shape;110;p10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" name="Google Shape;111;p10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" name="Google Shape;112;p10"/>
          <p:cNvCxnSpPr/>
          <p:nvPr/>
        </p:nvCxnSpPr>
        <p:spPr>
          <a:xfrm flipH="1" rot="5400000">
            <a:off x="9789609" y="5251739"/>
            <a:ext cx="388062" cy="756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10"/>
          <p:cNvCxnSpPr/>
          <p:nvPr/>
        </p:nvCxnSpPr>
        <p:spPr>
          <a:xfrm rot="10800000">
            <a:off x="10209926" y="5405286"/>
            <a:ext cx="0" cy="11430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10"/>
          <p:cNvCxnSpPr/>
          <p:nvPr/>
        </p:nvCxnSpPr>
        <p:spPr>
          <a:xfrm>
            <a:off x="9432959" y="4838517"/>
            <a:ext cx="524483" cy="261537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0"/>
          <p:cNvCxnSpPr/>
          <p:nvPr/>
        </p:nvCxnSpPr>
        <p:spPr>
          <a:xfrm flipH="1" rot="10800000">
            <a:off x="8850066" y="4838517"/>
            <a:ext cx="569255" cy="246266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10"/>
          <p:cNvCxnSpPr/>
          <p:nvPr/>
        </p:nvCxnSpPr>
        <p:spPr>
          <a:xfrm>
            <a:off x="8821744" y="5108876"/>
            <a:ext cx="1030502" cy="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0"/>
          <p:cNvCxnSpPr/>
          <p:nvPr/>
        </p:nvCxnSpPr>
        <p:spPr>
          <a:xfrm>
            <a:off x="8210207" y="5117334"/>
            <a:ext cx="226800" cy="12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0"/>
          <p:cNvCxnSpPr/>
          <p:nvPr/>
        </p:nvCxnSpPr>
        <p:spPr>
          <a:xfrm flipH="1" rot="10800000">
            <a:off x="7948367" y="5290470"/>
            <a:ext cx="412750" cy="12700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0"/>
          <p:cNvCxnSpPr/>
          <p:nvPr/>
        </p:nvCxnSpPr>
        <p:spPr>
          <a:xfrm flipH="1">
            <a:off x="8373817" y="5282252"/>
            <a:ext cx="68080" cy="293968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0"/>
          <p:cNvCxnSpPr/>
          <p:nvPr/>
        </p:nvCxnSpPr>
        <p:spPr>
          <a:xfrm rot="10800000">
            <a:off x="8488731" y="5307931"/>
            <a:ext cx="280374" cy="269876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0"/>
          <p:cNvCxnSpPr/>
          <p:nvPr/>
        </p:nvCxnSpPr>
        <p:spPr>
          <a:xfrm>
            <a:off x="8488731" y="5258048"/>
            <a:ext cx="914184" cy="46862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0"/>
          <p:cNvCxnSpPr/>
          <p:nvPr/>
        </p:nvCxnSpPr>
        <p:spPr>
          <a:xfrm>
            <a:off x="8247778" y="3829970"/>
            <a:ext cx="0" cy="13176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0"/>
          <p:cNvCxnSpPr/>
          <p:nvPr/>
        </p:nvCxnSpPr>
        <p:spPr>
          <a:xfrm flipH="1" rot="10800000">
            <a:off x="7896666" y="4041107"/>
            <a:ext cx="168275" cy="3175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0"/>
          <p:cNvCxnSpPr/>
          <p:nvPr/>
        </p:nvCxnSpPr>
        <p:spPr>
          <a:xfrm flipH="1" rot="5400000">
            <a:off x="9885545" y="5583471"/>
            <a:ext cx="366793" cy="148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0"/>
          <p:cNvCxnSpPr/>
          <p:nvPr/>
        </p:nvCxnSpPr>
        <p:spPr>
          <a:xfrm flipH="1" rot="10800000">
            <a:off x="8459425" y="5036562"/>
            <a:ext cx="404236" cy="207771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0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" name="Google Shape;127;p10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" name="Google Shape;128;p10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" name="Google Shape;129;p10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0" name="Google Shape;130;p10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" name="Google Shape;131;p10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" name="Google Shape;132;p10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" name="Google Shape;133;p10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" name="Google Shape;134;p10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10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ntenna_radiation_stylized" id="136" name="Google Shape;13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2238" y="3813930"/>
            <a:ext cx="506412" cy="1060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tenna_radiation_stylized" id="137" name="Google Shape;13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42073" y="5480938"/>
            <a:ext cx="452014" cy="951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ell_tower_radiation copy" id="138" name="Google Shape;13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80866" y="2158167"/>
            <a:ext cx="457200" cy="33276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0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10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ccess_point_stylized_small" id="141" name="Google Shape;14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142" name="Google Shape;14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" name="Google Shape;143;p10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144" name="Google Shape;144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5" name="Google Shape;145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6" name="Google Shape;146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7" name="Google Shape;147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1" name="Google Shape;151;p10"/>
          <p:cNvGrpSpPr/>
          <p:nvPr/>
        </p:nvGrpSpPr>
        <p:grpSpPr>
          <a:xfrm>
            <a:off x="8311829" y="5180504"/>
            <a:ext cx="309187" cy="167750"/>
            <a:chOff x="3668110" y="2448910"/>
            <a:chExt cx="3794234" cy="2165130"/>
          </a:xfrm>
        </p:grpSpPr>
        <p:sp>
          <p:nvSpPr>
            <p:cNvPr id="152" name="Google Shape;152;p1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4" name="Google Shape;154;p1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55" name="Google Shape;155;p1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1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1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1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9" name="Google Shape;159;p10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160" name="Google Shape;160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61" name="Google Shape;161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62" name="Google Shape;162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3" name="Google Shape;163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7" name="Google Shape;167;p10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168" name="Google Shape;168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69" name="Google Shape;169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70" name="Google Shape;170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1" name="Google Shape;171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5" name="Google Shape;175;p10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176" name="Google Shape;176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77" name="Google Shape;177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78" name="Google Shape;178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9" name="Google Shape;179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3" name="Google Shape;183;p10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184" name="Google Shape;184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85" name="Google Shape;185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86" name="Google Shape;186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7" name="Google Shape;187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1" name="Google Shape;191;p10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192" name="Google Shape;192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93" name="Google Shape;193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94" name="Google Shape;194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5" name="Google Shape;195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9" name="Google Shape;199;p10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200" name="Google Shape;200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1" name="Google Shape;201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2" name="Google Shape;202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3" name="Google Shape;203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7" name="Google Shape;207;p10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08" name="Google Shape;208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9" name="Google Shape;209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0" name="Google Shape;210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1" name="Google Shape;211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5" name="Google Shape;215;p10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16" name="Google Shape;216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8" name="Google Shape;218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9" name="Google Shape;219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3" name="Google Shape;223;p10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24" name="Google Shape;224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6" name="Google Shape;226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7" name="Google Shape;227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1" name="Google Shape;231;p10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232" name="Google Shape;232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3" name="Google Shape;233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4" name="Google Shape;234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9" name="Google Shape;239;p10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240" name="Google Shape;240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241" name="Google Shape;241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10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243" name="Google Shape;243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10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0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0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0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0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0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0" name="Google Shape;250;p10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51" name="Google Shape;251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7" name="Google Shape;257;p10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0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0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oogle Shape;263;p10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264" name="Google Shape;264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65" name="Google Shape;265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6" name="Google Shape;266;p10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267" name="Google Shape;267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68" name="Google Shape;268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9" name="Google Shape;269;p10"/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270" name="Google Shape;270;p10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271" name="Google Shape;271;p10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272" name="Google Shape;272;p10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3" name="Google Shape;273;p10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274" name="Google Shape;274;p10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5" name="Google Shape;275;p10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0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0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0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0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1" name="Google Shape;281;p10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282" name="Google Shape;282;p10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" name="Google Shape;283;p10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" name="Google Shape;284;p10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" name="Google Shape;285;p10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6" name="Google Shape;286;p10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7" name="Google Shape;287;p10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88" name="Google Shape;288;p10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0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0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0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0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0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4" name="Google Shape;294;p10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295" name="Google Shape;295;p10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6" name="Google Shape;296;p10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7" name="Google Shape;297;p10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298" name="Google Shape;298;p10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299" name="Google Shape;299;p10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00" name="Google Shape;300;p10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01" name="Google Shape;301;p10"/>
            <p:cNvGrpSpPr/>
            <p:nvPr/>
          </p:nvGrpSpPr>
          <p:grpSpPr>
            <a:xfrm>
              <a:off x="11150622" y="4159591"/>
              <a:ext cx="426399" cy="451816"/>
              <a:chOff x="5182936" y="2693365"/>
              <a:chExt cx="532434" cy="414788"/>
            </a:xfrm>
          </p:grpSpPr>
          <p:cxnSp>
            <p:nvCxnSpPr>
              <p:cNvPr id="302" name="Google Shape;302;p10"/>
              <p:cNvCxnSpPr/>
              <p:nvPr/>
            </p:nvCxnSpPr>
            <p:spPr>
              <a:xfrm>
                <a:off x="5182936" y="2914214"/>
                <a:ext cx="153344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E4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03" name="Google Shape;303;p10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04" name="Google Shape;304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05" name="Google Shape;305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06" name="Google Shape;306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07" name="Google Shape;307;p10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08" name="Google Shape;308;p10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E4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09" name="Google Shape;309;p10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10" name="Google Shape;310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11" name="Google Shape;311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12" name="Google Shape;312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313" name="Google Shape;313;p10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314" name="Google Shape;314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10"/>
          <p:cNvGrpSpPr/>
          <p:nvPr/>
        </p:nvGrpSpPr>
        <p:grpSpPr>
          <a:xfrm>
            <a:off x="9201681" y="5852809"/>
            <a:ext cx="310186" cy="312008"/>
            <a:chOff x="877" y="1008"/>
            <a:chExt cx="2747" cy="2626"/>
          </a:xfrm>
        </p:grpSpPr>
        <p:pic>
          <p:nvPicPr>
            <p:cNvPr descr="antenna_stylized" id="317" name="Google Shape;317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318" name="Google Shape;318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" name="Google Shape;319;p10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20" name="Google Shape;320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1" name="Google Shape;321;p10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0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0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0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0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0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7" name="Google Shape;327;p10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28" name="Google Shape;328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4" name="Google Shape;334;p10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0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0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0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0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0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0" name="Google Shape;340;p10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341" name="Google Shape;341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" name="Google Shape;342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" name="Google Shape;343;p10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344" name="Google Shape;344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6" name="Google Shape;346;p10"/>
          <p:cNvGrpSpPr/>
          <p:nvPr/>
        </p:nvGrpSpPr>
        <p:grpSpPr>
          <a:xfrm>
            <a:off x="9534746" y="5795138"/>
            <a:ext cx="319264" cy="256836"/>
            <a:chOff x="877" y="1008"/>
            <a:chExt cx="2747" cy="2626"/>
          </a:xfrm>
        </p:grpSpPr>
        <p:pic>
          <p:nvPicPr>
            <p:cNvPr descr="antenna_stylized" id="347" name="Google Shape;347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348" name="Google Shape;348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10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50" name="Google Shape;350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1" name="Google Shape;351;p10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10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0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0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10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0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7" name="Google Shape;357;p10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58" name="Google Shape;358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4" name="Google Shape;364;p10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0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0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0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0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0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0" name="Google Shape;370;p10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4" name="Google Shape;374;p10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375" name="Google Shape;375;p10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0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7" name="Google Shape;377;p10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8" name="Google Shape;378;p10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379" name="Google Shape;379;p10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0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1" name="Google Shape;381;p10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3" name="Google Shape;383;p10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384" name="Google Shape;384;p10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0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6" name="Google Shape;386;p10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7" name="Google Shape;387;p10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388" name="Google Shape;388;p10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0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0" name="Google Shape;390;p10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1" name="Google Shape;401;p10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402" name="Google Shape;402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3" name="Google Shape;403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4" name="Google Shape;404;p10"/>
          <p:cNvGrpSpPr/>
          <p:nvPr/>
        </p:nvGrpSpPr>
        <p:grpSpPr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descr="iphone_stylized_small" id="405" name="Google Shape;405;p10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06" name="Google Shape;406;p1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7" name="Google Shape;407;p10"/>
          <p:cNvGrpSpPr/>
          <p:nvPr/>
        </p:nvGrpSpPr>
        <p:grpSpPr>
          <a:xfrm>
            <a:off x="10253990" y="5273951"/>
            <a:ext cx="177192" cy="330833"/>
            <a:chOff x="4140" y="429"/>
            <a:chExt cx="1425" cy="2396"/>
          </a:xfrm>
        </p:grpSpPr>
        <p:sp>
          <p:nvSpPr>
            <p:cNvPr id="408" name="Google Shape;408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1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3" name="Google Shape;413;p1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414" name="Google Shape;414;p1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1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6" name="Google Shape;416;p1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7" name="Google Shape;417;p1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418" name="Google Shape;418;p1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1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0" name="Google Shape;420;p1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2" name="Google Shape;422;p1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423" name="Google Shape;423;p1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1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5" name="Google Shape;425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6" name="Google Shape;426;p1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427" name="Google Shape;427;p1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1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9" name="Google Shape;429;p1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1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0" name="Google Shape;440;p10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441" name="Google Shape;441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1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6" name="Google Shape;446;p1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447" name="Google Shape;447;p1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1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9" name="Google Shape;449;p1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0" name="Google Shape;450;p1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451" name="Google Shape;451;p1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1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3" name="Google Shape;453;p1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5" name="Google Shape;455;p1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456" name="Google Shape;456;p1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1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" name="Google Shape;458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9" name="Google Shape;459;p1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460" name="Google Shape;460;p1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1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2" name="Google Shape;462;p1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1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3" name="Google Shape;473;p10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474" name="Google Shape;474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75" name="Google Shape;475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76" name="Google Shape;476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7" name="Google Shape;477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1" name="Google Shape;481;p10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482" name="Google Shape;482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83" name="Google Shape;483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84" name="Google Shape;484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5" name="Google Shape;485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9" name="Google Shape;489;p10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490" name="Google Shape;490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91" name="Google Shape;491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92" name="Google Shape;492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93" name="Google Shape;493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7" name="Google Shape;497;p10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498" name="Google Shape;498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99" name="Google Shape;499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0" name="Google Shape;500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1" name="Google Shape;501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5" name="Google Shape;505;p10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506" name="Google Shape;506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7" name="Google Shape;507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8" name="Google Shape;508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9" name="Google Shape;509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3" name="Google Shape;513;p10"/>
          <p:cNvGrpSpPr/>
          <p:nvPr/>
        </p:nvGrpSpPr>
        <p:grpSpPr>
          <a:xfrm>
            <a:off x="7566349" y="3812814"/>
            <a:ext cx="496588" cy="96676"/>
            <a:chOff x="2199" y="955"/>
            <a:chExt cx="2547" cy="506"/>
          </a:xfrm>
        </p:grpSpPr>
        <p:sp>
          <p:nvSpPr>
            <p:cNvPr id="514" name="Google Shape;514;p10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0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0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0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10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0" name="Google Shape;520;p10"/>
          <p:cNvGrpSpPr/>
          <p:nvPr/>
        </p:nvGrpSpPr>
        <p:grpSpPr>
          <a:xfrm>
            <a:off x="7801777" y="3327400"/>
            <a:ext cx="269073" cy="46492"/>
            <a:chOff x="2199" y="955"/>
            <a:chExt cx="2547" cy="506"/>
          </a:xfrm>
        </p:grpSpPr>
        <p:sp>
          <p:nvSpPr>
            <p:cNvPr id="521" name="Google Shape;521;p10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493802" y="3422650"/>
            <a:ext cx="269073" cy="46492"/>
            <a:chOff x="2199" y="955"/>
            <a:chExt cx="2547" cy="506"/>
          </a:xfrm>
        </p:grpSpPr>
        <p:sp>
          <p:nvSpPr>
            <p:cNvPr id="528" name="Google Shape;528;p10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10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10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4" name="Google Shape;534;p10"/>
          <p:cNvGrpSpPr/>
          <p:nvPr/>
        </p:nvGrpSpPr>
        <p:grpSpPr>
          <a:xfrm>
            <a:off x="7439349" y="2355850"/>
            <a:ext cx="399726" cy="74090"/>
            <a:chOff x="2199" y="955"/>
            <a:chExt cx="2547" cy="506"/>
          </a:xfrm>
        </p:grpSpPr>
        <p:sp>
          <p:nvSpPr>
            <p:cNvPr id="535" name="Google Shape;535;p10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10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10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756849" y="1863725"/>
            <a:ext cx="399726" cy="74090"/>
            <a:chOff x="2199" y="955"/>
            <a:chExt cx="2547" cy="506"/>
          </a:xfrm>
        </p:grpSpPr>
        <p:sp>
          <p:nvSpPr>
            <p:cNvPr id="542" name="Google Shape;542;p10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10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10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10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8" name="Google Shape;548;p10"/>
          <p:cNvGrpSpPr/>
          <p:nvPr/>
        </p:nvGrpSpPr>
        <p:grpSpPr>
          <a:xfrm>
            <a:off x="8709349" y="2057400"/>
            <a:ext cx="399726" cy="74090"/>
            <a:chOff x="2199" y="955"/>
            <a:chExt cx="2547" cy="506"/>
          </a:xfrm>
        </p:grpSpPr>
        <p:sp>
          <p:nvSpPr>
            <p:cNvPr id="549" name="Google Shape;549;p10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10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10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10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10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10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5" name="Google Shape;555;p10"/>
          <p:cNvGrpSpPr/>
          <p:nvPr/>
        </p:nvGrpSpPr>
        <p:grpSpPr>
          <a:xfrm>
            <a:off x="8639499" y="2320925"/>
            <a:ext cx="399726" cy="74090"/>
            <a:chOff x="2199" y="955"/>
            <a:chExt cx="2547" cy="506"/>
          </a:xfrm>
        </p:grpSpPr>
        <p:sp>
          <p:nvSpPr>
            <p:cNvPr id="556" name="Google Shape;556;p10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0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10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10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10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10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2" name="Google Shape;562;p10"/>
          <p:cNvGrpSpPr/>
          <p:nvPr/>
        </p:nvGrpSpPr>
        <p:grpSpPr>
          <a:xfrm>
            <a:off x="9245924" y="5476874"/>
            <a:ext cx="450526" cy="96315"/>
            <a:chOff x="2199" y="955"/>
            <a:chExt cx="2547" cy="506"/>
          </a:xfrm>
        </p:grpSpPr>
        <p:sp>
          <p:nvSpPr>
            <p:cNvPr id="563" name="Google Shape;563;p10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10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10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10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10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10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9" name="Google Shape;569;p10"/>
          <p:cNvGrpSpPr/>
          <p:nvPr/>
        </p:nvGrpSpPr>
        <p:grpSpPr>
          <a:xfrm>
            <a:off x="9195602" y="5857875"/>
            <a:ext cx="230973" cy="45719"/>
            <a:chOff x="2199" y="955"/>
            <a:chExt cx="2547" cy="506"/>
          </a:xfrm>
        </p:grpSpPr>
        <p:sp>
          <p:nvSpPr>
            <p:cNvPr id="570" name="Google Shape;570;p10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10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10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10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10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10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6" name="Google Shape;576;p10"/>
          <p:cNvGrpSpPr/>
          <p:nvPr/>
        </p:nvGrpSpPr>
        <p:grpSpPr>
          <a:xfrm>
            <a:off x="9538502" y="5794375"/>
            <a:ext cx="230973" cy="45719"/>
            <a:chOff x="2199" y="955"/>
            <a:chExt cx="2547" cy="506"/>
          </a:xfrm>
        </p:grpSpPr>
        <p:sp>
          <p:nvSpPr>
            <p:cNvPr id="577" name="Google Shape;577;p10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10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10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10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10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10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3" name="Google Shape;583;p10"/>
          <p:cNvGrpSpPr/>
          <p:nvPr/>
        </p:nvGrpSpPr>
        <p:grpSpPr>
          <a:xfrm>
            <a:off x="7975063" y="2094561"/>
            <a:ext cx="466245" cy="434369"/>
            <a:chOff x="2920" y="1424"/>
            <a:chExt cx="326" cy="320"/>
          </a:xfrm>
        </p:grpSpPr>
        <p:sp>
          <p:nvSpPr>
            <p:cNvPr id="584" name="Google Shape;584;p10"/>
            <p:cNvSpPr/>
            <p:nvPr/>
          </p:nvSpPr>
          <p:spPr>
            <a:xfrm>
              <a:off x="2920" y="1445"/>
              <a:ext cx="326" cy="28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5" name="Google Shape;585;p10"/>
            <p:cNvGrpSpPr/>
            <p:nvPr/>
          </p:nvGrpSpPr>
          <p:grpSpPr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586" name="Google Shape;586;p10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10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10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10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10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91" name="Google Shape;591;p10"/>
            <p:cNvSpPr/>
            <p:nvPr/>
          </p:nvSpPr>
          <p:spPr>
            <a:xfrm>
              <a:off x="2995" y="1615"/>
              <a:ext cx="178" cy="129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2" name="Google Shape;592;p10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593" name="Google Shape;593;p10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p10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5" name="Google Shape;595;p10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6" name="Google Shape;596;p10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7" name="Google Shape;597;p10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8" name="Google Shape;598;p10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9" name="Google Shape;599;p10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" name="Google Shape;600;p10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" name="Google Shape;601;p10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2" name="Google Shape;602;p10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3" name="Google Shape;603;p10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4" name="Google Shape;604;p10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5" name="Google Shape;605;p10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6" name="Google Shape;606;p10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7" name="Google Shape;607;p10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8" name="Google Shape;608;p10"/>
          <p:cNvGrpSpPr/>
          <p:nvPr/>
        </p:nvGrpSpPr>
        <p:grpSpPr>
          <a:xfrm>
            <a:off x="9885167" y="5352639"/>
            <a:ext cx="309187" cy="167750"/>
            <a:chOff x="3668110" y="2448910"/>
            <a:chExt cx="3794234" cy="2165130"/>
          </a:xfrm>
        </p:grpSpPr>
        <p:sp>
          <p:nvSpPr>
            <p:cNvPr id="609" name="Google Shape;609;p1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1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1" name="Google Shape;611;p1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12" name="Google Shape;612;p1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1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1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1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16" name="Google Shape;616;p10"/>
          <p:cNvSpPr txBox="1"/>
          <p:nvPr/>
        </p:nvSpPr>
        <p:spPr>
          <a:xfrm>
            <a:off x="1188030" y="5368348"/>
            <a:ext cx="4933787" cy="103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 layer </a:t>
            </a:r>
            <a:r>
              <a:rPr b="0" i="1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responsibility of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transferring datagram from one node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b="0" i="1" lang="en-US" sz="24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physically adjacent </a:t>
            </a:r>
            <a:r>
              <a:rPr b="0" i="1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over a li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nk</a:t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0"/>
          <p:cNvSpPr/>
          <p:nvPr/>
        </p:nvSpPr>
        <p:spPr>
          <a:xfrm>
            <a:off x="1104900" y="5320145"/>
            <a:ext cx="5226627" cy="1233055"/>
          </a:xfrm>
          <a:prstGeom prst="rect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1"/>
          <p:cNvSpPr txBox="1"/>
          <p:nvPr>
            <p:ph type="title"/>
          </p:nvPr>
        </p:nvSpPr>
        <p:spPr>
          <a:xfrm>
            <a:off x="11049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layer: context</a:t>
            </a:r>
            <a:endParaRPr sz="4400"/>
          </a:p>
        </p:txBody>
      </p:sp>
      <p:sp>
        <p:nvSpPr>
          <p:cNvPr id="625" name="Google Shape;625;p11"/>
          <p:cNvSpPr txBox="1"/>
          <p:nvPr/>
        </p:nvSpPr>
        <p:spPr>
          <a:xfrm>
            <a:off x="959573" y="1533959"/>
            <a:ext cx="4873192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datagram transferred by different link protocols over different links: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WiFi on first link, Ethernet on next link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 link protocol provides different services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may or may not provide reliable data transfer over link</a:t>
            </a:r>
            <a:endParaRPr/>
          </a:p>
        </p:txBody>
      </p:sp>
      <p:sp>
        <p:nvSpPr>
          <p:cNvPr id="626" name="Google Shape;626;p11"/>
          <p:cNvSpPr txBox="1"/>
          <p:nvPr/>
        </p:nvSpPr>
        <p:spPr>
          <a:xfrm>
            <a:off x="6904038" y="1493405"/>
            <a:ext cx="4664507" cy="464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transportation analogy: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trip from Princeton to Lausanne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limo: Princeton to JFK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plane: JFK to Geneva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train: Geneva to Lausanne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tourist =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datagram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 segment =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communication link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transportation mode =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link-layer</a:t>
            </a: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travel agent =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routing algorithm</a:t>
            </a:r>
            <a:endParaRPr/>
          </a:p>
          <a:p>
            <a:pPr indent="-104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7" name="Google Shape;627;p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2"/>
          <p:cNvSpPr txBox="1"/>
          <p:nvPr>
            <p:ph type="title"/>
          </p:nvPr>
        </p:nvSpPr>
        <p:spPr>
          <a:xfrm>
            <a:off x="11049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layer: services</a:t>
            </a:r>
            <a:endParaRPr sz="4400"/>
          </a:p>
        </p:txBody>
      </p:sp>
      <p:sp>
        <p:nvSpPr>
          <p:cNvPr id="634" name="Google Shape;634;p12"/>
          <p:cNvSpPr txBox="1"/>
          <p:nvPr/>
        </p:nvSpPr>
        <p:spPr>
          <a:xfrm>
            <a:off x="1201882" y="1425142"/>
            <a:ext cx="6529676" cy="515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framing, link access:</a:t>
            </a: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encapsulate datagram into frame, adding header, trailer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channel access if shared medium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“MAC” addresses in frame headers identify source, destination (different from IP address!)</a:t>
            </a:r>
            <a:endParaRPr/>
          </a:p>
          <a:p>
            <a:pPr indent="-284163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reliable delivery between adjacent nodes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already know how to do this!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seldom used on low bit-error links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wireless links: high error rates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1" lang="en-US" sz="2400" u="sng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400" u="sng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both link-level and end-end reliability?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2"/>
          <p:cNvSpPr/>
          <p:nvPr/>
        </p:nvSpPr>
        <p:spPr>
          <a:xfrm>
            <a:off x="9285510" y="3593195"/>
            <a:ext cx="69106" cy="79124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6" name="Google Shape;636;p12"/>
          <p:cNvGrpSpPr/>
          <p:nvPr/>
        </p:nvGrpSpPr>
        <p:grpSpPr>
          <a:xfrm>
            <a:off x="9022376" y="3275911"/>
            <a:ext cx="615031" cy="694531"/>
            <a:chOff x="2920" y="1424"/>
            <a:chExt cx="326" cy="320"/>
          </a:xfrm>
        </p:grpSpPr>
        <p:sp>
          <p:nvSpPr>
            <p:cNvPr id="637" name="Google Shape;637;p12"/>
            <p:cNvSpPr/>
            <p:nvPr/>
          </p:nvSpPr>
          <p:spPr>
            <a:xfrm>
              <a:off x="2920" y="1445"/>
              <a:ext cx="326" cy="28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8" name="Google Shape;638;p12"/>
            <p:cNvGrpSpPr/>
            <p:nvPr/>
          </p:nvGrpSpPr>
          <p:grpSpPr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639" name="Google Shape;639;p12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12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12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12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12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4" name="Google Shape;644;p12"/>
            <p:cNvSpPr/>
            <p:nvPr/>
          </p:nvSpPr>
          <p:spPr>
            <a:xfrm>
              <a:off x="2995" y="1615"/>
              <a:ext cx="178" cy="129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5" name="Google Shape;645;p12"/>
          <p:cNvGrpSpPr/>
          <p:nvPr/>
        </p:nvGrpSpPr>
        <p:grpSpPr>
          <a:xfrm>
            <a:off x="9122147" y="3619386"/>
            <a:ext cx="393690" cy="1049595"/>
            <a:chOff x="3130" y="3288"/>
            <a:chExt cx="410" cy="742"/>
          </a:xfrm>
        </p:grpSpPr>
        <p:cxnSp>
          <p:nvCxnSpPr>
            <p:cNvPr id="646" name="Google Shape;646;p12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12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8" name="Google Shape;648;p12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9" name="Google Shape;649;p12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0" name="Google Shape;650;p12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1" name="Google Shape;651;p12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2" name="Google Shape;652;p12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3" name="Google Shape;653;p12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4" name="Google Shape;654;p12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5" name="Google Shape;655;p12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6" name="Google Shape;656;p12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7" name="Google Shape;657;p12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8" name="Google Shape;658;p12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" name="Google Shape;659;p12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" name="Google Shape;660;p12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61" name="Google Shape;661;p12"/>
          <p:cNvGrpSpPr/>
          <p:nvPr/>
        </p:nvGrpSpPr>
        <p:grpSpPr>
          <a:xfrm>
            <a:off x="8405402" y="3099042"/>
            <a:ext cx="527285" cy="593983"/>
            <a:chOff x="8328836" y="2202873"/>
            <a:chExt cx="527285" cy="593983"/>
          </a:xfrm>
        </p:grpSpPr>
        <p:pic>
          <p:nvPicPr>
            <p:cNvPr descr="iphone_stylized_small" id="662" name="Google Shape;662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66432" y="2271663"/>
              <a:ext cx="180509" cy="52519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63" name="Google Shape;663;p12"/>
            <p:cNvGrpSpPr/>
            <p:nvPr/>
          </p:nvGrpSpPr>
          <p:grpSpPr>
            <a:xfrm>
              <a:off x="8328836" y="2202873"/>
              <a:ext cx="527285" cy="118466"/>
              <a:chOff x="2199" y="955"/>
              <a:chExt cx="2547" cy="506"/>
            </a:xfrm>
          </p:grpSpPr>
          <p:sp>
            <p:nvSpPr>
              <p:cNvPr id="664" name="Google Shape;664;p12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12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12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12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12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12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70" name="Google Shape;670;p12"/>
          <p:cNvGrpSpPr/>
          <p:nvPr/>
        </p:nvGrpSpPr>
        <p:grpSpPr>
          <a:xfrm>
            <a:off x="7891681" y="4024818"/>
            <a:ext cx="1120341" cy="347863"/>
            <a:chOff x="9561515" y="2748013"/>
            <a:chExt cx="1120341" cy="347863"/>
          </a:xfrm>
        </p:grpSpPr>
        <p:pic>
          <p:nvPicPr>
            <p:cNvPr descr="car_icon_small" id="671" name="Google Shape;67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61515" y="2826814"/>
              <a:ext cx="1120341" cy="26906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72" name="Google Shape;672;p12"/>
            <p:cNvGrpSpPr/>
            <p:nvPr/>
          </p:nvGrpSpPr>
          <p:grpSpPr>
            <a:xfrm>
              <a:off x="9788587" y="2748013"/>
              <a:ext cx="527285" cy="118466"/>
              <a:chOff x="2199" y="955"/>
              <a:chExt cx="2547" cy="506"/>
            </a:xfrm>
          </p:grpSpPr>
          <p:sp>
            <p:nvSpPr>
              <p:cNvPr id="673" name="Google Shape;673;p12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12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12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12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12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12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679" name="Google Shape;679;p12"/>
            <p:cNvCxnSpPr/>
            <p:nvPr/>
          </p:nvCxnSpPr>
          <p:spPr>
            <a:xfrm>
              <a:off x="10032156" y="2798664"/>
              <a:ext cx="31623" cy="13689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80" name="Google Shape;680;p12"/>
          <p:cNvGrpSpPr/>
          <p:nvPr/>
        </p:nvGrpSpPr>
        <p:grpSpPr>
          <a:xfrm>
            <a:off x="9729378" y="3463179"/>
            <a:ext cx="504756" cy="520384"/>
            <a:chOff x="7339071" y="2307905"/>
            <a:chExt cx="511700" cy="446467"/>
          </a:xfrm>
        </p:grpSpPr>
        <p:grpSp>
          <p:nvGrpSpPr>
            <p:cNvPr id="681" name="Google Shape;681;p12"/>
            <p:cNvGrpSpPr/>
            <p:nvPr/>
          </p:nvGrpSpPr>
          <p:grpSpPr>
            <a:xfrm>
              <a:off x="7339071" y="2426725"/>
              <a:ext cx="511700" cy="327647"/>
              <a:chOff x="7455987" y="2414528"/>
              <a:chExt cx="511700" cy="327647"/>
            </a:xfrm>
          </p:grpSpPr>
          <p:pic>
            <p:nvPicPr>
              <p:cNvPr descr="laptop_keyboard" id="682" name="Google Shape;682;p1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3" name="Google Shape;683;p12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684" name="Google Shape;684;p12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5" name="Google Shape;685;p12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12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12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12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12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12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1" name="Google Shape;691;p12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692" name="Google Shape;692;p12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3" name="Google Shape;693;p12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4" name="Google Shape;694;p12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5" name="Google Shape;695;p12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6" name="Google Shape;696;p12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7" name="Google Shape;697;p12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98" name="Google Shape;698;p12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12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12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12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12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12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4" name="Google Shape;704;p12"/>
            <p:cNvGrpSpPr/>
            <p:nvPr/>
          </p:nvGrpSpPr>
          <p:grpSpPr>
            <a:xfrm>
              <a:off x="7408527" y="2307905"/>
              <a:ext cx="399726" cy="74090"/>
              <a:chOff x="2199" y="955"/>
              <a:chExt cx="2547" cy="506"/>
            </a:xfrm>
          </p:grpSpPr>
          <p:sp>
            <p:nvSpPr>
              <p:cNvPr id="705" name="Google Shape;705;p12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12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12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12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12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12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711" name="Google Shape;711;p12"/>
            <p:cNvCxnSpPr/>
            <p:nvPr/>
          </p:nvCxnSpPr>
          <p:spPr>
            <a:xfrm flipH="1">
              <a:off x="7594314" y="2366481"/>
              <a:ext cx="39385" cy="702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712" name="Google Shape;712;p12"/>
          <p:cNvCxnSpPr/>
          <p:nvPr/>
        </p:nvCxnSpPr>
        <p:spPr>
          <a:xfrm flipH="1">
            <a:off x="11319748" y="3822551"/>
            <a:ext cx="4467" cy="583015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12"/>
          <p:cNvCxnSpPr/>
          <p:nvPr/>
        </p:nvCxnSpPr>
        <p:spPr>
          <a:xfrm flipH="1" rot="10800000">
            <a:off x="10658519" y="4487840"/>
            <a:ext cx="518620" cy="173119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" name="Google Shape;714;p12"/>
          <p:cNvCxnSpPr/>
          <p:nvPr/>
        </p:nvCxnSpPr>
        <p:spPr>
          <a:xfrm flipH="1">
            <a:off x="11201006" y="4473187"/>
            <a:ext cx="127931" cy="524238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5" name="Google Shape;715;p12"/>
          <p:cNvGrpSpPr/>
          <p:nvPr/>
        </p:nvGrpSpPr>
        <p:grpSpPr>
          <a:xfrm>
            <a:off x="11084522" y="4291738"/>
            <a:ext cx="581004" cy="299152"/>
            <a:chOff x="3668110" y="2448910"/>
            <a:chExt cx="3794234" cy="2165130"/>
          </a:xfrm>
        </p:grpSpPr>
        <p:sp>
          <p:nvSpPr>
            <p:cNvPr id="716" name="Google Shape;716;p12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12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8" name="Google Shape;718;p12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19" name="Google Shape;719;p12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12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12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12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3" name="Google Shape;723;p12"/>
          <p:cNvGrpSpPr/>
          <p:nvPr/>
        </p:nvGrpSpPr>
        <p:grpSpPr>
          <a:xfrm flipH="1">
            <a:off x="10917985" y="3322047"/>
            <a:ext cx="649485" cy="571200"/>
            <a:chOff x="2839" y="3501"/>
            <a:chExt cx="755" cy="803"/>
          </a:xfrm>
        </p:grpSpPr>
        <p:pic>
          <p:nvPicPr>
            <p:cNvPr descr="desktop_computer_stylized_medium" id="724" name="Google Shape;724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5" name="Google Shape;725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6" name="Google Shape;726;p12"/>
          <p:cNvGrpSpPr/>
          <p:nvPr/>
        </p:nvGrpSpPr>
        <p:grpSpPr>
          <a:xfrm flipH="1">
            <a:off x="10249542" y="4410101"/>
            <a:ext cx="649485" cy="571200"/>
            <a:chOff x="2839" y="3501"/>
            <a:chExt cx="755" cy="803"/>
          </a:xfrm>
        </p:grpSpPr>
        <p:pic>
          <p:nvPicPr>
            <p:cNvPr descr="desktop_computer_stylized_medium" id="727" name="Google Shape;727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8" name="Google Shape;728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9" name="Google Shape;729;p12"/>
          <p:cNvGrpSpPr/>
          <p:nvPr/>
        </p:nvGrpSpPr>
        <p:grpSpPr>
          <a:xfrm flipH="1">
            <a:off x="10797829" y="4748945"/>
            <a:ext cx="649485" cy="571200"/>
            <a:chOff x="2839" y="3501"/>
            <a:chExt cx="755" cy="803"/>
          </a:xfrm>
        </p:grpSpPr>
        <p:pic>
          <p:nvPicPr>
            <p:cNvPr descr="desktop_computer_stylized_medium" id="730" name="Google Shape;730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1" name="Google Shape;731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2" name="Google Shape;732;p12"/>
          <p:cNvGrpSpPr/>
          <p:nvPr/>
        </p:nvGrpSpPr>
        <p:grpSpPr>
          <a:xfrm>
            <a:off x="8226409" y="5199782"/>
            <a:ext cx="1926482" cy="1169355"/>
            <a:chOff x="9872135" y="4049856"/>
            <a:chExt cx="1167447" cy="689801"/>
          </a:xfrm>
        </p:grpSpPr>
        <p:pic>
          <p:nvPicPr>
            <p:cNvPr descr="antenna_radiation_stylized" id="733" name="Google Shape;733;p1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253455" y="4053920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734" name="Google Shape;734;p1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301992" y="4097214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35" name="Google Shape;735;p12"/>
            <p:cNvGrpSpPr/>
            <p:nvPr/>
          </p:nvGrpSpPr>
          <p:grpSpPr>
            <a:xfrm>
              <a:off x="10257306" y="4049856"/>
              <a:ext cx="450526" cy="96315"/>
              <a:chOff x="2199" y="955"/>
              <a:chExt cx="2547" cy="506"/>
            </a:xfrm>
          </p:grpSpPr>
          <p:sp>
            <p:nvSpPr>
              <p:cNvPr id="736" name="Google Shape;736;p12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12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12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12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12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12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2" name="Google Shape;742;p12"/>
            <p:cNvGrpSpPr/>
            <p:nvPr/>
          </p:nvGrpSpPr>
          <p:grpSpPr>
            <a:xfrm>
              <a:off x="9872135" y="4284324"/>
              <a:ext cx="408871" cy="378277"/>
              <a:chOff x="7339071" y="2307905"/>
              <a:chExt cx="511700" cy="446467"/>
            </a:xfrm>
          </p:grpSpPr>
          <p:grpSp>
            <p:nvGrpSpPr>
              <p:cNvPr id="743" name="Google Shape;743;p12"/>
              <p:cNvGrpSpPr/>
              <p:nvPr/>
            </p:nvGrpSpPr>
            <p:grpSpPr>
              <a:xfrm>
                <a:off x="7339071" y="2426725"/>
                <a:ext cx="511700" cy="327647"/>
                <a:chOff x="7455987" y="2414528"/>
                <a:chExt cx="511700" cy="327647"/>
              </a:xfrm>
            </p:grpSpPr>
            <p:pic>
              <p:nvPicPr>
                <p:cNvPr descr="laptop_keyboard" id="744" name="Google Shape;744;p12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45" name="Google Shape;745;p12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746" name="Google Shape;746;p12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47" name="Google Shape;747;p12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8" name="Google Shape;748;p12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9" name="Google Shape;749;p12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0" name="Google Shape;750;p12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1" name="Google Shape;751;p12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2" name="Google Shape;752;p12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53" name="Google Shape;753;p12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754" name="Google Shape;754;p12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5" name="Google Shape;755;p12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6" name="Google Shape;756;p12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7" name="Google Shape;757;p12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8" name="Google Shape;758;p12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9" name="Google Shape;759;p12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60" name="Google Shape;760;p12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1" name="Google Shape;761;p12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2" name="Google Shape;762;p12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3" name="Google Shape;763;p12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4" name="Google Shape;764;p12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5" name="Google Shape;765;p12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66" name="Google Shape;766;p12"/>
              <p:cNvGrpSpPr/>
              <p:nvPr/>
            </p:nvGrpSpPr>
            <p:grpSpPr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767" name="Google Shape;767;p12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8" name="Google Shape;768;p12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9" name="Google Shape;769;p12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0" name="Google Shape;770;p12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1" name="Google Shape;771;p12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2" name="Google Shape;772;p12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73" name="Google Shape;773;p12"/>
              <p:cNvCxnSpPr/>
              <p:nvPr/>
            </p:nvCxnSpPr>
            <p:spPr>
              <a:xfrm flipH="1">
                <a:off x="7594314" y="2366481"/>
                <a:ext cx="39385" cy="702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74" name="Google Shape;774;p12"/>
            <p:cNvGrpSpPr/>
            <p:nvPr/>
          </p:nvGrpSpPr>
          <p:grpSpPr>
            <a:xfrm>
              <a:off x="10630711" y="4361380"/>
              <a:ext cx="408871" cy="378277"/>
              <a:chOff x="7339071" y="2307905"/>
              <a:chExt cx="511700" cy="446467"/>
            </a:xfrm>
          </p:grpSpPr>
          <p:grpSp>
            <p:nvGrpSpPr>
              <p:cNvPr id="775" name="Google Shape;775;p12"/>
              <p:cNvGrpSpPr/>
              <p:nvPr/>
            </p:nvGrpSpPr>
            <p:grpSpPr>
              <a:xfrm>
                <a:off x="7339071" y="2426725"/>
                <a:ext cx="511700" cy="327647"/>
                <a:chOff x="7455987" y="2414528"/>
                <a:chExt cx="511700" cy="327647"/>
              </a:xfrm>
            </p:grpSpPr>
            <p:pic>
              <p:nvPicPr>
                <p:cNvPr descr="laptop_keyboard" id="776" name="Google Shape;776;p12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77" name="Google Shape;777;p12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778" name="Google Shape;778;p12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79" name="Google Shape;779;p12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0" name="Google Shape;780;p12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1" name="Google Shape;781;p12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2" name="Google Shape;782;p12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3" name="Google Shape;783;p12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4" name="Google Shape;784;p12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85" name="Google Shape;785;p12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786" name="Google Shape;786;p12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7" name="Google Shape;787;p12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8" name="Google Shape;788;p12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9" name="Google Shape;789;p12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0" name="Google Shape;790;p12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1" name="Google Shape;791;p12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92" name="Google Shape;792;p12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12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4" name="Google Shape;794;p12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5" name="Google Shape;795;p12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12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12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98" name="Google Shape;798;p12"/>
              <p:cNvGrpSpPr/>
              <p:nvPr/>
            </p:nvGrpSpPr>
            <p:grpSpPr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799" name="Google Shape;799;p12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0" name="Google Shape;800;p12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1" name="Google Shape;801;p12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12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12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12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805" name="Google Shape;805;p12"/>
              <p:cNvCxnSpPr/>
              <p:nvPr/>
            </p:nvCxnSpPr>
            <p:spPr>
              <a:xfrm flipH="1">
                <a:off x="7594314" y="2366481"/>
                <a:ext cx="39385" cy="702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806" name="Google Shape;806;p12"/>
          <p:cNvGrpSpPr/>
          <p:nvPr/>
        </p:nvGrpSpPr>
        <p:grpSpPr>
          <a:xfrm>
            <a:off x="7840518" y="1242873"/>
            <a:ext cx="4037013" cy="1377421"/>
            <a:chOff x="7785100" y="730250"/>
            <a:chExt cx="4037013" cy="1377421"/>
          </a:xfrm>
        </p:grpSpPr>
        <p:grpSp>
          <p:nvGrpSpPr>
            <p:cNvPr id="807" name="Google Shape;807;p12"/>
            <p:cNvGrpSpPr/>
            <p:nvPr/>
          </p:nvGrpSpPr>
          <p:grpSpPr>
            <a:xfrm>
              <a:off x="7785100" y="736600"/>
              <a:ext cx="850900" cy="527050"/>
              <a:chOff x="-490" y="1664"/>
              <a:chExt cx="1429" cy="842"/>
            </a:xfrm>
          </p:grpSpPr>
          <p:sp>
            <p:nvSpPr>
              <p:cNvPr id="808" name="Google Shape;808;p12"/>
              <p:cNvSpPr/>
              <p:nvPr/>
            </p:nvSpPr>
            <p:spPr>
              <a:xfrm>
                <a:off x="-490" y="1664"/>
                <a:ext cx="1429" cy="294"/>
              </a:xfrm>
              <a:prstGeom prst="triangle">
                <a:avLst>
                  <a:gd fmla="val 50000" name="adj"/>
                </a:avLst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09" name="Google Shape;809;p12"/>
              <p:cNvGrpSpPr/>
              <p:nvPr/>
            </p:nvGrpSpPr>
            <p:grpSpPr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810" name="Google Shape;810;p12"/>
                <p:cNvSpPr/>
                <p:nvPr/>
              </p:nvSpPr>
              <p:spPr>
                <a:xfrm>
                  <a:off x="-338" y="1923"/>
                  <a:ext cx="1128" cy="583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11" name="Google Shape;811;p12"/>
                <p:cNvCxnSpPr/>
                <p:nvPr/>
              </p:nvCxnSpPr>
              <p:spPr>
                <a:xfrm>
                  <a:off x="-150" y="2271"/>
                  <a:ext cx="673" cy="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E4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812" name="Google Shape;812;p12"/>
                <p:cNvGrpSpPr/>
                <p:nvPr/>
              </p:nvGrpSpPr>
              <p:grpSpPr>
                <a:xfrm>
                  <a:off x="67" y="2192"/>
                  <a:ext cx="387" cy="139"/>
                  <a:chOff x="320" y="890"/>
                  <a:chExt cx="871" cy="339"/>
                </a:xfrm>
              </p:grpSpPr>
              <p:sp>
                <p:nvSpPr>
                  <p:cNvPr id="813" name="Google Shape;813;p12"/>
                  <p:cNvSpPr/>
                  <p:nvPr/>
                </p:nvSpPr>
                <p:spPr>
                  <a:xfrm>
                    <a:off x="320" y="1000"/>
                    <a:ext cx="871" cy="229"/>
                  </a:xfrm>
                  <a:prstGeom prst="rect">
                    <a:avLst/>
                  </a:prstGeom>
                  <a:solidFill>
                    <a:srgbClr val="EC86A6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4" name="Google Shape;814;p12"/>
                  <p:cNvSpPr/>
                  <p:nvPr/>
                </p:nvSpPr>
                <p:spPr>
                  <a:xfrm>
                    <a:off x="392" y="1074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5" name="Google Shape;815;p12"/>
                  <p:cNvSpPr/>
                  <p:nvPr/>
                </p:nvSpPr>
                <p:spPr>
                  <a:xfrm>
                    <a:off x="464" y="1074"/>
                    <a:ext cx="54" cy="56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6" name="Google Shape;816;p12"/>
                  <p:cNvSpPr/>
                  <p:nvPr/>
                </p:nvSpPr>
                <p:spPr>
                  <a:xfrm>
                    <a:off x="536" y="1068"/>
                    <a:ext cx="60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7" name="Google Shape;817;p12"/>
                  <p:cNvSpPr/>
                  <p:nvPr/>
                </p:nvSpPr>
                <p:spPr>
                  <a:xfrm>
                    <a:off x="615" y="1068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8" name="Google Shape;818;p12"/>
                  <p:cNvSpPr/>
                  <p:nvPr/>
                </p:nvSpPr>
                <p:spPr>
                  <a:xfrm flipH="1" rot="10800000">
                    <a:off x="322" y="890"/>
                    <a:ext cx="859" cy="110"/>
                  </a:xfrm>
                  <a:custGeom>
                    <a:rect b="b" l="l" r="r" t="t"/>
                    <a:pathLst>
                      <a:path extrusionOk="0" h="21600" w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C86A6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pic>
              <p:nvPicPr>
                <p:cNvPr descr="desktop_computer_stylized_small" id="819" name="Google Shape;819;p12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20" name="Google Shape;820;p12"/>
                <p:cNvSpPr/>
                <p:nvPr/>
              </p:nvSpPr>
              <p:spPr>
                <a:xfrm>
                  <a:off x="528" y="2232"/>
                  <a:ext cx="104" cy="91"/>
                </a:xfrm>
                <a:prstGeom prst="rect">
                  <a:avLst/>
                </a:prstGeom>
                <a:solidFill>
                  <a:srgbClr val="E4000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1" name="Google Shape;821;p12"/>
                <p:cNvSpPr/>
                <p:nvPr/>
              </p:nvSpPr>
              <p:spPr>
                <a:xfrm>
                  <a:off x="282" y="1951"/>
                  <a:ext cx="302" cy="274"/>
                </a:xfrm>
                <a:custGeom>
                  <a:rect b="b" l="l" r="r" t="t"/>
                  <a:pathLst>
                    <a:path extrusionOk="0" h="274" w="381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flat" cmpd="sng" w="9525">
                  <a:solidFill>
                    <a:srgbClr val="E4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tv" id="822" name="Google Shape;822;p12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cxnSp>
          <p:nvCxnSpPr>
            <p:cNvPr id="823" name="Google Shape;823;p12"/>
            <p:cNvCxnSpPr/>
            <p:nvPr/>
          </p:nvCxnSpPr>
          <p:spPr>
            <a:xfrm>
              <a:off x="8423564" y="1479550"/>
              <a:ext cx="2593686" cy="0"/>
            </a:xfrm>
            <a:prstGeom prst="straightConnector1">
              <a:avLst/>
            </a:prstGeom>
            <a:noFill/>
            <a:ln cap="flat" cmpd="sng" w="19050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24" name="Google Shape;824;p12"/>
            <p:cNvSpPr txBox="1"/>
            <p:nvPr/>
          </p:nvSpPr>
          <p:spPr>
            <a:xfrm>
              <a:off x="9439275" y="808038"/>
              <a:ext cx="4889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rgbClr val="96969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…</a:t>
              </a:r>
              <a:endParaRPr/>
            </a:p>
          </p:txBody>
        </p:sp>
        <p:grpSp>
          <p:nvGrpSpPr>
            <p:cNvPr id="825" name="Google Shape;825;p12"/>
            <p:cNvGrpSpPr/>
            <p:nvPr/>
          </p:nvGrpSpPr>
          <p:grpSpPr>
            <a:xfrm>
              <a:off x="7872413" y="1479550"/>
              <a:ext cx="850900" cy="623888"/>
              <a:chOff x="7872413" y="1479550"/>
              <a:chExt cx="850900" cy="623888"/>
            </a:xfrm>
          </p:grpSpPr>
          <p:grpSp>
            <p:nvGrpSpPr>
              <p:cNvPr id="826" name="Google Shape;826;p12"/>
              <p:cNvGrpSpPr/>
              <p:nvPr/>
            </p:nvGrpSpPr>
            <p:grpSpPr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827" name="Google Shape;827;p12"/>
                <p:cNvSpPr/>
                <p:nvPr/>
              </p:nvSpPr>
              <p:spPr>
                <a:xfrm>
                  <a:off x="-490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8" name="Google Shape;828;p12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829" name="Google Shape;829;p12"/>
                  <p:cNvSpPr/>
                  <p:nvPr/>
                </p:nvSpPr>
                <p:spPr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830" name="Google Shape;830;p12"/>
                  <p:cNvCxnSpPr/>
                  <p:nvPr/>
                </p:nvCxnSpPr>
                <p:spPr>
                  <a:xfrm>
                    <a:off x="-150" y="2271"/>
                    <a:ext cx="676" cy="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831" name="Google Shape;831;p12"/>
                  <p:cNvGrpSpPr/>
                  <p:nvPr/>
                </p:nvGrpSpPr>
                <p:grpSpPr>
                  <a:xfrm>
                    <a:off x="67" y="2192"/>
                    <a:ext cx="387" cy="139"/>
                    <a:chOff x="320" y="890"/>
                    <a:chExt cx="871" cy="339"/>
                  </a:xfrm>
                </p:grpSpPr>
                <p:sp>
                  <p:nvSpPr>
                    <p:cNvPr id="832" name="Google Shape;832;p12"/>
                    <p:cNvSpPr/>
                    <p:nvPr/>
                  </p:nvSpPr>
                  <p:spPr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33" name="Google Shape;833;p12"/>
                    <p:cNvSpPr/>
                    <p:nvPr/>
                  </p:nvSpPr>
                  <p:spPr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34" name="Google Shape;834;p12"/>
                    <p:cNvSpPr/>
                    <p:nvPr/>
                  </p:nvSpPr>
                  <p:spPr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35" name="Google Shape;835;p12"/>
                    <p:cNvSpPr/>
                    <p:nvPr/>
                  </p:nvSpPr>
                  <p:spPr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36" name="Google Shape;836;p12"/>
                    <p:cNvSpPr/>
                    <p:nvPr/>
                  </p:nvSpPr>
                  <p:spPr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37" name="Google Shape;837;p12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838" name="Google Shape;838;p12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839" name="Google Shape;839;p12"/>
                  <p:cNvSpPr/>
                  <p:nvPr/>
                </p:nvSpPr>
                <p:spPr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0" name="Google Shape;840;p12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tv" id="841" name="Google Shape;841;p12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842" name="Google Shape;842;p12"/>
              <p:cNvSpPr/>
              <p:nvPr/>
            </p:nvSpPr>
            <p:spPr>
              <a:xfrm>
                <a:off x="8543925" y="1479550"/>
                <a:ext cx="127000" cy="476250"/>
              </a:xfrm>
              <a:custGeom>
                <a:rect b="b" l="l" r="r" t="t"/>
                <a:pathLst>
                  <a:path extrusionOk="0" h="300" w="8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cap="flat" cmpd="sng" w="9525">
                <a:solidFill>
                  <a:srgbClr val="E4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43" name="Google Shape;843;p12"/>
            <p:cNvSpPr/>
            <p:nvPr/>
          </p:nvSpPr>
          <p:spPr>
            <a:xfrm>
              <a:off x="10755313" y="1054100"/>
              <a:ext cx="955675" cy="700088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4" name="Google Shape;844;p12"/>
            <p:cNvSpPr/>
            <p:nvPr/>
          </p:nvSpPr>
          <p:spPr>
            <a:xfrm>
              <a:off x="11012488" y="1236663"/>
              <a:ext cx="330200" cy="454025"/>
            </a:xfrm>
            <a:custGeom>
              <a:rect b="b" l="l" r="r" t="t"/>
              <a:pathLst>
                <a:path extrusionOk="0" h="412" w="318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E40000"/>
                </a:gs>
                <a:gs pos="100000">
                  <a:srgbClr val="E4000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12"/>
            <p:cNvSpPr/>
            <p:nvPr/>
          </p:nvSpPr>
          <p:spPr>
            <a:xfrm>
              <a:off x="11009842" y="1167342"/>
              <a:ext cx="366713" cy="406400"/>
            </a:xfrm>
            <a:custGeom>
              <a:rect b="b" l="l" r="r" t="t"/>
              <a:pathLst>
                <a:path extrusionOk="0" h="369" w="353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46" name="Google Shape;846;p12"/>
            <p:cNvCxnSpPr/>
            <p:nvPr/>
          </p:nvCxnSpPr>
          <p:spPr>
            <a:xfrm flipH="1">
              <a:off x="11339513" y="1295400"/>
              <a:ext cx="34925" cy="682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7" name="Google Shape;847;p12"/>
            <p:cNvCxnSpPr/>
            <p:nvPr/>
          </p:nvCxnSpPr>
          <p:spPr>
            <a:xfrm>
              <a:off x="11041063" y="1466850"/>
              <a:ext cx="2682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48" name="Google Shape;848;p12"/>
            <p:cNvSpPr/>
            <p:nvPr/>
          </p:nvSpPr>
          <p:spPr>
            <a:xfrm>
              <a:off x="11034713" y="1290638"/>
              <a:ext cx="274637" cy="115887"/>
            </a:xfrm>
            <a:custGeom>
              <a:rect b="b" l="l" r="r" t="t"/>
              <a:pathLst>
                <a:path extrusionOk="0" h="105" w="264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12"/>
            <p:cNvSpPr/>
            <p:nvPr/>
          </p:nvSpPr>
          <p:spPr>
            <a:xfrm flipH="1" rot="10800000">
              <a:off x="11034713" y="1527175"/>
              <a:ext cx="274637" cy="114300"/>
            </a:xfrm>
            <a:custGeom>
              <a:rect b="b" l="l" r="r" t="t"/>
              <a:pathLst>
                <a:path extrusionOk="0" h="105" w="264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12"/>
            <p:cNvSpPr/>
            <p:nvPr/>
          </p:nvSpPr>
          <p:spPr>
            <a:xfrm>
              <a:off x="10615613" y="790575"/>
              <a:ext cx="1206500" cy="261938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1" name="Google Shape;851;p12"/>
            <p:cNvGrpSpPr/>
            <p:nvPr/>
          </p:nvGrpSpPr>
          <p:grpSpPr>
            <a:xfrm>
              <a:off x="8699500" y="730250"/>
              <a:ext cx="850900" cy="755650"/>
              <a:chOff x="8699500" y="730250"/>
              <a:chExt cx="850900" cy="755650"/>
            </a:xfrm>
          </p:grpSpPr>
          <p:grpSp>
            <p:nvGrpSpPr>
              <p:cNvPr id="852" name="Google Shape;852;p12"/>
              <p:cNvGrpSpPr/>
              <p:nvPr/>
            </p:nvGrpSpPr>
            <p:grpSpPr>
              <a:xfrm>
                <a:off x="8699500" y="730250"/>
                <a:ext cx="850900" cy="527050"/>
                <a:chOff x="-490" y="1664"/>
                <a:chExt cx="1429" cy="842"/>
              </a:xfrm>
            </p:grpSpPr>
            <p:sp>
              <p:nvSpPr>
                <p:cNvPr id="853" name="Google Shape;853;p12"/>
                <p:cNvSpPr/>
                <p:nvPr/>
              </p:nvSpPr>
              <p:spPr>
                <a:xfrm>
                  <a:off x="-490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54" name="Google Shape;854;p12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855" name="Google Shape;855;p12"/>
                  <p:cNvSpPr/>
                  <p:nvPr/>
                </p:nvSpPr>
                <p:spPr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856" name="Google Shape;856;p12"/>
                  <p:cNvCxnSpPr/>
                  <p:nvPr/>
                </p:nvCxnSpPr>
                <p:spPr>
                  <a:xfrm>
                    <a:off x="-150" y="2271"/>
                    <a:ext cx="673" cy="7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857" name="Google Shape;857;p12"/>
                  <p:cNvGrpSpPr/>
                  <p:nvPr/>
                </p:nvGrpSpPr>
                <p:grpSpPr>
                  <a:xfrm>
                    <a:off x="67" y="2192"/>
                    <a:ext cx="387" cy="139"/>
                    <a:chOff x="320" y="890"/>
                    <a:chExt cx="871" cy="339"/>
                  </a:xfrm>
                </p:grpSpPr>
                <p:sp>
                  <p:nvSpPr>
                    <p:cNvPr id="858" name="Google Shape;858;p12"/>
                    <p:cNvSpPr/>
                    <p:nvPr/>
                  </p:nvSpPr>
                  <p:spPr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9" name="Google Shape;859;p12"/>
                    <p:cNvSpPr/>
                    <p:nvPr/>
                  </p:nvSpPr>
                  <p:spPr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0" name="Google Shape;860;p12"/>
                    <p:cNvSpPr/>
                    <p:nvPr/>
                  </p:nvSpPr>
                  <p:spPr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1" name="Google Shape;861;p12"/>
                    <p:cNvSpPr/>
                    <p:nvPr/>
                  </p:nvSpPr>
                  <p:spPr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2" name="Google Shape;862;p12"/>
                    <p:cNvSpPr/>
                    <p:nvPr/>
                  </p:nvSpPr>
                  <p:spPr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3" name="Google Shape;863;p12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FBFB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864" name="Google Shape;864;p12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865" name="Google Shape;865;p12"/>
                  <p:cNvSpPr/>
                  <p:nvPr/>
                </p:nvSpPr>
                <p:spPr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6" name="Google Shape;866;p12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tv" id="867" name="Google Shape;867;p12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cxnSp>
            <p:nvCxnSpPr>
              <p:cNvPr id="868" name="Google Shape;868;p12"/>
              <p:cNvCxnSpPr/>
              <p:nvPr/>
            </p:nvCxnSpPr>
            <p:spPr>
              <a:xfrm>
                <a:off x="9334500" y="1147233"/>
                <a:ext cx="0" cy="3386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E4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869" name="Google Shape;869;p12"/>
            <p:cNvCxnSpPr/>
            <p:nvPr/>
          </p:nvCxnSpPr>
          <p:spPr>
            <a:xfrm>
              <a:off x="8428567" y="1151466"/>
              <a:ext cx="0" cy="338667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870" name="Google Shape;870;p12"/>
            <p:cNvGrpSpPr/>
            <p:nvPr/>
          </p:nvGrpSpPr>
          <p:grpSpPr>
            <a:xfrm>
              <a:off x="8795279" y="1483783"/>
              <a:ext cx="850900" cy="623888"/>
              <a:chOff x="7872413" y="1479550"/>
              <a:chExt cx="850900" cy="623888"/>
            </a:xfrm>
          </p:grpSpPr>
          <p:grpSp>
            <p:nvGrpSpPr>
              <p:cNvPr id="871" name="Google Shape;871;p12"/>
              <p:cNvGrpSpPr/>
              <p:nvPr/>
            </p:nvGrpSpPr>
            <p:grpSpPr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872" name="Google Shape;872;p12"/>
                <p:cNvSpPr/>
                <p:nvPr/>
              </p:nvSpPr>
              <p:spPr>
                <a:xfrm>
                  <a:off x="-490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73" name="Google Shape;873;p12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874" name="Google Shape;874;p12"/>
                  <p:cNvSpPr/>
                  <p:nvPr/>
                </p:nvSpPr>
                <p:spPr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875" name="Google Shape;875;p12"/>
                  <p:cNvCxnSpPr/>
                  <p:nvPr/>
                </p:nvCxnSpPr>
                <p:spPr>
                  <a:xfrm>
                    <a:off x="-150" y="2271"/>
                    <a:ext cx="676" cy="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876" name="Google Shape;876;p12"/>
                  <p:cNvGrpSpPr/>
                  <p:nvPr/>
                </p:nvGrpSpPr>
                <p:grpSpPr>
                  <a:xfrm>
                    <a:off x="67" y="2192"/>
                    <a:ext cx="387" cy="139"/>
                    <a:chOff x="320" y="890"/>
                    <a:chExt cx="871" cy="339"/>
                  </a:xfrm>
                </p:grpSpPr>
                <p:sp>
                  <p:nvSpPr>
                    <p:cNvPr id="877" name="Google Shape;877;p12"/>
                    <p:cNvSpPr/>
                    <p:nvPr/>
                  </p:nvSpPr>
                  <p:spPr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78" name="Google Shape;878;p12"/>
                    <p:cNvSpPr/>
                    <p:nvPr/>
                  </p:nvSpPr>
                  <p:spPr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79" name="Google Shape;879;p12"/>
                    <p:cNvSpPr/>
                    <p:nvPr/>
                  </p:nvSpPr>
                  <p:spPr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80" name="Google Shape;880;p12"/>
                    <p:cNvSpPr/>
                    <p:nvPr/>
                  </p:nvSpPr>
                  <p:spPr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81" name="Google Shape;881;p12"/>
                    <p:cNvSpPr/>
                    <p:nvPr/>
                  </p:nvSpPr>
                  <p:spPr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82" name="Google Shape;882;p12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FBFB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883" name="Google Shape;883;p12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884" name="Google Shape;884;p12"/>
                  <p:cNvSpPr/>
                  <p:nvPr/>
                </p:nvSpPr>
                <p:spPr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5" name="Google Shape;885;p12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tv" id="886" name="Google Shape;886;p12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887" name="Google Shape;887;p12"/>
              <p:cNvSpPr/>
              <p:nvPr/>
            </p:nvSpPr>
            <p:spPr>
              <a:xfrm>
                <a:off x="8543925" y="1479550"/>
                <a:ext cx="127000" cy="476250"/>
              </a:xfrm>
              <a:custGeom>
                <a:rect b="b" l="l" r="r" t="t"/>
                <a:pathLst>
                  <a:path extrusionOk="0" h="300" w="8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cap="flat" cmpd="sng" w="9525">
                <a:solidFill>
                  <a:srgbClr val="E4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8" name="Google Shape;888;p12"/>
            <p:cNvSpPr txBox="1"/>
            <p:nvPr/>
          </p:nvSpPr>
          <p:spPr>
            <a:xfrm>
              <a:off x="9744075" y="1341438"/>
              <a:ext cx="4889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rgbClr val="96969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…</a:t>
              </a:r>
              <a:endParaRPr/>
            </a:p>
          </p:txBody>
        </p:sp>
      </p:grpSp>
      <p:sp>
        <p:nvSpPr>
          <p:cNvPr id="889" name="Google Shape;889;p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3"/>
          <p:cNvSpPr txBox="1"/>
          <p:nvPr>
            <p:ph type="title"/>
          </p:nvPr>
        </p:nvSpPr>
        <p:spPr>
          <a:xfrm>
            <a:off x="11049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layer: services (more)</a:t>
            </a:r>
            <a:endParaRPr sz="4400"/>
          </a:p>
        </p:txBody>
      </p:sp>
      <p:sp>
        <p:nvSpPr>
          <p:cNvPr id="896" name="Google Shape;896;p13"/>
          <p:cNvSpPr txBox="1"/>
          <p:nvPr/>
        </p:nvSpPr>
        <p:spPr>
          <a:xfrm>
            <a:off x="1215015" y="1383579"/>
            <a:ext cx="6141748" cy="515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flow control: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pacing between adjacent sending and receiving nodes</a:t>
            </a:r>
            <a:endParaRPr/>
          </a:p>
          <a:p>
            <a:pPr indent="-276225" lvl="0" marL="3444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error detection: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errors caused by signal attenuation, noise.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 detects errors, signals retransmission, or drops frame 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error correction: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 identifies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and corrects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 error(s) without retransmission</a:t>
            </a:r>
            <a:endParaRPr/>
          </a:p>
          <a:p>
            <a:pPr indent="-331788" lvl="0" marL="3444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half-duplex and full-duplex: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half duplex, nodes at both ends of link can transmit, but not at same time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13"/>
          <p:cNvSpPr/>
          <p:nvPr/>
        </p:nvSpPr>
        <p:spPr>
          <a:xfrm>
            <a:off x="9243945" y="3593195"/>
            <a:ext cx="69106" cy="79124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8" name="Google Shape;898;p13"/>
          <p:cNvGrpSpPr/>
          <p:nvPr/>
        </p:nvGrpSpPr>
        <p:grpSpPr>
          <a:xfrm>
            <a:off x="8980811" y="3275911"/>
            <a:ext cx="615031" cy="694531"/>
            <a:chOff x="2920" y="1424"/>
            <a:chExt cx="326" cy="320"/>
          </a:xfrm>
        </p:grpSpPr>
        <p:sp>
          <p:nvSpPr>
            <p:cNvPr id="899" name="Google Shape;899;p13"/>
            <p:cNvSpPr/>
            <p:nvPr/>
          </p:nvSpPr>
          <p:spPr>
            <a:xfrm>
              <a:off x="2920" y="1445"/>
              <a:ext cx="326" cy="28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0" name="Google Shape;900;p13"/>
            <p:cNvGrpSpPr/>
            <p:nvPr/>
          </p:nvGrpSpPr>
          <p:grpSpPr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901" name="Google Shape;901;p13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13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" name="Google Shape;903;p13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" name="Google Shape;904;p13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" name="Google Shape;905;p13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06" name="Google Shape;906;p13"/>
            <p:cNvSpPr/>
            <p:nvPr/>
          </p:nvSpPr>
          <p:spPr>
            <a:xfrm>
              <a:off x="2995" y="1615"/>
              <a:ext cx="178" cy="129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7" name="Google Shape;907;p13"/>
          <p:cNvGrpSpPr/>
          <p:nvPr/>
        </p:nvGrpSpPr>
        <p:grpSpPr>
          <a:xfrm>
            <a:off x="9080582" y="3619386"/>
            <a:ext cx="393690" cy="1049595"/>
            <a:chOff x="3130" y="3288"/>
            <a:chExt cx="410" cy="742"/>
          </a:xfrm>
        </p:grpSpPr>
        <p:cxnSp>
          <p:nvCxnSpPr>
            <p:cNvPr id="908" name="Google Shape;908;p13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9" name="Google Shape;909;p13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0" name="Google Shape;910;p13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1" name="Google Shape;911;p13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2" name="Google Shape;912;p13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3" name="Google Shape;913;p13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4" name="Google Shape;914;p13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5" name="Google Shape;915;p13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6" name="Google Shape;916;p13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7" name="Google Shape;917;p13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8" name="Google Shape;918;p13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9" name="Google Shape;919;p13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0" name="Google Shape;920;p13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1" name="Google Shape;921;p13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2" name="Google Shape;922;p13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23" name="Google Shape;923;p13"/>
          <p:cNvGrpSpPr/>
          <p:nvPr/>
        </p:nvGrpSpPr>
        <p:grpSpPr>
          <a:xfrm>
            <a:off x="8405402" y="3099042"/>
            <a:ext cx="527285" cy="593983"/>
            <a:chOff x="8328836" y="2202873"/>
            <a:chExt cx="527285" cy="593983"/>
          </a:xfrm>
        </p:grpSpPr>
        <p:pic>
          <p:nvPicPr>
            <p:cNvPr descr="iphone_stylized_small" id="924" name="Google Shape;924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66432" y="2271663"/>
              <a:ext cx="180509" cy="52519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25" name="Google Shape;925;p13"/>
            <p:cNvGrpSpPr/>
            <p:nvPr/>
          </p:nvGrpSpPr>
          <p:grpSpPr>
            <a:xfrm>
              <a:off x="8328836" y="2202873"/>
              <a:ext cx="527285" cy="118466"/>
              <a:chOff x="2199" y="955"/>
              <a:chExt cx="2547" cy="506"/>
            </a:xfrm>
          </p:grpSpPr>
          <p:sp>
            <p:nvSpPr>
              <p:cNvPr id="926" name="Google Shape;926;p13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7;p13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13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29;p13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13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13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32" name="Google Shape;932;p13"/>
          <p:cNvGrpSpPr/>
          <p:nvPr/>
        </p:nvGrpSpPr>
        <p:grpSpPr>
          <a:xfrm>
            <a:off x="7822406" y="4024818"/>
            <a:ext cx="1120341" cy="347863"/>
            <a:chOff x="9561515" y="2748013"/>
            <a:chExt cx="1120341" cy="347863"/>
          </a:xfrm>
        </p:grpSpPr>
        <p:pic>
          <p:nvPicPr>
            <p:cNvPr descr="car_icon_small" id="933" name="Google Shape;933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61515" y="2826814"/>
              <a:ext cx="1120341" cy="26906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34" name="Google Shape;934;p13"/>
            <p:cNvGrpSpPr/>
            <p:nvPr/>
          </p:nvGrpSpPr>
          <p:grpSpPr>
            <a:xfrm>
              <a:off x="9788587" y="2748013"/>
              <a:ext cx="527285" cy="118466"/>
              <a:chOff x="2199" y="955"/>
              <a:chExt cx="2547" cy="506"/>
            </a:xfrm>
          </p:grpSpPr>
          <p:sp>
            <p:nvSpPr>
              <p:cNvPr id="935" name="Google Shape;935;p13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13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13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13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13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13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41" name="Google Shape;941;p13"/>
            <p:cNvCxnSpPr/>
            <p:nvPr/>
          </p:nvCxnSpPr>
          <p:spPr>
            <a:xfrm>
              <a:off x="10032156" y="2798664"/>
              <a:ext cx="31623" cy="13689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42" name="Google Shape;942;p13"/>
          <p:cNvGrpSpPr/>
          <p:nvPr/>
        </p:nvGrpSpPr>
        <p:grpSpPr>
          <a:xfrm>
            <a:off x="9729378" y="3463179"/>
            <a:ext cx="504756" cy="520384"/>
            <a:chOff x="7339071" y="2307905"/>
            <a:chExt cx="511700" cy="446467"/>
          </a:xfrm>
        </p:grpSpPr>
        <p:grpSp>
          <p:nvGrpSpPr>
            <p:cNvPr id="943" name="Google Shape;943;p13"/>
            <p:cNvGrpSpPr/>
            <p:nvPr/>
          </p:nvGrpSpPr>
          <p:grpSpPr>
            <a:xfrm>
              <a:off x="7339071" y="2426725"/>
              <a:ext cx="511700" cy="327647"/>
              <a:chOff x="7455987" y="2414528"/>
              <a:chExt cx="511700" cy="327647"/>
            </a:xfrm>
          </p:grpSpPr>
          <p:pic>
            <p:nvPicPr>
              <p:cNvPr descr="laptop_keyboard" id="944" name="Google Shape;944;p1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5" name="Google Shape;945;p13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946" name="Google Shape;946;p1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7" name="Google Shape;947;p13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8" name="Google Shape;948;p13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" name="Google Shape;949;p13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0" name="Google Shape;950;p13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1" name="Google Shape;951;p13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2" name="Google Shape;952;p13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53" name="Google Shape;953;p13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954" name="Google Shape;954;p13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" name="Google Shape;955;p13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" name="Google Shape;956;p13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" name="Google Shape;957;p13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8" name="Google Shape;958;p13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13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0" name="Google Shape;960;p13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1" name="Google Shape;961;p13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2" name="Google Shape;962;p13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3" name="Google Shape;963;p13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4" name="Google Shape;964;p13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5" name="Google Shape;965;p13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6" name="Google Shape;966;p13"/>
            <p:cNvGrpSpPr/>
            <p:nvPr/>
          </p:nvGrpSpPr>
          <p:grpSpPr>
            <a:xfrm>
              <a:off x="7408527" y="2307905"/>
              <a:ext cx="399726" cy="74090"/>
              <a:chOff x="2199" y="955"/>
              <a:chExt cx="2547" cy="506"/>
            </a:xfrm>
          </p:grpSpPr>
          <p:sp>
            <p:nvSpPr>
              <p:cNvPr id="967" name="Google Shape;967;p13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13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13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13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" name="Google Shape;971;p13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13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73" name="Google Shape;973;p13"/>
            <p:cNvCxnSpPr/>
            <p:nvPr/>
          </p:nvCxnSpPr>
          <p:spPr>
            <a:xfrm flipH="1">
              <a:off x="7594314" y="2366481"/>
              <a:ext cx="39385" cy="702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74" name="Google Shape;974;p13"/>
          <p:cNvCxnSpPr/>
          <p:nvPr/>
        </p:nvCxnSpPr>
        <p:spPr>
          <a:xfrm flipH="1">
            <a:off x="11319748" y="3822551"/>
            <a:ext cx="4467" cy="583015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5" name="Google Shape;975;p13"/>
          <p:cNvCxnSpPr/>
          <p:nvPr/>
        </p:nvCxnSpPr>
        <p:spPr>
          <a:xfrm flipH="1" rot="10800000">
            <a:off x="10658519" y="4487840"/>
            <a:ext cx="518620" cy="173119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6" name="Google Shape;976;p13"/>
          <p:cNvCxnSpPr/>
          <p:nvPr/>
        </p:nvCxnSpPr>
        <p:spPr>
          <a:xfrm flipH="1">
            <a:off x="11201006" y="4473187"/>
            <a:ext cx="127931" cy="524238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77" name="Google Shape;977;p13"/>
          <p:cNvGrpSpPr/>
          <p:nvPr/>
        </p:nvGrpSpPr>
        <p:grpSpPr>
          <a:xfrm>
            <a:off x="11084522" y="4291738"/>
            <a:ext cx="581004" cy="299152"/>
            <a:chOff x="3668110" y="2448910"/>
            <a:chExt cx="3794234" cy="2165130"/>
          </a:xfrm>
        </p:grpSpPr>
        <p:sp>
          <p:nvSpPr>
            <p:cNvPr id="978" name="Google Shape;978;p13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13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0" name="Google Shape;980;p13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981" name="Google Shape;981;p13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13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13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" name="Google Shape;984;p13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85" name="Google Shape;985;p13"/>
          <p:cNvGrpSpPr/>
          <p:nvPr/>
        </p:nvGrpSpPr>
        <p:grpSpPr>
          <a:xfrm flipH="1">
            <a:off x="10917985" y="3322047"/>
            <a:ext cx="649485" cy="571200"/>
            <a:chOff x="2839" y="3501"/>
            <a:chExt cx="755" cy="803"/>
          </a:xfrm>
        </p:grpSpPr>
        <p:pic>
          <p:nvPicPr>
            <p:cNvPr descr="desktop_computer_stylized_medium" id="986" name="Google Shape;986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7" name="Google Shape;987;p13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8" name="Google Shape;988;p13"/>
          <p:cNvGrpSpPr/>
          <p:nvPr/>
        </p:nvGrpSpPr>
        <p:grpSpPr>
          <a:xfrm flipH="1">
            <a:off x="10249542" y="4410101"/>
            <a:ext cx="649485" cy="571200"/>
            <a:chOff x="2839" y="3501"/>
            <a:chExt cx="755" cy="803"/>
          </a:xfrm>
        </p:grpSpPr>
        <p:pic>
          <p:nvPicPr>
            <p:cNvPr descr="desktop_computer_stylized_medium" id="989" name="Google Shape;989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0" name="Google Shape;990;p13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1" name="Google Shape;991;p13"/>
          <p:cNvGrpSpPr/>
          <p:nvPr/>
        </p:nvGrpSpPr>
        <p:grpSpPr>
          <a:xfrm flipH="1">
            <a:off x="10797829" y="4748945"/>
            <a:ext cx="649485" cy="571200"/>
            <a:chOff x="2839" y="3501"/>
            <a:chExt cx="755" cy="803"/>
          </a:xfrm>
        </p:grpSpPr>
        <p:pic>
          <p:nvPicPr>
            <p:cNvPr descr="desktop_computer_stylized_medium" id="992" name="Google Shape;992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3" name="Google Shape;993;p13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4" name="Google Shape;994;p13"/>
          <p:cNvGrpSpPr/>
          <p:nvPr/>
        </p:nvGrpSpPr>
        <p:grpSpPr>
          <a:xfrm>
            <a:off x="8226409" y="5199782"/>
            <a:ext cx="1926482" cy="1169355"/>
            <a:chOff x="9872135" y="4049856"/>
            <a:chExt cx="1167447" cy="689801"/>
          </a:xfrm>
        </p:grpSpPr>
        <p:pic>
          <p:nvPicPr>
            <p:cNvPr descr="antenna_radiation_stylized" id="995" name="Google Shape;995;p1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253455" y="4053920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996" name="Google Shape;996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301992" y="4097214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97" name="Google Shape;997;p13"/>
            <p:cNvGrpSpPr/>
            <p:nvPr/>
          </p:nvGrpSpPr>
          <p:grpSpPr>
            <a:xfrm>
              <a:off x="10257306" y="4049856"/>
              <a:ext cx="450526" cy="96315"/>
              <a:chOff x="2199" y="955"/>
              <a:chExt cx="2547" cy="506"/>
            </a:xfrm>
          </p:grpSpPr>
          <p:sp>
            <p:nvSpPr>
              <p:cNvPr id="998" name="Google Shape;998;p13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13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13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13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13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13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4" name="Google Shape;1004;p13"/>
            <p:cNvGrpSpPr/>
            <p:nvPr/>
          </p:nvGrpSpPr>
          <p:grpSpPr>
            <a:xfrm>
              <a:off x="9872135" y="4284324"/>
              <a:ext cx="408871" cy="378277"/>
              <a:chOff x="7339071" y="2307905"/>
              <a:chExt cx="511700" cy="446467"/>
            </a:xfrm>
          </p:grpSpPr>
          <p:grpSp>
            <p:nvGrpSpPr>
              <p:cNvPr id="1005" name="Google Shape;1005;p13"/>
              <p:cNvGrpSpPr/>
              <p:nvPr/>
            </p:nvGrpSpPr>
            <p:grpSpPr>
              <a:xfrm>
                <a:off x="7339071" y="2426725"/>
                <a:ext cx="511700" cy="327647"/>
                <a:chOff x="7455987" y="2414528"/>
                <a:chExt cx="511700" cy="327647"/>
              </a:xfrm>
            </p:grpSpPr>
            <p:pic>
              <p:nvPicPr>
                <p:cNvPr descr="laptop_keyboard" id="1006" name="Google Shape;1006;p13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07" name="Google Shape;1007;p13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1008" name="Google Shape;1008;p13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09" name="Google Shape;1009;p13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0" name="Google Shape;1010;p13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1" name="Google Shape;1011;p13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13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3" name="Google Shape;1013;p13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4" name="Google Shape;1014;p13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15" name="Google Shape;1015;p13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1016" name="Google Shape;1016;p13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7" name="Google Shape;1017;p13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8" name="Google Shape;1018;p13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9" name="Google Shape;1019;p13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20" name="Google Shape;1020;p13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21" name="Google Shape;1021;p13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022" name="Google Shape;1022;p13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3" name="Google Shape;1023;p13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4" name="Google Shape;1024;p13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5" name="Google Shape;1025;p13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6" name="Google Shape;1026;p13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7" name="Google Shape;1027;p13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28" name="Google Shape;1028;p13"/>
              <p:cNvGrpSpPr/>
              <p:nvPr/>
            </p:nvGrpSpPr>
            <p:grpSpPr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1029" name="Google Shape;1029;p13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13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13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2" name="Google Shape;1032;p13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3" name="Google Shape;1033;p13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4" name="Google Shape;1034;p13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035" name="Google Shape;1035;p13"/>
              <p:cNvCxnSpPr/>
              <p:nvPr/>
            </p:nvCxnSpPr>
            <p:spPr>
              <a:xfrm flipH="1">
                <a:off x="7594314" y="2366481"/>
                <a:ext cx="39385" cy="702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36" name="Google Shape;1036;p13"/>
            <p:cNvGrpSpPr/>
            <p:nvPr/>
          </p:nvGrpSpPr>
          <p:grpSpPr>
            <a:xfrm>
              <a:off x="10630711" y="4361380"/>
              <a:ext cx="408871" cy="378277"/>
              <a:chOff x="7339071" y="2307905"/>
              <a:chExt cx="511700" cy="446467"/>
            </a:xfrm>
          </p:grpSpPr>
          <p:grpSp>
            <p:nvGrpSpPr>
              <p:cNvPr id="1037" name="Google Shape;1037;p13"/>
              <p:cNvGrpSpPr/>
              <p:nvPr/>
            </p:nvGrpSpPr>
            <p:grpSpPr>
              <a:xfrm>
                <a:off x="7339071" y="2426725"/>
                <a:ext cx="511700" cy="327647"/>
                <a:chOff x="7455987" y="2414528"/>
                <a:chExt cx="511700" cy="327647"/>
              </a:xfrm>
            </p:grpSpPr>
            <p:pic>
              <p:nvPicPr>
                <p:cNvPr descr="laptop_keyboard" id="1038" name="Google Shape;1038;p13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39" name="Google Shape;1039;p13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1040" name="Google Shape;1040;p13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41" name="Google Shape;1041;p13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2" name="Google Shape;1042;p13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13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4" name="Google Shape;1044;p13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5" name="Google Shape;1045;p13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13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47" name="Google Shape;1047;p13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1048" name="Google Shape;1048;p13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49" name="Google Shape;1049;p13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0" name="Google Shape;1050;p13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1" name="Google Shape;1051;p13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2" name="Google Shape;1052;p13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3" name="Google Shape;1053;p13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054" name="Google Shape;1054;p13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5" name="Google Shape;1055;p13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6" name="Google Shape;1056;p13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7" name="Google Shape;1057;p13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8" name="Google Shape;1058;p13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13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60" name="Google Shape;1060;p13"/>
              <p:cNvGrpSpPr/>
              <p:nvPr/>
            </p:nvGrpSpPr>
            <p:grpSpPr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1061" name="Google Shape;1061;p13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" name="Google Shape;1062;p13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" name="Google Shape;1063;p13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4" name="Google Shape;1064;p13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5" name="Google Shape;1065;p13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6" name="Google Shape;1066;p13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067" name="Google Shape;1067;p13"/>
              <p:cNvCxnSpPr/>
              <p:nvPr/>
            </p:nvCxnSpPr>
            <p:spPr>
              <a:xfrm flipH="1">
                <a:off x="7594314" y="2366481"/>
                <a:ext cx="39385" cy="702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068" name="Google Shape;1068;p13"/>
          <p:cNvGrpSpPr/>
          <p:nvPr/>
        </p:nvGrpSpPr>
        <p:grpSpPr>
          <a:xfrm>
            <a:off x="7840518" y="1242873"/>
            <a:ext cx="4037013" cy="1377421"/>
            <a:chOff x="7785100" y="730250"/>
            <a:chExt cx="4037013" cy="1377421"/>
          </a:xfrm>
        </p:grpSpPr>
        <p:grpSp>
          <p:nvGrpSpPr>
            <p:cNvPr id="1069" name="Google Shape;1069;p13"/>
            <p:cNvGrpSpPr/>
            <p:nvPr/>
          </p:nvGrpSpPr>
          <p:grpSpPr>
            <a:xfrm>
              <a:off x="7785100" y="736600"/>
              <a:ext cx="850900" cy="527050"/>
              <a:chOff x="-490" y="1664"/>
              <a:chExt cx="1429" cy="842"/>
            </a:xfrm>
          </p:grpSpPr>
          <p:sp>
            <p:nvSpPr>
              <p:cNvPr id="1070" name="Google Shape;1070;p13"/>
              <p:cNvSpPr/>
              <p:nvPr/>
            </p:nvSpPr>
            <p:spPr>
              <a:xfrm>
                <a:off x="-490" y="1664"/>
                <a:ext cx="1429" cy="294"/>
              </a:xfrm>
              <a:prstGeom prst="triangle">
                <a:avLst>
                  <a:gd fmla="val 50000" name="adj"/>
                </a:avLst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1" name="Google Shape;1071;p13"/>
              <p:cNvGrpSpPr/>
              <p:nvPr/>
            </p:nvGrpSpPr>
            <p:grpSpPr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1072" name="Google Shape;1072;p13"/>
                <p:cNvSpPr/>
                <p:nvPr/>
              </p:nvSpPr>
              <p:spPr>
                <a:xfrm>
                  <a:off x="-338" y="1923"/>
                  <a:ext cx="1128" cy="583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73" name="Google Shape;1073;p13"/>
                <p:cNvCxnSpPr/>
                <p:nvPr/>
              </p:nvCxnSpPr>
              <p:spPr>
                <a:xfrm>
                  <a:off x="-150" y="2271"/>
                  <a:ext cx="673" cy="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E4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1074" name="Google Shape;1074;p13"/>
                <p:cNvGrpSpPr/>
                <p:nvPr/>
              </p:nvGrpSpPr>
              <p:grpSpPr>
                <a:xfrm>
                  <a:off x="67" y="2192"/>
                  <a:ext cx="387" cy="139"/>
                  <a:chOff x="320" y="890"/>
                  <a:chExt cx="871" cy="339"/>
                </a:xfrm>
              </p:grpSpPr>
              <p:sp>
                <p:nvSpPr>
                  <p:cNvPr id="1075" name="Google Shape;1075;p13"/>
                  <p:cNvSpPr/>
                  <p:nvPr/>
                </p:nvSpPr>
                <p:spPr>
                  <a:xfrm>
                    <a:off x="320" y="1000"/>
                    <a:ext cx="871" cy="229"/>
                  </a:xfrm>
                  <a:prstGeom prst="rect">
                    <a:avLst/>
                  </a:prstGeom>
                  <a:solidFill>
                    <a:srgbClr val="EC86A6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6" name="Google Shape;1076;p13"/>
                  <p:cNvSpPr/>
                  <p:nvPr/>
                </p:nvSpPr>
                <p:spPr>
                  <a:xfrm>
                    <a:off x="392" y="1074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7" name="Google Shape;1077;p13"/>
                  <p:cNvSpPr/>
                  <p:nvPr/>
                </p:nvSpPr>
                <p:spPr>
                  <a:xfrm>
                    <a:off x="464" y="1074"/>
                    <a:ext cx="54" cy="56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8" name="Google Shape;1078;p13"/>
                  <p:cNvSpPr/>
                  <p:nvPr/>
                </p:nvSpPr>
                <p:spPr>
                  <a:xfrm>
                    <a:off x="536" y="1068"/>
                    <a:ext cx="60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9" name="Google Shape;1079;p13"/>
                  <p:cNvSpPr/>
                  <p:nvPr/>
                </p:nvSpPr>
                <p:spPr>
                  <a:xfrm>
                    <a:off x="615" y="1068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0" name="Google Shape;1080;p13"/>
                  <p:cNvSpPr/>
                  <p:nvPr/>
                </p:nvSpPr>
                <p:spPr>
                  <a:xfrm flipH="1" rot="10800000">
                    <a:off x="322" y="890"/>
                    <a:ext cx="859" cy="110"/>
                  </a:xfrm>
                  <a:custGeom>
                    <a:rect b="b" l="l" r="r" t="t"/>
                    <a:pathLst>
                      <a:path extrusionOk="0" h="21600" w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C86A6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pic>
              <p:nvPicPr>
                <p:cNvPr descr="desktop_computer_stylized_small" id="1081" name="Google Shape;1081;p13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82" name="Google Shape;1082;p13"/>
                <p:cNvSpPr/>
                <p:nvPr/>
              </p:nvSpPr>
              <p:spPr>
                <a:xfrm>
                  <a:off x="528" y="2232"/>
                  <a:ext cx="104" cy="91"/>
                </a:xfrm>
                <a:prstGeom prst="rect">
                  <a:avLst/>
                </a:prstGeom>
                <a:solidFill>
                  <a:srgbClr val="E4000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3" name="Google Shape;1083;p13"/>
                <p:cNvSpPr/>
                <p:nvPr/>
              </p:nvSpPr>
              <p:spPr>
                <a:xfrm>
                  <a:off x="282" y="1951"/>
                  <a:ext cx="302" cy="274"/>
                </a:xfrm>
                <a:custGeom>
                  <a:rect b="b" l="l" r="r" t="t"/>
                  <a:pathLst>
                    <a:path extrusionOk="0" h="274" w="381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flat" cmpd="sng" w="9525">
                  <a:solidFill>
                    <a:srgbClr val="E4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tv" id="1084" name="Google Shape;1084;p13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cxnSp>
          <p:nvCxnSpPr>
            <p:cNvPr id="1085" name="Google Shape;1085;p13"/>
            <p:cNvCxnSpPr/>
            <p:nvPr/>
          </p:nvCxnSpPr>
          <p:spPr>
            <a:xfrm>
              <a:off x="8423564" y="1479550"/>
              <a:ext cx="2593686" cy="0"/>
            </a:xfrm>
            <a:prstGeom prst="straightConnector1">
              <a:avLst/>
            </a:prstGeom>
            <a:noFill/>
            <a:ln cap="flat" cmpd="sng" w="19050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86" name="Google Shape;1086;p13"/>
            <p:cNvSpPr txBox="1"/>
            <p:nvPr/>
          </p:nvSpPr>
          <p:spPr>
            <a:xfrm>
              <a:off x="9439275" y="808038"/>
              <a:ext cx="4889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rgbClr val="96969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…</a:t>
              </a:r>
              <a:endParaRPr/>
            </a:p>
          </p:txBody>
        </p:sp>
        <p:grpSp>
          <p:nvGrpSpPr>
            <p:cNvPr id="1087" name="Google Shape;1087;p13"/>
            <p:cNvGrpSpPr/>
            <p:nvPr/>
          </p:nvGrpSpPr>
          <p:grpSpPr>
            <a:xfrm>
              <a:off x="7872413" y="1479550"/>
              <a:ext cx="850900" cy="623888"/>
              <a:chOff x="7872413" y="1479550"/>
              <a:chExt cx="850900" cy="623888"/>
            </a:xfrm>
          </p:grpSpPr>
          <p:grpSp>
            <p:nvGrpSpPr>
              <p:cNvPr id="1088" name="Google Shape;1088;p13"/>
              <p:cNvGrpSpPr/>
              <p:nvPr/>
            </p:nvGrpSpPr>
            <p:grpSpPr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1089" name="Google Shape;1089;p13"/>
                <p:cNvSpPr/>
                <p:nvPr/>
              </p:nvSpPr>
              <p:spPr>
                <a:xfrm>
                  <a:off x="-490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90" name="Google Shape;1090;p13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1091" name="Google Shape;1091;p13"/>
                  <p:cNvSpPr/>
                  <p:nvPr/>
                </p:nvSpPr>
                <p:spPr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092" name="Google Shape;1092;p13"/>
                  <p:cNvCxnSpPr/>
                  <p:nvPr/>
                </p:nvCxnSpPr>
                <p:spPr>
                  <a:xfrm>
                    <a:off x="-150" y="2271"/>
                    <a:ext cx="676" cy="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1093" name="Google Shape;1093;p13"/>
                  <p:cNvGrpSpPr/>
                  <p:nvPr/>
                </p:nvGrpSpPr>
                <p:grpSpPr>
                  <a:xfrm>
                    <a:off x="67" y="2192"/>
                    <a:ext cx="387" cy="139"/>
                    <a:chOff x="320" y="890"/>
                    <a:chExt cx="871" cy="339"/>
                  </a:xfrm>
                </p:grpSpPr>
                <p:sp>
                  <p:nvSpPr>
                    <p:cNvPr id="1094" name="Google Shape;1094;p13"/>
                    <p:cNvSpPr/>
                    <p:nvPr/>
                  </p:nvSpPr>
                  <p:spPr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95" name="Google Shape;1095;p13"/>
                    <p:cNvSpPr/>
                    <p:nvPr/>
                  </p:nvSpPr>
                  <p:spPr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96" name="Google Shape;1096;p13"/>
                    <p:cNvSpPr/>
                    <p:nvPr/>
                  </p:nvSpPr>
                  <p:spPr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97" name="Google Shape;1097;p13"/>
                    <p:cNvSpPr/>
                    <p:nvPr/>
                  </p:nvSpPr>
                  <p:spPr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98" name="Google Shape;1098;p13"/>
                    <p:cNvSpPr/>
                    <p:nvPr/>
                  </p:nvSpPr>
                  <p:spPr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99" name="Google Shape;1099;p13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1100" name="Google Shape;1100;p13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101" name="Google Shape;1101;p13"/>
                  <p:cNvSpPr/>
                  <p:nvPr/>
                </p:nvSpPr>
                <p:spPr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2" name="Google Shape;1102;p13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tv" id="1103" name="Google Shape;1103;p13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1104" name="Google Shape;1104;p13"/>
              <p:cNvSpPr/>
              <p:nvPr/>
            </p:nvSpPr>
            <p:spPr>
              <a:xfrm>
                <a:off x="8543925" y="1479550"/>
                <a:ext cx="127000" cy="476250"/>
              </a:xfrm>
              <a:custGeom>
                <a:rect b="b" l="l" r="r" t="t"/>
                <a:pathLst>
                  <a:path extrusionOk="0" h="300" w="8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cap="flat" cmpd="sng" w="9525">
                <a:solidFill>
                  <a:srgbClr val="E4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05" name="Google Shape;1105;p13"/>
            <p:cNvSpPr/>
            <p:nvPr/>
          </p:nvSpPr>
          <p:spPr>
            <a:xfrm>
              <a:off x="10755313" y="1054100"/>
              <a:ext cx="955675" cy="700088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6" name="Google Shape;1106;p13"/>
            <p:cNvSpPr/>
            <p:nvPr/>
          </p:nvSpPr>
          <p:spPr>
            <a:xfrm>
              <a:off x="11012488" y="1236663"/>
              <a:ext cx="330200" cy="454025"/>
            </a:xfrm>
            <a:custGeom>
              <a:rect b="b" l="l" r="r" t="t"/>
              <a:pathLst>
                <a:path extrusionOk="0" h="412" w="318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E40000"/>
                </a:gs>
                <a:gs pos="100000">
                  <a:srgbClr val="E4000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13"/>
            <p:cNvSpPr/>
            <p:nvPr/>
          </p:nvSpPr>
          <p:spPr>
            <a:xfrm>
              <a:off x="11009842" y="1167342"/>
              <a:ext cx="366713" cy="406400"/>
            </a:xfrm>
            <a:custGeom>
              <a:rect b="b" l="l" r="r" t="t"/>
              <a:pathLst>
                <a:path extrusionOk="0" h="369" w="353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08" name="Google Shape;1108;p13"/>
            <p:cNvCxnSpPr/>
            <p:nvPr/>
          </p:nvCxnSpPr>
          <p:spPr>
            <a:xfrm flipH="1">
              <a:off x="11339513" y="1295400"/>
              <a:ext cx="34925" cy="682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9" name="Google Shape;1109;p13"/>
            <p:cNvCxnSpPr/>
            <p:nvPr/>
          </p:nvCxnSpPr>
          <p:spPr>
            <a:xfrm>
              <a:off x="11041063" y="1466850"/>
              <a:ext cx="2682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10" name="Google Shape;1110;p13"/>
            <p:cNvSpPr/>
            <p:nvPr/>
          </p:nvSpPr>
          <p:spPr>
            <a:xfrm>
              <a:off x="11034713" y="1290638"/>
              <a:ext cx="274637" cy="115887"/>
            </a:xfrm>
            <a:custGeom>
              <a:rect b="b" l="l" r="r" t="t"/>
              <a:pathLst>
                <a:path extrusionOk="0" h="105" w="264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13"/>
            <p:cNvSpPr/>
            <p:nvPr/>
          </p:nvSpPr>
          <p:spPr>
            <a:xfrm flipH="1" rot="10800000">
              <a:off x="11034713" y="1527175"/>
              <a:ext cx="274637" cy="114300"/>
            </a:xfrm>
            <a:custGeom>
              <a:rect b="b" l="l" r="r" t="t"/>
              <a:pathLst>
                <a:path extrusionOk="0" h="105" w="264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13"/>
            <p:cNvSpPr/>
            <p:nvPr/>
          </p:nvSpPr>
          <p:spPr>
            <a:xfrm>
              <a:off x="10615613" y="790575"/>
              <a:ext cx="1206500" cy="261938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3" name="Google Shape;1113;p13"/>
            <p:cNvGrpSpPr/>
            <p:nvPr/>
          </p:nvGrpSpPr>
          <p:grpSpPr>
            <a:xfrm>
              <a:off x="8699500" y="730250"/>
              <a:ext cx="850900" cy="755650"/>
              <a:chOff x="8699500" y="730250"/>
              <a:chExt cx="850900" cy="755650"/>
            </a:xfrm>
          </p:grpSpPr>
          <p:grpSp>
            <p:nvGrpSpPr>
              <p:cNvPr id="1114" name="Google Shape;1114;p13"/>
              <p:cNvGrpSpPr/>
              <p:nvPr/>
            </p:nvGrpSpPr>
            <p:grpSpPr>
              <a:xfrm>
                <a:off x="8699500" y="730250"/>
                <a:ext cx="850900" cy="527050"/>
                <a:chOff x="-490" y="1664"/>
                <a:chExt cx="1429" cy="842"/>
              </a:xfrm>
            </p:grpSpPr>
            <p:sp>
              <p:nvSpPr>
                <p:cNvPr id="1115" name="Google Shape;1115;p13"/>
                <p:cNvSpPr/>
                <p:nvPr/>
              </p:nvSpPr>
              <p:spPr>
                <a:xfrm>
                  <a:off x="-490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16" name="Google Shape;1116;p13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1117" name="Google Shape;1117;p13"/>
                  <p:cNvSpPr/>
                  <p:nvPr/>
                </p:nvSpPr>
                <p:spPr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118" name="Google Shape;1118;p13"/>
                  <p:cNvCxnSpPr/>
                  <p:nvPr/>
                </p:nvCxnSpPr>
                <p:spPr>
                  <a:xfrm>
                    <a:off x="-150" y="2271"/>
                    <a:ext cx="673" cy="7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1119" name="Google Shape;1119;p13"/>
                  <p:cNvGrpSpPr/>
                  <p:nvPr/>
                </p:nvGrpSpPr>
                <p:grpSpPr>
                  <a:xfrm>
                    <a:off x="67" y="2192"/>
                    <a:ext cx="387" cy="139"/>
                    <a:chOff x="320" y="890"/>
                    <a:chExt cx="871" cy="339"/>
                  </a:xfrm>
                </p:grpSpPr>
                <p:sp>
                  <p:nvSpPr>
                    <p:cNvPr id="1120" name="Google Shape;1120;p13"/>
                    <p:cNvSpPr/>
                    <p:nvPr/>
                  </p:nvSpPr>
                  <p:spPr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21" name="Google Shape;1121;p13"/>
                    <p:cNvSpPr/>
                    <p:nvPr/>
                  </p:nvSpPr>
                  <p:spPr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22" name="Google Shape;1122;p13"/>
                    <p:cNvSpPr/>
                    <p:nvPr/>
                  </p:nvSpPr>
                  <p:spPr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23" name="Google Shape;1123;p13"/>
                    <p:cNvSpPr/>
                    <p:nvPr/>
                  </p:nvSpPr>
                  <p:spPr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24" name="Google Shape;1124;p13"/>
                    <p:cNvSpPr/>
                    <p:nvPr/>
                  </p:nvSpPr>
                  <p:spPr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25" name="Google Shape;1125;p13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FBFB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1126" name="Google Shape;1126;p13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127" name="Google Shape;1127;p13"/>
                  <p:cNvSpPr/>
                  <p:nvPr/>
                </p:nvSpPr>
                <p:spPr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8" name="Google Shape;1128;p13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tv" id="1129" name="Google Shape;1129;p13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cxnSp>
            <p:nvCxnSpPr>
              <p:cNvPr id="1130" name="Google Shape;1130;p13"/>
              <p:cNvCxnSpPr/>
              <p:nvPr/>
            </p:nvCxnSpPr>
            <p:spPr>
              <a:xfrm>
                <a:off x="9334500" y="1147233"/>
                <a:ext cx="0" cy="3386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E4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131" name="Google Shape;1131;p13"/>
            <p:cNvCxnSpPr/>
            <p:nvPr/>
          </p:nvCxnSpPr>
          <p:spPr>
            <a:xfrm>
              <a:off x="8428567" y="1151466"/>
              <a:ext cx="0" cy="338667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132" name="Google Shape;1132;p13"/>
            <p:cNvGrpSpPr/>
            <p:nvPr/>
          </p:nvGrpSpPr>
          <p:grpSpPr>
            <a:xfrm>
              <a:off x="8795279" y="1483783"/>
              <a:ext cx="850900" cy="623888"/>
              <a:chOff x="7872413" y="1479550"/>
              <a:chExt cx="850900" cy="623888"/>
            </a:xfrm>
          </p:grpSpPr>
          <p:grpSp>
            <p:nvGrpSpPr>
              <p:cNvPr id="1133" name="Google Shape;1133;p13"/>
              <p:cNvGrpSpPr/>
              <p:nvPr/>
            </p:nvGrpSpPr>
            <p:grpSpPr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1134" name="Google Shape;1134;p13"/>
                <p:cNvSpPr/>
                <p:nvPr/>
              </p:nvSpPr>
              <p:spPr>
                <a:xfrm>
                  <a:off x="-490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35" name="Google Shape;1135;p13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1136" name="Google Shape;1136;p13"/>
                  <p:cNvSpPr/>
                  <p:nvPr/>
                </p:nvSpPr>
                <p:spPr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137" name="Google Shape;1137;p13"/>
                  <p:cNvCxnSpPr/>
                  <p:nvPr/>
                </p:nvCxnSpPr>
                <p:spPr>
                  <a:xfrm>
                    <a:off x="-150" y="2271"/>
                    <a:ext cx="676" cy="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1138" name="Google Shape;1138;p13"/>
                  <p:cNvGrpSpPr/>
                  <p:nvPr/>
                </p:nvGrpSpPr>
                <p:grpSpPr>
                  <a:xfrm>
                    <a:off x="67" y="2192"/>
                    <a:ext cx="387" cy="139"/>
                    <a:chOff x="320" y="890"/>
                    <a:chExt cx="871" cy="339"/>
                  </a:xfrm>
                </p:grpSpPr>
                <p:sp>
                  <p:nvSpPr>
                    <p:cNvPr id="1139" name="Google Shape;1139;p13"/>
                    <p:cNvSpPr/>
                    <p:nvPr/>
                  </p:nvSpPr>
                  <p:spPr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40" name="Google Shape;1140;p13"/>
                    <p:cNvSpPr/>
                    <p:nvPr/>
                  </p:nvSpPr>
                  <p:spPr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41" name="Google Shape;1141;p13"/>
                    <p:cNvSpPr/>
                    <p:nvPr/>
                  </p:nvSpPr>
                  <p:spPr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42" name="Google Shape;1142;p13"/>
                    <p:cNvSpPr/>
                    <p:nvPr/>
                  </p:nvSpPr>
                  <p:spPr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43" name="Google Shape;1143;p13"/>
                    <p:cNvSpPr/>
                    <p:nvPr/>
                  </p:nvSpPr>
                  <p:spPr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44" name="Google Shape;1144;p13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FBFB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1145" name="Google Shape;1145;p13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146" name="Google Shape;1146;p13"/>
                  <p:cNvSpPr/>
                  <p:nvPr/>
                </p:nvSpPr>
                <p:spPr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7" name="Google Shape;1147;p13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tv" id="1148" name="Google Shape;1148;p13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1149" name="Google Shape;1149;p13"/>
              <p:cNvSpPr/>
              <p:nvPr/>
            </p:nvSpPr>
            <p:spPr>
              <a:xfrm>
                <a:off x="8543925" y="1479550"/>
                <a:ext cx="127000" cy="476250"/>
              </a:xfrm>
              <a:custGeom>
                <a:rect b="b" l="l" r="r" t="t"/>
                <a:pathLst>
                  <a:path extrusionOk="0" h="300" w="8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cap="flat" cmpd="sng" w="9525">
                <a:solidFill>
                  <a:srgbClr val="E4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50" name="Google Shape;1150;p13"/>
            <p:cNvSpPr txBox="1"/>
            <p:nvPr/>
          </p:nvSpPr>
          <p:spPr>
            <a:xfrm>
              <a:off x="9744075" y="1341438"/>
              <a:ext cx="4889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rgbClr val="96969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…</a:t>
              </a:r>
              <a:endParaRPr/>
            </a:p>
          </p:txBody>
        </p:sp>
      </p:grpSp>
      <p:sp>
        <p:nvSpPr>
          <p:cNvPr id="1151" name="Google Shape;1151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4"/>
          <p:cNvSpPr txBox="1"/>
          <p:nvPr>
            <p:ph type="title"/>
          </p:nvPr>
        </p:nvSpPr>
        <p:spPr>
          <a:xfrm>
            <a:off x="910936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Where is the link layer implemented?</a:t>
            </a:r>
            <a:endParaRPr sz="4400"/>
          </a:p>
        </p:txBody>
      </p:sp>
      <p:sp>
        <p:nvSpPr>
          <p:cNvPr id="1158" name="Google Shape;1158;p14"/>
          <p:cNvSpPr txBox="1"/>
          <p:nvPr/>
        </p:nvSpPr>
        <p:spPr>
          <a:xfrm>
            <a:off x="980353" y="1561667"/>
            <a:ext cx="5808373" cy="465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4163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each-and-every host</a:t>
            </a:r>
            <a:endParaRPr/>
          </a:p>
          <a:p>
            <a:pPr indent="-284163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layer implemented in </a:t>
            </a:r>
            <a:r>
              <a:rPr i="1"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 interface card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(NIC) or on a chip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Ethernet, WiFi card or chip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implements link, physical layer</a:t>
            </a:r>
            <a:endParaRPr/>
          </a:p>
          <a:p>
            <a:pPr indent="-284163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attaches into host’s system buses</a:t>
            </a:r>
            <a:endParaRPr/>
          </a:p>
          <a:p>
            <a:pPr indent="-284163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combination of hardware, software, firmware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59" name="Google Shape;1159;p14"/>
          <p:cNvSpPr/>
          <p:nvPr/>
        </p:nvSpPr>
        <p:spPr>
          <a:xfrm>
            <a:off x="8482590" y="5121168"/>
            <a:ext cx="2308225" cy="797490"/>
          </a:xfrm>
          <a:custGeom>
            <a:rect b="b" l="l" r="r" t="t"/>
            <a:pathLst>
              <a:path extrusionOk="0" h="12103" w="10000">
                <a:moveTo>
                  <a:pt x="0" y="5664"/>
                </a:moveTo>
                <a:cubicBezTo>
                  <a:pt x="103" y="4603"/>
                  <a:pt x="28" y="4917"/>
                  <a:pt x="138" y="4530"/>
                </a:cubicBezTo>
                <a:lnTo>
                  <a:pt x="1933" y="194"/>
                </a:lnTo>
                <a:lnTo>
                  <a:pt x="6408" y="933"/>
                </a:lnTo>
                <a:lnTo>
                  <a:pt x="10000" y="0"/>
                </a:lnTo>
                <a:lnTo>
                  <a:pt x="1286" y="12103"/>
                </a:lnTo>
                <a:lnTo>
                  <a:pt x="0" y="5664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D8D8D8"/>
              </a:gs>
            </a:gsLst>
            <a:lin ang="189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14"/>
          <p:cNvSpPr/>
          <p:nvPr/>
        </p:nvSpPr>
        <p:spPr>
          <a:xfrm>
            <a:off x="8955665" y="2749550"/>
            <a:ext cx="1836737" cy="240188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14"/>
          <p:cNvSpPr/>
          <p:nvPr/>
        </p:nvSpPr>
        <p:spPr>
          <a:xfrm>
            <a:off x="9404927" y="4687887"/>
            <a:ext cx="666750" cy="2825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14"/>
          <p:cNvSpPr/>
          <p:nvPr/>
        </p:nvSpPr>
        <p:spPr>
          <a:xfrm>
            <a:off x="9404927" y="4100512"/>
            <a:ext cx="657225" cy="51911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/>
          </a:p>
        </p:txBody>
      </p:sp>
      <p:sp>
        <p:nvSpPr>
          <p:cNvPr id="1163" name="Google Shape;1163;p14"/>
          <p:cNvSpPr txBox="1"/>
          <p:nvPr/>
        </p:nvSpPr>
        <p:spPr>
          <a:xfrm>
            <a:off x="9360720" y="4697412"/>
            <a:ext cx="7377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14"/>
          <p:cNvSpPr/>
          <p:nvPr/>
        </p:nvSpPr>
        <p:spPr>
          <a:xfrm>
            <a:off x="9457315" y="3619500"/>
            <a:ext cx="200025" cy="460375"/>
          </a:xfrm>
          <a:custGeom>
            <a:rect b="b" l="l" r="r" t="t"/>
            <a:pathLst>
              <a:path extrusionOk="0" h="478" w="361">
                <a:moveTo>
                  <a:pt x="0" y="0"/>
                </a:moveTo>
                <a:lnTo>
                  <a:pt x="0" y="230"/>
                </a:lnTo>
                <a:lnTo>
                  <a:pt x="361" y="230"/>
                </a:lnTo>
                <a:lnTo>
                  <a:pt x="359" y="478"/>
                </a:lnTo>
              </a:path>
            </a:pathLst>
          </a:custGeom>
          <a:noFill/>
          <a:ln cap="flat" cmpd="sng" w="38100">
            <a:solidFill>
              <a:srgbClr val="0000A8"/>
            </a:solidFill>
            <a:prstDash val="solid"/>
            <a:round/>
            <a:headEnd len="med" w="med" type="triangl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5" name="Google Shape;1165;p14"/>
          <p:cNvCxnSpPr/>
          <p:nvPr/>
        </p:nvCxnSpPr>
        <p:spPr>
          <a:xfrm>
            <a:off x="9322377" y="3792537"/>
            <a:ext cx="1358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6" name="Google Shape;1166;p14"/>
          <p:cNvCxnSpPr/>
          <p:nvPr/>
        </p:nvCxnSpPr>
        <p:spPr>
          <a:xfrm rot="10800000">
            <a:off x="9717665" y="3800475"/>
            <a:ext cx="0" cy="3000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7" name="Google Shape;1167;p14"/>
          <p:cNvSpPr/>
          <p:nvPr/>
        </p:nvSpPr>
        <p:spPr>
          <a:xfrm>
            <a:off x="9211252" y="3101975"/>
            <a:ext cx="657225" cy="5191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/>
          </a:p>
        </p:txBody>
      </p:sp>
      <p:sp>
        <p:nvSpPr>
          <p:cNvPr id="1168" name="Google Shape;1168;p14"/>
          <p:cNvSpPr/>
          <p:nvPr/>
        </p:nvSpPr>
        <p:spPr>
          <a:xfrm>
            <a:off x="10030402" y="3103562"/>
            <a:ext cx="657225" cy="51911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/>
          </a:p>
        </p:txBody>
      </p:sp>
      <p:cxnSp>
        <p:nvCxnSpPr>
          <p:cNvPr id="1169" name="Google Shape;1169;p14"/>
          <p:cNvCxnSpPr/>
          <p:nvPr/>
        </p:nvCxnSpPr>
        <p:spPr>
          <a:xfrm rot="10800000">
            <a:off x="9514465" y="3622675"/>
            <a:ext cx="1587" cy="1698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0" name="Google Shape;1170;p14"/>
          <p:cNvCxnSpPr/>
          <p:nvPr/>
        </p:nvCxnSpPr>
        <p:spPr>
          <a:xfrm rot="10800000">
            <a:off x="10387590" y="3624262"/>
            <a:ext cx="1587" cy="1714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1" name="Google Shape;1171;p14"/>
          <p:cNvSpPr txBox="1"/>
          <p:nvPr/>
        </p:nvSpPr>
        <p:spPr>
          <a:xfrm>
            <a:off x="10835265" y="3921125"/>
            <a:ext cx="10383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bus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(e.g., PCI)</a:t>
            </a:r>
            <a:endParaRPr/>
          </a:p>
        </p:txBody>
      </p:sp>
      <p:cxnSp>
        <p:nvCxnSpPr>
          <p:cNvPr id="1172" name="Google Shape;1172;p14"/>
          <p:cNvCxnSpPr/>
          <p:nvPr/>
        </p:nvCxnSpPr>
        <p:spPr>
          <a:xfrm flipH="1">
            <a:off x="9717665" y="4408487"/>
            <a:ext cx="12700" cy="339725"/>
          </a:xfrm>
          <a:prstGeom prst="straightConnector1">
            <a:avLst/>
          </a:prstGeom>
          <a:noFill/>
          <a:ln cap="flat" cmpd="sng" w="38100">
            <a:solidFill>
              <a:srgbClr val="0000A8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73" name="Google Shape;1173;p14"/>
          <p:cNvCxnSpPr/>
          <p:nvPr/>
        </p:nvCxnSpPr>
        <p:spPr>
          <a:xfrm>
            <a:off x="9719463" y="4992686"/>
            <a:ext cx="0" cy="366713"/>
          </a:xfrm>
          <a:prstGeom prst="straightConnector1">
            <a:avLst/>
          </a:prstGeom>
          <a:noFill/>
          <a:ln cap="flat" cmpd="sng" w="38100">
            <a:solidFill>
              <a:srgbClr val="0000A8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74" name="Google Shape;1174;p14"/>
          <p:cNvCxnSpPr/>
          <p:nvPr/>
        </p:nvCxnSpPr>
        <p:spPr>
          <a:xfrm rot="10800000">
            <a:off x="10513002" y="3797300"/>
            <a:ext cx="382588" cy="2682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5" name="Google Shape;1175;p14"/>
          <p:cNvSpPr txBox="1"/>
          <p:nvPr/>
        </p:nvSpPr>
        <p:spPr>
          <a:xfrm>
            <a:off x="10122477" y="5491162"/>
            <a:ext cx="13532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 interface</a:t>
            </a:r>
            <a:endParaRPr/>
          </a:p>
        </p:txBody>
      </p:sp>
      <p:cxnSp>
        <p:nvCxnSpPr>
          <p:cNvPr id="1176" name="Google Shape;1176;p14"/>
          <p:cNvCxnSpPr/>
          <p:nvPr/>
        </p:nvCxnSpPr>
        <p:spPr>
          <a:xfrm rot="10800000">
            <a:off x="10330440" y="4814887"/>
            <a:ext cx="271462" cy="7508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7" name="Google Shape;1177;p14"/>
          <p:cNvSpPr/>
          <p:nvPr/>
        </p:nvSpPr>
        <p:spPr>
          <a:xfrm>
            <a:off x="9177915" y="3989387"/>
            <a:ext cx="1122362" cy="108267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8" name="Google Shape;1178;p14"/>
          <p:cNvGrpSpPr/>
          <p:nvPr/>
        </p:nvGrpSpPr>
        <p:grpSpPr>
          <a:xfrm>
            <a:off x="7926967" y="2941636"/>
            <a:ext cx="1470026" cy="2035175"/>
            <a:chOff x="2695" y="1742"/>
            <a:chExt cx="926" cy="1282"/>
          </a:xfrm>
        </p:grpSpPr>
        <p:sp>
          <p:nvSpPr>
            <p:cNvPr id="1179" name="Google Shape;1179;p14"/>
            <p:cNvSpPr/>
            <p:nvPr/>
          </p:nvSpPr>
          <p:spPr>
            <a:xfrm>
              <a:off x="3228" y="2488"/>
              <a:ext cx="393" cy="536"/>
            </a:xfrm>
            <a:custGeom>
              <a:rect b="b" l="l" r="r" t="t"/>
              <a:pathLst>
                <a:path extrusionOk="0" h="12944" w="9954">
                  <a:moveTo>
                    <a:pt x="9934" y="0"/>
                  </a:moveTo>
                  <a:lnTo>
                    <a:pt x="0" y="2944"/>
                  </a:lnTo>
                  <a:cubicBezTo>
                    <a:pt x="3" y="5619"/>
                    <a:pt x="7" y="8292"/>
                    <a:pt x="10" y="10966"/>
                  </a:cubicBezTo>
                  <a:lnTo>
                    <a:pt x="9951" y="12944"/>
                  </a:lnTo>
                  <a:cubicBezTo>
                    <a:pt x="9967" y="8755"/>
                    <a:pt x="9917" y="4189"/>
                    <a:pt x="9934" y="0"/>
                  </a:cubicBez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4"/>
            <p:cNvSpPr/>
            <p:nvPr/>
          </p:nvSpPr>
          <p:spPr>
            <a:xfrm>
              <a:off x="2737" y="2678"/>
              <a:ext cx="489" cy="26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14"/>
            <p:cNvSpPr/>
            <p:nvPr/>
          </p:nvSpPr>
          <p:spPr>
            <a:xfrm>
              <a:off x="3222" y="1767"/>
              <a:ext cx="275" cy="443"/>
            </a:xfrm>
            <a:custGeom>
              <a:rect b="b" l="l" r="r" t="t"/>
              <a:pathLst>
                <a:path extrusionOk="0" h="443" w="275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>
              <a:gsLst>
                <a:gs pos="0">
                  <a:srgbClr val="A5A5A5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4"/>
            <p:cNvSpPr/>
            <p:nvPr/>
          </p:nvSpPr>
          <p:spPr>
            <a:xfrm>
              <a:off x="2734" y="1764"/>
              <a:ext cx="490" cy="463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4"/>
            <p:cNvSpPr txBox="1"/>
            <p:nvPr/>
          </p:nvSpPr>
          <p:spPr>
            <a:xfrm>
              <a:off x="2703" y="1742"/>
              <a:ext cx="553" cy="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</p:txBody>
        </p:sp>
        <p:cxnSp>
          <p:nvCxnSpPr>
            <p:cNvPr id="1184" name="Google Shape;1184;p14"/>
            <p:cNvCxnSpPr/>
            <p:nvPr/>
          </p:nvCxnSpPr>
          <p:spPr>
            <a:xfrm>
              <a:off x="2737" y="18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5" name="Google Shape;1185;p14"/>
            <p:cNvCxnSpPr/>
            <p:nvPr/>
          </p:nvCxnSpPr>
          <p:spPr>
            <a:xfrm>
              <a:off x="2737" y="2001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6" name="Google Shape;1186;p14"/>
            <p:cNvCxnSpPr/>
            <p:nvPr/>
          </p:nvCxnSpPr>
          <p:spPr>
            <a:xfrm>
              <a:off x="2735" y="2110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87" name="Google Shape;1187;p14"/>
            <p:cNvSpPr/>
            <p:nvPr/>
          </p:nvSpPr>
          <p:spPr>
            <a:xfrm>
              <a:off x="2695" y="2212"/>
              <a:ext cx="552" cy="1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88" name="Google Shape;1188;p14"/>
            <p:cNvCxnSpPr/>
            <p:nvPr/>
          </p:nvCxnSpPr>
          <p:spPr>
            <a:xfrm>
              <a:off x="2734" y="222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189" name="Google Shape;1189;p14"/>
            <p:cNvCxnSpPr/>
            <p:nvPr/>
          </p:nvCxnSpPr>
          <p:spPr>
            <a:xfrm>
              <a:off x="3225" y="2218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190" name="Google Shape;1190;p14"/>
            <p:cNvSpPr txBox="1"/>
            <p:nvPr/>
          </p:nvSpPr>
          <p:spPr>
            <a:xfrm>
              <a:off x="2755" y="2653"/>
              <a:ext cx="431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  <p:cxnSp>
          <p:nvCxnSpPr>
            <p:cNvPr id="1191" name="Google Shape;1191;p14"/>
            <p:cNvCxnSpPr/>
            <p:nvPr/>
          </p:nvCxnSpPr>
          <p:spPr>
            <a:xfrm>
              <a:off x="2736" y="2803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2" name="Google Shape;1192;p14"/>
            <p:cNvCxnSpPr/>
            <p:nvPr/>
          </p:nvCxnSpPr>
          <p:spPr>
            <a:xfrm>
              <a:off x="2737" y="261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193" name="Google Shape;1193;p14"/>
            <p:cNvCxnSpPr/>
            <p:nvPr/>
          </p:nvCxnSpPr>
          <p:spPr>
            <a:xfrm>
              <a:off x="3226" y="2614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pic>
        <p:nvPicPr>
          <p:cNvPr id="1194" name="Google Shape;11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9409" y="1312716"/>
            <a:ext cx="1350963" cy="1350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41327" y="1452562"/>
            <a:ext cx="1143000" cy="1171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6" name="Google Shape;1196;p14"/>
          <p:cNvGrpSpPr/>
          <p:nvPr/>
        </p:nvGrpSpPr>
        <p:grpSpPr>
          <a:xfrm>
            <a:off x="7888865" y="5386387"/>
            <a:ext cx="1109662" cy="820449"/>
            <a:chOff x="-44" y="1473"/>
            <a:chExt cx="981" cy="1105"/>
          </a:xfrm>
        </p:grpSpPr>
        <p:pic>
          <p:nvPicPr>
            <p:cNvPr descr="desktop_computer_stylized_medium" id="1197" name="Google Shape;1197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8" name="Google Shape;1198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9" name="Google Shape;1199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5" name="Google Shape;1205;p15"/>
          <p:cNvGrpSpPr/>
          <p:nvPr/>
        </p:nvGrpSpPr>
        <p:grpSpPr>
          <a:xfrm>
            <a:off x="6859466" y="1579642"/>
            <a:ext cx="1654101" cy="2401887"/>
            <a:chOff x="3457903" y="1592254"/>
            <a:chExt cx="1654101" cy="2401887"/>
          </a:xfrm>
        </p:grpSpPr>
        <p:sp>
          <p:nvSpPr>
            <p:cNvPr id="1206" name="Google Shape;1206;p15"/>
            <p:cNvSpPr/>
            <p:nvPr/>
          </p:nvSpPr>
          <p:spPr>
            <a:xfrm>
              <a:off x="3457903" y="1592254"/>
              <a:ext cx="1654101" cy="240188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3992843" y="3517620"/>
              <a:ext cx="666750" cy="28257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5"/>
            <p:cNvSpPr/>
            <p:nvPr/>
          </p:nvSpPr>
          <p:spPr>
            <a:xfrm>
              <a:off x="3996418" y="2936730"/>
              <a:ext cx="657225" cy="51911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controller</a:t>
              </a:r>
              <a:endParaRPr/>
            </a:p>
          </p:txBody>
        </p:sp>
        <p:sp>
          <p:nvSpPr>
            <p:cNvPr id="1209" name="Google Shape;1209;p15"/>
            <p:cNvSpPr txBox="1"/>
            <p:nvPr/>
          </p:nvSpPr>
          <p:spPr>
            <a:xfrm>
              <a:off x="3963393" y="3514379"/>
              <a:ext cx="7377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5"/>
            <p:cNvSpPr/>
            <p:nvPr/>
          </p:nvSpPr>
          <p:spPr>
            <a:xfrm flipH="1">
              <a:off x="4297726" y="2473508"/>
              <a:ext cx="291334" cy="460375"/>
            </a:xfrm>
            <a:custGeom>
              <a:rect b="b" l="l" r="r" t="t"/>
              <a:pathLst>
                <a:path extrusionOk="0" h="478" w="361">
                  <a:moveTo>
                    <a:pt x="0" y="0"/>
                  </a:moveTo>
                  <a:lnTo>
                    <a:pt x="0" y="230"/>
                  </a:lnTo>
                  <a:lnTo>
                    <a:pt x="361" y="230"/>
                  </a:lnTo>
                  <a:lnTo>
                    <a:pt x="359" y="478"/>
                  </a:lnTo>
                </a:path>
              </a:pathLst>
            </a:custGeom>
            <a:noFill/>
            <a:ln cap="flat" cmpd="sng" w="38100">
              <a:solidFill>
                <a:srgbClr val="0000A8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11" name="Google Shape;1211;p15"/>
            <p:cNvCxnSpPr/>
            <p:nvPr/>
          </p:nvCxnSpPr>
          <p:spPr>
            <a:xfrm>
              <a:off x="3643959" y="2628755"/>
              <a:ext cx="13589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2" name="Google Shape;1212;p15"/>
            <p:cNvCxnSpPr/>
            <p:nvPr/>
          </p:nvCxnSpPr>
          <p:spPr>
            <a:xfrm rot="10800000">
              <a:off x="4182165" y="2631881"/>
              <a:ext cx="0" cy="30003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13" name="Google Shape;1213;p15"/>
            <p:cNvSpPr/>
            <p:nvPr/>
          </p:nvSpPr>
          <p:spPr>
            <a:xfrm>
              <a:off x="3536392" y="1927519"/>
              <a:ext cx="657225" cy="519112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memory</a:t>
              </a:r>
              <a:endParaRPr/>
            </a:p>
          </p:txBody>
        </p:sp>
        <p:sp>
          <p:nvSpPr>
            <p:cNvPr id="1214" name="Google Shape;1214;p15"/>
            <p:cNvSpPr/>
            <p:nvPr/>
          </p:nvSpPr>
          <p:spPr>
            <a:xfrm>
              <a:off x="4351984" y="1939780"/>
              <a:ext cx="657225" cy="5191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CPU</a:t>
              </a:r>
              <a:endParaRPr/>
            </a:p>
          </p:txBody>
        </p:sp>
        <p:cxnSp>
          <p:nvCxnSpPr>
            <p:cNvPr id="1215" name="Google Shape;1215;p15"/>
            <p:cNvCxnSpPr/>
            <p:nvPr/>
          </p:nvCxnSpPr>
          <p:spPr>
            <a:xfrm rot="10800000">
              <a:off x="3836047" y="2458893"/>
              <a:ext cx="1587" cy="1698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6" name="Google Shape;1216;p15"/>
            <p:cNvCxnSpPr/>
            <p:nvPr/>
          </p:nvCxnSpPr>
          <p:spPr>
            <a:xfrm rot="10800000">
              <a:off x="4709172" y="2460480"/>
              <a:ext cx="1587" cy="171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7" name="Google Shape;1217;p15"/>
            <p:cNvCxnSpPr/>
            <p:nvPr/>
          </p:nvCxnSpPr>
          <p:spPr>
            <a:xfrm flipH="1">
              <a:off x="4308787" y="3249620"/>
              <a:ext cx="4474" cy="356262"/>
            </a:xfrm>
            <a:prstGeom prst="straightConnector1">
              <a:avLst/>
            </a:prstGeom>
            <a:noFill/>
            <a:ln cap="flat" cmpd="sng" w="38100">
              <a:solidFill>
                <a:srgbClr val="0000A8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18" name="Google Shape;1218;p15"/>
            <p:cNvSpPr/>
            <p:nvPr/>
          </p:nvSpPr>
          <p:spPr>
            <a:xfrm>
              <a:off x="3718524" y="2820792"/>
              <a:ext cx="1122362" cy="1082675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9" name="Google Shape;1219;p15"/>
          <p:cNvSpPr txBox="1"/>
          <p:nvPr>
            <p:ph type="title"/>
          </p:nvPr>
        </p:nvSpPr>
        <p:spPr>
          <a:xfrm>
            <a:off x="938646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Interfaces communicating</a:t>
            </a:r>
            <a:endParaRPr sz="4400"/>
          </a:p>
        </p:txBody>
      </p:sp>
      <p:grpSp>
        <p:nvGrpSpPr>
          <p:cNvPr id="1220" name="Google Shape;1220;p15"/>
          <p:cNvGrpSpPr/>
          <p:nvPr/>
        </p:nvGrpSpPr>
        <p:grpSpPr>
          <a:xfrm>
            <a:off x="3386648" y="1585768"/>
            <a:ext cx="1709144" cy="2401887"/>
            <a:chOff x="3386648" y="1585768"/>
            <a:chExt cx="1709144" cy="2401887"/>
          </a:xfrm>
        </p:grpSpPr>
        <p:sp>
          <p:nvSpPr>
            <p:cNvPr id="1221" name="Google Shape;1221;p15"/>
            <p:cNvSpPr/>
            <p:nvPr/>
          </p:nvSpPr>
          <p:spPr>
            <a:xfrm>
              <a:off x="3386648" y="1585768"/>
              <a:ext cx="1709144" cy="240188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5"/>
            <p:cNvSpPr/>
            <p:nvPr/>
          </p:nvSpPr>
          <p:spPr>
            <a:xfrm>
              <a:off x="3837201" y="3524105"/>
              <a:ext cx="666750" cy="28257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5"/>
            <p:cNvSpPr/>
            <p:nvPr/>
          </p:nvSpPr>
          <p:spPr>
            <a:xfrm>
              <a:off x="3856453" y="2936730"/>
              <a:ext cx="657225" cy="51911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controller</a:t>
              </a:r>
              <a:endParaRPr/>
            </a:p>
          </p:txBody>
        </p:sp>
        <p:sp>
          <p:nvSpPr>
            <p:cNvPr id="1224" name="Google Shape;1224;p15"/>
            <p:cNvSpPr txBox="1"/>
            <p:nvPr/>
          </p:nvSpPr>
          <p:spPr>
            <a:xfrm>
              <a:off x="3792993" y="3514379"/>
              <a:ext cx="7377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15"/>
            <p:cNvSpPr/>
            <p:nvPr/>
          </p:nvSpPr>
          <p:spPr>
            <a:xfrm>
              <a:off x="3778897" y="2455718"/>
              <a:ext cx="326278" cy="460375"/>
            </a:xfrm>
            <a:custGeom>
              <a:rect b="b" l="l" r="r" t="t"/>
              <a:pathLst>
                <a:path extrusionOk="0" h="478" w="361">
                  <a:moveTo>
                    <a:pt x="0" y="0"/>
                  </a:moveTo>
                  <a:lnTo>
                    <a:pt x="0" y="230"/>
                  </a:lnTo>
                  <a:lnTo>
                    <a:pt x="361" y="230"/>
                  </a:lnTo>
                  <a:lnTo>
                    <a:pt x="359" y="478"/>
                  </a:lnTo>
                </a:path>
              </a:pathLst>
            </a:custGeom>
            <a:noFill/>
            <a:ln cap="flat" cmpd="sng" w="38100">
              <a:solidFill>
                <a:srgbClr val="0000A8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26" name="Google Shape;1226;p15"/>
            <p:cNvCxnSpPr/>
            <p:nvPr/>
          </p:nvCxnSpPr>
          <p:spPr>
            <a:xfrm>
              <a:off x="3643959" y="2628755"/>
              <a:ext cx="13589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7" name="Google Shape;1227;p15"/>
            <p:cNvCxnSpPr/>
            <p:nvPr/>
          </p:nvCxnSpPr>
          <p:spPr>
            <a:xfrm rot="10800000">
              <a:off x="4164375" y="2631881"/>
              <a:ext cx="0" cy="30003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28" name="Google Shape;1228;p15"/>
            <p:cNvSpPr/>
            <p:nvPr/>
          </p:nvSpPr>
          <p:spPr>
            <a:xfrm>
              <a:off x="3532834" y="1938193"/>
              <a:ext cx="657225" cy="519112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cpu</a:t>
              </a:r>
              <a:endParaRPr/>
            </a:p>
          </p:txBody>
        </p:sp>
        <p:sp>
          <p:nvSpPr>
            <p:cNvPr id="1229" name="Google Shape;1229;p15"/>
            <p:cNvSpPr/>
            <p:nvPr/>
          </p:nvSpPr>
          <p:spPr>
            <a:xfrm>
              <a:off x="4351984" y="1939780"/>
              <a:ext cx="657225" cy="51911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memory</a:t>
              </a:r>
              <a:endParaRPr/>
            </a:p>
          </p:txBody>
        </p:sp>
        <p:cxnSp>
          <p:nvCxnSpPr>
            <p:cNvPr id="1230" name="Google Shape;1230;p15"/>
            <p:cNvCxnSpPr/>
            <p:nvPr/>
          </p:nvCxnSpPr>
          <p:spPr>
            <a:xfrm rot="10800000">
              <a:off x="3836047" y="2458893"/>
              <a:ext cx="1587" cy="1698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1" name="Google Shape;1231;p15"/>
            <p:cNvCxnSpPr/>
            <p:nvPr/>
          </p:nvCxnSpPr>
          <p:spPr>
            <a:xfrm rot="10800000">
              <a:off x="4709172" y="2460480"/>
              <a:ext cx="1587" cy="171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2" name="Google Shape;1232;p15"/>
            <p:cNvCxnSpPr/>
            <p:nvPr/>
          </p:nvCxnSpPr>
          <p:spPr>
            <a:xfrm flipH="1">
              <a:off x="4172601" y="3239892"/>
              <a:ext cx="4474" cy="356262"/>
            </a:xfrm>
            <a:prstGeom prst="straightConnector1">
              <a:avLst/>
            </a:prstGeom>
            <a:noFill/>
            <a:ln cap="flat" cmpd="sng" w="38100">
              <a:solidFill>
                <a:srgbClr val="0000A8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33" name="Google Shape;1233;p15"/>
            <p:cNvSpPr/>
            <p:nvPr/>
          </p:nvSpPr>
          <p:spPr>
            <a:xfrm>
              <a:off x="3643876" y="2820792"/>
              <a:ext cx="1122362" cy="1082675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4" name="Google Shape;1234;p15"/>
          <p:cNvGrpSpPr/>
          <p:nvPr/>
        </p:nvGrpSpPr>
        <p:grpSpPr>
          <a:xfrm>
            <a:off x="2300585" y="1777854"/>
            <a:ext cx="1508125" cy="2035175"/>
            <a:chOff x="2695" y="1742"/>
            <a:chExt cx="950" cy="1282"/>
          </a:xfrm>
        </p:grpSpPr>
        <p:sp>
          <p:nvSpPr>
            <p:cNvPr id="1235" name="Google Shape;1235;p15"/>
            <p:cNvSpPr/>
            <p:nvPr/>
          </p:nvSpPr>
          <p:spPr>
            <a:xfrm>
              <a:off x="3228" y="2488"/>
              <a:ext cx="417" cy="536"/>
            </a:xfrm>
            <a:custGeom>
              <a:rect b="b" l="l" r="r" t="t"/>
              <a:pathLst>
                <a:path extrusionOk="0" h="12944" w="9954">
                  <a:moveTo>
                    <a:pt x="9934" y="0"/>
                  </a:moveTo>
                  <a:lnTo>
                    <a:pt x="0" y="2944"/>
                  </a:lnTo>
                  <a:cubicBezTo>
                    <a:pt x="3" y="5619"/>
                    <a:pt x="7" y="8292"/>
                    <a:pt x="10" y="10966"/>
                  </a:cubicBezTo>
                  <a:lnTo>
                    <a:pt x="9951" y="12944"/>
                  </a:lnTo>
                  <a:cubicBezTo>
                    <a:pt x="9967" y="8755"/>
                    <a:pt x="9917" y="4189"/>
                    <a:pt x="9934" y="0"/>
                  </a:cubicBez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3725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15"/>
            <p:cNvSpPr/>
            <p:nvPr/>
          </p:nvSpPr>
          <p:spPr>
            <a:xfrm>
              <a:off x="2737" y="2678"/>
              <a:ext cx="489" cy="26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15"/>
            <p:cNvSpPr/>
            <p:nvPr/>
          </p:nvSpPr>
          <p:spPr>
            <a:xfrm>
              <a:off x="3222" y="1767"/>
              <a:ext cx="244" cy="443"/>
            </a:xfrm>
            <a:custGeom>
              <a:rect b="b" l="l" r="r" t="t"/>
              <a:pathLst>
                <a:path extrusionOk="0" h="443" w="275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>
              <a:gsLst>
                <a:gs pos="0">
                  <a:srgbClr val="A5A5A5"/>
                </a:gs>
                <a:gs pos="99000">
                  <a:srgbClr val="FFFFFF">
                    <a:alpha val="65882"/>
                  </a:srgbClr>
                </a:gs>
                <a:gs pos="100000">
                  <a:srgbClr val="FFFFFF">
                    <a:alpha val="65882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15"/>
            <p:cNvSpPr/>
            <p:nvPr/>
          </p:nvSpPr>
          <p:spPr>
            <a:xfrm>
              <a:off x="2734" y="1764"/>
              <a:ext cx="490" cy="463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15"/>
            <p:cNvSpPr txBox="1"/>
            <p:nvPr/>
          </p:nvSpPr>
          <p:spPr>
            <a:xfrm>
              <a:off x="2703" y="1742"/>
              <a:ext cx="553" cy="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</p:txBody>
        </p:sp>
        <p:cxnSp>
          <p:nvCxnSpPr>
            <p:cNvPr id="1240" name="Google Shape;1240;p15"/>
            <p:cNvCxnSpPr/>
            <p:nvPr/>
          </p:nvCxnSpPr>
          <p:spPr>
            <a:xfrm>
              <a:off x="2737" y="18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1" name="Google Shape;1241;p15"/>
            <p:cNvCxnSpPr/>
            <p:nvPr/>
          </p:nvCxnSpPr>
          <p:spPr>
            <a:xfrm>
              <a:off x="2737" y="2001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2" name="Google Shape;1242;p15"/>
            <p:cNvCxnSpPr/>
            <p:nvPr/>
          </p:nvCxnSpPr>
          <p:spPr>
            <a:xfrm>
              <a:off x="2735" y="2110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43" name="Google Shape;1243;p15"/>
            <p:cNvSpPr/>
            <p:nvPr/>
          </p:nvSpPr>
          <p:spPr>
            <a:xfrm>
              <a:off x="2695" y="2212"/>
              <a:ext cx="552" cy="1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44" name="Google Shape;1244;p15"/>
            <p:cNvCxnSpPr/>
            <p:nvPr/>
          </p:nvCxnSpPr>
          <p:spPr>
            <a:xfrm>
              <a:off x="2734" y="222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245" name="Google Shape;1245;p15"/>
            <p:cNvCxnSpPr/>
            <p:nvPr/>
          </p:nvCxnSpPr>
          <p:spPr>
            <a:xfrm>
              <a:off x="3225" y="2218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246" name="Google Shape;1246;p15"/>
            <p:cNvSpPr txBox="1"/>
            <p:nvPr/>
          </p:nvSpPr>
          <p:spPr>
            <a:xfrm>
              <a:off x="2755" y="2653"/>
              <a:ext cx="431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  <p:cxnSp>
          <p:nvCxnSpPr>
            <p:cNvPr id="1247" name="Google Shape;1247;p15"/>
            <p:cNvCxnSpPr/>
            <p:nvPr/>
          </p:nvCxnSpPr>
          <p:spPr>
            <a:xfrm>
              <a:off x="2736" y="2803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8" name="Google Shape;1248;p15"/>
            <p:cNvCxnSpPr/>
            <p:nvPr/>
          </p:nvCxnSpPr>
          <p:spPr>
            <a:xfrm>
              <a:off x="2737" y="261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249" name="Google Shape;1249;p15"/>
            <p:cNvCxnSpPr/>
            <p:nvPr/>
          </p:nvCxnSpPr>
          <p:spPr>
            <a:xfrm>
              <a:off x="3226" y="2614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50" name="Google Shape;1250;p15"/>
          <p:cNvGrpSpPr/>
          <p:nvPr/>
        </p:nvGrpSpPr>
        <p:grpSpPr>
          <a:xfrm>
            <a:off x="8154574" y="1741034"/>
            <a:ext cx="1453373" cy="2053837"/>
            <a:chOff x="9730606" y="1055376"/>
            <a:chExt cx="1453373" cy="2053837"/>
          </a:xfrm>
        </p:grpSpPr>
        <p:sp>
          <p:nvSpPr>
            <p:cNvPr id="1251" name="Google Shape;1251;p15"/>
            <p:cNvSpPr/>
            <p:nvPr/>
          </p:nvSpPr>
          <p:spPr>
            <a:xfrm flipH="1">
              <a:off x="9730606" y="2258313"/>
              <a:ext cx="623888" cy="850900"/>
            </a:xfrm>
            <a:custGeom>
              <a:rect b="b" l="l" r="r" t="t"/>
              <a:pathLst>
                <a:path extrusionOk="0" h="12944" w="9954">
                  <a:moveTo>
                    <a:pt x="9934" y="0"/>
                  </a:moveTo>
                  <a:lnTo>
                    <a:pt x="0" y="2944"/>
                  </a:lnTo>
                  <a:cubicBezTo>
                    <a:pt x="3" y="5619"/>
                    <a:pt x="7" y="8292"/>
                    <a:pt x="10" y="10966"/>
                  </a:cubicBezTo>
                  <a:lnTo>
                    <a:pt x="9951" y="12944"/>
                  </a:lnTo>
                  <a:cubicBezTo>
                    <a:pt x="9967" y="8755"/>
                    <a:pt x="9917" y="4189"/>
                    <a:pt x="9934" y="0"/>
                  </a:cubicBez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8196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5"/>
            <p:cNvSpPr/>
            <p:nvPr/>
          </p:nvSpPr>
          <p:spPr>
            <a:xfrm>
              <a:off x="10360066" y="2541276"/>
              <a:ext cx="776288" cy="41592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15"/>
            <p:cNvSpPr/>
            <p:nvPr/>
          </p:nvSpPr>
          <p:spPr>
            <a:xfrm flipH="1">
              <a:off x="9935685" y="1076403"/>
              <a:ext cx="436563" cy="703263"/>
            </a:xfrm>
            <a:custGeom>
              <a:rect b="b" l="l" r="r" t="t"/>
              <a:pathLst>
                <a:path extrusionOk="0" h="443" w="275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>
              <a:gsLst>
                <a:gs pos="0">
                  <a:srgbClr val="A5A5A5"/>
                </a:gs>
                <a:gs pos="100000">
                  <a:srgbClr val="FFFFFF">
                    <a:alpha val="80784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15"/>
            <p:cNvSpPr/>
            <p:nvPr/>
          </p:nvSpPr>
          <p:spPr>
            <a:xfrm>
              <a:off x="10355304" y="1090301"/>
              <a:ext cx="777876" cy="735013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15"/>
            <p:cNvSpPr txBox="1"/>
            <p:nvPr/>
          </p:nvSpPr>
          <p:spPr>
            <a:xfrm>
              <a:off x="10306091" y="1055376"/>
              <a:ext cx="877888" cy="8302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</p:txBody>
        </p:sp>
        <p:cxnSp>
          <p:nvCxnSpPr>
            <p:cNvPr id="1256" name="Google Shape;1256;p15"/>
            <p:cNvCxnSpPr/>
            <p:nvPr/>
          </p:nvCxnSpPr>
          <p:spPr>
            <a:xfrm>
              <a:off x="10360066" y="1303026"/>
              <a:ext cx="776288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7" name="Google Shape;1257;p15"/>
            <p:cNvCxnSpPr/>
            <p:nvPr/>
          </p:nvCxnSpPr>
          <p:spPr>
            <a:xfrm>
              <a:off x="10360066" y="1466539"/>
              <a:ext cx="776288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8" name="Google Shape;1258;p15"/>
            <p:cNvCxnSpPr/>
            <p:nvPr/>
          </p:nvCxnSpPr>
          <p:spPr>
            <a:xfrm>
              <a:off x="10356891" y="1639576"/>
              <a:ext cx="776288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9" name="Google Shape;1259;p15"/>
            <p:cNvSpPr/>
            <p:nvPr/>
          </p:nvSpPr>
          <p:spPr>
            <a:xfrm>
              <a:off x="10293391" y="1801501"/>
              <a:ext cx="876301" cy="1825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60" name="Google Shape;1260;p15"/>
            <p:cNvCxnSpPr/>
            <p:nvPr/>
          </p:nvCxnSpPr>
          <p:spPr>
            <a:xfrm>
              <a:off x="10355304" y="1820551"/>
              <a:ext cx="0" cy="103188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261" name="Google Shape;1261;p15"/>
            <p:cNvCxnSpPr/>
            <p:nvPr/>
          </p:nvCxnSpPr>
          <p:spPr>
            <a:xfrm>
              <a:off x="11134767" y="1811026"/>
              <a:ext cx="0" cy="10160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262" name="Google Shape;1262;p15"/>
            <p:cNvSpPr txBox="1"/>
            <p:nvPr/>
          </p:nvSpPr>
          <p:spPr>
            <a:xfrm>
              <a:off x="10388641" y="2501589"/>
              <a:ext cx="684213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  <p:cxnSp>
          <p:nvCxnSpPr>
            <p:cNvPr id="1263" name="Google Shape;1263;p15"/>
            <p:cNvCxnSpPr/>
            <p:nvPr/>
          </p:nvCxnSpPr>
          <p:spPr>
            <a:xfrm>
              <a:off x="10358479" y="2739714"/>
              <a:ext cx="776288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4" name="Google Shape;1264;p15"/>
            <p:cNvCxnSpPr/>
            <p:nvPr/>
          </p:nvCxnSpPr>
          <p:spPr>
            <a:xfrm>
              <a:off x="10360066" y="2439676"/>
              <a:ext cx="0" cy="103188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265" name="Google Shape;1265;p15"/>
            <p:cNvCxnSpPr/>
            <p:nvPr/>
          </p:nvCxnSpPr>
          <p:spPr>
            <a:xfrm>
              <a:off x="11136354" y="2439676"/>
              <a:ext cx="0" cy="10160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1266" name="Google Shape;1266;p15"/>
          <p:cNvSpPr/>
          <p:nvPr/>
        </p:nvSpPr>
        <p:spPr>
          <a:xfrm>
            <a:off x="4153301" y="3785951"/>
            <a:ext cx="3591390" cy="522811"/>
          </a:xfrm>
          <a:custGeom>
            <a:rect b="b" l="l" r="r" t="t"/>
            <a:pathLst>
              <a:path extrusionOk="0" h="282601" w="5874327">
                <a:moveTo>
                  <a:pt x="0" y="5510"/>
                </a:moveTo>
                <a:lnTo>
                  <a:pt x="0" y="282601"/>
                </a:lnTo>
                <a:lnTo>
                  <a:pt x="5874327" y="282601"/>
                </a:lnTo>
                <a:cubicBezTo>
                  <a:pt x="5874327" y="204092"/>
                  <a:pt x="5863162" y="41065"/>
                  <a:pt x="5864278" y="0"/>
                </a:cubicBezTo>
              </a:path>
            </a:pathLst>
          </a:custGeom>
          <a:noFill/>
          <a:ln cap="flat" cmpd="sng" w="34925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15"/>
          <p:cNvSpPr txBox="1"/>
          <p:nvPr/>
        </p:nvSpPr>
        <p:spPr>
          <a:xfrm>
            <a:off x="1181424" y="4590175"/>
            <a:ext cx="5247083" cy="1935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sending side:</a:t>
            </a:r>
            <a:endParaRPr/>
          </a:p>
          <a:p>
            <a:pPr indent="-276225" lvl="0" marL="4000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encapsulates datagram in frame</a:t>
            </a:r>
            <a:endParaRPr/>
          </a:p>
          <a:p>
            <a:pPr indent="-276225" lvl="0" marL="4000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adds error checking bits, reliable data transfer, flow control, etc.</a:t>
            </a:r>
            <a:endParaRPr/>
          </a:p>
        </p:txBody>
      </p:sp>
      <p:sp>
        <p:nvSpPr>
          <p:cNvPr id="1268" name="Google Shape;1268;p15"/>
          <p:cNvSpPr txBox="1"/>
          <p:nvPr/>
        </p:nvSpPr>
        <p:spPr>
          <a:xfrm>
            <a:off x="6683664" y="4606063"/>
            <a:ext cx="4829464" cy="185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receiving side:</a:t>
            </a:r>
            <a:endParaRPr/>
          </a:p>
          <a:p>
            <a:pPr indent="-276225" lvl="0" marL="4000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looks for errors, reliable data transfer, flow control, etc.</a:t>
            </a:r>
            <a:endParaRPr/>
          </a:p>
          <a:p>
            <a:pPr indent="-276225" lvl="0" marL="4000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extracts datagram, passes to upper layer at receiving side</a:t>
            </a:r>
            <a:endParaRPr/>
          </a:p>
        </p:txBody>
      </p:sp>
      <p:grpSp>
        <p:nvGrpSpPr>
          <p:cNvPr id="1269" name="Google Shape;1269;p15"/>
          <p:cNvGrpSpPr/>
          <p:nvPr/>
        </p:nvGrpSpPr>
        <p:grpSpPr>
          <a:xfrm>
            <a:off x="957300" y="3054812"/>
            <a:ext cx="1569900" cy="338554"/>
            <a:chOff x="946500" y="2082812"/>
            <a:chExt cx="1569900" cy="338554"/>
          </a:xfrm>
        </p:grpSpPr>
        <p:sp>
          <p:nvSpPr>
            <p:cNvPr id="1270" name="Google Shape;1270;p15"/>
            <p:cNvSpPr/>
            <p:nvPr/>
          </p:nvSpPr>
          <p:spPr>
            <a:xfrm>
              <a:off x="977194" y="2096985"/>
              <a:ext cx="1539206" cy="311415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15"/>
            <p:cNvSpPr txBox="1"/>
            <p:nvPr/>
          </p:nvSpPr>
          <p:spPr>
            <a:xfrm>
              <a:off x="946500" y="2082812"/>
              <a:ext cx="615900" cy="338554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="0" baseline="-2500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2" name="Google Shape;1272;p15"/>
          <p:cNvGrpSpPr/>
          <p:nvPr/>
        </p:nvGrpSpPr>
        <p:grpSpPr>
          <a:xfrm>
            <a:off x="955870" y="3055124"/>
            <a:ext cx="1642179" cy="339427"/>
            <a:chOff x="8795014" y="27710"/>
            <a:chExt cx="1642179" cy="339427"/>
          </a:xfrm>
        </p:grpSpPr>
        <p:grpSp>
          <p:nvGrpSpPr>
            <p:cNvPr id="1273" name="Google Shape;1273;p15"/>
            <p:cNvGrpSpPr/>
            <p:nvPr/>
          </p:nvGrpSpPr>
          <p:grpSpPr>
            <a:xfrm>
              <a:off x="8795014" y="28583"/>
              <a:ext cx="1569900" cy="338554"/>
              <a:chOff x="946500" y="2082812"/>
              <a:chExt cx="1569900" cy="338554"/>
            </a:xfrm>
          </p:grpSpPr>
          <p:sp>
            <p:nvSpPr>
              <p:cNvPr id="1274" name="Google Shape;1274;p15"/>
              <p:cNvSpPr/>
              <p:nvPr/>
            </p:nvSpPr>
            <p:spPr>
              <a:xfrm>
                <a:off x="977194" y="2096985"/>
                <a:ext cx="1539206" cy="311415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rgbClr val="0070C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5" name="Google Shape;1275;p15"/>
              <p:cNvSpPr txBox="1"/>
              <p:nvPr/>
            </p:nvSpPr>
            <p:spPr>
              <a:xfrm>
                <a:off x="946500" y="2082812"/>
                <a:ext cx="615900" cy="33855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endParaRPr b="0" baseline="-2500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6" name="Google Shape;1276;p15"/>
            <p:cNvGrpSpPr/>
            <p:nvPr/>
          </p:nvGrpSpPr>
          <p:grpSpPr>
            <a:xfrm>
              <a:off x="9386857" y="27710"/>
              <a:ext cx="1050336" cy="338554"/>
              <a:chOff x="1551732" y="2084406"/>
              <a:chExt cx="1050336" cy="338554"/>
            </a:xfrm>
          </p:grpSpPr>
          <p:sp>
            <p:nvSpPr>
              <p:cNvPr id="1277" name="Google Shape;1277;p15"/>
              <p:cNvSpPr/>
              <p:nvPr/>
            </p:nvSpPr>
            <p:spPr>
              <a:xfrm>
                <a:off x="1568121" y="2133017"/>
                <a:ext cx="925841" cy="246705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0070C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8" name="Google Shape;1278;p15"/>
              <p:cNvSpPr txBox="1"/>
              <p:nvPr/>
            </p:nvSpPr>
            <p:spPr>
              <a:xfrm>
                <a:off x="1551732" y="2084406"/>
                <a:ext cx="105033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datagram</a:t>
                </a:r>
                <a:endParaRPr/>
              </a:p>
            </p:txBody>
          </p:sp>
        </p:grpSp>
      </p:grpSp>
      <p:grpSp>
        <p:nvGrpSpPr>
          <p:cNvPr id="1279" name="Google Shape;1279;p15"/>
          <p:cNvGrpSpPr/>
          <p:nvPr/>
        </p:nvGrpSpPr>
        <p:grpSpPr>
          <a:xfrm>
            <a:off x="1551732" y="2080806"/>
            <a:ext cx="1050336" cy="338554"/>
            <a:chOff x="1551732" y="2084406"/>
            <a:chExt cx="1050336" cy="338554"/>
          </a:xfrm>
        </p:grpSpPr>
        <p:sp>
          <p:nvSpPr>
            <p:cNvPr id="1280" name="Google Shape;1280;p15"/>
            <p:cNvSpPr/>
            <p:nvPr/>
          </p:nvSpPr>
          <p:spPr>
            <a:xfrm>
              <a:off x="1568121" y="2133017"/>
              <a:ext cx="925841" cy="24670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15"/>
            <p:cNvSpPr txBox="1"/>
            <p:nvPr/>
          </p:nvSpPr>
          <p:spPr>
            <a:xfrm>
              <a:off x="1551732" y="2084406"/>
              <a:ext cx="105033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/>
            </a:p>
          </p:txBody>
        </p:sp>
      </p:grpSp>
      <p:grpSp>
        <p:nvGrpSpPr>
          <p:cNvPr id="1282" name="Google Shape;1282;p15"/>
          <p:cNvGrpSpPr/>
          <p:nvPr/>
        </p:nvGrpSpPr>
        <p:grpSpPr>
          <a:xfrm>
            <a:off x="9888337" y="3037360"/>
            <a:ext cx="1050336" cy="338554"/>
            <a:chOff x="309834" y="1124253"/>
            <a:chExt cx="1050336" cy="338554"/>
          </a:xfrm>
        </p:grpSpPr>
        <p:sp>
          <p:nvSpPr>
            <p:cNvPr id="1283" name="Google Shape;1283;p15"/>
            <p:cNvSpPr/>
            <p:nvPr/>
          </p:nvSpPr>
          <p:spPr>
            <a:xfrm>
              <a:off x="326223" y="1172864"/>
              <a:ext cx="925841" cy="24670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15"/>
            <p:cNvSpPr txBox="1"/>
            <p:nvPr/>
          </p:nvSpPr>
          <p:spPr>
            <a:xfrm>
              <a:off x="309834" y="1124253"/>
              <a:ext cx="105033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/>
            </a:p>
          </p:txBody>
        </p:sp>
      </p:grpSp>
      <p:sp>
        <p:nvSpPr>
          <p:cNvPr id="1285" name="Google Shape;1285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1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1292" name="Google Shape;129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293" name="Google Shape;1293;p16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16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17"/>
          <p:cNvSpPr/>
          <p:nvPr/>
        </p:nvSpPr>
        <p:spPr>
          <a:xfrm>
            <a:off x="2093843" y="2862471"/>
            <a:ext cx="596348" cy="2902226"/>
          </a:xfrm>
          <a:custGeom>
            <a:rect b="b" l="l" r="r" t="t"/>
            <a:pathLst>
              <a:path extrusionOk="0" h="2796209" w="596348">
                <a:moveTo>
                  <a:pt x="0" y="0"/>
                </a:moveTo>
                <a:lnTo>
                  <a:pt x="0" y="2796209"/>
                </a:lnTo>
                <a:lnTo>
                  <a:pt x="596348" y="2796209"/>
                </a:lnTo>
              </a:path>
            </a:pathLst>
          </a:cu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1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Error detection</a:t>
            </a:r>
            <a:endParaRPr/>
          </a:p>
        </p:txBody>
      </p:sp>
      <p:sp>
        <p:nvSpPr>
          <p:cNvPr id="1302" name="Google Shape;1302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3" name="Google Shape;1303;p17"/>
          <p:cNvSpPr txBox="1"/>
          <p:nvPr/>
        </p:nvSpPr>
        <p:spPr>
          <a:xfrm>
            <a:off x="1089990" y="1538149"/>
            <a:ext cx="986955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EDC: error detection and correction bits (e.g., redundancy)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D:  data protected by error checking, may include header fields </a:t>
            </a:r>
            <a:endParaRPr/>
          </a:p>
        </p:txBody>
      </p:sp>
      <p:sp>
        <p:nvSpPr>
          <p:cNvPr id="1304" name="Google Shape;1304;p17"/>
          <p:cNvSpPr txBox="1"/>
          <p:nvPr/>
        </p:nvSpPr>
        <p:spPr>
          <a:xfrm>
            <a:off x="8080513" y="3028121"/>
            <a:ext cx="3448878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detection not 100% reliable!</a:t>
            </a:r>
            <a:endParaRPr/>
          </a:p>
          <a:p>
            <a:pPr indent="-287338" lvl="1" marL="4048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 may miss some errors, but rarely</a:t>
            </a:r>
            <a:endParaRPr/>
          </a:p>
          <a:p>
            <a:pPr indent="-287338" lvl="1" marL="4048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larger EDC field yields better detection and correction</a:t>
            </a:r>
            <a:endParaRPr/>
          </a:p>
        </p:txBody>
      </p:sp>
      <p:grpSp>
        <p:nvGrpSpPr>
          <p:cNvPr id="1305" name="Google Shape;1305;p17"/>
          <p:cNvGrpSpPr/>
          <p:nvPr/>
        </p:nvGrpSpPr>
        <p:grpSpPr>
          <a:xfrm>
            <a:off x="1550505" y="3048001"/>
            <a:ext cx="1656522" cy="400110"/>
            <a:chOff x="437322" y="2637183"/>
            <a:chExt cx="1656522" cy="400110"/>
          </a:xfrm>
        </p:grpSpPr>
        <p:sp>
          <p:nvSpPr>
            <p:cNvPr id="1306" name="Google Shape;1306;p17"/>
            <p:cNvSpPr/>
            <p:nvPr/>
          </p:nvSpPr>
          <p:spPr>
            <a:xfrm>
              <a:off x="437322" y="2690191"/>
              <a:ext cx="1656522" cy="29154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17"/>
            <p:cNvSpPr txBox="1"/>
            <p:nvPr/>
          </p:nvSpPr>
          <p:spPr>
            <a:xfrm>
              <a:off x="675860" y="2637183"/>
              <a:ext cx="118058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8" name="Google Shape;1308;p17"/>
          <p:cNvGrpSpPr/>
          <p:nvPr/>
        </p:nvGrpSpPr>
        <p:grpSpPr>
          <a:xfrm>
            <a:off x="1567043" y="4446000"/>
            <a:ext cx="2325599" cy="862266"/>
            <a:chOff x="1567043" y="4446000"/>
            <a:chExt cx="2325599" cy="862266"/>
          </a:xfrm>
        </p:grpSpPr>
        <p:grpSp>
          <p:nvGrpSpPr>
            <p:cNvPr id="1309" name="Google Shape;1309;p17"/>
            <p:cNvGrpSpPr/>
            <p:nvPr/>
          </p:nvGrpSpPr>
          <p:grpSpPr>
            <a:xfrm>
              <a:off x="1567043" y="4905756"/>
              <a:ext cx="2325599" cy="402510"/>
              <a:chOff x="1904400" y="5169547"/>
              <a:chExt cx="2325599" cy="402510"/>
            </a:xfrm>
          </p:grpSpPr>
          <p:sp>
            <p:nvSpPr>
              <p:cNvPr id="1310" name="Google Shape;1310;p17"/>
              <p:cNvSpPr/>
              <p:nvPr/>
            </p:nvSpPr>
            <p:spPr>
              <a:xfrm>
                <a:off x="1904400" y="5221355"/>
                <a:ext cx="2325599" cy="29154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17"/>
              <p:cNvSpPr txBox="1"/>
              <p:nvPr/>
            </p:nvSpPr>
            <p:spPr>
              <a:xfrm>
                <a:off x="2617147" y="5171947"/>
                <a:ext cx="34176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2" name="Google Shape;1312;p17"/>
              <p:cNvSpPr txBox="1"/>
              <p:nvPr/>
            </p:nvSpPr>
            <p:spPr>
              <a:xfrm>
                <a:off x="3549850" y="5169547"/>
                <a:ext cx="60305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EDC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13" name="Google Shape;1313;p17"/>
              <p:cNvCxnSpPr/>
              <p:nvPr/>
            </p:nvCxnSpPr>
            <p:spPr>
              <a:xfrm>
                <a:off x="3531600" y="5223600"/>
                <a:ext cx="0" cy="288000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314" name="Google Shape;1314;p17"/>
            <p:cNvGrpSpPr/>
            <p:nvPr/>
          </p:nvGrpSpPr>
          <p:grpSpPr>
            <a:xfrm>
              <a:off x="1571947" y="4446000"/>
              <a:ext cx="1645200" cy="400110"/>
              <a:chOff x="1897200" y="4446000"/>
              <a:chExt cx="1645200" cy="400110"/>
            </a:xfrm>
          </p:grpSpPr>
          <p:cxnSp>
            <p:nvCxnSpPr>
              <p:cNvPr id="1315" name="Google Shape;1315;p17"/>
              <p:cNvCxnSpPr/>
              <p:nvPr/>
            </p:nvCxnSpPr>
            <p:spPr>
              <a:xfrm>
                <a:off x="1897200" y="4665600"/>
                <a:ext cx="1638000" cy="0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1316" name="Google Shape;1316;p17"/>
              <p:cNvSpPr/>
              <p:nvPr/>
            </p:nvSpPr>
            <p:spPr>
              <a:xfrm>
                <a:off x="2098800" y="4636800"/>
                <a:ext cx="1245600" cy="4571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17"/>
              <p:cNvSpPr txBox="1"/>
              <p:nvPr/>
            </p:nvSpPr>
            <p:spPr>
              <a:xfrm>
                <a:off x="2088000" y="4446000"/>
                <a:ext cx="1278812" cy="400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 data bits</a:t>
                </a:r>
                <a:endParaRPr/>
              </a:p>
            </p:txBody>
          </p:sp>
          <p:cxnSp>
            <p:nvCxnSpPr>
              <p:cNvPr id="1318" name="Google Shape;1318;p17"/>
              <p:cNvCxnSpPr/>
              <p:nvPr/>
            </p:nvCxnSpPr>
            <p:spPr>
              <a:xfrm>
                <a:off x="3542400" y="4572000"/>
                <a:ext cx="0" cy="18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9" name="Google Shape;1319;p17"/>
              <p:cNvCxnSpPr/>
              <p:nvPr/>
            </p:nvCxnSpPr>
            <p:spPr>
              <a:xfrm>
                <a:off x="1902000" y="4569600"/>
                <a:ext cx="0" cy="18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320" name="Google Shape;1320;p17"/>
          <p:cNvGrpSpPr/>
          <p:nvPr/>
        </p:nvGrpSpPr>
        <p:grpSpPr>
          <a:xfrm>
            <a:off x="2714378" y="5528580"/>
            <a:ext cx="2679258" cy="434898"/>
            <a:chOff x="3244465" y="6071919"/>
            <a:chExt cx="2679258" cy="434898"/>
          </a:xfrm>
        </p:grpSpPr>
        <p:grpSp>
          <p:nvGrpSpPr>
            <p:cNvPr id="1321" name="Google Shape;1321;p17"/>
            <p:cNvGrpSpPr/>
            <p:nvPr/>
          </p:nvGrpSpPr>
          <p:grpSpPr>
            <a:xfrm>
              <a:off x="3244465" y="6071919"/>
              <a:ext cx="2679258" cy="434898"/>
              <a:chOff x="3244464" y="6071919"/>
              <a:chExt cx="2864787" cy="434898"/>
            </a:xfrm>
          </p:grpSpPr>
          <p:sp>
            <p:nvSpPr>
              <p:cNvPr id="1322" name="Google Shape;1322;p17"/>
              <p:cNvSpPr/>
              <p:nvPr/>
            </p:nvSpPr>
            <p:spPr>
              <a:xfrm>
                <a:off x="3320909" y="6071919"/>
                <a:ext cx="2711898" cy="434898"/>
              </a:xfrm>
              <a:prstGeom prst="rect">
                <a:avLst/>
              </a:prstGeom>
              <a:gradFill>
                <a:gsLst>
                  <a:gs pos="0">
                    <a:srgbClr val="2E75B5"/>
                  </a:gs>
                  <a:gs pos="52000">
                    <a:srgbClr val="7ACCF4"/>
                  </a:gs>
                  <a:gs pos="100000">
                    <a:srgbClr val="2E75B5"/>
                  </a:gs>
                </a:gsLst>
                <a:lin ang="16200000" scaled="0"/>
              </a:gra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17"/>
              <p:cNvSpPr/>
              <p:nvPr/>
            </p:nvSpPr>
            <p:spPr>
              <a:xfrm>
                <a:off x="3244464" y="6071919"/>
                <a:ext cx="152890" cy="434896"/>
              </a:xfrm>
              <a:prstGeom prst="ellipse">
                <a:avLst/>
              </a:prstGeom>
              <a:solidFill>
                <a:srgbClr val="7ACCF4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17"/>
              <p:cNvSpPr/>
              <p:nvPr/>
            </p:nvSpPr>
            <p:spPr>
              <a:xfrm>
                <a:off x="5956361" y="6071919"/>
                <a:ext cx="152890" cy="434896"/>
              </a:xfrm>
              <a:prstGeom prst="ellipse">
                <a:avLst/>
              </a:prstGeom>
              <a:gradFill>
                <a:gsLst>
                  <a:gs pos="0">
                    <a:srgbClr val="2E75B5"/>
                  </a:gs>
                  <a:gs pos="50000">
                    <a:srgbClr val="7ACCF4"/>
                  </a:gs>
                  <a:gs pos="100000">
                    <a:srgbClr val="2E75B5"/>
                  </a:gs>
                </a:gsLst>
                <a:lin ang="16200000" scaled="0"/>
              </a:gra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17"/>
              <p:cNvSpPr/>
              <p:nvPr/>
            </p:nvSpPr>
            <p:spPr>
              <a:xfrm>
                <a:off x="5752507" y="6071919"/>
                <a:ext cx="280299" cy="434896"/>
              </a:xfrm>
              <a:prstGeom prst="rect">
                <a:avLst/>
              </a:prstGeom>
              <a:gradFill>
                <a:gsLst>
                  <a:gs pos="0">
                    <a:srgbClr val="2E75B5"/>
                  </a:gs>
                  <a:gs pos="52000">
                    <a:srgbClr val="7ACCF4"/>
                  </a:gs>
                  <a:gs pos="100000">
                    <a:srgbClr val="2E75B5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6" name="Google Shape;1326;p17"/>
            <p:cNvSpPr txBox="1"/>
            <p:nvPr/>
          </p:nvSpPr>
          <p:spPr>
            <a:xfrm>
              <a:off x="3568996" y="6078283"/>
              <a:ext cx="213725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it-error prone link</a:t>
              </a:r>
              <a:endParaRPr/>
            </a:p>
          </p:txBody>
        </p:sp>
      </p:grpSp>
      <p:grpSp>
        <p:nvGrpSpPr>
          <p:cNvPr id="1327" name="Google Shape;1327;p17"/>
          <p:cNvGrpSpPr/>
          <p:nvPr/>
        </p:nvGrpSpPr>
        <p:grpSpPr>
          <a:xfrm>
            <a:off x="4661425" y="4717774"/>
            <a:ext cx="2325599" cy="1033670"/>
            <a:chOff x="4661425" y="4717774"/>
            <a:chExt cx="2325599" cy="1033670"/>
          </a:xfrm>
        </p:grpSpPr>
        <p:sp>
          <p:nvSpPr>
            <p:cNvPr id="1328" name="Google Shape;1328;p17"/>
            <p:cNvSpPr/>
            <p:nvPr/>
          </p:nvSpPr>
          <p:spPr>
            <a:xfrm>
              <a:off x="5486400" y="4717774"/>
              <a:ext cx="238539" cy="1033670"/>
            </a:xfrm>
            <a:custGeom>
              <a:rect b="b" l="l" r="r" t="t"/>
              <a:pathLst>
                <a:path extrusionOk="0" h="1033670" w="238539">
                  <a:moveTo>
                    <a:pt x="0" y="1033670"/>
                  </a:moveTo>
                  <a:lnTo>
                    <a:pt x="238539" y="1033670"/>
                  </a:lnTo>
                  <a:lnTo>
                    <a:pt x="238539" y="0"/>
                  </a:lnTo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9" name="Google Shape;1329;p17"/>
            <p:cNvGrpSpPr/>
            <p:nvPr/>
          </p:nvGrpSpPr>
          <p:grpSpPr>
            <a:xfrm>
              <a:off x="4661425" y="4890052"/>
              <a:ext cx="2325599" cy="402510"/>
              <a:chOff x="1904400" y="5169547"/>
              <a:chExt cx="2325599" cy="402510"/>
            </a:xfrm>
          </p:grpSpPr>
          <p:sp>
            <p:nvSpPr>
              <p:cNvPr id="1330" name="Google Shape;1330;p17"/>
              <p:cNvSpPr/>
              <p:nvPr/>
            </p:nvSpPr>
            <p:spPr>
              <a:xfrm>
                <a:off x="1904400" y="5221355"/>
                <a:ext cx="2325599" cy="29154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17"/>
              <p:cNvSpPr txBox="1"/>
              <p:nvPr/>
            </p:nvSpPr>
            <p:spPr>
              <a:xfrm>
                <a:off x="2617147" y="5171947"/>
                <a:ext cx="40626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D’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17"/>
              <p:cNvSpPr txBox="1"/>
              <p:nvPr/>
            </p:nvSpPr>
            <p:spPr>
              <a:xfrm>
                <a:off x="3549850" y="5169547"/>
                <a:ext cx="67832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EDC’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33" name="Google Shape;1333;p17"/>
              <p:cNvCxnSpPr/>
              <p:nvPr/>
            </p:nvCxnSpPr>
            <p:spPr>
              <a:xfrm>
                <a:off x="3531600" y="5223600"/>
                <a:ext cx="0" cy="288000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334" name="Google Shape;1334;p17"/>
          <p:cNvGrpSpPr/>
          <p:nvPr/>
        </p:nvGrpSpPr>
        <p:grpSpPr>
          <a:xfrm>
            <a:off x="4996068" y="3670851"/>
            <a:ext cx="2457775" cy="1037317"/>
            <a:chOff x="4996068" y="3670851"/>
            <a:chExt cx="2457775" cy="1037317"/>
          </a:xfrm>
        </p:grpSpPr>
        <p:grpSp>
          <p:nvGrpSpPr>
            <p:cNvPr id="1335" name="Google Shape;1335;p17"/>
            <p:cNvGrpSpPr/>
            <p:nvPr/>
          </p:nvGrpSpPr>
          <p:grpSpPr>
            <a:xfrm>
              <a:off x="4996068" y="3670851"/>
              <a:ext cx="1431235" cy="1037317"/>
              <a:chOff x="6718851" y="5632173"/>
              <a:chExt cx="1431235" cy="1037317"/>
            </a:xfrm>
          </p:grpSpPr>
          <p:sp>
            <p:nvSpPr>
              <p:cNvPr id="1336" name="Google Shape;1336;p17"/>
              <p:cNvSpPr/>
              <p:nvPr/>
            </p:nvSpPr>
            <p:spPr>
              <a:xfrm>
                <a:off x="6718851" y="5632173"/>
                <a:ext cx="1431235" cy="993913"/>
              </a:xfrm>
              <a:prstGeom prst="diamond">
                <a:avLst/>
              </a:prstGeom>
              <a:solidFill>
                <a:schemeClr val="lt1"/>
              </a:solidFill>
              <a:ln cap="flat" cmpd="sng" w="317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17"/>
              <p:cNvSpPr txBox="1"/>
              <p:nvPr/>
            </p:nvSpPr>
            <p:spPr>
              <a:xfrm>
                <a:off x="6932490" y="5737183"/>
                <a:ext cx="1007327" cy="9323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all</a:t>
                </a:r>
                <a:endParaRPr/>
              </a:p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bits in D’</a:t>
                </a:r>
                <a:endParaRPr/>
              </a:p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OK</a:t>
                </a:r>
                <a:endParaRPr/>
              </a:p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?</a:t>
                </a:r>
                <a:endParaRPr/>
              </a:p>
            </p:txBody>
          </p:sp>
        </p:grpSp>
        <p:sp>
          <p:nvSpPr>
            <p:cNvPr id="1338" name="Google Shape;1338;p17"/>
            <p:cNvSpPr txBox="1"/>
            <p:nvPr/>
          </p:nvSpPr>
          <p:spPr>
            <a:xfrm>
              <a:off x="6440556" y="3843131"/>
              <a:ext cx="34977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17"/>
            <p:cNvSpPr txBox="1"/>
            <p:nvPr/>
          </p:nvSpPr>
          <p:spPr>
            <a:xfrm>
              <a:off x="6380921" y="4207566"/>
              <a:ext cx="1072922" cy="492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detected </a:t>
              </a:r>
              <a:endParaRPr/>
            </a:p>
            <a:p>
              <a:pPr indent="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error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40" name="Google Shape;1340;p17"/>
            <p:cNvCxnSpPr/>
            <p:nvPr/>
          </p:nvCxnSpPr>
          <p:spPr>
            <a:xfrm>
              <a:off x="6440557" y="4161183"/>
              <a:ext cx="715618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341" name="Google Shape;1341;p17"/>
          <p:cNvGrpSpPr/>
          <p:nvPr/>
        </p:nvGrpSpPr>
        <p:grpSpPr>
          <a:xfrm>
            <a:off x="4684642" y="2888974"/>
            <a:ext cx="1656522" cy="845626"/>
            <a:chOff x="4658138" y="2928730"/>
            <a:chExt cx="1656522" cy="845626"/>
          </a:xfrm>
        </p:grpSpPr>
        <p:sp>
          <p:nvSpPr>
            <p:cNvPr id="1342" name="Google Shape;1342;p17"/>
            <p:cNvSpPr/>
            <p:nvPr/>
          </p:nvSpPr>
          <p:spPr>
            <a:xfrm>
              <a:off x="5437808" y="3492294"/>
              <a:ext cx="176213" cy="1936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43" name="Google Shape;1343;p17"/>
            <p:cNvCxnSpPr/>
            <p:nvPr/>
          </p:nvCxnSpPr>
          <p:spPr>
            <a:xfrm rot="10800000">
              <a:off x="5685182" y="2928730"/>
              <a:ext cx="0" cy="72887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344" name="Google Shape;1344;p17"/>
            <p:cNvSpPr txBox="1"/>
            <p:nvPr/>
          </p:nvSpPr>
          <p:spPr>
            <a:xfrm>
              <a:off x="4696239" y="3498575"/>
              <a:ext cx="1022524" cy="2757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otherwise</a:t>
              </a:r>
              <a:endParaRPr/>
            </a:p>
          </p:txBody>
        </p:sp>
        <p:grpSp>
          <p:nvGrpSpPr>
            <p:cNvPr id="1345" name="Google Shape;1345;p17"/>
            <p:cNvGrpSpPr/>
            <p:nvPr/>
          </p:nvGrpSpPr>
          <p:grpSpPr>
            <a:xfrm>
              <a:off x="4658138" y="3028123"/>
              <a:ext cx="1656522" cy="400110"/>
              <a:chOff x="437322" y="2637183"/>
              <a:chExt cx="1656522" cy="400110"/>
            </a:xfrm>
          </p:grpSpPr>
          <p:sp>
            <p:nvSpPr>
              <p:cNvPr id="1346" name="Google Shape;1346;p17"/>
              <p:cNvSpPr/>
              <p:nvPr/>
            </p:nvSpPr>
            <p:spPr>
              <a:xfrm>
                <a:off x="437322" y="2690191"/>
                <a:ext cx="1656522" cy="29154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7" name="Google Shape;1347;p17"/>
              <p:cNvSpPr txBox="1"/>
              <p:nvPr/>
            </p:nvSpPr>
            <p:spPr>
              <a:xfrm>
                <a:off x="675860" y="2637183"/>
                <a:ext cx="118058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datagram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1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Parity checking</a:t>
            </a:r>
            <a:endParaRPr/>
          </a:p>
        </p:txBody>
      </p:sp>
      <p:sp>
        <p:nvSpPr>
          <p:cNvPr id="1353" name="Google Shape;1353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4" name="Google Shape;1354;p18"/>
          <p:cNvSpPr txBox="1"/>
          <p:nvPr/>
        </p:nvSpPr>
        <p:spPr>
          <a:xfrm>
            <a:off x="927030" y="1654589"/>
            <a:ext cx="3366673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3363" lvl="0" marL="2333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single bit parity</a:t>
            </a:r>
            <a:r>
              <a:rPr i="0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542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 single bit errors</a:t>
            </a:r>
            <a:endParaRPr/>
          </a:p>
        </p:txBody>
      </p:sp>
      <p:sp>
        <p:nvSpPr>
          <p:cNvPr id="1355" name="Google Shape;1355;p18"/>
          <p:cNvSpPr/>
          <p:nvPr/>
        </p:nvSpPr>
        <p:spPr>
          <a:xfrm>
            <a:off x="1022592" y="2663833"/>
            <a:ext cx="2407444" cy="38219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18"/>
          <p:cNvSpPr txBox="1"/>
          <p:nvPr/>
        </p:nvSpPr>
        <p:spPr>
          <a:xfrm>
            <a:off x="1061882" y="2670977"/>
            <a:ext cx="20569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0111000110101011</a:t>
            </a:r>
            <a:endParaRPr/>
          </a:p>
        </p:txBody>
      </p:sp>
      <p:cxnSp>
        <p:nvCxnSpPr>
          <p:cNvPr id="1357" name="Google Shape;1357;p18"/>
          <p:cNvCxnSpPr/>
          <p:nvPr/>
        </p:nvCxnSpPr>
        <p:spPr>
          <a:xfrm>
            <a:off x="1002103" y="3282809"/>
            <a:ext cx="207761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58" name="Google Shape;1358;p18"/>
          <p:cNvCxnSpPr/>
          <p:nvPr/>
        </p:nvCxnSpPr>
        <p:spPr>
          <a:xfrm>
            <a:off x="3089495" y="3189209"/>
            <a:ext cx="0" cy="18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9" name="Google Shape;1359;p18"/>
          <p:cNvCxnSpPr/>
          <p:nvPr/>
        </p:nvCxnSpPr>
        <p:spPr>
          <a:xfrm>
            <a:off x="1008149" y="3186809"/>
            <a:ext cx="0" cy="18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360" name="Google Shape;1360;p18"/>
          <p:cNvGrpSpPr/>
          <p:nvPr/>
        </p:nvGrpSpPr>
        <p:grpSpPr>
          <a:xfrm>
            <a:off x="2978479" y="2669786"/>
            <a:ext cx="1354981" cy="1448181"/>
            <a:chOff x="2978479" y="2669786"/>
            <a:chExt cx="1354981" cy="1448181"/>
          </a:xfrm>
        </p:grpSpPr>
        <p:sp>
          <p:nvSpPr>
            <p:cNvPr id="1361" name="Google Shape;1361;p18"/>
            <p:cNvSpPr txBox="1"/>
            <p:nvPr/>
          </p:nvSpPr>
          <p:spPr>
            <a:xfrm>
              <a:off x="3093089" y="266978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362" name="Google Shape;1362;p18"/>
            <p:cNvSpPr txBox="1"/>
            <p:nvPr/>
          </p:nvSpPr>
          <p:spPr>
            <a:xfrm>
              <a:off x="2978479" y="3527036"/>
              <a:ext cx="1354981" cy="59093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parity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bit</a:t>
              </a:r>
              <a:endParaRPr/>
            </a:p>
          </p:txBody>
        </p:sp>
        <p:cxnSp>
          <p:nvCxnSpPr>
            <p:cNvPr id="1363" name="Google Shape;1363;p18"/>
            <p:cNvCxnSpPr/>
            <p:nvPr/>
          </p:nvCxnSpPr>
          <p:spPr>
            <a:xfrm>
              <a:off x="3244610" y="3167702"/>
              <a:ext cx="0" cy="42472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364" name="Google Shape;1364;p18"/>
          <p:cNvCxnSpPr/>
          <p:nvPr/>
        </p:nvCxnSpPr>
        <p:spPr>
          <a:xfrm>
            <a:off x="3092210" y="2665531"/>
            <a:ext cx="0" cy="387246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5" name="Google Shape;1365;p18"/>
          <p:cNvSpPr txBox="1"/>
          <p:nvPr/>
        </p:nvSpPr>
        <p:spPr>
          <a:xfrm>
            <a:off x="1434601" y="3122845"/>
            <a:ext cx="1354981" cy="3447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data bits</a:t>
            </a:r>
            <a:endParaRPr/>
          </a:p>
        </p:txBody>
      </p:sp>
      <p:sp>
        <p:nvSpPr>
          <p:cNvPr id="1366" name="Google Shape;1366;p18"/>
          <p:cNvSpPr txBox="1"/>
          <p:nvPr/>
        </p:nvSpPr>
        <p:spPr>
          <a:xfrm>
            <a:off x="4734123" y="1651081"/>
            <a:ext cx="4906151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two-dimensional bit parity:</a:t>
            </a:r>
            <a:endParaRPr/>
          </a:p>
          <a:p>
            <a:pPr indent="-169863" lvl="0" marL="287338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detect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and correct </a:t>
            </a: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bit errors</a:t>
            </a:r>
            <a:endParaRPr/>
          </a:p>
        </p:txBody>
      </p:sp>
      <p:grpSp>
        <p:nvGrpSpPr>
          <p:cNvPr id="1367" name="Google Shape;1367;p18"/>
          <p:cNvGrpSpPr/>
          <p:nvPr/>
        </p:nvGrpSpPr>
        <p:grpSpPr>
          <a:xfrm>
            <a:off x="5486401" y="2521227"/>
            <a:ext cx="3683372" cy="2054406"/>
            <a:chOff x="7427845" y="2584175"/>
            <a:chExt cx="3683372" cy="2054406"/>
          </a:xfrm>
        </p:grpSpPr>
        <p:grpSp>
          <p:nvGrpSpPr>
            <p:cNvPr id="1368" name="Google Shape;1368;p18"/>
            <p:cNvGrpSpPr/>
            <p:nvPr/>
          </p:nvGrpSpPr>
          <p:grpSpPr>
            <a:xfrm>
              <a:off x="8263305" y="2908577"/>
              <a:ext cx="697811" cy="1261499"/>
              <a:chOff x="6586330" y="2915478"/>
              <a:chExt cx="697811" cy="1261499"/>
            </a:xfrm>
          </p:grpSpPr>
          <p:sp>
            <p:nvSpPr>
              <p:cNvPr id="1369" name="Google Shape;1369;p18"/>
              <p:cNvSpPr txBox="1"/>
              <p:nvPr/>
            </p:nvSpPr>
            <p:spPr>
              <a:xfrm>
                <a:off x="6586330" y="2915478"/>
                <a:ext cx="53572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1,1</a:t>
                </a:r>
                <a:endParaRPr/>
              </a:p>
            </p:txBody>
          </p:sp>
          <p:sp>
            <p:nvSpPr>
              <p:cNvPr id="1370" name="Google Shape;1370;p18"/>
              <p:cNvSpPr txBox="1"/>
              <p:nvPr/>
            </p:nvSpPr>
            <p:spPr>
              <a:xfrm>
                <a:off x="6588401" y="3213650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2,1</a:t>
                </a:r>
                <a:endParaRPr/>
              </a:p>
            </p:txBody>
          </p:sp>
          <p:sp>
            <p:nvSpPr>
              <p:cNvPr id="1371" name="Google Shape;1371;p18"/>
              <p:cNvSpPr txBox="1"/>
              <p:nvPr/>
            </p:nvSpPr>
            <p:spPr>
              <a:xfrm>
                <a:off x="6588401" y="3776867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i,1</a:t>
                </a:r>
                <a:endParaRPr/>
              </a:p>
            </p:txBody>
          </p:sp>
          <p:sp>
            <p:nvSpPr>
              <p:cNvPr id="1372" name="Google Shape;1372;p18"/>
              <p:cNvSpPr txBox="1"/>
              <p:nvPr/>
            </p:nvSpPr>
            <p:spPr>
              <a:xfrm>
                <a:off x="6625087" y="3488522"/>
                <a:ext cx="62800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 . .</a:t>
                </a:r>
                <a:endParaRPr/>
              </a:p>
            </p:txBody>
          </p:sp>
        </p:grpSp>
        <p:grpSp>
          <p:nvGrpSpPr>
            <p:cNvPr id="1373" name="Google Shape;1373;p18"/>
            <p:cNvGrpSpPr/>
            <p:nvPr/>
          </p:nvGrpSpPr>
          <p:grpSpPr>
            <a:xfrm>
              <a:off x="10324987" y="2929914"/>
              <a:ext cx="697811" cy="1261499"/>
              <a:chOff x="6586330" y="2915478"/>
              <a:chExt cx="697811" cy="1261499"/>
            </a:xfrm>
          </p:grpSpPr>
          <p:sp>
            <p:nvSpPr>
              <p:cNvPr id="1374" name="Google Shape;1374;p18"/>
              <p:cNvSpPr txBox="1"/>
              <p:nvPr/>
            </p:nvSpPr>
            <p:spPr>
              <a:xfrm>
                <a:off x="6586330" y="2915478"/>
                <a:ext cx="66236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1,j+1</a:t>
                </a:r>
                <a:endParaRPr/>
              </a:p>
            </p:txBody>
          </p:sp>
          <p:sp>
            <p:nvSpPr>
              <p:cNvPr id="1375" name="Google Shape;1375;p18"/>
              <p:cNvSpPr txBox="1"/>
              <p:nvPr/>
            </p:nvSpPr>
            <p:spPr>
              <a:xfrm>
                <a:off x="6588401" y="3213650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2,j+1</a:t>
                </a:r>
                <a:endParaRPr/>
              </a:p>
            </p:txBody>
          </p:sp>
          <p:sp>
            <p:nvSpPr>
              <p:cNvPr id="1376" name="Google Shape;1376;p18"/>
              <p:cNvSpPr txBox="1"/>
              <p:nvPr/>
            </p:nvSpPr>
            <p:spPr>
              <a:xfrm>
                <a:off x="6588401" y="3776867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i,j+1</a:t>
                </a:r>
                <a:endParaRPr/>
              </a:p>
            </p:txBody>
          </p:sp>
          <p:sp>
            <p:nvSpPr>
              <p:cNvPr id="1377" name="Google Shape;1377;p18"/>
              <p:cNvSpPr txBox="1"/>
              <p:nvPr/>
            </p:nvSpPr>
            <p:spPr>
              <a:xfrm>
                <a:off x="6625087" y="3488522"/>
                <a:ext cx="62800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 . .</a:t>
                </a:r>
                <a:endParaRPr/>
              </a:p>
            </p:txBody>
          </p:sp>
        </p:grpSp>
        <p:sp>
          <p:nvSpPr>
            <p:cNvPr id="1378" name="Google Shape;1378;p18"/>
            <p:cNvSpPr txBox="1"/>
            <p:nvPr/>
          </p:nvSpPr>
          <p:spPr>
            <a:xfrm>
              <a:off x="9118145" y="4177312"/>
              <a:ext cx="6280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. .</a:t>
              </a:r>
              <a:endParaRPr/>
            </a:p>
          </p:txBody>
        </p:sp>
        <p:grpSp>
          <p:nvGrpSpPr>
            <p:cNvPr id="1379" name="Google Shape;1379;p18"/>
            <p:cNvGrpSpPr/>
            <p:nvPr/>
          </p:nvGrpSpPr>
          <p:grpSpPr>
            <a:xfrm>
              <a:off x="9722377" y="2910339"/>
              <a:ext cx="697811" cy="1261499"/>
              <a:chOff x="6586330" y="2915478"/>
              <a:chExt cx="697811" cy="1261499"/>
            </a:xfrm>
          </p:grpSpPr>
          <p:sp>
            <p:nvSpPr>
              <p:cNvPr id="1380" name="Google Shape;1380;p18"/>
              <p:cNvSpPr txBox="1"/>
              <p:nvPr/>
            </p:nvSpPr>
            <p:spPr>
              <a:xfrm>
                <a:off x="6586330" y="2915478"/>
                <a:ext cx="4908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1,j</a:t>
                </a:r>
                <a:endParaRPr/>
              </a:p>
            </p:txBody>
          </p:sp>
          <p:sp>
            <p:nvSpPr>
              <p:cNvPr id="1381" name="Google Shape;1381;p18"/>
              <p:cNvSpPr txBox="1"/>
              <p:nvPr/>
            </p:nvSpPr>
            <p:spPr>
              <a:xfrm>
                <a:off x="6588401" y="3213650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2,j</a:t>
                </a:r>
                <a:endParaRPr/>
              </a:p>
            </p:txBody>
          </p:sp>
          <p:sp>
            <p:nvSpPr>
              <p:cNvPr id="1382" name="Google Shape;1382;p18"/>
              <p:cNvSpPr txBox="1"/>
              <p:nvPr/>
            </p:nvSpPr>
            <p:spPr>
              <a:xfrm>
                <a:off x="6588401" y="3776867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i,j</a:t>
                </a:r>
                <a:endParaRPr baseline="-25000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18"/>
              <p:cNvSpPr txBox="1"/>
              <p:nvPr/>
            </p:nvSpPr>
            <p:spPr>
              <a:xfrm>
                <a:off x="6625087" y="3488522"/>
                <a:ext cx="62800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 . .</a:t>
                </a:r>
                <a:endParaRPr/>
              </a:p>
            </p:txBody>
          </p:sp>
        </p:grpSp>
        <p:grpSp>
          <p:nvGrpSpPr>
            <p:cNvPr id="1384" name="Google Shape;1384;p18"/>
            <p:cNvGrpSpPr/>
            <p:nvPr/>
          </p:nvGrpSpPr>
          <p:grpSpPr>
            <a:xfrm>
              <a:off x="8262620" y="4202830"/>
              <a:ext cx="2848597" cy="435751"/>
              <a:chOff x="8262620" y="4431427"/>
              <a:chExt cx="2848597" cy="435751"/>
            </a:xfrm>
          </p:grpSpPr>
          <p:sp>
            <p:nvSpPr>
              <p:cNvPr id="1385" name="Google Shape;1385;p18"/>
              <p:cNvSpPr txBox="1"/>
              <p:nvPr/>
            </p:nvSpPr>
            <p:spPr>
              <a:xfrm>
                <a:off x="8262620" y="4431427"/>
                <a:ext cx="68159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i+1,1</a:t>
                </a:r>
                <a:endParaRPr/>
              </a:p>
            </p:txBody>
          </p:sp>
          <p:sp>
            <p:nvSpPr>
              <p:cNvPr id="1386" name="Google Shape;1386;p18"/>
              <p:cNvSpPr txBox="1"/>
              <p:nvPr/>
            </p:nvSpPr>
            <p:spPr>
              <a:xfrm>
                <a:off x="10329998" y="4467068"/>
                <a:ext cx="781219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i+1,j+1</a:t>
                </a:r>
                <a:endParaRPr/>
              </a:p>
            </p:txBody>
          </p:sp>
          <p:sp>
            <p:nvSpPr>
              <p:cNvPr id="1387" name="Google Shape;1387;p18"/>
              <p:cNvSpPr txBox="1"/>
              <p:nvPr/>
            </p:nvSpPr>
            <p:spPr>
              <a:xfrm>
                <a:off x="9727388" y="4447493"/>
                <a:ext cx="781219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i+1,j</a:t>
                </a:r>
                <a:endParaRPr/>
              </a:p>
            </p:txBody>
          </p:sp>
        </p:grpSp>
        <p:cxnSp>
          <p:nvCxnSpPr>
            <p:cNvPr id="1388" name="Google Shape;1388;p18"/>
            <p:cNvCxnSpPr/>
            <p:nvPr/>
          </p:nvCxnSpPr>
          <p:spPr>
            <a:xfrm>
              <a:off x="8343900" y="4214192"/>
              <a:ext cx="2087218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9" name="Google Shape;1389;p18"/>
            <p:cNvCxnSpPr/>
            <p:nvPr/>
          </p:nvCxnSpPr>
          <p:spPr>
            <a:xfrm rot="10800000">
              <a:off x="10325100" y="3064566"/>
              <a:ext cx="0" cy="1288773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90" name="Google Shape;1390;p18"/>
            <p:cNvSpPr txBox="1"/>
            <p:nvPr/>
          </p:nvSpPr>
          <p:spPr>
            <a:xfrm>
              <a:off x="9111519" y="3792998"/>
              <a:ext cx="6280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. .</a:t>
              </a:r>
              <a:endParaRPr/>
            </a:p>
          </p:txBody>
        </p:sp>
        <p:sp>
          <p:nvSpPr>
            <p:cNvPr id="1391" name="Google Shape;1391;p18"/>
            <p:cNvSpPr txBox="1"/>
            <p:nvPr/>
          </p:nvSpPr>
          <p:spPr>
            <a:xfrm>
              <a:off x="9104893" y="3478259"/>
              <a:ext cx="6280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. .</a:t>
              </a:r>
              <a:endParaRPr/>
            </a:p>
          </p:txBody>
        </p:sp>
        <p:sp>
          <p:nvSpPr>
            <p:cNvPr id="1392" name="Google Shape;1392;p18"/>
            <p:cNvSpPr txBox="1"/>
            <p:nvPr/>
          </p:nvSpPr>
          <p:spPr>
            <a:xfrm>
              <a:off x="9108206" y="3183395"/>
              <a:ext cx="6280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. .</a:t>
              </a:r>
              <a:endParaRPr/>
            </a:p>
          </p:txBody>
        </p:sp>
        <p:sp>
          <p:nvSpPr>
            <p:cNvPr id="1393" name="Google Shape;1393;p18"/>
            <p:cNvSpPr txBox="1"/>
            <p:nvPr/>
          </p:nvSpPr>
          <p:spPr>
            <a:xfrm>
              <a:off x="9111519" y="2878596"/>
              <a:ext cx="6280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. .</a:t>
              </a:r>
              <a:endParaRPr/>
            </a:p>
          </p:txBody>
        </p:sp>
        <p:sp>
          <p:nvSpPr>
            <p:cNvPr id="1394" name="Google Shape;1394;p18"/>
            <p:cNvSpPr txBox="1"/>
            <p:nvPr/>
          </p:nvSpPr>
          <p:spPr>
            <a:xfrm>
              <a:off x="9670775" y="2584175"/>
              <a:ext cx="1041311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row parity</a:t>
              </a:r>
              <a:endParaRPr/>
            </a:p>
          </p:txBody>
        </p:sp>
        <p:sp>
          <p:nvSpPr>
            <p:cNvPr id="1395" name="Google Shape;1395;p18"/>
            <p:cNvSpPr txBox="1"/>
            <p:nvPr/>
          </p:nvSpPr>
          <p:spPr>
            <a:xfrm>
              <a:off x="7427845" y="3998845"/>
              <a:ext cx="803297" cy="491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column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parity</a:t>
              </a:r>
              <a:endParaRPr/>
            </a:p>
          </p:txBody>
        </p:sp>
        <p:cxnSp>
          <p:nvCxnSpPr>
            <p:cNvPr id="1396" name="Google Shape;1396;p18"/>
            <p:cNvCxnSpPr/>
            <p:nvPr/>
          </p:nvCxnSpPr>
          <p:spPr>
            <a:xfrm>
              <a:off x="9760226" y="2922104"/>
              <a:ext cx="854766" cy="0"/>
            </a:xfrm>
            <a:prstGeom prst="straightConnector1">
              <a:avLst/>
            </a:prstGeom>
            <a:noFill/>
            <a:ln cap="flat" cmpd="sng" w="22225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397" name="Google Shape;1397;p18"/>
            <p:cNvCxnSpPr/>
            <p:nvPr/>
          </p:nvCxnSpPr>
          <p:spPr>
            <a:xfrm rot="5400000">
              <a:off x="7795591" y="4137991"/>
              <a:ext cx="854766" cy="0"/>
            </a:xfrm>
            <a:prstGeom prst="straightConnector1">
              <a:avLst/>
            </a:prstGeom>
            <a:noFill/>
            <a:ln cap="flat" cmpd="sng" w="22225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398" name="Google Shape;1398;p18"/>
          <p:cNvGrpSpPr/>
          <p:nvPr/>
        </p:nvGrpSpPr>
        <p:grpSpPr>
          <a:xfrm>
            <a:off x="4150979" y="4938063"/>
            <a:ext cx="2320933" cy="1220735"/>
            <a:chOff x="3800015" y="4868761"/>
            <a:chExt cx="2320933" cy="1220735"/>
          </a:xfrm>
        </p:grpSpPr>
        <p:sp>
          <p:nvSpPr>
            <p:cNvPr id="1399" name="Google Shape;1399;p18"/>
            <p:cNvSpPr txBox="1"/>
            <p:nvPr/>
          </p:nvSpPr>
          <p:spPr>
            <a:xfrm>
              <a:off x="4903522" y="5428507"/>
              <a:ext cx="12041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0 1 1 1 0  1</a:t>
              </a:r>
              <a:endParaRPr/>
            </a:p>
          </p:txBody>
        </p:sp>
        <p:grpSp>
          <p:nvGrpSpPr>
            <p:cNvPr id="1400" name="Google Shape;1400;p18"/>
            <p:cNvGrpSpPr/>
            <p:nvPr/>
          </p:nvGrpSpPr>
          <p:grpSpPr>
            <a:xfrm>
              <a:off x="4910146" y="4875335"/>
              <a:ext cx="1210802" cy="1214161"/>
              <a:chOff x="6394173" y="4840358"/>
              <a:chExt cx="1210802" cy="1214161"/>
            </a:xfrm>
          </p:grpSpPr>
          <p:sp>
            <p:nvSpPr>
              <p:cNvPr id="1401" name="Google Shape;1401;p18"/>
              <p:cNvSpPr txBox="1"/>
              <p:nvPr/>
            </p:nvSpPr>
            <p:spPr>
              <a:xfrm>
                <a:off x="6400799" y="4840358"/>
                <a:ext cx="120417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1 0 1 0 1  1</a:t>
                </a:r>
                <a:endParaRPr/>
              </a:p>
            </p:txBody>
          </p:sp>
          <p:sp>
            <p:nvSpPr>
              <p:cNvPr id="1402" name="Google Shape;1402;p18"/>
              <p:cNvSpPr txBox="1"/>
              <p:nvPr/>
            </p:nvSpPr>
            <p:spPr>
              <a:xfrm>
                <a:off x="6394173" y="5121968"/>
                <a:ext cx="120417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1 1 1 1 0  0</a:t>
                </a:r>
                <a:endParaRPr/>
              </a:p>
            </p:txBody>
          </p:sp>
          <p:sp>
            <p:nvSpPr>
              <p:cNvPr id="1403" name="Google Shape;1403;p18"/>
              <p:cNvSpPr txBox="1"/>
              <p:nvPr/>
            </p:nvSpPr>
            <p:spPr>
              <a:xfrm>
                <a:off x="6395912" y="5685187"/>
                <a:ext cx="120417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1 0 1 0 1  0</a:t>
                </a:r>
                <a:endParaRPr/>
              </a:p>
            </p:txBody>
          </p:sp>
          <p:cxnSp>
            <p:nvCxnSpPr>
              <p:cNvPr id="1404" name="Google Shape;1404;p18"/>
              <p:cNvCxnSpPr/>
              <p:nvPr/>
            </p:nvCxnSpPr>
            <p:spPr>
              <a:xfrm>
                <a:off x="6480748" y="5751227"/>
                <a:ext cx="1019331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05" name="Google Shape;1405;p18"/>
              <p:cNvCxnSpPr/>
              <p:nvPr/>
            </p:nvCxnSpPr>
            <p:spPr>
              <a:xfrm rot="-5400000">
                <a:off x="6828021" y="5453922"/>
                <a:ext cx="1019331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406" name="Google Shape;1406;p18"/>
            <p:cNvSpPr txBox="1"/>
            <p:nvPr/>
          </p:nvSpPr>
          <p:spPr>
            <a:xfrm>
              <a:off x="3800015" y="4868761"/>
              <a:ext cx="11035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 errors:</a:t>
              </a:r>
              <a:endParaRPr/>
            </a:p>
          </p:txBody>
        </p:sp>
      </p:grpSp>
      <p:grpSp>
        <p:nvGrpSpPr>
          <p:cNvPr id="1407" name="Google Shape;1407;p18"/>
          <p:cNvGrpSpPr/>
          <p:nvPr/>
        </p:nvGrpSpPr>
        <p:grpSpPr>
          <a:xfrm>
            <a:off x="7222435" y="4943606"/>
            <a:ext cx="3312300" cy="1621566"/>
            <a:chOff x="7222435" y="4943606"/>
            <a:chExt cx="3312300" cy="1621566"/>
          </a:xfrm>
        </p:grpSpPr>
        <p:grpSp>
          <p:nvGrpSpPr>
            <p:cNvPr id="1408" name="Google Shape;1408;p18"/>
            <p:cNvGrpSpPr/>
            <p:nvPr/>
          </p:nvGrpSpPr>
          <p:grpSpPr>
            <a:xfrm>
              <a:off x="8752840" y="4943606"/>
              <a:ext cx="1781895" cy="1621566"/>
              <a:chOff x="5890374" y="4811085"/>
              <a:chExt cx="1781895" cy="1621566"/>
            </a:xfrm>
          </p:grpSpPr>
          <p:grpSp>
            <p:nvGrpSpPr>
              <p:cNvPr id="1409" name="Google Shape;1409;p18"/>
              <p:cNvGrpSpPr/>
              <p:nvPr/>
            </p:nvGrpSpPr>
            <p:grpSpPr>
              <a:xfrm>
                <a:off x="5890374" y="4812876"/>
                <a:ext cx="1781895" cy="1619775"/>
                <a:chOff x="4903522" y="4875335"/>
                <a:chExt cx="1781895" cy="1619775"/>
              </a:xfrm>
            </p:grpSpPr>
            <p:sp>
              <p:nvSpPr>
                <p:cNvPr id="1410" name="Google Shape;1410;p18"/>
                <p:cNvSpPr txBox="1"/>
                <p:nvPr/>
              </p:nvSpPr>
              <p:spPr>
                <a:xfrm>
                  <a:off x="4903522" y="5428507"/>
                  <a:ext cx="1204176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0 1 1 1 0  1</a:t>
                  </a:r>
                  <a:endParaRPr/>
                </a:p>
              </p:txBody>
            </p:sp>
            <p:grpSp>
              <p:nvGrpSpPr>
                <p:cNvPr id="1411" name="Google Shape;1411;p18"/>
                <p:cNvGrpSpPr/>
                <p:nvPr/>
              </p:nvGrpSpPr>
              <p:grpSpPr>
                <a:xfrm>
                  <a:off x="4910146" y="4875335"/>
                  <a:ext cx="1210802" cy="1214161"/>
                  <a:chOff x="6394173" y="4840358"/>
                  <a:chExt cx="1210802" cy="1214161"/>
                </a:xfrm>
              </p:grpSpPr>
              <p:sp>
                <p:nvSpPr>
                  <p:cNvPr id="1412" name="Google Shape;1412;p18"/>
                  <p:cNvSpPr txBox="1"/>
                  <p:nvPr/>
                </p:nvSpPr>
                <p:spPr>
                  <a:xfrm>
                    <a:off x="6400799" y="4840358"/>
                    <a:ext cx="1204176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1 0 1 0 1  1</a:t>
                    </a:r>
                    <a:endParaRPr/>
                  </a:p>
                </p:txBody>
              </p:sp>
              <p:sp>
                <p:nvSpPr>
                  <p:cNvPr id="1413" name="Google Shape;1413;p18"/>
                  <p:cNvSpPr txBox="1"/>
                  <p:nvPr/>
                </p:nvSpPr>
                <p:spPr>
                  <a:xfrm>
                    <a:off x="6394173" y="5121968"/>
                    <a:ext cx="1204176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 </a:t>
                    </a:r>
                    <a:r>
                      <a:rPr lang="en-US" sz="1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0</a:t>
                    </a:r>
                    <a:r>
                      <a:rPr lang="en-US"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1 1 0  0</a:t>
                    </a:r>
                    <a:endParaRPr/>
                  </a:p>
                </p:txBody>
              </p:sp>
              <p:sp>
                <p:nvSpPr>
                  <p:cNvPr id="1414" name="Google Shape;1414;p18"/>
                  <p:cNvSpPr txBox="1"/>
                  <p:nvPr/>
                </p:nvSpPr>
                <p:spPr>
                  <a:xfrm>
                    <a:off x="6395912" y="5685187"/>
                    <a:ext cx="1204176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1 0 1 0 1  0</a:t>
                    </a:r>
                    <a:endParaRPr/>
                  </a:p>
                </p:txBody>
              </p:sp>
              <p:cxnSp>
                <p:nvCxnSpPr>
                  <p:cNvPr id="1415" name="Google Shape;1415;p18"/>
                  <p:cNvCxnSpPr/>
                  <p:nvPr/>
                </p:nvCxnSpPr>
                <p:spPr>
                  <a:xfrm>
                    <a:off x="6480748" y="5751227"/>
                    <a:ext cx="1019331" cy="0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416" name="Google Shape;1416;p18"/>
                  <p:cNvCxnSpPr/>
                  <p:nvPr/>
                </p:nvCxnSpPr>
                <p:spPr>
                  <a:xfrm rot="-5400000">
                    <a:off x="6828021" y="5453922"/>
                    <a:ext cx="1019331" cy="0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417" name="Google Shape;1417;p18"/>
                <p:cNvSpPr txBox="1"/>
                <p:nvPr/>
              </p:nvSpPr>
              <p:spPr>
                <a:xfrm>
                  <a:off x="4956746" y="6135973"/>
                  <a:ext cx="546945" cy="3591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parity</a:t>
                  </a:r>
                  <a:endParaRPr/>
                </a:p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error</a:t>
                  </a:r>
                  <a:endParaRPr/>
                </a:p>
              </p:txBody>
            </p:sp>
            <p:sp>
              <p:nvSpPr>
                <p:cNvPr id="1418" name="Google Shape;1418;p18"/>
                <p:cNvSpPr txBox="1"/>
                <p:nvPr/>
              </p:nvSpPr>
              <p:spPr>
                <a:xfrm>
                  <a:off x="6138472" y="5164111"/>
                  <a:ext cx="546945" cy="3591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parity</a:t>
                  </a:r>
                  <a:endParaRPr/>
                </a:p>
                <a:p>
                  <a:pPr indent="0" lvl="0" marL="0" marR="0" rtl="0" algn="l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error</a:t>
                  </a:r>
                  <a:endParaRPr/>
                </a:p>
              </p:txBody>
            </p:sp>
          </p:grpSp>
          <p:cxnSp>
            <p:nvCxnSpPr>
              <p:cNvPr id="1419" name="Google Shape;1419;p18"/>
              <p:cNvCxnSpPr>
                <a:stCxn id="1413" idx="1"/>
              </p:cNvCxnSpPr>
              <p:nvPr/>
            </p:nvCxnSpPr>
            <p:spPr>
              <a:xfrm flipH="1" rot="10800000">
                <a:off x="5896998" y="5271652"/>
                <a:ext cx="1303200" cy="750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420" name="Google Shape;1420;p18"/>
              <p:cNvCxnSpPr/>
              <p:nvPr/>
            </p:nvCxnSpPr>
            <p:spPr>
              <a:xfrm flipH="1" rot="-5400000">
                <a:off x="5564716" y="5458918"/>
                <a:ext cx="1303277" cy="7611"/>
              </a:xfrm>
              <a:prstGeom prst="straightConnector1">
                <a:avLst/>
              </a:prstGeom>
              <a:noFill/>
              <a:ln cap="flat" cmpd="sng" w="158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1421" name="Google Shape;1421;p18"/>
            <p:cNvSpPr txBox="1"/>
            <p:nvPr/>
          </p:nvSpPr>
          <p:spPr>
            <a:xfrm>
              <a:off x="7222435" y="4982817"/>
              <a:ext cx="1411353" cy="1205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detected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and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correctable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single-bit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error:</a:t>
              </a:r>
              <a:endParaRPr/>
            </a:p>
          </p:txBody>
        </p:sp>
      </p:grpSp>
      <p:sp>
        <p:nvSpPr>
          <p:cNvPr id="1422" name="Google Shape;1422;p18"/>
          <p:cNvSpPr txBox="1"/>
          <p:nvPr/>
        </p:nvSpPr>
        <p:spPr>
          <a:xfrm>
            <a:off x="967409" y="4258270"/>
            <a:ext cx="272994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Even parity: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parity bit so there is an even number of 1’s</a:t>
            </a:r>
            <a:endParaRPr/>
          </a:p>
        </p:txBody>
      </p:sp>
      <p:sp>
        <p:nvSpPr>
          <p:cNvPr id="1423" name="Google Shape;1423;p18"/>
          <p:cNvSpPr txBox="1"/>
          <p:nvPr/>
        </p:nvSpPr>
        <p:spPr>
          <a:xfrm>
            <a:off x="339826" y="6198762"/>
            <a:ext cx="45071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19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checksum (review)</a:t>
            </a:r>
            <a:endParaRPr/>
          </a:p>
        </p:txBody>
      </p:sp>
      <p:sp>
        <p:nvSpPr>
          <p:cNvPr id="1430" name="Google Shape;1430;p19"/>
          <p:cNvSpPr txBox="1"/>
          <p:nvPr/>
        </p:nvSpPr>
        <p:spPr>
          <a:xfrm>
            <a:off x="990599" y="2218943"/>
            <a:ext cx="4662055" cy="4478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sender</a:t>
            </a: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22250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treat contents of UDP segment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(including UDP header fields and IP addresses)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sequence of 16-bit integers</a:t>
            </a:r>
            <a:endParaRPr/>
          </a:p>
          <a:p>
            <a:pPr indent="-222250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checksum: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addition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(one’s complement sum)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segment content</a:t>
            </a:r>
            <a:endParaRPr/>
          </a:p>
          <a:p>
            <a:pPr indent="-222250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checksum value put into UDP checksum field</a:t>
            </a:r>
            <a:endParaRPr/>
          </a:p>
          <a:p>
            <a:pPr indent="-222250" lvl="0" marL="352425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" lvl="0" marL="352425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19"/>
          <p:cNvSpPr txBox="1"/>
          <p:nvPr/>
        </p:nvSpPr>
        <p:spPr>
          <a:xfrm>
            <a:off x="5767820" y="2132890"/>
            <a:ext cx="5728855" cy="4082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receiver</a:t>
            </a:r>
            <a:r>
              <a:rPr b="0" i="0" lang="en-US" sz="35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checksum of received segment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 if computed checksum equals checksum field value: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equal - error detected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equal - no error detected.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maybe errors nonetheless?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More later ….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19"/>
          <p:cNvSpPr/>
          <p:nvPr/>
        </p:nvSpPr>
        <p:spPr>
          <a:xfrm>
            <a:off x="798690" y="1371219"/>
            <a:ext cx="11100624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detect errors (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i.e.,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flipped bits) in transmitted segment</a:t>
            </a:r>
            <a:endParaRPr/>
          </a:p>
          <a:p>
            <a:pPr indent="-22733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33" name="Google Shape;1433;p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2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Cyclic Redundancy Check (CRC)</a:t>
            </a:r>
            <a:endParaRPr sz="4400"/>
          </a:p>
        </p:txBody>
      </p:sp>
      <p:sp>
        <p:nvSpPr>
          <p:cNvPr id="1440" name="Google Shape;1440;p20"/>
          <p:cNvSpPr txBox="1"/>
          <p:nvPr/>
        </p:nvSpPr>
        <p:spPr>
          <a:xfrm>
            <a:off x="830820" y="1239611"/>
            <a:ext cx="10632309" cy="15300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powerful error-detection coding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bits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(given, think of these as a binary number)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 pattern (generator), of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r+1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(given)</a:t>
            </a:r>
            <a:endParaRPr/>
          </a:p>
          <a:p>
            <a:pPr indent="-508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2" name="Google Shape;1442;p20"/>
          <p:cNvSpPr txBox="1"/>
          <p:nvPr/>
        </p:nvSpPr>
        <p:spPr>
          <a:xfrm>
            <a:off x="850698" y="4665031"/>
            <a:ext cx="10850971" cy="1868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i="1" lang="en-US" sz="2800" u="sng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choose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CRC bits, 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such that &lt;D,R&gt; exactly divisible by G (mod 2)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 knows G, divides &lt;D,R&gt; by G.  If non-zero remainder: error detected!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detect all burst errors less than r+1 bits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widely used in practice (Ethernet, 802.11 WiFi)</a:t>
            </a:r>
            <a:endParaRPr/>
          </a:p>
          <a:p>
            <a:pPr indent="-508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3" name="Google Shape;1443;p20"/>
          <p:cNvGrpSpPr/>
          <p:nvPr/>
        </p:nvGrpSpPr>
        <p:grpSpPr>
          <a:xfrm>
            <a:off x="3954671" y="2770984"/>
            <a:ext cx="7036657" cy="1611402"/>
            <a:chOff x="3954671" y="2770984"/>
            <a:chExt cx="7036657" cy="1611402"/>
          </a:xfrm>
        </p:grpSpPr>
        <p:grpSp>
          <p:nvGrpSpPr>
            <p:cNvPr id="1444" name="Google Shape;1444;p20"/>
            <p:cNvGrpSpPr/>
            <p:nvPr/>
          </p:nvGrpSpPr>
          <p:grpSpPr>
            <a:xfrm>
              <a:off x="4243982" y="2770984"/>
              <a:ext cx="2691529" cy="1072438"/>
              <a:chOff x="2335669" y="2731227"/>
              <a:chExt cx="2691529" cy="1072438"/>
            </a:xfrm>
          </p:grpSpPr>
          <p:grpSp>
            <p:nvGrpSpPr>
              <p:cNvPr id="1445" name="Google Shape;1445;p20"/>
              <p:cNvGrpSpPr/>
              <p:nvPr/>
            </p:nvGrpSpPr>
            <p:grpSpPr>
              <a:xfrm>
                <a:off x="3847708" y="2731227"/>
                <a:ext cx="1179490" cy="644795"/>
                <a:chOff x="2714347" y="4114405"/>
                <a:chExt cx="1179490" cy="644795"/>
              </a:xfrm>
            </p:grpSpPr>
            <p:cxnSp>
              <p:nvCxnSpPr>
                <p:cNvPr id="1446" name="Google Shape;1446;p20"/>
                <p:cNvCxnSpPr/>
                <p:nvPr/>
              </p:nvCxnSpPr>
              <p:spPr>
                <a:xfrm>
                  <a:off x="2993162" y="4665600"/>
                  <a:ext cx="542038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  <p:sp>
              <p:nvSpPr>
                <p:cNvPr id="1447" name="Google Shape;1447;p20"/>
                <p:cNvSpPr txBox="1"/>
                <p:nvPr/>
              </p:nvSpPr>
              <p:spPr>
                <a:xfrm>
                  <a:off x="2714347" y="4114405"/>
                  <a:ext cx="1179490" cy="40011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1" lang="en-U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</a:t>
                  </a:r>
                  <a:r>
                    <a:rPr lang="en-U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CRC bits</a:t>
                  </a:r>
                  <a:endParaRPr/>
                </a:p>
              </p:txBody>
            </p:sp>
            <p:cxnSp>
              <p:nvCxnSpPr>
                <p:cNvPr id="1448" name="Google Shape;1448;p20"/>
                <p:cNvCxnSpPr/>
                <p:nvPr/>
              </p:nvCxnSpPr>
              <p:spPr>
                <a:xfrm>
                  <a:off x="3542400" y="4572000"/>
                  <a:ext cx="0" cy="187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449" name="Google Shape;1449;p20"/>
              <p:cNvGrpSpPr/>
              <p:nvPr/>
            </p:nvGrpSpPr>
            <p:grpSpPr>
              <a:xfrm>
                <a:off x="2491075" y="3061148"/>
                <a:ext cx="1630353" cy="400110"/>
                <a:chOff x="1912047" y="4446000"/>
                <a:chExt cx="1630353" cy="400110"/>
              </a:xfrm>
            </p:grpSpPr>
            <p:cxnSp>
              <p:nvCxnSpPr>
                <p:cNvPr id="1450" name="Google Shape;1450;p20"/>
                <p:cNvCxnSpPr/>
                <p:nvPr/>
              </p:nvCxnSpPr>
              <p:spPr>
                <a:xfrm>
                  <a:off x="1914638" y="4665600"/>
                  <a:ext cx="1620562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  <p:sp>
              <p:nvSpPr>
                <p:cNvPr id="1451" name="Google Shape;1451;p20"/>
                <p:cNvSpPr/>
                <p:nvPr/>
              </p:nvSpPr>
              <p:spPr>
                <a:xfrm>
                  <a:off x="2098800" y="4636800"/>
                  <a:ext cx="1245600" cy="45719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2" name="Google Shape;1452;p20"/>
                <p:cNvSpPr txBox="1"/>
                <p:nvPr/>
              </p:nvSpPr>
              <p:spPr>
                <a:xfrm>
                  <a:off x="2088000" y="4446000"/>
                  <a:ext cx="1278812" cy="40011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 data bits</a:t>
                  </a:r>
                  <a:endParaRPr/>
                </a:p>
              </p:txBody>
            </p:sp>
            <p:cxnSp>
              <p:nvCxnSpPr>
                <p:cNvPr id="1453" name="Google Shape;1453;p20"/>
                <p:cNvCxnSpPr/>
                <p:nvPr/>
              </p:nvCxnSpPr>
              <p:spPr>
                <a:xfrm>
                  <a:off x="3542400" y="4572000"/>
                  <a:ext cx="0" cy="187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454" name="Google Shape;1454;p20"/>
                <p:cNvCxnSpPr/>
                <p:nvPr/>
              </p:nvCxnSpPr>
              <p:spPr>
                <a:xfrm>
                  <a:off x="1912047" y="4569600"/>
                  <a:ext cx="0" cy="187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455" name="Google Shape;1455;p20"/>
              <p:cNvGrpSpPr/>
              <p:nvPr/>
            </p:nvGrpSpPr>
            <p:grpSpPr>
              <a:xfrm>
                <a:off x="2335669" y="3342000"/>
                <a:ext cx="2325599" cy="461665"/>
                <a:chOff x="1904400" y="5143043"/>
                <a:chExt cx="2325599" cy="461665"/>
              </a:xfrm>
            </p:grpSpPr>
            <p:sp>
              <p:nvSpPr>
                <p:cNvPr id="1456" name="Google Shape;1456;p20"/>
                <p:cNvSpPr/>
                <p:nvPr/>
              </p:nvSpPr>
              <p:spPr>
                <a:xfrm>
                  <a:off x="1904400" y="5221355"/>
                  <a:ext cx="2325599" cy="291548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bl" dir="18900000" dist="381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7" name="Google Shape;1457;p20"/>
                <p:cNvSpPr txBox="1"/>
                <p:nvPr/>
              </p:nvSpPr>
              <p:spPr>
                <a:xfrm>
                  <a:off x="2617147" y="5171947"/>
                  <a:ext cx="341760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8" name="Google Shape;1458;p20"/>
                <p:cNvSpPr txBox="1"/>
                <p:nvPr/>
              </p:nvSpPr>
              <p:spPr>
                <a:xfrm>
                  <a:off x="3708874" y="5143043"/>
                  <a:ext cx="351378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</a:t>
                  </a:r>
                  <a:endParaRPr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459" name="Google Shape;1459;p20"/>
                <p:cNvCxnSpPr/>
                <p:nvPr/>
              </p:nvCxnSpPr>
              <p:spPr>
                <a:xfrm>
                  <a:off x="3531600" y="5223600"/>
                  <a:ext cx="0" cy="28800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460" name="Google Shape;1460;p20"/>
            <p:cNvGrpSpPr/>
            <p:nvPr/>
          </p:nvGrpSpPr>
          <p:grpSpPr>
            <a:xfrm>
              <a:off x="3954671" y="3896138"/>
              <a:ext cx="2934586" cy="486248"/>
              <a:chOff x="8759687" y="3087756"/>
              <a:chExt cx="2934586" cy="486248"/>
            </a:xfrm>
          </p:grpSpPr>
          <p:sp>
            <p:nvSpPr>
              <p:cNvPr id="1461" name="Google Shape;1461;p20"/>
              <p:cNvSpPr txBox="1"/>
              <p:nvPr/>
            </p:nvSpPr>
            <p:spPr>
              <a:xfrm>
                <a:off x="8759687" y="3087756"/>
                <a:ext cx="2934586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&lt;D,R&gt; = D  2</a:t>
                </a:r>
                <a:r>
                  <a:rPr baseline="30000"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</a:t>
                </a: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XOR  R  </a:t>
                </a:r>
                <a:endParaRPr/>
              </a:p>
            </p:txBody>
          </p:sp>
          <p:sp>
            <p:nvSpPr>
              <p:cNvPr id="1462" name="Google Shape;1462;p20"/>
              <p:cNvSpPr txBox="1"/>
              <p:nvPr/>
            </p:nvSpPr>
            <p:spPr>
              <a:xfrm>
                <a:off x="9972262" y="3173894"/>
                <a:ext cx="31290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*</a:t>
                </a:r>
                <a:endParaRPr/>
              </a:p>
            </p:txBody>
          </p:sp>
        </p:grpSp>
        <p:grpSp>
          <p:nvGrpSpPr>
            <p:cNvPr id="1463" name="Google Shape;1463;p20"/>
            <p:cNvGrpSpPr/>
            <p:nvPr/>
          </p:nvGrpSpPr>
          <p:grpSpPr>
            <a:xfrm>
              <a:off x="6791741" y="3405809"/>
              <a:ext cx="4199587" cy="945369"/>
              <a:chOff x="7030279" y="3405809"/>
              <a:chExt cx="4199587" cy="945369"/>
            </a:xfrm>
          </p:grpSpPr>
          <p:sp>
            <p:nvSpPr>
              <p:cNvPr id="1464" name="Google Shape;1464;p20"/>
              <p:cNvSpPr txBox="1"/>
              <p:nvPr/>
            </p:nvSpPr>
            <p:spPr>
              <a:xfrm>
                <a:off x="8242853" y="3405809"/>
                <a:ext cx="151580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0000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bit pattern</a:t>
                </a:r>
                <a:endParaRPr/>
              </a:p>
            </p:txBody>
          </p:sp>
          <p:sp>
            <p:nvSpPr>
              <p:cNvPr id="1465" name="Google Shape;1465;p20"/>
              <p:cNvSpPr txBox="1"/>
              <p:nvPr/>
            </p:nvSpPr>
            <p:spPr>
              <a:xfrm>
                <a:off x="8236226" y="3889513"/>
                <a:ext cx="299364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0000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formula for bit pattern</a:t>
                </a:r>
                <a:endParaRPr/>
              </a:p>
            </p:txBody>
          </p:sp>
          <p:cxnSp>
            <p:nvCxnSpPr>
              <p:cNvPr id="1466" name="Google Shape;1466;p20"/>
              <p:cNvCxnSpPr/>
              <p:nvPr/>
            </p:nvCxnSpPr>
            <p:spPr>
              <a:xfrm>
                <a:off x="7050157" y="4134678"/>
                <a:ext cx="1192695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67" name="Google Shape;1467;p20"/>
              <p:cNvCxnSpPr/>
              <p:nvPr/>
            </p:nvCxnSpPr>
            <p:spPr>
              <a:xfrm>
                <a:off x="7030279" y="3637722"/>
                <a:ext cx="1192695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468" name="Google Shape;1468;p20"/>
          <p:cNvSpPr/>
          <p:nvPr/>
        </p:nvSpPr>
        <p:spPr>
          <a:xfrm>
            <a:off x="5864088" y="3260035"/>
            <a:ext cx="715617" cy="715617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2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5" name="Google Shape;1475;p2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Cyclic Redundancy Check (CRC): example</a:t>
            </a:r>
            <a:endParaRPr sz="4400"/>
          </a:p>
        </p:txBody>
      </p:sp>
      <p:sp>
        <p:nvSpPr>
          <p:cNvPr id="1476" name="Google Shape;1476;p21"/>
          <p:cNvSpPr txBox="1"/>
          <p:nvPr/>
        </p:nvSpPr>
        <p:spPr>
          <a:xfrm>
            <a:off x="753303" y="1408043"/>
            <a:ext cx="4984888" cy="1044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We want:</a:t>
            </a:r>
            <a:endParaRPr sz="320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3000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baseline="3000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XOR  R = nG</a:t>
            </a:r>
            <a:endParaRPr b="0" i="1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21"/>
          <p:cNvSpPr txBox="1"/>
          <p:nvPr/>
        </p:nvSpPr>
        <p:spPr>
          <a:xfrm>
            <a:off x="498852" y="6357788"/>
            <a:ext cx="95330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/>
          </a:p>
        </p:txBody>
      </p:sp>
      <p:grpSp>
        <p:nvGrpSpPr>
          <p:cNvPr id="1478" name="Google Shape;1478;p21"/>
          <p:cNvGrpSpPr/>
          <p:nvPr/>
        </p:nvGrpSpPr>
        <p:grpSpPr>
          <a:xfrm>
            <a:off x="1783729" y="4359275"/>
            <a:ext cx="2788271" cy="822325"/>
            <a:chOff x="1783729" y="4359275"/>
            <a:chExt cx="2788271" cy="822325"/>
          </a:xfrm>
        </p:grpSpPr>
        <p:sp>
          <p:nvSpPr>
            <p:cNvPr id="1479" name="Google Shape;1479;p21"/>
            <p:cNvSpPr txBox="1"/>
            <p:nvPr/>
          </p:nvSpPr>
          <p:spPr>
            <a:xfrm>
              <a:off x="3184939" y="4359275"/>
              <a:ext cx="1336675" cy="822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aseline="30000"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aseline="30000"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/>
            </a:p>
          </p:txBody>
        </p:sp>
        <p:cxnSp>
          <p:nvCxnSpPr>
            <p:cNvPr id="1480" name="Google Shape;1480;p21"/>
            <p:cNvCxnSpPr/>
            <p:nvPr/>
          </p:nvCxnSpPr>
          <p:spPr>
            <a:xfrm>
              <a:off x="3527839" y="4775200"/>
              <a:ext cx="631825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81" name="Google Shape;1481;p21"/>
            <p:cNvSpPr txBox="1"/>
            <p:nvPr/>
          </p:nvSpPr>
          <p:spPr>
            <a:xfrm>
              <a:off x="1783729" y="4504911"/>
              <a:ext cx="2788271" cy="4719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i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remainder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</a:t>
              </a:r>
              <a:r>
                <a:rPr i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     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]</a:t>
              </a:r>
              <a:endParaRPr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2" name="Google Shape;1482;p21"/>
          <p:cNvSpPr txBox="1"/>
          <p:nvPr/>
        </p:nvSpPr>
        <p:spPr>
          <a:xfrm>
            <a:off x="767158" y="2253170"/>
            <a:ext cx="4984888" cy="877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7475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or equivalently:</a:t>
            </a:r>
            <a:endParaRPr sz="320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3000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baseline="3000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nG  XOR  R </a:t>
            </a:r>
            <a:endParaRPr/>
          </a:p>
        </p:txBody>
      </p:sp>
      <p:sp>
        <p:nvSpPr>
          <p:cNvPr id="1483" name="Google Shape;1483;p21"/>
          <p:cNvSpPr txBox="1"/>
          <p:nvPr/>
        </p:nvSpPr>
        <p:spPr>
          <a:xfrm>
            <a:off x="725595" y="3126008"/>
            <a:ext cx="4984888" cy="1252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7475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or equivalently: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-234950" lvl="0" marL="457200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if we divide D</a:t>
            </a:r>
            <a:r>
              <a:rPr baseline="30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aseline="30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G, want remainder R to satisfy: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21"/>
          <p:cNvSpPr txBox="1"/>
          <p:nvPr/>
        </p:nvSpPr>
        <p:spPr>
          <a:xfrm>
            <a:off x="7679634" y="2146851"/>
            <a:ext cx="12202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1  0  0  1</a:t>
            </a:r>
            <a:endParaRPr/>
          </a:p>
        </p:txBody>
      </p:sp>
      <p:sp>
        <p:nvSpPr>
          <p:cNvPr id="1485" name="Google Shape;1485;p21"/>
          <p:cNvSpPr txBox="1"/>
          <p:nvPr/>
        </p:nvSpPr>
        <p:spPr>
          <a:xfrm>
            <a:off x="8249478" y="3041373"/>
            <a:ext cx="12202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1  0  1  0</a:t>
            </a:r>
            <a:endParaRPr/>
          </a:p>
        </p:txBody>
      </p:sp>
      <p:sp>
        <p:nvSpPr>
          <p:cNvPr id="1486" name="Google Shape;1486;p21"/>
          <p:cNvSpPr txBox="1"/>
          <p:nvPr/>
        </p:nvSpPr>
        <p:spPr>
          <a:xfrm>
            <a:off x="8249479" y="2451654"/>
            <a:ext cx="9268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1  0  1</a:t>
            </a:r>
            <a:endParaRPr/>
          </a:p>
        </p:txBody>
      </p:sp>
      <p:sp>
        <p:nvSpPr>
          <p:cNvPr id="1487" name="Google Shape;1487;p21"/>
          <p:cNvSpPr txBox="1"/>
          <p:nvPr/>
        </p:nvSpPr>
        <p:spPr>
          <a:xfrm>
            <a:off x="8262729" y="2756456"/>
            <a:ext cx="9268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0  0  0</a:t>
            </a:r>
            <a:endParaRPr/>
          </a:p>
        </p:txBody>
      </p:sp>
      <p:sp>
        <p:nvSpPr>
          <p:cNvPr id="1488" name="Google Shape;1488;p21"/>
          <p:cNvSpPr txBox="1"/>
          <p:nvPr/>
        </p:nvSpPr>
        <p:spPr>
          <a:xfrm>
            <a:off x="8256103" y="3339547"/>
            <a:ext cx="12202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1  0  0  1</a:t>
            </a:r>
            <a:endParaRPr/>
          </a:p>
        </p:txBody>
      </p:sp>
      <p:grpSp>
        <p:nvGrpSpPr>
          <p:cNvPr id="1489" name="Google Shape;1489;p21"/>
          <p:cNvGrpSpPr/>
          <p:nvPr/>
        </p:nvGrpSpPr>
        <p:grpSpPr>
          <a:xfrm>
            <a:off x="8825948" y="3664228"/>
            <a:ext cx="1505129" cy="2259494"/>
            <a:chOff x="8825948" y="3664228"/>
            <a:chExt cx="1505129" cy="2259494"/>
          </a:xfrm>
        </p:grpSpPr>
        <p:sp>
          <p:nvSpPr>
            <p:cNvPr id="1490" name="Google Shape;1490;p21"/>
            <p:cNvSpPr txBox="1"/>
            <p:nvPr/>
          </p:nvSpPr>
          <p:spPr>
            <a:xfrm>
              <a:off x="8832573" y="4558747"/>
              <a:ext cx="12202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1  0  0  1</a:t>
              </a:r>
              <a:endParaRPr/>
            </a:p>
          </p:txBody>
        </p:sp>
        <p:sp>
          <p:nvSpPr>
            <p:cNvPr id="1491" name="Google Shape;1491;p21"/>
            <p:cNvSpPr txBox="1"/>
            <p:nvPr/>
          </p:nvSpPr>
          <p:spPr>
            <a:xfrm>
              <a:off x="9110869" y="5155096"/>
              <a:ext cx="12202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1  0  0  1</a:t>
              </a:r>
              <a:endParaRPr/>
            </a:p>
          </p:txBody>
        </p:sp>
        <p:sp>
          <p:nvSpPr>
            <p:cNvPr id="1492" name="Google Shape;1492;p21"/>
            <p:cNvSpPr txBox="1"/>
            <p:nvPr/>
          </p:nvSpPr>
          <p:spPr>
            <a:xfrm>
              <a:off x="8845821" y="3962406"/>
              <a:ext cx="9268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0  0  0</a:t>
              </a:r>
              <a:endParaRPr/>
            </a:p>
          </p:txBody>
        </p:sp>
        <p:sp>
          <p:nvSpPr>
            <p:cNvPr id="1493" name="Google Shape;1493;p21"/>
            <p:cNvSpPr txBox="1"/>
            <p:nvPr/>
          </p:nvSpPr>
          <p:spPr>
            <a:xfrm>
              <a:off x="8825949" y="3664228"/>
              <a:ext cx="9268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1  1  0</a:t>
              </a:r>
              <a:endParaRPr/>
            </a:p>
          </p:txBody>
        </p:sp>
        <p:sp>
          <p:nvSpPr>
            <p:cNvPr id="1494" name="Google Shape;1494;p21"/>
            <p:cNvSpPr txBox="1"/>
            <p:nvPr/>
          </p:nvSpPr>
          <p:spPr>
            <a:xfrm>
              <a:off x="8825948" y="4253947"/>
              <a:ext cx="12202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1  1  0  0</a:t>
              </a:r>
              <a:endParaRPr/>
            </a:p>
          </p:txBody>
        </p:sp>
        <p:sp>
          <p:nvSpPr>
            <p:cNvPr id="1495" name="Google Shape;1495;p21"/>
            <p:cNvSpPr txBox="1"/>
            <p:nvPr/>
          </p:nvSpPr>
          <p:spPr>
            <a:xfrm>
              <a:off x="9110871" y="4856920"/>
              <a:ext cx="12202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1  0  1  0</a:t>
              </a:r>
              <a:endParaRPr/>
            </a:p>
          </p:txBody>
        </p:sp>
        <p:sp>
          <p:nvSpPr>
            <p:cNvPr id="1496" name="Google Shape;1496;p21"/>
            <p:cNvSpPr txBox="1"/>
            <p:nvPr/>
          </p:nvSpPr>
          <p:spPr>
            <a:xfrm>
              <a:off x="9395794" y="5462057"/>
              <a:ext cx="9268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0  1  1</a:t>
              </a:r>
              <a:endParaRPr/>
            </a:p>
          </p:txBody>
        </p:sp>
      </p:grpSp>
      <p:sp>
        <p:nvSpPr>
          <p:cNvPr id="1497" name="Google Shape;1497;p21"/>
          <p:cNvSpPr txBox="1"/>
          <p:nvPr/>
        </p:nvSpPr>
        <p:spPr>
          <a:xfrm>
            <a:off x="9262887" y="1451109"/>
            <a:ext cx="106471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0  1  1</a:t>
            </a:r>
            <a:endParaRPr/>
          </a:p>
        </p:txBody>
      </p:sp>
      <p:sp>
        <p:nvSpPr>
          <p:cNvPr id="1498" name="Google Shape;1498;p21"/>
          <p:cNvSpPr txBox="1"/>
          <p:nvPr/>
        </p:nvSpPr>
        <p:spPr>
          <a:xfrm>
            <a:off x="9998764" y="2537791"/>
            <a:ext cx="4058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499" name="Google Shape;1499;p21"/>
          <p:cNvSpPr txBox="1"/>
          <p:nvPr/>
        </p:nvSpPr>
        <p:spPr>
          <a:xfrm>
            <a:off x="9700589" y="5963477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</p:txBody>
      </p:sp>
      <p:sp>
        <p:nvSpPr>
          <p:cNvPr id="1500" name="Google Shape;1500;p21"/>
          <p:cNvSpPr/>
          <p:nvPr/>
        </p:nvSpPr>
        <p:spPr>
          <a:xfrm rot="5400000">
            <a:off x="9749390" y="5609878"/>
            <a:ext cx="185531" cy="68069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01" name="Google Shape;1501;p21"/>
          <p:cNvGrpSpPr/>
          <p:nvPr/>
        </p:nvGrpSpPr>
        <p:grpSpPr>
          <a:xfrm>
            <a:off x="6367670" y="1219201"/>
            <a:ext cx="1220206" cy="1064637"/>
            <a:chOff x="6367670" y="1219201"/>
            <a:chExt cx="1220206" cy="1064637"/>
          </a:xfrm>
        </p:grpSpPr>
        <p:sp>
          <p:nvSpPr>
            <p:cNvPr id="1502" name="Google Shape;1502;p21"/>
            <p:cNvSpPr txBox="1"/>
            <p:nvPr/>
          </p:nvSpPr>
          <p:spPr>
            <a:xfrm>
              <a:off x="6367670" y="1822173"/>
              <a:ext cx="12202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1  0  0  1</a:t>
              </a:r>
              <a:endParaRPr/>
            </a:p>
          </p:txBody>
        </p:sp>
        <p:sp>
          <p:nvSpPr>
            <p:cNvPr id="1503" name="Google Shape;1503;p21"/>
            <p:cNvSpPr txBox="1"/>
            <p:nvPr/>
          </p:nvSpPr>
          <p:spPr>
            <a:xfrm>
              <a:off x="6745358" y="1219201"/>
              <a:ext cx="41069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/>
            </a:p>
          </p:txBody>
        </p:sp>
        <p:sp>
          <p:nvSpPr>
            <p:cNvPr id="1504" name="Google Shape;1504;p21"/>
            <p:cNvSpPr/>
            <p:nvPr/>
          </p:nvSpPr>
          <p:spPr>
            <a:xfrm rot="-5400000">
              <a:off x="6831499" y="1265579"/>
              <a:ext cx="231910" cy="1000543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505" name="Google Shape;1505;p21"/>
          <p:cNvCxnSpPr>
            <a:endCxn id="1498" idx="1"/>
          </p:cNvCxnSpPr>
          <p:nvPr/>
        </p:nvCxnSpPr>
        <p:spPr>
          <a:xfrm>
            <a:off x="8839264" y="2200001"/>
            <a:ext cx="1159500" cy="59940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506" name="Google Shape;1506;p21"/>
          <p:cNvGrpSpPr/>
          <p:nvPr/>
        </p:nvGrpSpPr>
        <p:grpSpPr>
          <a:xfrm>
            <a:off x="7550150" y="1873802"/>
            <a:ext cx="2658303" cy="323299"/>
            <a:chOff x="7550150" y="1873802"/>
            <a:chExt cx="2658303" cy="323299"/>
          </a:xfrm>
        </p:grpSpPr>
        <p:grpSp>
          <p:nvGrpSpPr>
            <p:cNvPr id="1507" name="Google Shape;1507;p21"/>
            <p:cNvGrpSpPr/>
            <p:nvPr/>
          </p:nvGrpSpPr>
          <p:grpSpPr>
            <a:xfrm>
              <a:off x="7550150" y="1873802"/>
              <a:ext cx="2658303" cy="323299"/>
              <a:chOff x="7572375" y="1842052"/>
              <a:chExt cx="2658303" cy="323299"/>
            </a:xfrm>
          </p:grpSpPr>
          <p:cxnSp>
            <p:nvCxnSpPr>
              <p:cNvPr id="1508" name="Google Shape;1508;p21"/>
              <p:cNvCxnSpPr/>
              <p:nvPr/>
            </p:nvCxnSpPr>
            <p:spPr>
              <a:xfrm>
                <a:off x="7659757" y="1842052"/>
                <a:ext cx="2570921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509" name="Google Shape;1509;p21"/>
              <p:cNvSpPr/>
              <p:nvPr/>
            </p:nvSpPr>
            <p:spPr>
              <a:xfrm rot="-5400000">
                <a:off x="7488045" y="1927002"/>
                <a:ext cx="322679" cy="154018"/>
              </a:xfrm>
              <a:prstGeom prst="pie">
                <a:avLst>
                  <a:gd fmla="val 0" name="adj1"/>
                  <a:gd fmla="val 10753547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10" name="Google Shape;1510;p21"/>
            <p:cNvSpPr/>
            <p:nvPr/>
          </p:nvSpPr>
          <p:spPr>
            <a:xfrm>
              <a:off x="7585075" y="1882775"/>
              <a:ext cx="85725" cy="30797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1" name="Google Shape;1511;p21"/>
          <p:cNvSpPr txBox="1"/>
          <p:nvPr/>
        </p:nvSpPr>
        <p:spPr>
          <a:xfrm>
            <a:off x="9406127" y="1822173"/>
            <a:ext cx="9268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0  0  0</a:t>
            </a:r>
            <a:endParaRPr/>
          </a:p>
        </p:txBody>
      </p:sp>
      <p:sp>
        <p:nvSpPr>
          <p:cNvPr id="1512" name="Google Shape;1512;p21"/>
          <p:cNvSpPr txBox="1"/>
          <p:nvPr/>
        </p:nvSpPr>
        <p:spPr>
          <a:xfrm>
            <a:off x="7673008" y="1828798"/>
            <a:ext cx="18069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1  0  1  1  1  0</a:t>
            </a:r>
            <a:endParaRPr/>
          </a:p>
        </p:txBody>
      </p:sp>
      <p:sp>
        <p:nvSpPr>
          <p:cNvPr id="1513" name="Google Shape;1513;p21"/>
          <p:cNvSpPr/>
          <p:nvPr/>
        </p:nvSpPr>
        <p:spPr>
          <a:xfrm>
            <a:off x="7712766" y="1881809"/>
            <a:ext cx="2597426" cy="331304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4" name="Google Shape;1514;p21"/>
          <p:cNvCxnSpPr>
            <a:endCxn id="1498" idx="1"/>
          </p:cNvCxnSpPr>
          <p:nvPr/>
        </p:nvCxnSpPr>
        <p:spPr>
          <a:xfrm>
            <a:off x="9720364" y="2219801"/>
            <a:ext cx="278400" cy="579600"/>
          </a:xfrm>
          <a:prstGeom prst="straightConnector1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5" name="Google Shape;1515;p21"/>
          <p:cNvSpPr txBox="1"/>
          <p:nvPr/>
        </p:nvSpPr>
        <p:spPr>
          <a:xfrm>
            <a:off x="10376447" y="2544418"/>
            <a:ext cx="45076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aseline="30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</p:txBody>
      </p:sp>
      <p:sp>
        <p:nvSpPr>
          <p:cNvPr id="1516" name="Google Shape;1516;p21"/>
          <p:cNvSpPr txBox="1"/>
          <p:nvPr/>
        </p:nvSpPr>
        <p:spPr>
          <a:xfrm>
            <a:off x="10227366" y="2637181"/>
            <a:ext cx="3129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1517" name="Google Shape;1517;p21"/>
          <p:cNvSpPr txBox="1"/>
          <p:nvPr/>
        </p:nvSpPr>
        <p:spPr>
          <a:xfrm>
            <a:off x="8523844" y="1441645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18" name="Google Shape;1518;p21"/>
          <p:cNvSpPr txBox="1"/>
          <p:nvPr/>
        </p:nvSpPr>
        <p:spPr>
          <a:xfrm>
            <a:off x="8810715" y="1450610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19" name="Google Shape;1519;p21"/>
          <p:cNvSpPr txBox="1"/>
          <p:nvPr/>
        </p:nvSpPr>
        <p:spPr>
          <a:xfrm>
            <a:off x="9097586" y="1441645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2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1526" name="Google Shape;152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527" name="Google Shape;1527;p22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22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2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2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Multiple access links, protocols</a:t>
            </a:r>
            <a:endParaRPr sz="4400"/>
          </a:p>
        </p:txBody>
      </p:sp>
      <p:sp>
        <p:nvSpPr>
          <p:cNvPr id="1536" name="Google Shape;1536;p2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7" name="Google Shape;1537;p23"/>
          <p:cNvSpPr txBox="1"/>
          <p:nvPr/>
        </p:nvSpPr>
        <p:spPr>
          <a:xfrm>
            <a:off x="979694" y="1096411"/>
            <a:ext cx="7772400" cy="3292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types of “links”: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point-to-point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point-to-point link between Ethernet switch, host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PPP for dial-up access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broadcast (shared wire or medium)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old-fashioned Ethernet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upstream HFC in cable-based access network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802.11 wireless LAN, 4G/4G. satellite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8" name="Google Shape;1538;p23"/>
          <p:cNvSpPr txBox="1"/>
          <p:nvPr/>
        </p:nvSpPr>
        <p:spPr>
          <a:xfrm>
            <a:off x="1211750" y="5747371"/>
            <a:ext cx="1601788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wire (e.g.,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cabled Ethernet)</a:t>
            </a:r>
            <a:endParaRPr/>
          </a:p>
        </p:txBody>
      </p:sp>
      <p:sp>
        <p:nvSpPr>
          <p:cNvPr id="1539" name="Google Shape;1539;p23"/>
          <p:cNvSpPr txBox="1"/>
          <p:nvPr/>
        </p:nvSpPr>
        <p:spPr>
          <a:xfrm>
            <a:off x="5137386" y="5842275"/>
            <a:ext cx="1696298" cy="275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radio: WiFi</a:t>
            </a:r>
            <a:endParaRPr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23"/>
          <p:cNvSpPr txBox="1"/>
          <p:nvPr/>
        </p:nvSpPr>
        <p:spPr>
          <a:xfrm>
            <a:off x="6927657" y="5847044"/>
            <a:ext cx="1935146" cy="275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radio: satellite </a:t>
            </a:r>
            <a:endParaRPr/>
          </a:p>
        </p:txBody>
      </p:sp>
      <p:sp>
        <p:nvSpPr>
          <p:cNvPr id="1541" name="Google Shape;1541;p23"/>
          <p:cNvSpPr txBox="1"/>
          <p:nvPr/>
        </p:nvSpPr>
        <p:spPr>
          <a:xfrm>
            <a:off x="8862810" y="5780226"/>
            <a:ext cx="2666586" cy="458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humans at a cocktail party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(shared air, acoustical)</a:t>
            </a:r>
            <a:endParaRPr/>
          </a:p>
        </p:txBody>
      </p:sp>
      <p:cxnSp>
        <p:nvCxnSpPr>
          <p:cNvPr id="1542" name="Google Shape;1542;p23"/>
          <p:cNvCxnSpPr/>
          <p:nvPr/>
        </p:nvCxnSpPr>
        <p:spPr>
          <a:xfrm flipH="1">
            <a:off x="1822938" y="4575796"/>
            <a:ext cx="466725" cy="890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3" name="Google Shape;1543;p23"/>
          <p:cNvCxnSpPr/>
          <p:nvPr/>
        </p:nvCxnSpPr>
        <p:spPr>
          <a:xfrm>
            <a:off x="1805475" y="5047283"/>
            <a:ext cx="242888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4" name="Google Shape;1544;p23"/>
          <p:cNvCxnSpPr/>
          <p:nvPr/>
        </p:nvCxnSpPr>
        <p:spPr>
          <a:xfrm>
            <a:off x="1670538" y="5383833"/>
            <a:ext cx="190500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5" name="Google Shape;1545;p23"/>
          <p:cNvCxnSpPr/>
          <p:nvPr/>
        </p:nvCxnSpPr>
        <p:spPr>
          <a:xfrm flipH="1" rot="10800000">
            <a:off x="2115038" y="4907583"/>
            <a:ext cx="177800" cy="7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46" name="Google Shape;1546;p23"/>
          <p:cNvGrpSpPr/>
          <p:nvPr/>
        </p:nvGrpSpPr>
        <p:grpSpPr>
          <a:xfrm>
            <a:off x="7127673" y="5455340"/>
            <a:ext cx="288925" cy="220663"/>
            <a:chOff x="2274" y="2821"/>
            <a:chExt cx="215" cy="238"/>
          </a:xfrm>
        </p:grpSpPr>
        <p:sp>
          <p:nvSpPr>
            <p:cNvPr id="1547" name="Google Shape;1547;p23"/>
            <p:cNvSpPr/>
            <p:nvPr/>
          </p:nvSpPr>
          <p:spPr>
            <a:xfrm>
              <a:off x="2274" y="3034"/>
              <a:ext cx="215" cy="25"/>
            </a:xfrm>
            <a:custGeom>
              <a:rect b="b" l="l" r="r" t="t"/>
              <a:pathLst>
                <a:path extrusionOk="0" h="50" w="43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48" name="Google Shape;1548;p23"/>
            <p:cNvCxnSpPr/>
            <p:nvPr/>
          </p:nvCxnSpPr>
          <p:spPr>
            <a:xfrm>
              <a:off x="2317" y="2951"/>
              <a:ext cx="30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49" name="Google Shape;1549;p23"/>
            <p:cNvSpPr/>
            <p:nvPr/>
          </p:nvSpPr>
          <p:spPr>
            <a:xfrm>
              <a:off x="2317" y="2923"/>
              <a:ext cx="44" cy="109"/>
            </a:xfrm>
            <a:custGeom>
              <a:rect b="b" l="l" r="r" t="t"/>
              <a:pathLst>
                <a:path extrusionOk="0" h="219" w="87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0" name="Google Shape;1550;p23"/>
            <p:cNvCxnSpPr/>
            <p:nvPr/>
          </p:nvCxnSpPr>
          <p:spPr>
            <a:xfrm flipH="1" rot="10800000">
              <a:off x="2300" y="2951"/>
              <a:ext cx="47" cy="8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51" name="Google Shape;1551;p23"/>
            <p:cNvSpPr/>
            <p:nvPr/>
          </p:nvSpPr>
          <p:spPr>
            <a:xfrm>
              <a:off x="2317" y="3005"/>
              <a:ext cx="86" cy="27"/>
            </a:xfrm>
            <a:custGeom>
              <a:rect b="b" l="l" r="r" t="t"/>
              <a:pathLst>
                <a:path extrusionOk="0" h="55" w="172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2" name="Google Shape;1552;p23"/>
            <p:cNvCxnSpPr/>
            <p:nvPr/>
          </p:nvCxnSpPr>
          <p:spPr>
            <a:xfrm rot="10800000">
              <a:off x="2375" y="2960"/>
              <a:ext cx="46" cy="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53" name="Google Shape;1553;p23"/>
            <p:cNvSpPr/>
            <p:nvPr/>
          </p:nvSpPr>
          <p:spPr>
            <a:xfrm>
              <a:off x="2274" y="3034"/>
              <a:ext cx="215" cy="25"/>
            </a:xfrm>
            <a:custGeom>
              <a:rect b="b" l="l" r="r" t="t"/>
              <a:pathLst>
                <a:path extrusionOk="0" h="50" w="43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23"/>
            <p:cNvSpPr/>
            <p:nvPr/>
          </p:nvSpPr>
          <p:spPr>
            <a:xfrm>
              <a:off x="2290" y="3043"/>
              <a:ext cx="171" cy="1"/>
            </a:xfrm>
            <a:custGeom>
              <a:rect b="b" l="l" r="r" t="t"/>
              <a:pathLst>
                <a:path extrusionOk="0" h="1" w="343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23"/>
            <p:cNvSpPr/>
            <p:nvPr/>
          </p:nvSpPr>
          <p:spPr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23"/>
            <p:cNvSpPr/>
            <p:nvPr/>
          </p:nvSpPr>
          <p:spPr>
            <a:xfrm>
              <a:off x="2281" y="2821"/>
              <a:ext cx="208" cy="175"/>
            </a:xfrm>
            <a:custGeom>
              <a:rect b="b" l="l" r="r" t="t"/>
              <a:pathLst>
                <a:path extrusionOk="0" h="350" w="415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7" name="Google Shape;1557;p23"/>
            <p:cNvCxnSpPr/>
            <p:nvPr/>
          </p:nvCxnSpPr>
          <p:spPr>
            <a:xfrm rot="10800000">
              <a:off x="2285" y="2824"/>
              <a:ext cx="136" cy="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8" name="Google Shape;1558;p23"/>
            <p:cNvCxnSpPr/>
            <p:nvPr/>
          </p:nvCxnSpPr>
          <p:spPr>
            <a:xfrm flipH="1">
              <a:off x="2372" y="2826"/>
              <a:ext cx="49" cy="1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9" name="Google Shape;1559;p23"/>
            <p:cNvCxnSpPr/>
            <p:nvPr/>
          </p:nvCxnSpPr>
          <p:spPr>
            <a:xfrm>
              <a:off x="2421" y="2826"/>
              <a:ext cx="67" cy="14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0" name="Google Shape;1560;p23"/>
            <p:cNvSpPr/>
            <p:nvPr/>
          </p:nvSpPr>
          <p:spPr>
            <a:xfrm>
              <a:off x="2349" y="2902"/>
              <a:ext cx="51" cy="40"/>
            </a:xfrm>
            <a:custGeom>
              <a:rect b="b" l="l" r="r" t="t"/>
              <a:pathLst>
                <a:path extrusionOk="0" h="80" w="101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1" name="Google Shape;1561;p23"/>
          <p:cNvGrpSpPr/>
          <p:nvPr/>
        </p:nvGrpSpPr>
        <p:grpSpPr>
          <a:xfrm>
            <a:off x="7634085" y="5436290"/>
            <a:ext cx="223838" cy="254000"/>
            <a:chOff x="2274" y="2821"/>
            <a:chExt cx="215" cy="238"/>
          </a:xfrm>
        </p:grpSpPr>
        <p:sp>
          <p:nvSpPr>
            <p:cNvPr id="1562" name="Google Shape;1562;p23"/>
            <p:cNvSpPr/>
            <p:nvPr/>
          </p:nvSpPr>
          <p:spPr>
            <a:xfrm>
              <a:off x="2274" y="3034"/>
              <a:ext cx="215" cy="25"/>
            </a:xfrm>
            <a:custGeom>
              <a:rect b="b" l="l" r="r" t="t"/>
              <a:pathLst>
                <a:path extrusionOk="0" h="50" w="43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3" name="Google Shape;1563;p23"/>
            <p:cNvCxnSpPr/>
            <p:nvPr/>
          </p:nvCxnSpPr>
          <p:spPr>
            <a:xfrm>
              <a:off x="2317" y="2951"/>
              <a:ext cx="30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4" name="Google Shape;1564;p23"/>
            <p:cNvSpPr/>
            <p:nvPr/>
          </p:nvSpPr>
          <p:spPr>
            <a:xfrm>
              <a:off x="2317" y="2923"/>
              <a:ext cx="44" cy="109"/>
            </a:xfrm>
            <a:custGeom>
              <a:rect b="b" l="l" r="r" t="t"/>
              <a:pathLst>
                <a:path extrusionOk="0" h="219" w="87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5" name="Google Shape;1565;p23"/>
            <p:cNvCxnSpPr/>
            <p:nvPr/>
          </p:nvCxnSpPr>
          <p:spPr>
            <a:xfrm flipH="1" rot="10800000">
              <a:off x="2300" y="2951"/>
              <a:ext cx="47" cy="8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6" name="Google Shape;1566;p23"/>
            <p:cNvSpPr/>
            <p:nvPr/>
          </p:nvSpPr>
          <p:spPr>
            <a:xfrm>
              <a:off x="2317" y="3005"/>
              <a:ext cx="86" cy="27"/>
            </a:xfrm>
            <a:custGeom>
              <a:rect b="b" l="l" r="r" t="t"/>
              <a:pathLst>
                <a:path extrusionOk="0" h="55" w="172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7" name="Google Shape;1567;p23"/>
            <p:cNvCxnSpPr/>
            <p:nvPr/>
          </p:nvCxnSpPr>
          <p:spPr>
            <a:xfrm rot="10800000">
              <a:off x="2375" y="2960"/>
              <a:ext cx="46" cy="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8" name="Google Shape;1568;p23"/>
            <p:cNvSpPr/>
            <p:nvPr/>
          </p:nvSpPr>
          <p:spPr>
            <a:xfrm>
              <a:off x="2274" y="3034"/>
              <a:ext cx="215" cy="25"/>
            </a:xfrm>
            <a:custGeom>
              <a:rect b="b" l="l" r="r" t="t"/>
              <a:pathLst>
                <a:path extrusionOk="0" h="50" w="43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23"/>
            <p:cNvSpPr/>
            <p:nvPr/>
          </p:nvSpPr>
          <p:spPr>
            <a:xfrm>
              <a:off x="2290" y="3043"/>
              <a:ext cx="171" cy="1"/>
            </a:xfrm>
            <a:custGeom>
              <a:rect b="b" l="l" r="r" t="t"/>
              <a:pathLst>
                <a:path extrusionOk="0" h="1" w="343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23"/>
            <p:cNvSpPr/>
            <p:nvPr/>
          </p:nvSpPr>
          <p:spPr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23"/>
            <p:cNvSpPr/>
            <p:nvPr/>
          </p:nvSpPr>
          <p:spPr>
            <a:xfrm>
              <a:off x="2281" y="2821"/>
              <a:ext cx="208" cy="175"/>
            </a:xfrm>
            <a:custGeom>
              <a:rect b="b" l="l" r="r" t="t"/>
              <a:pathLst>
                <a:path extrusionOk="0" h="350" w="415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72" name="Google Shape;1572;p23"/>
            <p:cNvCxnSpPr/>
            <p:nvPr/>
          </p:nvCxnSpPr>
          <p:spPr>
            <a:xfrm rot="10800000">
              <a:off x="2285" y="2824"/>
              <a:ext cx="136" cy="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3" name="Google Shape;1573;p23"/>
            <p:cNvCxnSpPr/>
            <p:nvPr/>
          </p:nvCxnSpPr>
          <p:spPr>
            <a:xfrm flipH="1">
              <a:off x="2372" y="2826"/>
              <a:ext cx="49" cy="1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4" name="Google Shape;1574;p23"/>
            <p:cNvCxnSpPr/>
            <p:nvPr/>
          </p:nvCxnSpPr>
          <p:spPr>
            <a:xfrm>
              <a:off x="2421" y="2826"/>
              <a:ext cx="67" cy="14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5" name="Google Shape;1575;p23"/>
            <p:cNvSpPr/>
            <p:nvPr/>
          </p:nvSpPr>
          <p:spPr>
            <a:xfrm>
              <a:off x="2349" y="2902"/>
              <a:ext cx="51" cy="40"/>
            </a:xfrm>
            <a:custGeom>
              <a:rect b="b" l="l" r="r" t="t"/>
              <a:pathLst>
                <a:path extrusionOk="0" h="80" w="101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6" name="Google Shape;1576;p23"/>
          <p:cNvGrpSpPr/>
          <p:nvPr/>
        </p:nvGrpSpPr>
        <p:grpSpPr>
          <a:xfrm flipH="1">
            <a:off x="8013498" y="5464865"/>
            <a:ext cx="298450" cy="211138"/>
            <a:chOff x="2274" y="2821"/>
            <a:chExt cx="215" cy="238"/>
          </a:xfrm>
        </p:grpSpPr>
        <p:sp>
          <p:nvSpPr>
            <p:cNvPr id="1577" name="Google Shape;1577;p23"/>
            <p:cNvSpPr/>
            <p:nvPr/>
          </p:nvSpPr>
          <p:spPr>
            <a:xfrm>
              <a:off x="2274" y="3034"/>
              <a:ext cx="215" cy="25"/>
            </a:xfrm>
            <a:custGeom>
              <a:rect b="b" l="l" r="r" t="t"/>
              <a:pathLst>
                <a:path extrusionOk="0" h="50" w="43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78" name="Google Shape;1578;p23"/>
            <p:cNvCxnSpPr/>
            <p:nvPr/>
          </p:nvCxnSpPr>
          <p:spPr>
            <a:xfrm>
              <a:off x="2317" y="2951"/>
              <a:ext cx="30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9" name="Google Shape;1579;p23"/>
            <p:cNvSpPr/>
            <p:nvPr/>
          </p:nvSpPr>
          <p:spPr>
            <a:xfrm>
              <a:off x="2317" y="2923"/>
              <a:ext cx="44" cy="109"/>
            </a:xfrm>
            <a:custGeom>
              <a:rect b="b" l="l" r="r" t="t"/>
              <a:pathLst>
                <a:path extrusionOk="0" h="219" w="87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0" name="Google Shape;1580;p23"/>
            <p:cNvCxnSpPr/>
            <p:nvPr/>
          </p:nvCxnSpPr>
          <p:spPr>
            <a:xfrm flipH="1" rot="10800000">
              <a:off x="2300" y="2951"/>
              <a:ext cx="47" cy="8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1" name="Google Shape;1581;p23"/>
            <p:cNvSpPr/>
            <p:nvPr/>
          </p:nvSpPr>
          <p:spPr>
            <a:xfrm>
              <a:off x="2317" y="3005"/>
              <a:ext cx="86" cy="27"/>
            </a:xfrm>
            <a:custGeom>
              <a:rect b="b" l="l" r="r" t="t"/>
              <a:pathLst>
                <a:path extrusionOk="0" h="55" w="172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2" name="Google Shape;1582;p23"/>
            <p:cNvCxnSpPr/>
            <p:nvPr/>
          </p:nvCxnSpPr>
          <p:spPr>
            <a:xfrm rot="10800000">
              <a:off x="2375" y="2960"/>
              <a:ext cx="46" cy="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3" name="Google Shape;1583;p23"/>
            <p:cNvSpPr/>
            <p:nvPr/>
          </p:nvSpPr>
          <p:spPr>
            <a:xfrm>
              <a:off x="2274" y="3034"/>
              <a:ext cx="215" cy="25"/>
            </a:xfrm>
            <a:custGeom>
              <a:rect b="b" l="l" r="r" t="t"/>
              <a:pathLst>
                <a:path extrusionOk="0" h="50" w="43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23"/>
            <p:cNvSpPr/>
            <p:nvPr/>
          </p:nvSpPr>
          <p:spPr>
            <a:xfrm>
              <a:off x="2290" y="3043"/>
              <a:ext cx="171" cy="1"/>
            </a:xfrm>
            <a:custGeom>
              <a:rect b="b" l="l" r="r" t="t"/>
              <a:pathLst>
                <a:path extrusionOk="0" h="1" w="343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23"/>
            <p:cNvSpPr/>
            <p:nvPr/>
          </p:nvSpPr>
          <p:spPr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23"/>
            <p:cNvSpPr/>
            <p:nvPr/>
          </p:nvSpPr>
          <p:spPr>
            <a:xfrm>
              <a:off x="2281" y="2821"/>
              <a:ext cx="208" cy="175"/>
            </a:xfrm>
            <a:custGeom>
              <a:rect b="b" l="l" r="r" t="t"/>
              <a:pathLst>
                <a:path extrusionOk="0" h="350" w="415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7" name="Google Shape;1587;p23"/>
            <p:cNvCxnSpPr/>
            <p:nvPr/>
          </p:nvCxnSpPr>
          <p:spPr>
            <a:xfrm rot="10800000">
              <a:off x="2285" y="2824"/>
              <a:ext cx="136" cy="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8" name="Google Shape;1588;p23"/>
            <p:cNvCxnSpPr/>
            <p:nvPr/>
          </p:nvCxnSpPr>
          <p:spPr>
            <a:xfrm flipH="1">
              <a:off x="2372" y="2826"/>
              <a:ext cx="49" cy="1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9" name="Google Shape;1589;p23"/>
            <p:cNvCxnSpPr/>
            <p:nvPr/>
          </p:nvCxnSpPr>
          <p:spPr>
            <a:xfrm>
              <a:off x="2421" y="2826"/>
              <a:ext cx="67" cy="14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90" name="Google Shape;1590;p23"/>
            <p:cNvSpPr/>
            <p:nvPr/>
          </p:nvSpPr>
          <p:spPr>
            <a:xfrm>
              <a:off x="2349" y="2902"/>
              <a:ext cx="51" cy="40"/>
            </a:xfrm>
            <a:custGeom>
              <a:rect b="b" l="l" r="r" t="t"/>
              <a:pathLst>
                <a:path extrusionOk="0" h="80" w="101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MMj03957750000[1]" id="1591" name="Google Shape;159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0723" y="4742553"/>
            <a:ext cx="561975" cy="47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cktail" id="1592" name="Google Shape;159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6005" y="4661590"/>
            <a:ext cx="2030412" cy="1041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3" name="Google Shape;1593;p23"/>
          <p:cNvCxnSpPr/>
          <p:nvPr/>
        </p:nvCxnSpPr>
        <p:spPr>
          <a:xfrm>
            <a:off x="1986450" y="4680571"/>
            <a:ext cx="242888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4" name="Google Shape;1594;p23"/>
          <p:cNvCxnSpPr/>
          <p:nvPr/>
        </p:nvCxnSpPr>
        <p:spPr>
          <a:xfrm>
            <a:off x="1986450" y="4680571"/>
            <a:ext cx="242888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5" name="Google Shape;1595;p23"/>
          <p:cNvCxnSpPr/>
          <p:nvPr/>
        </p:nvCxnSpPr>
        <p:spPr>
          <a:xfrm>
            <a:off x="1918188" y="5317158"/>
            <a:ext cx="190500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96" name="Google Shape;1596;p23"/>
          <p:cNvGrpSpPr/>
          <p:nvPr/>
        </p:nvGrpSpPr>
        <p:grpSpPr>
          <a:xfrm flipH="1">
            <a:off x="1256200" y="5193333"/>
            <a:ext cx="501650" cy="512763"/>
            <a:chOff x="2839" y="3501"/>
            <a:chExt cx="755" cy="803"/>
          </a:xfrm>
        </p:grpSpPr>
        <p:pic>
          <p:nvPicPr>
            <p:cNvPr descr="desktop_computer_stylized_medium" id="1597" name="Google Shape;1597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8" name="Google Shape;1598;p23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9" name="Google Shape;1599;p23"/>
          <p:cNvGrpSpPr/>
          <p:nvPr/>
        </p:nvGrpSpPr>
        <p:grpSpPr>
          <a:xfrm>
            <a:off x="5370862" y="4385019"/>
            <a:ext cx="635000" cy="491904"/>
            <a:chOff x="3061" y="2530"/>
            <a:chExt cx="400" cy="310"/>
          </a:xfrm>
        </p:grpSpPr>
        <p:grpSp>
          <p:nvGrpSpPr>
            <p:cNvPr id="1600" name="Google Shape;1600;p23"/>
            <p:cNvGrpSpPr/>
            <p:nvPr/>
          </p:nvGrpSpPr>
          <p:grpSpPr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1601" name="Google Shape;1601;p23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23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3" name="Google Shape;1603;p23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4" name="Google Shape;1604;p23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23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23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laptop_keyboard" id="1607" name="Google Shape;1607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8" name="Google Shape;1608;p23"/>
            <p:cNvSpPr/>
            <p:nvPr/>
          </p:nvSpPr>
          <p:spPr>
            <a:xfrm>
              <a:off x="3190" y="2638"/>
              <a:ext cx="197" cy="131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" id="1609" name="Google Shape;1609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0" name="Google Shape;1610;p23"/>
            <p:cNvSpPr/>
            <p:nvPr/>
          </p:nvSpPr>
          <p:spPr>
            <a:xfrm>
              <a:off x="3226" y="2634"/>
              <a:ext cx="167" cy="25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23"/>
            <p:cNvSpPr/>
            <p:nvPr/>
          </p:nvSpPr>
          <p:spPr>
            <a:xfrm>
              <a:off x="3189" y="2634"/>
              <a:ext cx="46" cy="102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23"/>
            <p:cNvSpPr/>
            <p:nvPr/>
          </p:nvSpPr>
          <p:spPr>
            <a:xfrm>
              <a:off x="3342" y="2652"/>
              <a:ext cx="50" cy="117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23"/>
            <p:cNvSpPr/>
            <p:nvPr/>
          </p:nvSpPr>
          <p:spPr>
            <a:xfrm>
              <a:off x="3188" y="2730"/>
              <a:ext cx="183" cy="40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23"/>
            <p:cNvSpPr/>
            <p:nvPr/>
          </p:nvSpPr>
          <p:spPr>
            <a:xfrm>
              <a:off x="3347" y="2653"/>
              <a:ext cx="47" cy="118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23"/>
            <p:cNvSpPr/>
            <p:nvPr/>
          </p:nvSpPr>
          <p:spPr>
            <a:xfrm>
              <a:off x="3188" y="2736"/>
              <a:ext cx="163" cy="39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16" name="Google Shape;1616;p23"/>
            <p:cNvGrpSpPr/>
            <p:nvPr/>
          </p:nvGrpSpPr>
          <p:grpSpPr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1617" name="Google Shape;1617;p23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8" name="Google Shape;1618;p23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9" name="Google Shape;1619;p23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0" name="Google Shape;1620;p23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1" name="Google Shape;1621;p23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2" name="Google Shape;1622;p23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23" name="Google Shape;1623;p23"/>
            <p:cNvSpPr/>
            <p:nvPr/>
          </p:nvSpPr>
          <p:spPr>
            <a:xfrm>
              <a:off x="3280" y="2781"/>
              <a:ext cx="67" cy="51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23"/>
            <p:cNvSpPr/>
            <p:nvPr/>
          </p:nvSpPr>
          <p:spPr>
            <a:xfrm>
              <a:off x="3109" y="2785"/>
              <a:ext cx="171" cy="4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23"/>
            <p:cNvSpPr/>
            <p:nvPr/>
          </p:nvSpPr>
          <p:spPr>
            <a:xfrm>
              <a:off x="3110" y="2776"/>
              <a:ext cx="1" cy="10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23"/>
            <p:cNvSpPr/>
            <p:nvPr/>
          </p:nvSpPr>
          <p:spPr>
            <a:xfrm>
              <a:off x="3110" y="2738"/>
              <a:ext cx="79" cy="39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23"/>
            <p:cNvSpPr/>
            <p:nvPr/>
          </p:nvSpPr>
          <p:spPr>
            <a:xfrm>
              <a:off x="3115" y="2778"/>
              <a:ext cx="162" cy="4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23"/>
            <p:cNvSpPr/>
            <p:nvPr/>
          </p:nvSpPr>
          <p:spPr>
            <a:xfrm flipH="1" rot="10800000">
              <a:off x="3277" y="2775"/>
              <a:ext cx="66" cy="4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23"/>
            <p:cNvSpPr/>
            <p:nvPr/>
          </p:nvSpPr>
          <p:spPr>
            <a:xfrm>
              <a:off x="3382" y="2736"/>
              <a:ext cx="1" cy="10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23"/>
            <p:cNvSpPr/>
            <p:nvPr/>
          </p:nvSpPr>
          <p:spPr>
            <a:xfrm>
              <a:off x="3382" y="2698"/>
              <a:ext cx="79" cy="39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1" name="Google Shape;1631;p23"/>
          <p:cNvGrpSpPr/>
          <p:nvPr/>
        </p:nvGrpSpPr>
        <p:grpSpPr>
          <a:xfrm>
            <a:off x="6258275" y="4553294"/>
            <a:ext cx="536575" cy="407766"/>
            <a:chOff x="3328" y="2543"/>
            <a:chExt cx="338" cy="257"/>
          </a:xfrm>
        </p:grpSpPr>
        <p:grpSp>
          <p:nvGrpSpPr>
            <p:cNvPr id="1632" name="Google Shape;1632;p23"/>
            <p:cNvGrpSpPr/>
            <p:nvPr/>
          </p:nvGrpSpPr>
          <p:grpSpPr>
            <a:xfrm>
              <a:off x="3328" y="2543"/>
              <a:ext cx="327" cy="81"/>
              <a:chOff x="2199" y="955"/>
              <a:chExt cx="2547" cy="506"/>
            </a:xfrm>
          </p:grpSpPr>
          <p:sp>
            <p:nvSpPr>
              <p:cNvPr id="1633" name="Google Shape;1633;p23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p23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5" name="Google Shape;1635;p23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6" name="Google Shape;1636;p23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7" name="Google Shape;1637;p23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8" name="Google Shape;1638;p23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laptop_keyboard" id="1639" name="Google Shape;1639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3381" y="2696"/>
              <a:ext cx="245" cy="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0" name="Google Shape;1640;p23"/>
            <p:cNvSpPr/>
            <p:nvPr/>
          </p:nvSpPr>
          <p:spPr>
            <a:xfrm>
              <a:off x="3462" y="2598"/>
              <a:ext cx="197" cy="131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" id="1641" name="Google Shape;1641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472" y="2601"/>
              <a:ext cx="179" cy="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2" name="Google Shape;1642;p23"/>
            <p:cNvSpPr/>
            <p:nvPr/>
          </p:nvSpPr>
          <p:spPr>
            <a:xfrm>
              <a:off x="3498" y="2594"/>
              <a:ext cx="167" cy="25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23"/>
            <p:cNvSpPr/>
            <p:nvPr/>
          </p:nvSpPr>
          <p:spPr>
            <a:xfrm>
              <a:off x="3461" y="2594"/>
              <a:ext cx="46" cy="102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23"/>
            <p:cNvSpPr/>
            <p:nvPr/>
          </p:nvSpPr>
          <p:spPr>
            <a:xfrm>
              <a:off x="3614" y="2612"/>
              <a:ext cx="50" cy="117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23"/>
            <p:cNvSpPr/>
            <p:nvPr/>
          </p:nvSpPr>
          <p:spPr>
            <a:xfrm>
              <a:off x="3460" y="2690"/>
              <a:ext cx="183" cy="40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23"/>
            <p:cNvSpPr/>
            <p:nvPr/>
          </p:nvSpPr>
          <p:spPr>
            <a:xfrm>
              <a:off x="3619" y="2613"/>
              <a:ext cx="47" cy="118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23"/>
            <p:cNvSpPr/>
            <p:nvPr/>
          </p:nvSpPr>
          <p:spPr>
            <a:xfrm>
              <a:off x="3460" y="2696"/>
              <a:ext cx="163" cy="39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48" name="Google Shape;1648;p23"/>
            <p:cNvGrpSpPr/>
            <p:nvPr/>
          </p:nvGrpSpPr>
          <p:grpSpPr>
            <a:xfrm>
              <a:off x="3458" y="2737"/>
              <a:ext cx="55" cy="24"/>
              <a:chOff x="1740" y="2642"/>
              <a:chExt cx="752" cy="327"/>
            </a:xfrm>
          </p:grpSpPr>
          <p:sp>
            <p:nvSpPr>
              <p:cNvPr id="1649" name="Google Shape;1649;p23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0" name="Google Shape;1650;p23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1" name="Google Shape;1651;p23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2" name="Google Shape;1652;p23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3" name="Google Shape;1653;p23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4" name="Google Shape;1654;p23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55" name="Google Shape;1655;p23"/>
            <p:cNvSpPr/>
            <p:nvPr/>
          </p:nvSpPr>
          <p:spPr>
            <a:xfrm>
              <a:off x="3552" y="2741"/>
              <a:ext cx="67" cy="51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23"/>
            <p:cNvSpPr/>
            <p:nvPr/>
          </p:nvSpPr>
          <p:spPr>
            <a:xfrm>
              <a:off x="3381" y="2745"/>
              <a:ext cx="171" cy="4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23"/>
            <p:cNvSpPr/>
            <p:nvPr/>
          </p:nvSpPr>
          <p:spPr>
            <a:xfrm>
              <a:off x="3387" y="2738"/>
              <a:ext cx="162" cy="4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23"/>
            <p:cNvSpPr/>
            <p:nvPr/>
          </p:nvSpPr>
          <p:spPr>
            <a:xfrm flipH="1" rot="10800000">
              <a:off x="3549" y="2735"/>
              <a:ext cx="66" cy="4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9" name="Google Shape;1659;p23"/>
          <p:cNvGrpSpPr/>
          <p:nvPr/>
        </p:nvGrpSpPr>
        <p:grpSpPr>
          <a:xfrm>
            <a:off x="5640737" y="4813644"/>
            <a:ext cx="585788" cy="419100"/>
            <a:chOff x="5096" y="2218"/>
            <a:chExt cx="369" cy="264"/>
          </a:xfrm>
        </p:grpSpPr>
        <p:grpSp>
          <p:nvGrpSpPr>
            <p:cNvPr id="1660" name="Google Shape;1660;p23"/>
            <p:cNvGrpSpPr/>
            <p:nvPr/>
          </p:nvGrpSpPr>
          <p:grpSpPr>
            <a:xfrm>
              <a:off x="5096" y="2218"/>
              <a:ext cx="327" cy="81"/>
              <a:chOff x="2199" y="955"/>
              <a:chExt cx="2547" cy="506"/>
            </a:xfrm>
          </p:grpSpPr>
          <p:sp>
            <p:nvSpPr>
              <p:cNvPr id="1661" name="Google Shape;1661;p23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2" name="Google Shape;1662;p23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3" name="Google Shape;1663;p23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4" name="Google Shape;1664;p23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5" name="Google Shape;1665;p23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6" name="Google Shape;1666;p23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access_point_stylized_small" id="1667" name="Google Shape;1667;p2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192" y="2250"/>
              <a:ext cx="273" cy="2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1668" name="Google Shape;1668;p2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195" y="2251"/>
              <a:ext cx="260" cy="23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69" name="Google Shape;1669;p23"/>
          <p:cNvGrpSpPr/>
          <p:nvPr/>
        </p:nvGrpSpPr>
        <p:grpSpPr>
          <a:xfrm>
            <a:off x="5342287" y="5239094"/>
            <a:ext cx="635000" cy="491904"/>
            <a:chOff x="3061" y="2530"/>
            <a:chExt cx="400" cy="310"/>
          </a:xfrm>
        </p:grpSpPr>
        <p:grpSp>
          <p:nvGrpSpPr>
            <p:cNvPr id="1670" name="Google Shape;1670;p23"/>
            <p:cNvGrpSpPr/>
            <p:nvPr/>
          </p:nvGrpSpPr>
          <p:grpSpPr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1671" name="Google Shape;1671;p23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2" name="Google Shape;1672;p23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3" name="Google Shape;1673;p23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4" name="Google Shape;1674;p23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23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6" name="Google Shape;1676;p23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laptop_keyboard" id="1677" name="Google Shape;1677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8" name="Google Shape;1678;p23"/>
            <p:cNvSpPr/>
            <p:nvPr/>
          </p:nvSpPr>
          <p:spPr>
            <a:xfrm>
              <a:off x="3190" y="2638"/>
              <a:ext cx="197" cy="131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" id="1679" name="Google Shape;1679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0" name="Google Shape;1680;p23"/>
            <p:cNvSpPr/>
            <p:nvPr/>
          </p:nvSpPr>
          <p:spPr>
            <a:xfrm>
              <a:off x="3226" y="2634"/>
              <a:ext cx="167" cy="25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23"/>
            <p:cNvSpPr/>
            <p:nvPr/>
          </p:nvSpPr>
          <p:spPr>
            <a:xfrm>
              <a:off x="3189" y="2634"/>
              <a:ext cx="46" cy="102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23"/>
            <p:cNvSpPr/>
            <p:nvPr/>
          </p:nvSpPr>
          <p:spPr>
            <a:xfrm>
              <a:off x="3342" y="2652"/>
              <a:ext cx="50" cy="117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23"/>
            <p:cNvSpPr/>
            <p:nvPr/>
          </p:nvSpPr>
          <p:spPr>
            <a:xfrm>
              <a:off x="3188" y="2730"/>
              <a:ext cx="183" cy="40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23"/>
            <p:cNvSpPr/>
            <p:nvPr/>
          </p:nvSpPr>
          <p:spPr>
            <a:xfrm>
              <a:off x="3347" y="2653"/>
              <a:ext cx="47" cy="118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23"/>
            <p:cNvSpPr/>
            <p:nvPr/>
          </p:nvSpPr>
          <p:spPr>
            <a:xfrm>
              <a:off x="3188" y="2736"/>
              <a:ext cx="163" cy="39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86" name="Google Shape;1686;p23"/>
            <p:cNvGrpSpPr/>
            <p:nvPr/>
          </p:nvGrpSpPr>
          <p:grpSpPr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1687" name="Google Shape;1687;p23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8" name="Google Shape;1688;p23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9" name="Google Shape;1689;p23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0" name="Google Shape;1690;p23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1" name="Google Shape;1691;p23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2" name="Google Shape;1692;p23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93" name="Google Shape;1693;p23"/>
            <p:cNvSpPr/>
            <p:nvPr/>
          </p:nvSpPr>
          <p:spPr>
            <a:xfrm>
              <a:off x="3280" y="2781"/>
              <a:ext cx="67" cy="51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23"/>
            <p:cNvSpPr/>
            <p:nvPr/>
          </p:nvSpPr>
          <p:spPr>
            <a:xfrm>
              <a:off x="3109" y="2785"/>
              <a:ext cx="171" cy="4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23"/>
            <p:cNvSpPr/>
            <p:nvPr/>
          </p:nvSpPr>
          <p:spPr>
            <a:xfrm>
              <a:off x="3110" y="2776"/>
              <a:ext cx="1" cy="10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23"/>
            <p:cNvSpPr/>
            <p:nvPr/>
          </p:nvSpPr>
          <p:spPr>
            <a:xfrm>
              <a:off x="3110" y="2738"/>
              <a:ext cx="79" cy="39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23"/>
            <p:cNvSpPr/>
            <p:nvPr/>
          </p:nvSpPr>
          <p:spPr>
            <a:xfrm>
              <a:off x="3115" y="2778"/>
              <a:ext cx="162" cy="4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23"/>
            <p:cNvSpPr/>
            <p:nvPr/>
          </p:nvSpPr>
          <p:spPr>
            <a:xfrm flipH="1" rot="10800000">
              <a:off x="3277" y="2775"/>
              <a:ext cx="66" cy="4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23"/>
            <p:cNvSpPr/>
            <p:nvPr/>
          </p:nvSpPr>
          <p:spPr>
            <a:xfrm>
              <a:off x="3382" y="2736"/>
              <a:ext cx="1" cy="10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23"/>
            <p:cNvSpPr/>
            <p:nvPr/>
          </p:nvSpPr>
          <p:spPr>
            <a:xfrm>
              <a:off x="3382" y="2698"/>
              <a:ext cx="79" cy="39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1" name="Google Shape;1701;p23"/>
          <p:cNvGrpSpPr/>
          <p:nvPr/>
        </p:nvGrpSpPr>
        <p:grpSpPr>
          <a:xfrm>
            <a:off x="5824887" y="5294656"/>
            <a:ext cx="635000" cy="491904"/>
            <a:chOff x="3061" y="2530"/>
            <a:chExt cx="400" cy="310"/>
          </a:xfrm>
        </p:grpSpPr>
        <p:grpSp>
          <p:nvGrpSpPr>
            <p:cNvPr id="1702" name="Google Shape;1702;p23"/>
            <p:cNvGrpSpPr/>
            <p:nvPr/>
          </p:nvGrpSpPr>
          <p:grpSpPr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1703" name="Google Shape;1703;p23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4" name="Google Shape;1704;p23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5" name="Google Shape;1705;p23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6" name="Google Shape;1706;p23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7" name="Google Shape;1707;p23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8" name="Google Shape;1708;p23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laptop_keyboard" id="1709" name="Google Shape;1709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0" name="Google Shape;1710;p23"/>
            <p:cNvSpPr/>
            <p:nvPr/>
          </p:nvSpPr>
          <p:spPr>
            <a:xfrm>
              <a:off x="3190" y="2638"/>
              <a:ext cx="197" cy="131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" id="1711" name="Google Shape;1711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2" name="Google Shape;1712;p23"/>
            <p:cNvSpPr/>
            <p:nvPr/>
          </p:nvSpPr>
          <p:spPr>
            <a:xfrm>
              <a:off x="3226" y="2634"/>
              <a:ext cx="167" cy="25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23"/>
            <p:cNvSpPr/>
            <p:nvPr/>
          </p:nvSpPr>
          <p:spPr>
            <a:xfrm>
              <a:off x="3189" y="2634"/>
              <a:ext cx="46" cy="102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23"/>
            <p:cNvSpPr/>
            <p:nvPr/>
          </p:nvSpPr>
          <p:spPr>
            <a:xfrm>
              <a:off x="3342" y="2652"/>
              <a:ext cx="50" cy="117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23"/>
            <p:cNvSpPr/>
            <p:nvPr/>
          </p:nvSpPr>
          <p:spPr>
            <a:xfrm>
              <a:off x="3188" y="2730"/>
              <a:ext cx="183" cy="40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23"/>
            <p:cNvSpPr/>
            <p:nvPr/>
          </p:nvSpPr>
          <p:spPr>
            <a:xfrm>
              <a:off x="3347" y="2653"/>
              <a:ext cx="47" cy="118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23"/>
            <p:cNvSpPr/>
            <p:nvPr/>
          </p:nvSpPr>
          <p:spPr>
            <a:xfrm>
              <a:off x="3188" y="2736"/>
              <a:ext cx="163" cy="39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18" name="Google Shape;1718;p23"/>
            <p:cNvGrpSpPr/>
            <p:nvPr/>
          </p:nvGrpSpPr>
          <p:grpSpPr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1719" name="Google Shape;1719;p23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0" name="Google Shape;1720;p23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1" name="Google Shape;1721;p23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2" name="Google Shape;1722;p23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3" name="Google Shape;1723;p23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4" name="Google Shape;1724;p23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25" name="Google Shape;1725;p23"/>
            <p:cNvSpPr/>
            <p:nvPr/>
          </p:nvSpPr>
          <p:spPr>
            <a:xfrm>
              <a:off x="3280" y="2781"/>
              <a:ext cx="67" cy="51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23"/>
            <p:cNvSpPr/>
            <p:nvPr/>
          </p:nvSpPr>
          <p:spPr>
            <a:xfrm>
              <a:off x="3109" y="2785"/>
              <a:ext cx="171" cy="4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23"/>
            <p:cNvSpPr/>
            <p:nvPr/>
          </p:nvSpPr>
          <p:spPr>
            <a:xfrm>
              <a:off x="3110" y="2776"/>
              <a:ext cx="1" cy="10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23"/>
            <p:cNvSpPr/>
            <p:nvPr/>
          </p:nvSpPr>
          <p:spPr>
            <a:xfrm>
              <a:off x="3110" y="2738"/>
              <a:ext cx="79" cy="39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23"/>
            <p:cNvSpPr/>
            <p:nvPr/>
          </p:nvSpPr>
          <p:spPr>
            <a:xfrm>
              <a:off x="3115" y="2778"/>
              <a:ext cx="162" cy="4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23"/>
            <p:cNvSpPr/>
            <p:nvPr/>
          </p:nvSpPr>
          <p:spPr>
            <a:xfrm flipH="1" rot="10800000">
              <a:off x="3277" y="2775"/>
              <a:ext cx="66" cy="4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23"/>
            <p:cNvSpPr/>
            <p:nvPr/>
          </p:nvSpPr>
          <p:spPr>
            <a:xfrm>
              <a:off x="3382" y="2736"/>
              <a:ext cx="1" cy="10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23"/>
            <p:cNvSpPr/>
            <p:nvPr/>
          </p:nvSpPr>
          <p:spPr>
            <a:xfrm>
              <a:off x="3382" y="2698"/>
              <a:ext cx="79" cy="39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3" name="Google Shape;1733;p23"/>
          <p:cNvGrpSpPr/>
          <p:nvPr/>
        </p:nvGrpSpPr>
        <p:grpSpPr>
          <a:xfrm flipH="1">
            <a:off x="1410188" y="4748833"/>
            <a:ext cx="501650" cy="512763"/>
            <a:chOff x="2839" y="3501"/>
            <a:chExt cx="755" cy="803"/>
          </a:xfrm>
        </p:grpSpPr>
        <p:pic>
          <p:nvPicPr>
            <p:cNvPr descr="desktop_computer_stylized_medium" id="1734" name="Google Shape;1734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5" name="Google Shape;1735;p23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6" name="Google Shape;1736;p23"/>
          <p:cNvGrpSpPr/>
          <p:nvPr/>
        </p:nvGrpSpPr>
        <p:grpSpPr>
          <a:xfrm flipH="1">
            <a:off x="1561000" y="4321796"/>
            <a:ext cx="501650" cy="512762"/>
            <a:chOff x="2839" y="3501"/>
            <a:chExt cx="755" cy="803"/>
          </a:xfrm>
        </p:grpSpPr>
        <p:pic>
          <p:nvPicPr>
            <p:cNvPr descr="desktop_computer_stylized_medium" id="1737" name="Google Shape;1737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8" name="Google Shape;1738;p23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9" name="Google Shape;1739;p23"/>
          <p:cNvGrpSpPr/>
          <p:nvPr/>
        </p:nvGrpSpPr>
        <p:grpSpPr>
          <a:xfrm>
            <a:off x="2234100" y="4709146"/>
            <a:ext cx="501650" cy="512762"/>
            <a:chOff x="2839" y="3501"/>
            <a:chExt cx="755" cy="803"/>
          </a:xfrm>
        </p:grpSpPr>
        <p:pic>
          <p:nvPicPr>
            <p:cNvPr descr="desktop_computer_stylized_medium" id="1740" name="Google Shape;1740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1" name="Google Shape;1741;p23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2" name="Google Shape;1742;p23"/>
          <p:cNvGrpSpPr/>
          <p:nvPr/>
        </p:nvGrpSpPr>
        <p:grpSpPr>
          <a:xfrm>
            <a:off x="2035663" y="5148883"/>
            <a:ext cx="501650" cy="512763"/>
            <a:chOff x="2839" y="3501"/>
            <a:chExt cx="755" cy="803"/>
          </a:xfrm>
        </p:grpSpPr>
        <p:pic>
          <p:nvPicPr>
            <p:cNvPr descr="desktop_computer_stylized_medium" id="1743" name="Google Shape;1743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4" name="Google Shape;1744;p23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5" name="Google Shape;1745;p23"/>
          <p:cNvGrpSpPr/>
          <p:nvPr/>
        </p:nvGrpSpPr>
        <p:grpSpPr>
          <a:xfrm>
            <a:off x="3021501" y="4492486"/>
            <a:ext cx="1951525" cy="1263172"/>
            <a:chOff x="7891681" y="3099042"/>
            <a:chExt cx="2342453" cy="1569939"/>
          </a:xfrm>
        </p:grpSpPr>
        <p:sp>
          <p:nvSpPr>
            <p:cNvPr id="1746" name="Google Shape;1746;p23"/>
            <p:cNvSpPr/>
            <p:nvPr/>
          </p:nvSpPr>
          <p:spPr>
            <a:xfrm>
              <a:off x="9285510" y="3593195"/>
              <a:ext cx="69106" cy="79124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47" name="Google Shape;1747;p23"/>
            <p:cNvGrpSpPr/>
            <p:nvPr/>
          </p:nvGrpSpPr>
          <p:grpSpPr>
            <a:xfrm>
              <a:off x="9022376" y="3275911"/>
              <a:ext cx="615031" cy="694531"/>
              <a:chOff x="2920" y="1424"/>
              <a:chExt cx="326" cy="320"/>
            </a:xfrm>
          </p:grpSpPr>
          <p:sp>
            <p:nvSpPr>
              <p:cNvPr id="1748" name="Google Shape;1748;p23"/>
              <p:cNvSpPr/>
              <p:nvPr/>
            </p:nvSpPr>
            <p:spPr>
              <a:xfrm>
                <a:off x="2920" y="1445"/>
                <a:ext cx="326" cy="289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49" name="Google Shape;1749;p23"/>
              <p:cNvGrpSpPr/>
              <p:nvPr/>
            </p:nvGrpSpPr>
            <p:grpSpPr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1750" name="Google Shape;1750;p23"/>
                <p:cNvSpPr/>
                <p:nvPr/>
              </p:nvSpPr>
              <p:spPr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1" name="Google Shape;1751;p23"/>
                <p:cNvSpPr/>
                <p:nvPr/>
              </p:nvSpPr>
              <p:spPr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2" name="Google Shape;1752;p23"/>
                <p:cNvSpPr/>
                <p:nvPr/>
              </p:nvSpPr>
              <p:spPr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3" name="Google Shape;1753;p23"/>
                <p:cNvSpPr/>
                <p:nvPr/>
              </p:nvSpPr>
              <p:spPr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4" name="Google Shape;1754;p23"/>
                <p:cNvSpPr/>
                <p:nvPr/>
              </p:nvSpPr>
              <p:spPr>
                <a:xfrm flipH="1" rot="10800000">
                  <a:off x="2987" y="1424"/>
                  <a:ext cx="205" cy="143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755" name="Google Shape;1755;p23"/>
              <p:cNvSpPr/>
              <p:nvPr/>
            </p:nvSpPr>
            <p:spPr>
              <a:xfrm>
                <a:off x="2995" y="1615"/>
                <a:ext cx="178" cy="129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6" name="Google Shape;1756;p23"/>
            <p:cNvGrpSpPr/>
            <p:nvPr/>
          </p:nvGrpSpPr>
          <p:grpSpPr>
            <a:xfrm>
              <a:off x="9122147" y="3619386"/>
              <a:ext cx="393690" cy="1049595"/>
              <a:chOff x="3130" y="3288"/>
              <a:chExt cx="410" cy="742"/>
            </a:xfrm>
          </p:grpSpPr>
          <p:cxnSp>
            <p:nvCxnSpPr>
              <p:cNvPr id="1757" name="Google Shape;1757;p23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8" name="Google Shape;1758;p23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9" name="Google Shape;1759;p23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0" name="Google Shape;1760;p23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1" name="Google Shape;1761;p23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2" name="Google Shape;1762;p23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3" name="Google Shape;1763;p23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4" name="Google Shape;1764;p23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5" name="Google Shape;1765;p23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6" name="Google Shape;1766;p23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7" name="Google Shape;1767;p23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8" name="Google Shape;1768;p23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9" name="Google Shape;1769;p23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0" name="Google Shape;1770;p23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1" name="Google Shape;1771;p23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772" name="Google Shape;1772;p23"/>
            <p:cNvGrpSpPr/>
            <p:nvPr/>
          </p:nvGrpSpPr>
          <p:grpSpPr>
            <a:xfrm>
              <a:off x="8405402" y="3099042"/>
              <a:ext cx="527285" cy="593983"/>
              <a:chOff x="8328836" y="2202873"/>
              <a:chExt cx="527285" cy="593983"/>
            </a:xfrm>
          </p:grpSpPr>
          <p:pic>
            <p:nvPicPr>
              <p:cNvPr descr="iphone_stylized_small" id="1773" name="Google Shape;1773;p23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8566432" y="2271663"/>
                <a:ext cx="180509" cy="525193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774" name="Google Shape;1774;p23"/>
              <p:cNvGrpSpPr/>
              <p:nvPr/>
            </p:nvGrpSpPr>
            <p:grpSpPr>
              <a:xfrm>
                <a:off x="8328836" y="2202873"/>
                <a:ext cx="527285" cy="118466"/>
                <a:chOff x="2199" y="955"/>
                <a:chExt cx="2547" cy="506"/>
              </a:xfrm>
            </p:grpSpPr>
            <p:sp>
              <p:nvSpPr>
                <p:cNvPr id="1775" name="Google Shape;1775;p23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6" name="Google Shape;1776;p23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7" name="Google Shape;1777;p23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8" name="Google Shape;1778;p23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9" name="Google Shape;1779;p23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0" name="Google Shape;1780;p23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81" name="Google Shape;1781;p23"/>
            <p:cNvGrpSpPr/>
            <p:nvPr/>
          </p:nvGrpSpPr>
          <p:grpSpPr>
            <a:xfrm>
              <a:off x="7891681" y="4024818"/>
              <a:ext cx="1120341" cy="347863"/>
              <a:chOff x="9561515" y="2748013"/>
              <a:chExt cx="1120341" cy="347863"/>
            </a:xfrm>
          </p:grpSpPr>
          <p:pic>
            <p:nvPicPr>
              <p:cNvPr descr="car_icon_small" id="1782" name="Google Shape;1782;p23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9561515" y="2826814"/>
                <a:ext cx="1120341" cy="269062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783" name="Google Shape;1783;p23"/>
              <p:cNvGrpSpPr/>
              <p:nvPr/>
            </p:nvGrpSpPr>
            <p:grpSpPr>
              <a:xfrm>
                <a:off x="9788587" y="2748013"/>
                <a:ext cx="527285" cy="118466"/>
                <a:chOff x="2199" y="955"/>
                <a:chExt cx="2547" cy="506"/>
              </a:xfrm>
            </p:grpSpPr>
            <p:sp>
              <p:nvSpPr>
                <p:cNvPr id="1784" name="Google Shape;1784;p23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5" name="Google Shape;1785;p23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6" name="Google Shape;1786;p23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7" name="Google Shape;1787;p23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8" name="Google Shape;1788;p23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9" name="Google Shape;1789;p23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790" name="Google Shape;1790;p23"/>
              <p:cNvCxnSpPr/>
              <p:nvPr/>
            </p:nvCxnSpPr>
            <p:spPr>
              <a:xfrm>
                <a:off x="10032156" y="2798664"/>
                <a:ext cx="31623" cy="13689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791" name="Google Shape;1791;p23"/>
            <p:cNvGrpSpPr/>
            <p:nvPr/>
          </p:nvGrpSpPr>
          <p:grpSpPr>
            <a:xfrm>
              <a:off x="9729378" y="3463179"/>
              <a:ext cx="504756" cy="520384"/>
              <a:chOff x="7339071" y="2307905"/>
              <a:chExt cx="511700" cy="446467"/>
            </a:xfrm>
          </p:grpSpPr>
          <p:grpSp>
            <p:nvGrpSpPr>
              <p:cNvPr id="1792" name="Google Shape;1792;p23"/>
              <p:cNvGrpSpPr/>
              <p:nvPr/>
            </p:nvGrpSpPr>
            <p:grpSpPr>
              <a:xfrm>
                <a:off x="7339071" y="2426725"/>
                <a:ext cx="511700" cy="327647"/>
                <a:chOff x="7455987" y="2414528"/>
                <a:chExt cx="511700" cy="327647"/>
              </a:xfrm>
            </p:grpSpPr>
            <p:pic>
              <p:nvPicPr>
                <p:cNvPr descr="laptop_keyboard" id="1793" name="Google Shape;1793;p23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794" name="Google Shape;1794;p23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1795" name="Google Shape;1795;p23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796" name="Google Shape;1796;p23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7" name="Google Shape;1797;p23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8" name="Google Shape;1798;p23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9" name="Google Shape;1799;p23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0" name="Google Shape;1800;p23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1" name="Google Shape;1801;p23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02" name="Google Shape;1802;p23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1803" name="Google Shape;1803;p23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04" name="Google Shape;1804;p23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05" name="Google Shape;1805;p23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06" name="Google Shape;1806;p23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07" name="Google Shape;1807;p23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08" name="Google Shape;1808;p23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809" name="Google Shape;1809;p23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0" name="Google Shape;1810;p23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1" name="Google Shape;1811;p23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2" name="Google Shape;1812;p23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3" name="Google Shape;1813;p23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4" name="Google Shape;1814;p23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15" name="Google Shape;1815;p23"/>
              <p:cNvGrpSpPr/>
              <p:nvPr/>
            </p:nvGrpSpPr>
            <p:grpSpPr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1816" name="Google Shape;1816;p23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7" name="Google Shape;1817;p23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8" name="Google Shape;1818;p23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9" name="Google Shape;1819;p23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0" name="Google Shape;1820;p23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1" name="Google Shape;1821;p23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822" name="Google Shape;1822;p23"/>
              <p:cNvCxnSpPr/>
              <p:nvPr/>
            </p:nvCxnSpPr>
            <p:spPr>
              <a:xfrm flipH="1">
                <a:off x="7594314" y="2366481"/>
                <a:ext cx="39385" cy="702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823" name="Google Shape;1823;p23"/>
          <p:cNvSpPr txBox="1"/>
          <p:nvPr/>
        </p:nvSpPr>
        <p:spPr>
          <a:xfrm>
            <a:off x="3117702" y="5846761"/>
            <a:ext cx="1805302" cy="275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radio: 4G/5G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2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Multiple access protocols</a:t>
            </a:r>
            <a:endParaRPr sz="4400"/>
          </a:p>
        </p:txBody>
      </p:sp>
      <p:sp>
        <p:nvSpPr>
          <p:cNvPr id="1830" name="Google Shape;1830;p2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1" name="Google Shape;1831;p24"/>
          <p:cNvSpPr txBox="1"/>
          <p:nvPr/>
        </p:nvSpPr>
        <p:spPr>
          <a:xfrm>
            <a:off x="765106" y="1363316"/>
            <a:ext cx="1114859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404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shared broadcast channel 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or more simultaneous transmissions by nodes: interference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collision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node receives two or more signals at the same time</a:t>
            </a:r>
            <a:endParaRPr b="0" i="1" sz="2400" u="sng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p24"/>
          <p:cNvSpPr txBox="1"/>
          <p:nvPr/>
        </p:nvSpPr>
        <p:spPr>
          <a:xfrm>
            <a:off x="1156044" y="3848099"/>
            <a:ext cx="9962530" cy="2406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distributed algorithm that determines how nodes share channel, i.e., determine when node can transmit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communication about channel sharing must use channel itself! </a:t>
            </a:r>
            <a:endParaRPr/>
          </a:p>
          <a:p>
            <a:pPr indent="-223837" lvl="1" marL="7461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out-of-band channel for coordination</a:t>
            </a:r>
            <a:endParaRPr/>
          </a:p>
        </p:txBody>
      </p:sp>
      <p:sp>
        <p:nvSpPr>
          <p:cNvPr id="1833" name="Google Shape;1833;p24"/>
          <p:cNvSpPr/>
          <p:nvPr/>
        </p:nvSpPr>
        <p:spPr>
          <a:xfrm>
            <a:off x="901148" y="3472071"/>
            <a:ext cx="10442713" cy="2358886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24"/>
          <p:cNvSpPr txBox="1"/>
          <p:nvPr/>
        </p:nvSpPr>
        <p:spPr>
          <a:xfrm>
            <a:off x="1258956" y="3154018"/>
            <a:ext cx="4224618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multiple access protocol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p2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An ideal multiple access protocol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p2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2" name="Google Shape;1842;p25"/>
          <p:cNvSpPr txBox="1"/>
          <p:nvPr/>
        </p:nvSpPr>
        <p:spPr>
          <a:xfrm>
            <a:off x="944216" y="1626703"/>
            <a:ext cx="1005508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given: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access channel (MAC) of rate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bps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desiderata: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one node wants to transmit, it can send at rate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when M nodes want to transmit, each can send at average rate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R/M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fully decentralized: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special node to coordinate transmissions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synchronization of clocks, slots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simple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2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MAC protocols: taxonomy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p2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0" name="Google Shape;1850;p26"/>
          <p:cNvSpPr txBox="1"/>
          <p:nvPr/>
        </p:nvSpPr>
        <p:spPr>
          <a:xfrm>
            <a:off x="811696" y="1356210"/>
            <a:ext cx="11141765" cy="49385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 broad classes: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channel partitioning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 channel into smaller “pieces” (time slots, frequency, code)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allocate piece to node for exclusive use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random access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channel not divided, allow collisions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“recover” from collisions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“taking turns”</a:t>
            </a:r>
            <a:endParaRPr sz="32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 take turns, but nodes with more to send can take longer turns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p2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Channel partitioning MAC protocols: TDMA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2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8" name="Google Shape;1858;p27"/>
          <p:cNvSpPr txBox="1"/>
          <p:nvPr/>
        </p:nvSpPr>
        <p:spPr>
          <a:xfrm>
            <a:off x="1192904" y="1459051"/>
            <a:ext cx="10230470" cy="293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TDMA: time division multiple access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 to channel in “rounds”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station gets fixed length slot (length = packet transmission time) in each round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unused slots go idle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6-station LAN, 1,3,4 have packets to send, slots 2,5,6 idle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9" name="Google Shape;1859;p27"/>
          <p:cNvCxnSpPr/>
          <p:nvPr/>
        </p:nvCxnSpPr>
        <p:spPr>
          <a:xfrm>
            <a:off x="2497001" y="5652397"/>
            <a:ext cx="608488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0" name="Google Shape;1860;p27"/>
          <p:cNvSpPr/>
          <p:nvPr/>
        </p:nvSpPr>
        <p:spPr>
          <a:xfrm>
            <a:off x="2719251" y="5425384"/>
            <a:ext cx="479425" cy="230188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1" name="Google Shape;1861;p27"/>
          <p:cNvSpPr/>
          <p:nvPr/>
        </p:nvSpPr>
        <p:spPr>
          <a:xfrm>
            <a:off x="3678101" y="5425384"/>
            <a:ext cx="479425" cy="230188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2" name="Google Shape;1862;p27"/>
          <p:cNvSpPr/>
          <p:nvPr/>
        </p:nvSpPr>
        <p:spPr>
          <a:xfrm>
            <a:off x="4152763" y="5425384"/>
            <a:ext cx="479425" cy="230188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3" name="Google Shape;1863;p27"/>
          <p:cNvCxnSpPr/>
          <p:nvPr/>
        </p:nvCxnSpPr>
        <p:spPr>
          <a:xfrm>
            <a:off x="2720838" y="5312672"/>
            <a:ext cx="0" cy="338137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4" name="Google Shape;1864;p27"/>
          <p:cNvCxnSpPr/>
          <p:nvPr/>
        </p:nvCxnSpPr>
        <p:spPr>
          <a:xfrm>
            <a:off x="5586276" y="5315847"/>
            <a:ext cx="0" cy="3381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5" name="Google Shape;1865;p27"/>
          <p:cNvSpPr txBox="1"/>
          <p:nvPr/>
        </p:nvSpPr>
        <p:spPr>
          <a:xfrm>
            <a:off x="2819263" y="5392047"/>
            <a:ext cx="29686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866" name="Google Shape;1866;p27"/>
          <p:cNvSpPr txBox="1"/>
          <p:nvPr/>
        </p:nvSpPr>
        <p:spPr>
          <a:xfrm>
            <a:off x="3765413" y="5377759"/>
            <a:ext cx="29686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867" name="Google Shape;1867;p27"/>
          <p:cNvSpPr txBox="1"/>
          <p:nvPr/>
        </p:nvSpPr>
        <p:spPr>
          <a:xfrm>
            <a:off x="4230551" y="5384109"/>
            <a:ext cx="2968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868" name="Google Shape;1868;p27"/>
          <p:cNvSpPr/>
          <p:nvPr/>
        </p:nvSpPr>
        <p:spPr>
          <a:xfrm>
            <a:off x="5576751" y="5420622"/>
            <a:ext cx="479425" cy="230187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p27"/>
          <p:cNvSpPr/>
          <p:nvPr/>
        </p:nvSpPr>
        <p:spPr>
          <a:xfrm>
            <a:off x="6535601" y="5420622"/>
            <a:ext cx="479425" cy="230187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0" name="Google Shape;1870;p27"/>
          <p:cNvSpPr/>
          <p:nvPr/>
        </p:nvSpPr>
        <p:spPr>
          <a:xfrm>
            <a:off x="7010263" y="5420622"/>
            <a:ext cx="479425" cy="230187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1" name="Google Shape;1871;p27"/>
          <p:cNvCxnSpPr/>
          <p:nvPr/>
        </p:nvCxnSpPr>
        <p:spPr>
          <a:xfrm>
            <a:off x="5578338" y="5307909"/>
            <a:ext cx="0" cy="338138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2" name="Google Shape;1872;p27"/>
          <p:cNvSpPr txBox="1"/>
          <p:nvPr/>
        </p:nvSpPr>
        <p:spPr>
          <a:xfrm>
            <a:off x="5676763" y="5387284"/>
            <a:ext cx="29686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873" name="Google Shape;1873;p27"/>
          <p:cNvSpPr txBox="1"/>
          <p:nvPr/>
        </p:nvSpPr>
        <p:spPr>
          <a:xfrm>
            <a:off x="6622913" y="5372997"/>
            <a:ext cx="29686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874" name="Google Shape;1874;p27"/>
          <p:cNvSpPr txBox="1"/>
          <p:nvPr/>
        </p:nvSpPr>
        <p:spPr>
          <a:xfrm>
            <a:off x="7088051" y="5379347"/>
            <a:ext cx="2968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cxnSp>
        <p:nvCxnSpPr>
          <p:cNvPr id="1875" name="Google Shape;1875;p27"/>
          <p:cNvCxnSpPr/>
          <p:nvPr/>
        </p:nvCxnSpPr>
        <p:spPr>
          <a:xfrm>
            <a:off x="3201851" y="5417447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6" name="Google Shape;1876;p27"/>
          <p:cNvCxnSpPr/>
          <p:nvPr/>
        </p:nvCxnSpPr>
        <p:spPr>
          <a:xfrm>
            <a:off x="3678101" y="5422209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7" name="Google Shape;1877;p27"/>
          <p:cNvCxnSpPr/>
          <p:nvPr/>
        </p:nvCxnSpPr>
        <p:spPr>
          <a:xfrm>
            <a:off x="4154351" y="5422209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8" name="Google Shape;1878;p27"/>
          <p:cNvCxnSpPr/>
          <p:nvPr/>
        </p:nvCxnSpPr>
        <p:spPr>
          <a:xfrm>
            <a:off x="4630601" y="5422209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9" name="Google Shape;1879;p27"/>
          <p:cNvCxnSpPr/>
          <p:nvPr/>
        </p:nvCxnSpPr>
        <p:spPr>
          <a:xfrm>
            <a:off x="5111613" y="5412684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0" name="Google Shape;1880;p27"/>
          <p:cNvCxnSpPr/>
          <p:nvPr/>
        </p:nvCxnSpPr>
        <p:spPr>
          <a:xfrm>
            <a:off x="6059351" y="5417447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1" name="Google Shape;1881;p27"/>
          <p:cNvCxnSpPr/>
          <p:nvPr/>
        </p:nvCxnSpPr>
        <p:spPr>
          <a:xfrm>
            <a:off x="7007088" y="5412684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2" name="Google Shape;1882;p27"/>
          <p:cNvCxnSpPr/>
          <p:nvPr/>
        </p:nvCxnSpPr>
        <p:spPr>
          <a:xfrm>
            <a:off x="7954826" y="5407922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3" name="Google Shape;1883;p27"/>
          <p:cNvCxnSpPr/>
          <p:nvPr/>
        </p:nvCxnSpPr>
        <p:spPr>
          <a:xfrm>
            <a:off x="7488101" y="5417447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4" name="Google Shape;1884;p27"/>
          <p:cNvCxnSpPr/>
          <p:nvPr/>
        </p:nvCxnSpPr>
        <p:spPr>
          <a:xfrm>
            <a:off x="8435838" y="5322197"/>
            <a:ext cx="0" cy="33813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5" name="Google Shape;1885;p27"/>
          <p:cNvCxnSpPr/>
          <p:nvPr/>
        </p:nvCxnSpPr>
        <p:spPr>
          <a:xfrm>
            <a:off x="6535601" y="5417447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6" name="Google Shape;1886;p27"/>
          <p:cNvSpPr txBox="1"/>
          <p:nvPr/>
        </p:nvSpPr>
        <p:spPr>
          <a:xfrm>
            <a:off x="3765413" y="4793559"/>
            <a:ext cx="7048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6-slot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frame</a:t>
            </a:r>
            <a:endParaRPr/>
          </a:p>
        </p:txBody>
      </p:sp>
      <p:cxnSp>
        <p:nvCxnSpPr>
          <p:cNvPr id="1887" name="Google Shape;1887;p27"/>
          <p:cNvCxnSpPr/>
          <p:nvPr/>
        </p:nvCxnSpPr>
        <p:spPr>
          <a:xfrm>
            <a:off x="4576626" y="5130109"/>
            <a:ext cx="989012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8" name="Google Shape;1888;p27"/>
          <p:cNvCxnSpPr/>
          <p:nvPr/>
        </p:nvCxnSpPr>
        <p:spPr>
          <a:xfrm rot="10800000">
            <a:off x="2731951" y="5125347"/>
            <a:ext cx="989012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9" name="Google Shape;1889;p27"/>
          <p:cNvCxnSpPr/>
          <p:nvPr/>
        </p:nvCxnSpPr>
        <p:spPr>
          <a:xfrm>
            <a:off x="2711313" y="5038034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90" name="Google Shape;1890;p27"/>
          <p:cNvCxnSpPr/>
          <p:nvPr/>
        </p:nvCxnSpPr>
        <p:spPr>
          <a:xfrm>
            <a:off x="5570401" y="5028509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91" name="Google Shape;1891;p27"/>
          <p:cNvSpPr txBox="1"/>
          <p:nvPr/>
        </p:nvSpPr>
        <p:spPr>
          <a:xfrm>
            <a:off x="6629263" y="4766572"/>
            <a:ext cx="7048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6-slot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frame</a:t>
            </a:r>
            <a:endParaRPr/>
          </a:p>
        </p:txBody>
      </p:sp>
      <p:cxnSp>
        <p:nvCxnSpPr>
          <p:cNvPr id="1892" name="Google Shape;1892;p27"/>
          <p:cNvCxnSpPr/>
          <p:nvPr/>
        </p:nvCxnSpPr>
        <p:spPr>
          <a:xfrm>
            <a:off x="7440476" y="5136459"/>
            <a:ext cx="989012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3" name="Google Shape;1893;p27"/>
          <p:cNvCxnSpPr/>
          <p:nvPr/>
        </p:nvCxnSpPr>
        <p:spPr>
          <a:xfrm rot="10800000">
            <a:off x="5595801" y="5131697"/>
            <a:ext cx="989012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4" name="Google Shape;1894;p27"/>
          <p:cNvCxnSpPr/>
          <p:nvPr/>
        </p:nvCxnSpPr>
        <p:spPr>
          <a:xfrm>
            <a:off x="8434251" y="5001522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2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Channel partitioning MAC protocols: FDMA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1" name="Google Shape;1901;p2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2" name="Google Shape;1902;p28"/>
          <p:cNvSpPr txBox="1"/>
          <p:nvPr/>
        </p:nvSpPr>
        <p:spPr>
          <a:xfrm>
            <a:off x="1097997" y="1404730"/>
            <a:ext cx="10457898" cy="2398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FDMA: frequency division multiple access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channel spectrum divided into frequency bands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station assigned fixed frequency band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unused transmission time in frequency bands go idle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6-station LAN, 1,3,4 have packet to send, frequency bands 2,5,6 idle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3" name="Google Shape;1903;p28"/>
          <p:cNvSpPr/>
          <p:nvPr/>
        </p:nvSpPr>
        <p:spPr>
          <a:xfrm>
            <a:off x="6774416" y="4019343"/>
            <a:ext cx="627062" cy="2251075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4" name="Google Shape;1904;p28"/>
          <p:cNvCxnSpPr/>
          <p:nvPr/>
        </p:nvCxnSpPr>
        <p:spPr>
          <a:xfrm flipH="1" rot="10800000">
            <a:off x="6772828" y="5124243"/>
            <a:ext cx="622300" cy="158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5" name="Google Shape;1905;p28"/>
          <p:cNvCxnSpPr/>
          <p:nvPr/>
        </p:nvCxnSpPr>
        <p:spPr>
          <a:xfrm flipH="1" rot="10800000">
            <a:off x="6768066" y="5516355"/>
            <a:ext cx="631825" cy="63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6" name="Google Shape;1906;p28"/>
          <p:cNvCxnSpPr/>
          <p:nvPr/>
        </p:nvCxnSpPr>
        <p:spPr>
          <a:xfrm flipH="1" rot="10800000">
            <a:off x="6772828" y="5902118"/>
            <a:ext cx="627063" cy="158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7" name="Google Shape;1907;p28"/>
          <p:cNvCxnSpPr/>
          <p:nvPr/>
        </p:nvCxnSpPr>
        <p:spPr>
          <a:xfrm flipH="1" rot="10800000">
            <a:off x="6768066" y="4738480"/>
            <a:ext cx="631825" cy="63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8" name="Google Shape;1908;p28"/>
          <p:cNvCxnSpPr/>
          <p:nvPr/>
        </p:nvCxnSpPr>
        <p:spPr>
          <a:xfrm flipH="1" rot="10800000">
            <a:off x="6772828" y="4352718"/>
            <a:ext cx="631825" cy="63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9" name="Google Shape;1909;p28"/>
          <p:cNvCxnSpPr/>
          <p:nvPr/>
        </p:nvCxnSpPr>
        <p:spPr>
          <a:xfrm>
            <a:off x="7493553" y="4292393"/>
            <a:ext cx="22288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0" name="Google Shape;1910;p28"/>
          <p:cNvSpPr/>
          <p:nvPr/>
        </p:nvSpPr>
        <p:spPr>
          <a:xfrm>
            <a:off x="7641191" y="4173330"/>
            <a:ext cx="1728787" cy="114300"/>
          </a:xfrm>
          <a:custGeom>
            <a:rect b="b" l="l" r="r" t="t"/>
            <a:pathLst>
              <a:path extrusionOk="0" h="72" w="1089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rgbClr val="3333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1" name="Google Shape;1911;p28"/>
          <p:cNvCxnSpPr/>
          <p:nvPr/>
        </p:nvCxnSpPr>
        <p:spPr>
          <a:xfrm>
            <a:off x="7541178" y="4695618"/>
            <a:ext cx="22288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2" name="Google Shape;1912;p28"/>
          <p:cNvCxnSpPr/>
          <p:nvPr/>
        </p:nvCxnSpPr>
        <p:spPr>
          <a:xfrm>
            <a:off x="7541178" y="5094080"/>
            <a:ext cx="22288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3" name="Google Shape;1913;p28"/>
          <p:cNvSpPr/>
          <p:nvPr/>
        </p:nvSpPr>
        <p:spPr>
          <a:xfrm>
            <a:off x="7688816" y="4975018"/>
            <a:ext cx="1728787" cy="114300"/>
          </a:xfrm>
          <a:custGeom>
            <a:rect b="b" l="l" r="r" t="t"/>
            <a:pathLst>
              <a:path extrusionOk="0" h="72" w="1089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14" name="Google Shape;1914;p28"/>
          <p:cNvGrpSpPr/>
          <p:nvPr/>
        </p:nvGrpSpPr>
        <p:grpSpPr>
          <a:xfrm>
            <a:off x="7558641" y="5379830"/>
            <a:ext cx="2228850" cy="119063"/>
            <a:chOff x="1884" y="2826"/>
            <a:chExt cx="1404" cy="75"/>
          </a:xfrm>
        </p:grpSpPr>
        <p:cxnSp>
          <p:nvCxnSpPr>
            <p:cNvPr id="1915" name="Google Shape;1915;p28"/>
            <p:cNvCxnSpPr/>
            <p:nvPr/>
          </p:nvCxnSpPr>
          <p:spPr>
            <a:xfrm>
              <a:off x="1884" y="2901"/>
              <a:ext cx="1404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916" name="Google Shape;1916;p28"/>
            <p:cNvSpPr/>
            <p:nvPr/>
          </p:nvSpPr>
          <p:spPr>
            <a:xfrm>
              <a:off x="1977" y="2826"/>
              <a:ext cx="1089" cy="72"/>
            </a:xfrm>
            <a:custGeom>
              <a:rect b="b" l="l" r="r" t="t"/>
              <a:pathLst>
                <a:path extrusionOk="0" h="72" w="1089">
                  <a:moveTo>
                    <a:pt x="0" y="72"/>
                  </a:moveTo>
                  <a:lnTo>
                    <a:pt x="0" y="3"/>
                  </a:lnTo>
                  <a:lnTo>
                    <a:pt x="1089" y="0"/>
                  </a:lnTo>
                  <a:lnTo>
                    <a:pt x="1089" y="72"/>
                  </a:lnTo>
                </a:path>
              </a:pathLst>
            </a:custGeom>
            <a:solidFill>
              <a:srgbClr val="00CC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917" name="Google Shape;1917;p28"/>
          <p:cNvCxnSpPr/>
          <p:nvPr/>
        </p:nvCxnSpPr>
        <p:spPr>
          <a:xfrm>
            <a:off x="7588803" y="5905293"/>
            <a:ext cx="22288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8" name="Google Shape;1918;p28"/>
          <p:cNvSpPr txBox="1"/>
          <p:nvPr/>
        </p:nvSpPr>
        <p:spPr>
          <a:xfrm rot="-5400000">
            <a:off x="5570297" y="4899612"/>
            <a:ext cx="1873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frequency bands</a:t>
            </a:r>
            <a:endParaRPr/>
          </a:p>
        </p:txBody>
      </p:sp>
      <p:sp>
        <p:nvSpPr>
          <p:cNvPr id="1919" name="Google Shape;1919;p28"/>
          <p:cNvSpPr txBox="1"/>
          <p:nvPr/>
        </p:nvSpPr>
        <p:spPr>
          <a:xfrm rot="67766">
            <a:off x="9479516" y="3841543"/>
            <a:ext cx="615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/>
          </a:p>
        </p:txBody>
      </p:sp>
      <p:sp>
        <p:nvSpPr>
          <p:cNvPr id="1920" name="Google Shape;1920;p28"/>
          <p:cNvSpPr/>
          <p:nvPr/>
        </p:nvSpPr>
        <p:spPr>
          <a:xfrm>
            <a:off x="4178853" y="4228893"/>
            <a:ext cx="595313" cy="1538287"/>
          </a:xfrm>
          <a:custGeom>
            <a:rect b="b" l="l" r="r" t="t"/>
            <a:pathLst>
              <a:path extrusionOk="0" h="969" w="375">
                <a:moveTo>
                  <a:pt x="375" y="0"/>
                </a:moveTo>
                <a:lnTo>
                  <a:pt x="0" y="485"/>
                </a:lnTo>
                <a:lnTo>
                  <a:pt x="375" y="969"/>
                </a:lnTo>
                <a:lnTo>
                  <a:pt x="375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21" name="Google Shape;1921;p28"/>
          <p:cNvGrpSpPr/>
          <p:nvPr/>
        </p:nvGrpSpPr>
        <p:grpSpPr>
          <a:xfrm>
            <a:off x="2440541" y="4867068"/>
            <a:ext cx="1666875" cy="314325"/>
            <a:chOff x="1614" y="1494"/>
            <a:chExt cx="1050" cy="198"/>
          </a:xfrm>
        </p:grpSpPr>
        <p:sp>
          <p:nvSpPr>
            <p:cNvPr id="1922" name="Google Shape;1922;p28"/>
            <p:cNvSpPr/>
            <p:nvPr/>
          </p:nvSpPr>
          <p:spPr>
            <a:xfrm>
              <a:off x="2358" y="1500"/>
              <a:ext cx="168" cy="17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28"/>
            <p:cNvSpPr/>
            <p:nvPr/>
          </p:nvSpPr>
          <p:spPr>
            <a:xfrm>
              <a:off x="1614" y="1494"/>
              <a:ext cx="896" cy="198"/>
            </a:xfrm>
            <a:custGeom>
              <a:rect b="b" l="l" r="r" t="t"/>
              <a:pathLst>
                <a:path extrusionOk="0" h="198" w="896">
                  <a:moveTo>
                    <a:pt x="18" y="0"/>
                  </a:moveTo>
                  <a:lnTo>
                    <a:pt x="0" y="96"/>
                  </a:lnTo>
                  <a:lnTo>
                    <a:pt x="18" y="198"/>
                  </a:lnTo>
                  <a:lnTo>
                    <a:pt x="774" y="198"/>
                  </a:lnTo>
                  <a:cubicBezTo>
                    <a:pt x="896" y="180"/>
                    <a:pt x="750" y="123"/>
                    <a:pt x="750" y="90"/>
                  </a:cubicBezTo>
                  <a:cubicBezTo>
                    <a:pt x="750" y="57"/>
                    <a:pt x="896" y="15"/>
                    <a:pt x="774" y="0"/>
                  </a:cubicBezTo>
                  <a:lnTo>
                    <a:pt x="18" y="0"/>
                  </a:ln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50000">
                  <a:srgbClr val="FFFFFF"/>
                </a:gs>
                <a:gs pos="100000">
                  <a:srgbClr val="000000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28"/>
            <p:cNvSpPr/>
            <p:nvPr/>
          </p:nvSpPr>
          <p:spPr>
            <a:xfrm>
              <a:off x="2502" y="1506"/>
              <a:ext cx="62" cy="168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25" name="Google Shape;1925;p28"/>
            <p:cNvCxnSpPr/>
            <p:nvPr/>
          </p:nvCxnSpPr>
          <p:spPr>
            <a:xfrm>
              <a:off x="2526" y="1584"/>
              <a:ext cx="13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26" name="Google Shape;1926;p28"/>
          <p:cNvSpPr txBox="1"/>
          <p:nvPr/>
        </p:nvSpPr>
        <p:spPr>
          <a:xfrm>
            <a:off x="2589766" y="5579855"/>
            <a:ext cx="12890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FDM cable</a:t>
            </a:r>
            <a:endParaRPr/>
          </a:p>
        </p:txBody>
      </p:sp>
      <p:sp>
        <p:nvSpPr>
          <p:cNvPr id="1927" name="Google Shape;1927;p28"/>
          <p:cNvSpPr/>
          <p:nvPr/>
        </p:nvSpPr>
        <p:spPr>
          <a:xfrm>
            <a:off x="5002905" y="5527821"/>
            <a:ext cx="1003515" cy="275129"/>
          </a:xfrm>
          <a:custGeom>
            <a:rect b="b" l="l" r="r" t="t"/>
            <a:pathLst>
              <a:path extrusionOk="0" h="437864" w="1937289">
                <a:moveTo>
                  <a:pt x="0" y="228603"/>
                </a:moveTo>
                <a:cubicBezTo>
                  <a:pt x="33580" y="152403"/>
                  <a:pt x="49079" y="1294"/>
                  <a:pt x="100739" y="3"/>
                </a:cubicBezTo>
                <a:cubicBezTo>
                  <a:pt x="152399" y="-1288"/>
                  <a:pt x="223434" y="428790"/>
                  <a:pt x="286719" y="430081"/>
                </a:cubicBezTo>
                <a:cubicBezTo>
                  <a:pt x="350004" y="431372"/>
                  <a:pt x="414580" y="7106"/>
                  <a:pt x="480448" y="7752"/>
                </a:cubicBezTo>
                <a:cubicBezTo>
                  <a:pt x="546316" y="8398"/>
                  <a:pt x="617350" y="433956"/>
                  <a:pt x="681926" y="433956"/>
                </a:cubicBezTo>
                <a:cubicBezTo>
                  <a:pt x="746502" y="433956"/>
                  <a:pt x="804620" y="8398"/>
                  <a:pt x="867905" y="7752"/>
                </a:cubicBezTo>
                <a:cubicBezTo>
                  <a:pt x="931190" y="7106"/>
                  <a:pt x="997058" y="430727"/>
                  <a:pt x="1061634" y="430081"/>
                </a:cubicBezTo>
                <a:cubicBezTo>
                  <a:pt x="1126210" y="429435"/>
                  <a:pt x="1190141" y="3878"/>
                  <a:pt x="1255363" y="3878"/>
                </a:cubicBezTo>
                <a:cubicBezTo>
                  <a:pt x="1320585" y="3878"/>
                  <a:pt x="1389036" y="430081"/>
                  <a:pt x="1452966" y="430081"/>
                </a:cubicBezTo>
                <a:cubicBezTo>
                  <a:pt x="1516896" y="430081"/>
                  <a:pt x="1575015" y="2587"/>
                  <a:pt x="1638946" y="3878"/>
                </a:cubicBezTo>
                <a:cubicBezTo>
                  <a:pt x="1702877" y="5170"/>
                  <a:pt x="1764224" y="435247"/>
                  <a:pt x="1836550" y="437830"/>
                </a:cubicBezTo>
                <a:cubicBezTo>
                  <a:pt x="1908876" y="440413"/>
                  <a:pt x="1903709" y="295763"/>
                  <a:pt x="1937289" y="224729"/>
                </a:cubicBezTo>
              </a:path>
            </a:pathLst>
          </a:cu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8" name="Google Shape;1928;p28"/>
          <p:cNvGrpSpPr/>
          <p:nvPr/>
        </p:nvGrpSpPr>
        <p:grpSpPr>
          <a:xfrm>
            <a:off x="5000976" y="4204816"/>
            <a:ext cx="907351" cy="280296"/>
            <a:chOff x="4298196" y="6444710"/>
            <a:chExt cx="907351" cy="280296"/>
          </a:xfrm>
        </p:grpSpPr>
        <p:sp>
          <p:nvSpPr>
            <p:cNvPr id="1929" name="Google Shape;1929;p28"/>
            <p:cNvSpPr/>
            <p:nvPr/>
          </p:nvSpPr>
          <p:spPr>
            <a:xfrm>
              <a:off x="4298196" y="6444710"/>
              <a:ext cx="455909" cy="275129"/>
            </a:xfrm>
            <a:custGeom>
              <a:rect b="b" l="l" r="r" t="t"/>
              <a:pathLst>
                <a:path extrusionOk="0" h="437864" w="1937289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997058" y="430727"/>
                    <a:pt x="1061634" y="430081"/>
                  </a:cubicBezTo>
                  <a:cubicBezTo>
                    <a:pt x="1126210" y="429435"/>
                    <a:pt x="1190141" y="3878"/>
                    <a:pt x="1255363" y="3878"/>
                  </a:cubicBezTo>
                  <a:cubicBezTo>
                    <a:pt x="1320585" y="3878"/>
                    <a:pt x="1389036" y="430081"/>
                    <a:pt x="1452966" y="430081"/>
                  </a:cubicBezTo>
                  <a:cubicBezTo>
                    <a:pt x="1516896" y="430081"/>
                    <a:pt x="1575015" y="2587"/>
                    <a:pt x="1638946" y="3878"/>
                  </a:cubicBezTo>
                  <a:cubicBezTo>
                    <a:pt x="1702877" y="5170"/>
                    <a:pt x="1764224" y="435247"/>
                    <a:pt x="1836550" y="437830"/>
                  </a:cubicBezTo>
                  <a:cubicBezTo>
                    <a:pt x="1908876" y="440413"/>
                    <a:pt x="1903709" y="295763"/>
                    <a:pt x="1937289" y="224729"/>
                  </a:cubicBezTo>
                </a:path>
              </a:pathLst>
            </a:cu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0" name="Google Shape;1930;p28"/>
            <p:cNvSpPr/>
            <p:nvPr/>
          </p:nvSpPr>
          <p:spPr>
            <a:xfrm>
              <a:off x="4749638" y="6449877"/>
              <a:ext cx="455909" cy="275129"/>
            </a:xfrm>
            <a:custGeom>
              <a:rect b="b" l="l" r="r" t="t"/>
              <a:pathLst>
                <a:path extrusionOk="0" h="437864" w="1937289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997058" y="430727"/>
                    <a:pt x="1061634" y="430081"/>
                  </a:cubicBezTo>
                  <a:cubicBezTo>
                    <a:pt x="1126210" y="429435"/>
                    <a:pt x="1190141" y="3878"/>
                    <a:pt x="1255363" y="3878"/>
                  </a:cubicBezTo>
                  <a:cubicBezTo>
                    <a:pt x="1320585" y="3878"/>
                    <a:pt x="1389036" y="430081"/>
                    <a:pt x="1452966" y="430081"/>
                  </a:cubicBezTo>
                  <a:cubicBezTo>
                    <a:pt x="1516896" y="430081"/>
                    <a:pt x="1575015" y="2587"/>
                    <a:pt x="1638946" y="3878"/>
                  </a:cubicBezTo>
                  <a:cubicBezTo>
                    <a:pt x="1702877" y="5170"/>
                    <a:pt x="1764224" y="435247"/>
                    <a:pt x="1836550" y="437830"/>
                  </a:cubicBezTo>
                  <a:cubicBezTo>
                    <a:pt x="1908876" y="440413"/>
                    <a:pt x="1903709" y="295763"/>
                    <a:pt x="1937289" y="224729"/>
                  </a:cubicBezTo>
                </a:path>
              </a:pathLst>
            </a:cu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31" name="Google Shape;1931;p28"/>
          <p:cNvGrpSpPr/>
          <p:nvPr/>
        </p:nvGrpSpPr>
        <p:grpSpPr>
          <a:xfrm>
            <a:off x="4979505" y="4883429"/>
            <a:ext cx="993354" cy="277839"/>
            <a:chOff x="4343400" y="5348498"/>
            <a:chExt cx="993354" cy="277839"/>
          </a:xfrm>
        </p:grpSpPr>
        <p:sp>
          <p:nvSpPr>
            <p:cNvPr id="1932" name="Google Shape;1932;p28"/>
            <p:cNvSpPr/>
            <p:nvPr/>
          </p:nvSpPr>
          <p:spPr>
            <a:xfrm>
              <a:off x="4343400" y="5348498"/>
              <a:ext cx="614122" cy="275129"/>
            </a:xfrm>
            <a:custGeom>
              <a:rect b="b" l="l" r="r" t="t"/>
              <a:pathLst>
                <a:path extrusionOk="0" h="437864" w="1937289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997058" y="430727"/>
                    <a:pt x="1061634" y="430081"/>
                  </a:cubicBezTo>
                  <a:cubicBezTo>
                    <a:pt x="1126210" y="429435"/>
                    <a:pt x="1190141" y="3878"/>
                    <a:pt x="1255363" y="3878"/>
                  </a:cubicBezTo>
                  <a:cubicBezTo>
                    <a:pt x="1320585" y="3878"/>
                    <a:pt x="1389036" y="430081"/>
                    <a:pt x="1452966" y="430081"/>
                  </a:cubicBezTo>
                  <a:cubicBezTo>
                    <a:pt x="1516896" y="430081"/>
                    <a:pt x="1575015" y="2587"/>
                    <a:pt x="1638946" y="3878"/>
                  </a:cubicBezTo>
                  <a:cubicBezTo>
                    <a:pt x="1702877" y="5170"/>
                    <a:pt x="1764224" y="435247"/>
                    <a:pt x="1836550" y="437830"/>
                  </a:cubicBezTo>
                  <a:cubicBezTo>
                    <a:pt x="1908876" y="440413"/>
                    <a:pt x="1903709" y="295763"/>
                    <a:pt x="1937289" y="224729"/>
                  </a:cubicBezTo>
                </a:path>
              </a:pathLst>
            </a:cu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28"/>
            <p:cNvSpPr/>
            <p:nvPr/>
          </p:nvSpPr>
          <p:spPr>
            <a:xfrm>
              <a:off x="4951503" y="5353664"/>
              <a:ext cx="385251" cy="272673"/>
            </a:xfrm>
            <a:custGeom>
              <a:rect b="b" l="l" r="r" t="t"/>
              <a:pathLst>
                <a:path extrusionOk="0" h="433956" w="1215300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1003735" y="397882"/>
                    <a:pt x="1061634" y="430081"/>
                  </a:cubicBezTo>
                  <a:cubicBezTo>
                    <a:pt x="1119533" y="462280"/>
                    <a:pt x="1190142" y="281793"/>
                    <a:pt x="1215300" y="200945"/>
                  </a:cubicBezTo>
                </a:path>
              </a:pathLst>
            </a:cu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p2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Random access protocols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p2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1" name="Google Shape;1941;p29"/>
          <p:cNvSpPr txBox="1"/>
          <p:nvPr/>
        </p:nvSpPr>
        <p:spPr>
          <a:xfrm>
            <a:off x="904460" y="1438619"/>
            <a:ext cx="11393557" cy="4895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287338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node has packet to send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transmit at full channel data rate R.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priori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coordination among nodes</a:t>
            </a:r>
            <a:endParaRPr/>
          </a:p>
          <a:p>
            <a:pPr indent="-274638" lvl="0" marL="287338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or more transmitting nodes: “collision” </a:t>
            </a:r>
            <a:endParaRPr/>
          </a:p>
          <a:p>
            <a:pPr indent="-274638" lvl="0" marL="287338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random access MAC protocol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specifies: 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detect collisions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recover from collisions (e.g., via delayed retransmissions)</a:t>
            </a:r>
            <a:endParaRPr/>
          </a:p>
          <a:p>
            <a:pPr indent="-274638" lvl="0" marL="287338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of random access MAC protocols: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ALOHA, slotted ALOHA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CSMA, CSMA/CD, CSMA/CA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3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Slotted ALOHA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8" name="Google Shape;1948;p3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9" name="Google Shape;1949;p30"/>
          <p:cNvSpPr txBox="1"/>
          <p:nvPr/>
        </p:nvSpPr>
        <p:spPr>
          <a:xfrm>
            <a:off x="845584" y="1416396"/>
            <a:ext cx="510464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assumptions</a:t>
            </a: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22250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frames same size</a:t>
            </a:r>
            <a:endParaRPr/>
          </a:p>
          <a:p>
            <a:pPr indent="-222250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divided into equal size slots (time to transmit 1 frame)</a:t>
            </a:r>
            <a:endParaRPr/>
          </a:p>
          <a:p>
            <a:pPr indent="-222250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 start to transmit only slot beginning </a:t>
            </a:r>
            <a:endParaRPr/>
          </a:p>
          <a:p>
            <a:pPr indent="-222250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 are synchronized</a:t>
            </a:r>
            <a:endParaRPr/>
          </a:p>
          <a:p>
            <a:pPr indent="-222250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2 or more nodes transmit in slot, all nodes detect collision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0" name="Google Shape;1950;p30"/>
          <p:cNvSpPr txBox="1"/>
          <p:nvPr/>
        </p:nvSpPr>
        <p:spPr>
          <a:xfrm>
            <a:off x="6440557" y="1447181"/>
            <a:ext cx="516834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operation:</a:t>
            </a:r>
            <a:endParaRPr/>
          </a:p>
          <a:p>
            <a:pPr indent="-23495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node obtains fresh frame, transmits in next slot</a:t>
            </a:r>
            <a:endParaRPr/>
          </a:p>
          <a:p>
            <a:pPr indent="-236537" lvl="1" marL="7461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no collision: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node can send new frame in next slot</a:t>
            </a:r>
            <a:endParaRPr/>
          </a:p>
          <a:p>
            <a:pPr indent="-236537" lvl="1" marL="7461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collision: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node retransmits frame in each subsequent slot with probability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until success</a:t>
            </a:r>
            <a:endParaRPr/>
          </a:p>
        </p:txBody>
      </p:sp>
      <p:grpSp>
        <p:nvGrpSpPr>
          <p:cNvPr id="1951" name="Google Shape;1951;p30"/>
          <p:cNvGrpSpPr/>
          <p:nvPr/>
        </p:nvGrpSpPr>
        <p:grpSpPr>
          <a:xfrm>
            <a:off x="7222435" y="4651513"/>
            <a:ext cx="3379304" cy="1707369"/>
            <a:chOff x="7222435" y="4651513"/>
            <a:chExt cx="3379304" cy="1707369"/>
          </a:xfrm>
        </p:grpSpPr>
        <p:sp>
          <p:nvSpPr>
            <p:cNvPr id="1952" name="Google Shape;1952;p30"/>
            <p:cNvSpPr txBox="1"/>
            <p:nvPr/>
          </p:nvSpPr>
          <p:spPr>
            <a:xfrm>
              <a:off x="7222435" y="5897217"/>
              <a:ext cx="294266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randomization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–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why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  <p:sp>
          <p:nvSpPr>
            <p:cNvPr id="1953" name="Google Shape;1953;p30"/>
            <p:cNvSpPr/>
            <p:nvPr/>
          </p:nvSpPr>
          <p:spPr>
            <a:xfrm>
              <a:off x="10058399" y="4651513"/>
              <a:ext cx="543340" cy="543340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54" name="Google Shape;1954;p30"/>
            <p:cNvCxnSpPr/>
            <p:nvPr/>
          </p:nvCxnSpPr>
          <p:spPr>
            <a:xfrm flipH="1">
              <a:off x="8468481" y="5181601"/>
              <a:ext cx="1636301" cy="702364"/>
            </a:xfrm>
            <a:prstGeom prst="straightConnector1">
              <a:avLst/>
            </a:prstGeom>
            <a:noFill/>
            <a:ln cap="flat" cmpd="sng" w="158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9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p3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Slotted ALOHA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1" name="Google Shape;1961;p3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2" name="Google Shape;1962;p31"/>
          <p:cNvSpPr txBox="1"/>
          <p:nvPr/>
        </p:nvSpPr>
        <p:spPr>
          <a:xfrm>
            <a:off x="1089991" y="3654425"/>
            <a:ext cx="4846983" cy="320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Pros:</a:t>
            </a:r>
            <a:endParaRPr/>
          </a:p>
          <a:p>
            <a:pPr indent="-225425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active node can continuously transmit at full rate of channel</a:t>
            </a:r>
            <a:endParaRPr/>
          </a:p>
          <a:p>
            <a:pPr indent="-225425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highly decentralized: only slots in nodes need to be in sync</a:t>
            </a:r>
            <a:endParaRPr/>
          </a:p>
          <a:p>
            <a:pPr indent="-225425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</a:t>
            </a:r>
            <a:endParaRPr/>
          </a:p>
          <a:p>
            <a:pPr indent="-1905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63" name="Google Shape;1963;p31"/>
          <p:cNvSpPr txBox="1"/>
          <p:nvPr/>
        </p:nvSpPr>
        <p:spPr>
          <a:xfrm>
            <a:off x="6149008" y="3631167"/>
            <a:ext cx="5579166" cy="2743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Cons:</a:t>
            </a:r>
            <a:endParaRPr/>
          </a:p>
          <a:p>
            <a:pPr indent="-225425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collisions, wasting slots</a:t>
            </a:r>
            <a:endParaRPr/>
          </a:p>
          <a:p>
            <a:pPr indent="-225425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idle slots</a:t>
            </a:r>
            <a:endParaRPr/>
          </a:p>
          <a:p>
            <a:pPr indent="-225425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 may be able to detect collision in less than time to transmit packet</a:t>
            </a:r>
            <a:endParaRPr/>
          </a:p>
          <a:p>
            <a:pPr indent="-225425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clock synchronization</a:t>
            </a:r>
            <a:endParaRPr/>
          </a:p>
        </p:txBody>
      </p:sp>
      <p:grpSp>
        <p:nvGrpSpPr>
          <p:cNvPr id="1964" name="Google Shape;1964;p31"/>
          <p:cNvGrpSpPr/>
          <p:nvPr/>
        </p:nvGrpSpPr>
        <p:grpSpPr>
          <a:xfrm>
            <a:off x="3258866" y="1417223"/>
            <a:ext cx="449263" cy="338137"/>
            <a:chOff x="1185" y="903"/>
            <a:chExt cx="283" cy="213"/>
          </a:xfrm>
        </p:grpSpPr>
        <p:sp>
          <p:nvSpPr>
            <p:cNvPr id="1965" name="Google Shape;1965;p31"/>
            <p:cNvSpPr/>
            <p:nvPr/>
          </p:nvSpPr>
          <p:spPr>
            <a:xfrm>
              <a:off x="1185" y="924"/>
              <a:ext cx="283" cy="169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6" name="Google Shape;1966;p31"/>
            <p:cNvSpPr txBox="1"/>
            <p:nvPr/>
          </p:nvSpPr>
          <p:spPr>
            <a:xfrm>
              <a:off x="1236" y="903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1967" name="Google Shape;1967;p31"/>
          <p:cNvGrpSpPr/>
          <p:nvPr/>
        </p:nvGrpSpPr>
        <p:grpSpPr>
          <a:xfrm>
            <a:off x="4239941" y="1420398"/>
            <a:ext cx="449263" cy="338137"/>
            <a:chOff x="1185" y="903"/>
            <a:chExt cx="283" cy="213"/>
          </a:xfrm>
        </p:grpSpPr>
        <p:sp>
          <p:nvSpPr>
            <p:cNvPr id="1968" name="Google Shape;1968;p31"/>
            <p:cNvSpPr/>
            <p:nvPr/>
          </p:nvSpPr>
          <p:spPr>
            <a:xfrm>
              <a:off x="1185" y="924"/>
              <a:ext cx="283" cy="169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9" name="Google Shape;1969;p31"/>
            <p:cNvSpPr txBox="1"/>
            <p:nvPr/>
          </p:nvSpPr>
          <p:spPr>
            <a:xfrm>
              <a:off x="1236" y="903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1970" name="Google Shape;1970;p31"/>
          <p:cNvGrpSpPr/>
          <p:nvPr/>
        </p:nvGrpSpPr>
        <p:grpSpPr>
          <a:xfrm>
            <a:off x="5776641" y="1421985"/>
            <a:ext cx="449263" cy="338137"/>
            <a:chOff x="1185" y="903"/>
            <a:chExt cx="283" cy="213"/>
          </a:xfrm>
        </p:grpSpPr>
        <p:sp>
          <p:nvSpPr>
            <p:cNvPr id="1971" name="Google Shape;1971;p31"/>
            <p:cNvSpPr/>
            <p:nvPr/>
          </p:nvSpPr>
          <p:spPr>
            <a:xfrm>
              <a:off x="1185" y="924"/>
              <a:ext cx="283" cy="169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2" name="Google Shape;1972;p31"/>
            <p:cNvSpPr txBox="1"/>
            <p:nvPr/>
          </p:nvSpPr>
          <p:spPr>
            <a:xfrm>
              <a:off x="1236" y="903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1973" name="Google Shape;1973;p31"/>
          <p:cNvGrpSpPr/>
          <p:nvPr/>
        </p:nvGrpSpPr>
        <p:grpSpPr>
          <a:xfrm>
            <a:off x="6792641" y="1417223"/>
            <a:ext cx="449263" cy="338137"/>
            <a:chOff x="1185" y="903"/>
            <a:chExt cx="283" cy="213"/>
          </a:xfrm>
        </p:grpSpPr>
        <p:sp>
          <p:nvSpPr>
            <p:cNvPr id="1974" name="Google Shape;1974;p31"/>
            <p:cNvSpPr/>
            <p:nvPr/>
          </p:nvSpPr>
          <p:spPr>
            <a:xfrm>
              <a:off x="1185" y="924"/>
              <a:ext cx="283" cy="169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5" name="Google Shape;1975;p31"/>
            <p:cNvSpPr txBox="1"/>
            <p:nvPr/>
          </p:nvSpPr>
          <p:spPr>
            <a:xfrm>
              <a:off x="1236" y="903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1976" name="Google Shape;1976;p31"/>
          <p:cNvGrpSpPr/>
          <p:nvPr/>
        </p:nvGrpSpPr>
        <p:grpSpPr>
          <a:xfrm>
            <a:off x="3260453" y="1934748"/>
            <a:ext cx="449263" cy="338137"/>
            <a:chOff x="4584" y="1229"/>
            <a:chExt cx="283" cy="213"/>
          </a:xfrm>
        </p:grpSpPr>
        <p:sp>
          <p:nvSpPr>
            <p:cNvPr id="1977" name="Google Shape;1977;p31"/>
            <p:cNvSpPr/>
            <p:nvPr/>
          </p:nvSpPr>
          <p:spPr>
            <a:xfrm>
              <a:off x="4584" y="1247"/>
              <a:ext cx="283" cy="169"/>
            </a:xfrm>
            <a:prstGeom prst="rect">
              <a:avLst/>
            </a:prstGeom>
            <a:solidFill>
              <a:srgbClr val="33CC33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8" name="Google Shape;1978;p31"/>
            <p:cNvSpPr txBox="1"/>
            <p:nvPr/>
          </p:nvSpPr>
          <p:spPr>
            <a:xfrm>
              <a:off x="4636" y="1229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1979" name="Google Shape;1979;p31"/>
          <p:cNvGrpSpPr/>
          <p:nvPr/>
        </p:nvGrpSpPr>
        <p:grpSpPr>
          <a:xfrm>
            <a:off x="3262041" y="2444335"/>
            <a:ext cx="449263" cy="338137"/>
            <a:chOff x="4827" y="1591"/>
            <a:chExt cx="283" cy="213"/>
          </a:xfrm>
        </p:grpSpPr>
        <p:sp>
          <p:nvSpPr>
            <p:cNvPr id="1980" name="Google Shape;1980;p31"/>
            <p:cNvSpPr/>
            <p:nvPr/>
          </p:nvSpPr>
          <p:spPr>
            <a:xfrm>
              <a:off x="4827" y="1609"/>
              <a:ext cx="283" cy="169"/>
            </a:xfrm>
            <a:prstGeom prst="rect">
              <a:avLst/>
            </a:prstGeom>
            <a:solidFill>
              <a:srgbClr val="D60093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1" name="Google Shape;1981;p31"/>
            <p:cNvSpPr txBox="1"/>
            <p:nvPr/>
          </p:nvSpPr>
          <p:spPr>
            <a:xfrm>
              <a:off x="4872" y="1591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1982" name="Google Shape;1982;p31"/>
          <p:cNvGrpSpPr/>
          <p:nvPr/>
        </p:nvGrpSpPr>
        <p:grpSpPr>
          <a:xfrm>
            <a:off x="4249466" y="1936335"/>
            <a:ext cx="449263" cy="338137"/>
            <a:chOff x="4584" y="1229"/>
            <a:chExt cx="283" cy="213"/>
          </a:xfrm>
        </p:grpSpPr>
        <p:sp>
          <p:nvSpPr>
            <p:cNvPr id="1983" name="Google Shape;1983;p31"/>
            <p:cNvSpPr/>
            <p:nvPr/>
          </p:nvSpPr>
          <p:spPr>
            <a:xfrm>
              <a:off x="4584" y="1247"/>
              <a:ext cx="283" cy="169"/>
            </a:xfrm>
            <a:prstGeom prst="rect">
              <a:avLst/>
            </a:prstGeom>
            <a:solidFill>
              <a:srgbClr val="33CC33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4" name="Google Shape;1984;p31"/>
            <p:cNvSpPr txBox="1"/>
            <p:nvPr/>
          </p:nvSpPr>
          <p:spPr>
            <a:xfrm>
              <a:off x="4636" y="1229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1985" name="Google Shape;1985;p31"/>
          <p:cNvGrpSpPr/>
          <p:nvPr/>
        </p:nvGrpSpPr>
        <p:grpSpPr>
          <a:xfrm>
            <a:off x="4766991" y="1937923"/>
            <a:ext cx="449263" cy="338137"/>
            <a:chOff x="4584" y="1229"/>
            <a:chExt cx="283" cy="213"/>
          </a:xfrm>
        </p:grpSpPr>
        <p:sp>
          <p:nvSpPr>
            <p:cNvPr id="1986" name="Google Shape;1986;p31"/>
            <p:cNvSpPr/>
            <p:nvPr/>
          </p:nvSpPr>
          <p:spPr>
            <a:xfrm>
              <a:off x="4584" y="1247"/>
              <a:ext cx="283" cy="169"/>
            </a:xfrm>
            <a:prstGeom prst="rect">
              <a:avLst/>
            </a:prstGeom>
            <a:solidFill>
              <a:srgbClr val="33CC33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7" name="Google Shape;1987;p31"/>
            <p:cNvSpPr txBox="1"/>
            <p:nvPr/>
          </p:nvSpPr>
          <p:spPr>
            <a:xfrm>
              <a:off x="4636" y="1229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1988" name="Google Shape;1988;p31"/>
          <p:cNvGrpSpPr/>
          <p:nvPr/>
        </p:nvGrpSpPr>
        <p:grpSpPr>
          <a:xfrm>
            <a:off x="5778228" y="2445922"/>
            <a:ext cx="449263" cy="338137"/>
            <a:chOff x="4827" y="1591"/>
            <a:chExt cx="283" cy="213"/>
          </a:xfrm>
        </p:grpSpPr>
        <p:sp>
          <p:nvSpPr>
            <p:cNvPr id="1989" name="Google Shape;1989;p31"/>
            <p:cNvSpPr/>
            <p:nvPr/>
          </p:nvSpPr>
          <p:spPr>
            <a:xfrm>
              <a:off x="4827" y="1609"/>
              <a:ext cx="283" cy="169"/>
            </a:xfrm>
            <a:prstGeom prst="rect">
              <a:avLst/>
            </a:prstGeom>
            <a:solidFill>
              <a:srgbClr val="D60093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0" name="Google Shape;1990;p31"/>
            <p:cNvSpPr txBox="1"/>
            <p:nvPr/>
          </p:nvSpPr>
          <p:spPr>
            <a:xfrm>
              <a:off x="4872" y="1591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1991" name="Google Shape;1991;p31"/>
          <p:cNvGrpSpPr/>
          <p:nvPr/>
        </p:nvGrpSpPr>
        <p:grpSpPr>
          <a:xfrm>
            <a:off x="7289528" y="2447510"/>
            <a:ext cx="449263" cy="338137"/>
            <a:chOff x="4827" y="1591"/>
            <a:chExt cx="283" cy="213"/>
          </a:xfrm>
        </p:grpSpPr>
        <p:sp>
          <p:nvSpPr>
            <p:cNvPr id="1992" name="Google Shape;1992;p31"/>
            <p:cNvSpPr/>
            <p:nvPr/>
          </p:nvSpPr>
          <p:spPr>
            <a:xfrm>
              <a:off x="4827" y="1609"/>
              <a:ext cx="283" cy="169"/>
            </a:xfrm>
            <a:prstGeom prst="rect">
              <a:avLst/>
            </a:prstGeom>
            <a:solidFill>
              <a:srgbClr val="D60093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3" name="Google Shape;1993;p31"/>
            <p:cNvSpPr txBox="1"/>
            <p:nvPr/>
          </p:nvSpPr>
          <p:spPr>
            <a:xfrm>
              <a:off x="4872" y="1591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sp>
        <p:nvSpPr>
          <p:cNvPr id="1994" name="Google Shape;1994;p31"/>
          <p:cNvSpPr txBox="1"/>
          <p:nvPr/>
        </p:nvSpPr>
        <p:spPr>
          <a:xfrm>
            <a:off x="2411141" y="1452148"/>
            <a:ext cx="7620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node 1</a:t>
            </a:r>
            <a:endParaRPr/>
          </a:p>
        </p:txBody>
      </p:sp>
      <p:sp>
        <p:nvSpPr>
          <p:cNvPr id="1995" name="Google Shape;1995;p31"/>
          <p:cNvSpPr txBox="1"/>
          <p:nvPr/>
        </p:nvSpPr>
        <p:spPr>
          <a:xfrm>
            <a:off x="2393678" y="1966498"/>
            <a:ext cx="7620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node 2</a:t>
            </a:r>
            <a:endParaRPr/>
          </a:p>
        </p:txBody>
      </p:sp>
      <p:sp>
        <p:nvSpPr>
          <p:cNvPr id="1996" name="Google Shape;1996;p31"/>
          <p:cNvSpPr txBox="1"/>
          <p:nvPr/>
        </p:nvSpPr>
        <p:spPr>
          <a:xfrm>
            <a:off x="2439716" y="2469735"/>
            <a:ext cx="7620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node 3</a:t>
            </a:r>
            <a:endParaRPr/>
          </a:p>
        </p:txBody>
      </p:sp>
      <p:cxnSp>
        <p:nvCxnSpPr>
          <p:cNvPr id="1997" name="Google Shape;1997;p31"/>
          <p:cNvCxnSpPr/>
          <p:nvPr/>
        </p:nvCxnSpPr>
        <p:spPr>
          <a:xfrm>
            <a:off x="3236641" y="2977735"/>
            <a:ext cx="52101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8" name="Google Shape;1998;p31"/>
          <p:cNvCxnSpPr/>
          <p:nvPr/>
        </p:nvCxnSpPr>
        <p:spPr>
          <a:xfrm>
            <a:off x="3239816" y="2877722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9" name="Google Shape;1999;p31"/>
          <p:cNvCxnSpPr/>
          <p:nvPr/>
        </p:nvCxnSpPr>
        <p:spPr>
          <a:xfrm>
            <a:off x="3739878" y="2877722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0" name="Google Shape;2000;p31"/>
          <p:cNvCxnSpPr/>
          <p:nvPr/>
        </p:nvCxnSpPr>
        <p:spPr>
          <a:xfrm>
            <a:off x="4243116" y="2874547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1" name="Google Shape;2001;p31"/>
          <p:cNvCxnSpPr/>
          <p:nvPr/>
        </p:nvCxnSpPr>
        <p:spPr>
          <a:xfrm>
            <a:off x="4749528" y="2877722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2" name="Google Shape;2002;p31"/>
          <p:cNvCxnSpPr/>
          <p:nvPr/>
        </p:nvCxnSpPr>
        <p:spPr>
          <a:xfrm>
            <a:off x="5254353" y="2874547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3" name="Google Shape;2003;p31"/>
          <p:cNvCxnSpPr/>
          <p:nvPr/>
        </p:nvCxnSpPr>
        <p:spPr>
          <a:xfrm>
            <a:off x="5762353" y="2877722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4" name="Google Shape;2004;p31"/>
          <p:cNvCxnSpPr/>
          <p:nvPr/>
        </p:nvCxnSpPr>
        <p:spPr>
          <a:xfrm>
            <a:off x="6267178" y="2877722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5" name="Google Shape;2005;p31"/>
          <p:cNvCxnSpPr/>
          <p:nvPr/>
        </p:nvCxnSpPr>
        <p:spPr>
          <a:xfrm>
            <a:off x="6772003" y="2874547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6" name="Google Shape;2006;p31"/>
          <p:cNvCxnSpPr/>
          <p:nvPr/>
        </p:nvCxnSpPr>
        <p:spPr>
          <a:xfrm>
            <a:off x="7280003" y="2871372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7" name="Google Shape;2007;p31"/>
          <p:cNvCxnSpPr/>
          <p:nvPr/>
        </p:nvCxnSpPr>
        <p:spPr>
          <a:xfrm>
            <a:off x="7768953" y="2868197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8" name="Google Shape;2008;p31"/>
          <p:cNvSpPr txBox="1"/>
          <p:nvPr/>
        </p:nvSpPr>
        <p:spPr>
          <a:xfrm>
            <a:off x="3301728" y="2992022"/>
            <a:ext cx="3206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009" name="Google Shape;2009;p31"/>
          <p:cNvSpPr txBox="1"/>
          <p:nvPr/>
        </p:nvSpPr>
        <p:spPr>
          <a:xfrm>
            <a:off x="4320903" y="2992022"/>
            <a:ext cx="3206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010" name="Google Shape;2010;p31"/>
          <p:cNvSpPr txBox="1"/>
          <p:nvPr/>
        </p:nvSpPr>
        <p:spPr>
          <a:xfrm>
            <a:off x="5835378" y="2992022"/>
            <a:ext cx="3206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011" name="Google Shape;2011;p31"/>
          <p:cNvSpPr txBox="1"/>
          <p:nvPr/>
        </p:nvSpPr>
        <p:spPr>
          <a:xfrm>
            <a:off x="4835253" y="2992022"/>
            <a:ext cx="3063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2012" name="Google Shape;2012;p31"/>
          <p:cNvSpPr txBox="1"/>
          <p:nvPr/>
        </p:nvSpPr>
        <p:spPr>
          <a:xfrm>
            <a:off x="6835503" y="2992022"/>
            <a:ext cx="3063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2013" name="Google Shape;2013;p31"/>
          <p:cNvSpPr txBox="1"/>
          <p:nvPr/>
        </p:nvSpPr>
        <p:spPr>
          <a:xfrm>
            <a:off x="7321278" y="2992022"/>
            <a:ext cx="3063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2014" name="Google Shape;2014;p31"/>
          <p:cNvSpPr txBox="1"/>
          <p:nvPr/>
        </p:nvSpPr>
        <p:spPr>
          <a:xfrm>
            <a:off x="3824016" y="2988847"/>
            <a:ext cx="3095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2015" name="Google Shape;2015;p31"/>
          <p:cNvSpPr txBox="1"/>
          <p:nvPr/>
        </p:nvSpPr>
        <p:spPr>
          <a:xfrm>
            <a:off x="5340078" y="2988847"/>
            <a:ext cx="3095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2016" name="Google Shape;2016;p31"/>
          <p:cNvSpPr txBox="1"/>
          <p:nvPr/>
        </p:nvSpPr>
        <p:spPr>
          <a:xfrm>
            <a:off x="6340203" y="2988847"/>
            <a:ext cx="3095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2017" name="Google Shape;2017;p31"/>
          <p:cNvSpPr txBox="1"/>
          <p:nvPr/>
        </p:nvSpPr>
        <p:spPr>
          <a:xfrm>
            <a:off x="8693431" y="1736034"/>
            <a:ext cx="151419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collision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success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empty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p32"/>
          <p:cNvSpPr txBox="1"/>
          <p:nvPr>
            <p:ph idx="1" type="body"/>
          </p:nvPr>
        </p:nvSpPr>
        <p:spPr>
          <a:xfrm>
            <a:off x="824948" y="1697523"/>
            <a:ext cx="10515600" cy="4743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solidFill>
                  <a:srgbClr val="C00000"/>
                </a:solidFill>
              </a:rPr>
              <a:t>efficiency: </a:t>
            </a:r>
            <a:r>
              <a:rPr lang="en-US"/>
              <a:t>long-run  fraction of successful slots  (many nodes, all with many frames to send)</a:t>
            </a:r>
            <a:endParaRPr/>
          </a:p>
          <a:p>
            <a:pPr indent="-274638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i="1" lang="en-US"/>
              <a:t>suppose:</a:t>
            </a:r>
            <a:r>
              <a:rPr lang="en-US"/>
              <a:t> </a:t>
            </a:r>
            <a:r>
              <a:rPr i="1" lang="en-US"/>
              <a:t>N</a:t>
            </a:r>
            <a:r>
              <a:rPr lang="en-US"/>
              <a:t> nodes with many frames to send, each transmits in slot with probability </a:t>
            </a:r>
            <a:r>
              <a:rPr i="1" lang="en-US"/>
              <a:t>p</a:t>
            </a:r>
            <a:endParaRPr/>
          </a:p>
          <a:p>
            <a:pPr indent="-274638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prob that given node has success in a slot  = </a:t>
            </a:r>
            <a:r>
              <a:rPr i="1" lang="en-US" sz="2600"/>
              <a:t>p(1-p)</a:t>
            </a:r>
            <a:r>
              <a:rPr b="1" baseline="30000" i="1" lang="en-US" sz="2600"/>
              <a:t>N-1</a:t>
            </a:r>
            <a:endParaRPr/>
          </a:p>
          <a:p>
            <a:pPr indent="-274638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prob that </a:t>
            </a:r>
            <a:r>
              <a:rPr i="1" lang="en-US" sz="2600"/>
              <a:t>any</a:t>
            </a:r>
            <a:r>
              <a:rPr lang="en-US" sz="2600"/>
              <a:t> node has a success = </a:t>
            </a:r>
            <a:r>
              <a:rPr i="1" lang="en-US" sz="2600"/>
              <a:t>Np(1-p)</a:t>
            </a:r>
            <a:r>
              <a:rPr b="1" baseline="30000" i="1" lang="en-US" sz="2600"/>
              <a:t>N-1</a:t>
            </a:r>
            <a:endParaRPr/>
          </a:p>
          <a:p>
            <a:pPr indent="-274638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max efficiency: find </a:t>
            </a:r>
            <a:r>
              <a:rPr i="1" lang="en-US" sz="2600"/>
              <a:t>p* </a:t>
            </a:r>
            <a:r>
              <a:rPr lang="en-US" sz="2600"/>
              <a:t>that maximizes  </a:t>
            </a:r>
            <a:r>
              <a:rPr i="1" lang="en-US" sz="2600"/>
              <a:t>Np(1-p)</a:t>
            </a:r>
            <a:r>
              <a:rPr b="1" baseline="30000" i="1" lang="en-US" sz="2600"/>
              <a:t>N-1</a:t>
            </a:r>
            <a:endParaRPr/>
          </a:p>
          <a:p>
            <a:pPr indent="-274638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for many nodes, take limit of </a:t>
            </a:r>
            <a:r>
              <a:rPr i="1" lang="en-US" sz="2600"/>
              <a:t>Np*(1-p*)</a:t>
            </a:r>
            <a:r>
              <a:rPr b="1" baseline="30000" i="1" lang="en-US" sz="2600"/>
              <a:t>N-1 </a:t>
            </a:r>
            <a:r>
              <a:rPr lang="en-US" sz="2600"/>
              <a:t>as </a:t>
            </a:r>
            <a:r>
              <a:rPr i="1" lang="en-US" sz="2600"/>
              <a:t>N</a:t>
            </a:r>
            <a:r>
              <a:rPr lang="en-US" sz="2600"/>
              <a:t> goes to infinity, gives</a:t>
            </a:r>
            <a:r>
              <a:rPr lang="en-US"/>
              <a:t>: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lang="en-US">
                <a:solidFill>
                  <a:srgbClr val="C00000"/>
                </a:solidFill>
              </a:rPr>
              <a:t>    </a:t>
            </a:r>
            <a:r>
              <a:rPr i="1" lang="en-US">
                <a:solidFill>
                  <a:srgbClr val="C00000"/>
                </a:solidFill>
              </a:rPr>
              <a:t>max efficiency = 1/e = .37</a:t>
            </a:r>
            <a:endParaRPr b="1" baseline="30000" i="1">
              <a:solidFill>
                <a:srgbClr val="C00000"/>
              </a:solidFill>
            </a:endParaRPr>
          </a:p>
          <a:p>
            <a:pPr indent="-274638" lvl="0" marL="45720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i="1" lang="en-US">
                <a:solidFill>
                  <a:srgbClr val="0000A8"/>
                </a:solidFill>
              </a:rPr>
              <a:t>at best:</a:t>
            </a:r>
            <a:r>
              <a:rPr i="1" lang="en-US" sz="2400">
                <a:solidFill>
                  <a:srgbClr val="0000A8"/>
                </a:solidFill>
              </a:rPr>
              <a:t> </a:t>
            </a:r>
            <a:r>
              <a:rPr lang="en-US" sz="2400"/>
              <a:t>channel used for useful  transmissions 37% of time!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i="1"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023" name="Google Shape;2023;p3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Slotted ALOHA: efficiency</a:t>
            </a:r>
            <a:endParaRPr/>
          </a:p>
        </p:txBody>
      </p:sp>
      <p:sp>
        <p:nvSpPr>
          <p:cNvPr id="2024" name="Google Shape;2024;p3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p3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Pure ALOHA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1" name="Google Shape;2031;p3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2" name="Google Shape;2032;p33"/>
          <p:cNvSpPr txBox="1"/>
          <p:nvPr/>
        </p:nvSpPr>
        <p:spPr>
          <a:xfrm>
            <a:off x="891209" y="1435652"/>
            <a:ext cx="10518913" cy="2314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404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unslotted Aloha: simpler, no synchronization</a:t>
            </a:r>
            <a:endParaRPr/>
          </a:p>
          <a:p>
            <a:pPr indent="-274638" lvl="1" marL="7477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frame first arrives: transmit immediately 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collision probability increases with no synchronization: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 sent at t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collides with other frames sent in [t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-1,t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+1]</a:t>
            </a:r>
            <a:endParaRPr/>
          </a:p>
        </p:txBody>
      </p:sp>
      <p:grpSp>
        <p:nvGrpSpPr>
          <p:cNvPr id="2033" name="Google Shape;2033;p33"/>
          <p:cNvGrpSpPr/>
          <p:nvPr/>
        </p:nvGrpSpPr>
        <p:grpSpPr>
          <a:xfrm>
            <a:off x="2981739" y="3590924"/>
            <a:ext cx="6215270" cy="1680396"/>
            <a:chOff x="2981739" y="3590924"/>
            <a:chExt cx="6215270" cy="1680396"/>
          </a:xfrm>
        </p:grpSpPr>
        <p:grpSp>
          <p:nvGrpSpPr>
            <p:cNvPr id="2034" name="Google Shape;2034;p33"/>
            <p:cNvGrpSpPr/>
            <p:nvPr/>
          </p:nvGrpSpPr>
          <p:grpSpPr>
            <a:xfrm>
              <a:off x="3709987" y="4014790"/>
              <a:ext cx="1533525" cy="57150"/>
              <a:chOff x="5229225" y="5548314"/>
              <a:chExt cx="1533525" cy="57150"/>
            </a:xfrm>
          </p:grpSpPr>
          <p:cxnSp>
            <p:nvCxnSpPr>
              <p:cNvPr id="2035" name="Google Shape;2035;p33"/>
              <p:cNvCxnSpPr/>
              <p:nvPr/>
            </p:nvCxnSpPr>
            <p:spPr>
              <a:xfrm>
                <a:off x="5229225" y="5581650"/>
                <a:ext cx="1533525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2036" name="Google Shape;2036;p33"/>
              <p:cNvSpPr/>
              <p:nvPr/>
            </p:nvSpPr>
            <p:spPr>
              <a:xfrm>
                <a:off x="5591173" y="5548314"/>
                <a:ext cx="828675" cy="571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37" name="Google Shape;2037;p33"/>
            <p:cNvGrpSpPr/>
            <p:nvPr/>
          </p:nvGrpSpPr>
          <p:grpSpPr>
            <a:xfrm>
              <a:off x="5262562" y="4014791"/>
              <a:ext cx="1533525" cy="57150"/>
              <a:chOff x="5229225" y="5548314"/>
              <a:chExt cx="1533525" cy="57150"/>
            </a:xfrm>
          </p:grpSpPr>
          <p:cxnSp>
            <p:nvCxnSpPr>
              <p:cNvPr id="2038" name="Google Shape;2038;p33"/>
              <p:cNvCxnSpPr/>
              <p:nvPr/>
            </p:nvCxnSpPr>
            <p:spPr>
              <a:xfrm>
                <a:off x="5229225" y="5581650"/>
                <a:ext cx="1533525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2039" name="Google Shape;2039;p33"/>
              <p:cNvSpPr/>
              <p:nvPr/>
            </p:nvSpPr>
            <p:spPr>
              <a:xfrm>
                <a:off x="5591173" y="5548314"/>
                <a:ext cx="828675" cy="571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040" name="Google Shape;2040;p33"/>
            <p:cNvCxnSpPr/>
            <p:nvPr/>
          </p:nvCxnSpPr>
          <p:spPr>
            <a:xfrm>
              <a:off x="2981739" y="4890052"/>
              <a:ext cx="621527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41" name="Google Shape;2041;p33"/>
            <p:cNvCxnSpPr/>
            <p:nvPr/>
          </p:nvCxnSpPr>
          <p:spPr>
            <a:xfrm>
              <a:off x="6798365" y="3817663"/>
              <a:ext cx="0" cy="109993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42" name="Google Shape;2042;p33"/>
            <p:cNvCxnSpPr/>
            <p:nvPr/>
          </p:nvCxnSpPr>
          <p:spPr>
            <a:xfrm>
              <a:off x="5254486" y="3823252"/>
              <a:ext cx="0" cy="109993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43" name="Google Shape;2043;p33"/>
            <p:cNvCxnSpPr/>
            <p:nvPr/>
          </p:nvCxnSpPr>
          <p:spPr>
            <a:xfrm>
              <a:off x="3710607" y="3833604"/>
              <a:ext cx="0" cy="109993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2044" name="Google Shape;2044;p33"/>
            <p:cNvSpPr txBox="1"/>
            <p:nvPr/>
          </p:nvSpPr>
          <p:spPr>
            <a:xfrm>
              <a:off x="6453809" y="4863548"/>
              <a:ext cx="73129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aseline="-25000"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+ 1</a:t>
              </a:r>
              <a:endParaRPr/>
            </a:p>
          </p:txBody>
        </p:sp>
        <p:sp>
          <p:nvSpPr>
            <p:cNvPr id="2045" name="Google Shape;2045;p33"/>
            <p:cNvSpPr txBox="1"/>
            <p:nvPr/>
          </p:nvSpPr>
          <p:spPr>
            <a:xfrm>
              <a:off x="3381167" y="4871210"/>
              <a:ext cx="68159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aseline="-25000"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- 1</a:t>
              </a:r>
              <a:endParaRPr/>
            </a:p>
          </p:txBody>
        </p:sp>
        <p:sp>
          <p:nvSpPr>
            <p:cNvPr id="2046" name="Google Shape;2046;p33"/>
            <p:cNvSpPr txBox="1"/>
            <p:nvPr/>
          </p:nvSpPr>
          <p:spPr>
            <a:xfrm>
              <a:off x="5102086" y="4865199"/>
              <a:ext cx="35779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aseline="-25000"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i="1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7" name="Google Shape;2047;p33"/>
            <p:cNvSpPr/>
            <p:nvPr/>
          </p:nvSpPr>
          <p:spPr>
            <a:xfrm>
              <a:off x="4090988" y="4191000"/>
              <a:ext cx="1547812" cy="17145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8" name="Google Shape;2048;p33"/>
            <p:cNvSpPr/>
            <p:nvPr/>
          </p:nvSpPr>
          <p:spPr>
            <a:xfrm>
              <a:off x="5248276" y="4429125"/>
              <a:ext cx="1547812" cy="17145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9" name="Google Shape;2049;p33"/>
            <p:cNvSpPr/>
            <p:nvPr/>
          </p:nvSpPr>
          <p:spPr>
            <a:xfrm>
              <a:off x="6519864" y="4672012"/>
              <a:ext cx="1547812" cy="17145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0" name="Google Shape;2050;p33"/>
            <p:cNvSpPr txBox="1"/>
            <p:nvPr/>
          </p:nvSpPr>
          <p:spPr>
            <a:xfrm>
              <a:off x="5514017" y="3590925"/>
              <a:ext cx="1058302" cy="613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will overlap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with end of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i’s frame</a:t>
              </a:r>
              <a:endParaRPr/>
            </a:p>
          </p:txBody>
        </p:sp>
        <p:sp>
          <p:nvSpPr>
            <p:cNvPr id="2051" name="Google Shape;2051;p33"/>
            <p:cNvSpPr txBox="1"/>
            <p:nvPr/>
          </p:nvSpPr>
          <p:spPr>
            <a:xfrm>
              <a:off x="3946547" y="3590924"/>
              <a:ext cx="1116652" cy="613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will overlap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with start of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i’s frame</a:t>
              </a:r>
              <a:endParaRPr/>
            </a:p>
          </p:txBody>
        </p:sp>
      </p:grpSp>
      <p:sp>
        <p:nvSpPr>
          <p:cNvPr id="2052" name="Google Shape;2052;p33"/>
          <p:cNvSpPr txBox="1"/>
          <p:nvPr/>
        </p:nvSpPr>
        <p:spPr>
          <a:xfrm>
            <a:off x="911088" y="5316331"/>
            <a:ext cx="10518913" cy="62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404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pure Aloha efficiency: 18% !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3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CSMA (carrier sense multiple access)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9" name="Google Shape;2059;p3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0" name="Google Shape;2060;p34"/>
          <p:cNvSpPr txBox="1"/>
          <p:nvPr/>
        </p:nvSpPr>
        <p:spPr>
          <a:xfrm>
            <a:off x="1075221" y="1383818"/>
            <a:ext cx="10295145" cy="2220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</a:t>
            </a: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CSMA: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listen before transmit: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if channel sensed idle: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transmit entire frame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if channel sensed busy: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defer transmission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analogy: don’t interrupt others!</a:t>
            </a:r>
            <a:endParaRPr/>
          </a:p>
        </p:txBody>
      </p:sp>
      <p:sp>
        <p:nvSpPr>
          <p:cNvPr id="2061" name="Google Shape;2061;p34"/>
          <p:cNvSpPr txBox="1"/>
          <p:nvPr/>
        </p:nvSpPr>
        <p:spPr>
          <a:xfrm>
            <a:off x="1078879" y="3646626"/>
            <a:ext cx="10158964" cy="2661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CSMA/CD: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CSMA with </a:t>
            </a:r>
            <a:r>
              <a:rPr i="1"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collision detection</a:t>
            </a:r>
            <a:endParaRPr i="1" sz="2800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collisions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detected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within short time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colliding transmissions aborted, reducing channel wastage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collision detection easy in wired, difficult with wireless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analogy: the polite conversationalist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p3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CSMA: collisions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8" name="Google Shape;2068;p3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9" name="Google Shape;2069;p35"/>
          <p:cNvSpPr txBox="1"/>
          <p:nvPr/>
        </p:nvSpPr>
        <p:spPr>
          <a:xfrm>
            <a:off x="944217" y="1520687"/>
            <a:ext cx="553609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collisions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still occur with carrier sensing: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propagation delay means  two nodes may not hear each other’s just-started transmission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collision: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entire packet transmission time wasted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 &amp; propagation delay play role in in determining collision probability</a:t>
            </a:r>
            <a:endParaRPr/>
          </a:p>
          <a:p>
            <a:pPr indent="-104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5" id="2070" name="Google Shape;207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1570" y="1216371"/>
            <a:ext cx="4287837" cy="5049837"/>
          </a:xfrm>
          <a:prstGeom prst="rect">
            <a:avLst/>
          </a:prstGeom>
          <a:noFill/>
          <a:ln>
            <a:noFill/>
          </a:ln>
        </p:spPr>
      </p:pic>
      <p:sp>
        <p:nvSpPr>
          <p:cNvPr id="2071" name="Google Shape;2071;p35"/>
          <p:cNvSpPr/>
          <p:nvPr/>
        </p:nvSpPr>
        <p:spPr>
          <a:xfrm>
            <a:off x="7999482" y="778221"/>
            <a:ext cx="25685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spatial layout of nodes 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2" name="Google Shape;2072;p35"/>
          <p:cNvSpPr/>
          <p:nvPr/>
        </p:nvSpPr>
        <p:spPr>
          <a:xfrm>
            <a:off x="7305745" y="2446683"/>
            <a:ext cx="3736975" cy="257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35"/>
          <p:cNvSpPr/>
          <p:nvPr/>
        </p:nvSpPr>
        <p:spPr>
          <a:xfrm>
            <a:off x="7313682" y="2703858"/>
            <a:ext cx="3725863" cy="257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4" name="Google Shape;2074;p35"/>
          <p:cNvSpPr/>
          <p:nvPr/>
        </p:nvSpPr>
        <p:spPr>
          <a:xfrm>
            <a:off x="7275582" y="2956271"/>
            <a:ext cx="3763963" cy="16240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5" name="Google Shape;2075;p35"/>
          <p:cNvSpPr/>
          <p:nvPr/>
        </p:nvSpPr>
        <p:spPr>
          <a:xfrm>
            <a:off x="7248595" y="4564408"/>
            <a:ext cx="3789362" cy="1635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6" name="Google Shape;2076;p35"/>
          <p:cNvSpPr/>
          <p:nvPr/>
        </p:nvSpPr>
        <p:spPr>
          <a:xfrm>
            <a:off x="7242245" y="1148108"/>
            <a:ext cx="4040187" cy="1301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7" name="Google Shape;2077;p35"/>
          <p:cNvGrpSpPr/>
          <p:nvPr/>
        </p:nvGrpSpPr>
        <p:grpSpPr>
          <a:xfrm>
            <a:off x="7426395" y="1146521"/>
            <a:ext cx="3513137" cy="628650"/>
            <a:chOff x="3117" y="180"/>
            <a:chExt cx="2213" cy="396"/>
          </a:xfrm>
        </p:grpSpPr>
        <p:grpSp>
          <p:nvGrpSpPr>
            <p:cNvPr id="2078" name="Google Shape;2078;p35"/>
            <p:cNvGrpSpPr/>
            <p:nvPr/>
          </p:nvGrpSpPr>
          <p:grpSpPr>
            <a:xfrm flipH="1">
              <a:off x="3117" y="245"/>
              <a:ext cx="316" cy="323"/>
              <a:chOff x="2839" y="3501"/>
              <a:chExt cx="755" cy="803"/>
            </a:xfrm>
          </p:grpSpPr>
          <p:pic>
            <p:nvPicPr>
              <p:cNvPr descr="desktop_computer_stylized_medium" id="2079" name="Google Shape;2079;p3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80" name="Google Shape;2080;p35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1" name="Google Shape;2081;p35"/>
            <p:cNvGrpSpPr/>
            <p:nvPr/>
          </p:nvGrpSpPr>
          <p:grpSpPr>
            <a:xfrm flipH="1">
              <a:off x="3747" y="253"/>
              <a:ext cx="316" cy="323"/>
              <a:chOff x="2839" y="3501"/>
              <a:chExt cx="755" cy="803"/>
            </a:xfrm>
          </p:grpSpPr>
          <p:pic>
            <p:nvPicPr>
              <p:cNvPr descr="desktop_computer_stylized_medium" id="2082" name="Google Shape;2082;p3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83" name="Google Shape;2083;p35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4" name="Google Shape;2084;p35"/>
            <p:cNvGrpSpPr/>
            <p:nvPr/>
          </p:nvGrpSpPr>
          <p:grpSpPr>
            <a:xfrm flipH="1">
              <a:off x="4356" y="247"/>
              <a:ext cx="316" cy="323"/>
              <a:chOff x="2839" y="3501"/>
              <a:chExt cx="755" cy="803"/>
            </a:xfrm>
          </p:grpSpPr>
          <p:pic>
            <p:nvPicPr>
              <p:cNvPr descr="desktop_computer_stylized_medium" id="2085" name="Google Shape;2085;p3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86" name="Google Shape;2086;p35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7" name="Google Shape;2087;p35"/>
            <p:cNvGrpSpPr/>
            <p:nvPr/>
          </p:nvGrpSpPr>
          <p:grpSpPr>
            <a:xfrm flipH="1">
              <a:off x="5014" y="249"/>
              <a:ext cx="316" cy="323"/>
              <a:chOff x="2839" y="3501"/>
              <a:chExt cx="755" cy="803"/>
            </a:xfrm>
          </p:grpSpPr>
          <p:pic>
            <p:nvPicPr>
              <p:cNvPr descr="desktop_computer_stylized_medium" id="2088" name="Google Shape;2088;p3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89" name="Google Shape;2089;p35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090" name="Google Shape;2090;p35"/>
            <p:cNvCxnSpPr/>
            <p:nvPr/>
          </p:nvCxnSpPr>
          <p:spPr>
            <a:xfrm>
              <a:off x="3309" y="181"/>
              <a:ext cx="1989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1" name="Google Shape;2091;p35"/>
            <p:cNvCxnSpPr/>
            <p:nvPr/>
          </p:nvCxnSpPr>
          <p:spPr>
            <a:xfrm>
              <a:off x="3309" y="180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2" name="Google Shape;2092;p35"/>
            <p:cNvCxnSpPr/>
            <p:nvPr/>
          </p:nvCxnSpPr>
          <p:spPr>
            <a:xfrm>
              <a:off x="3975" y="183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3" name="Google Shape;2093;p35"/>
            <p:cNvCxnSpPr/>
            <p:nvPr/>
          </p:nvCxnSpPr>
          <p:spPr>
            <a:xfrm>
              <a:off x="4578" y="183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4" name="Google Shape;2094;p35"/>
            <p:cNvCxnSpPr/>
            <p:nvPr/>
          </p:nvCxnSpPr>
          <p:spPr>
            <a:xfrm>
              <a:off x="5289" y="180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3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CSMA/CD: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1" name="Google Shape;2101;p3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2" name="Google Shape;2102;p36"/>
          <p:cNvSpPr txBox="1"/>
          <p:nvPr/>
        </p:nvSpPr>
        <p:spPr>
          <a:xfrm>
            <a:off x="944217" y="1520687"/>
            <a:ext cx="553609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CSMA/CS reduces the amount of time wasted in collisions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transmission aborted on collision detection</a:t>
            </a:r>
            <a:endParaRPr/>
          </a:p>
          <a:p>
            <a:pPr indent="-104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5" id="2103" name="Google Shape;210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0882" y="750060"/>
            <a:ext cx="4433887" cy="3870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4" name="Google Shape;2104;p36"/>
          <p:cNvSpPr/>
          <p:nvPr/>
        </p:nvSpPr>
        <p:spPr>
          <a:xfrm>
            <a:off x="7196619" y="664335"/>
            <a:ext cx="4135438" cy="12112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5" name="Google Shape;2105;p36"/>
          <p:cNvSpPr/>
          <p:nvPr/>
        </p:nvSpPr>
        <p:spPr>
          <a:xfrm>
            <a:off x="7933219" y="813560"/>
            <a:ext cx="25685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spatial layout of nodes 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6" name="Google Shape;2106;p36"/>
          <p:cNvGrpSpPr/>
          <p:nvPr/>
        </p:nvGrpSpPr>
        <p:grpSpPr>
          <a:xfrm>
            <a:off x="7696682" y="1204085"/>
            <a:ext cx="3263900" cy="195262"/>
            <a:chOff x="4220" y="1231"/>
            <a:chExt cx="1989" cy="90"/>
          </a:xfrm>
        </p:grpSpPr>
        <p:cxnSp>
          <p:nvCxnSpPr>
            <p:cNvPr id="2107" name="Google Shape;2107;p36"/>
            <p:cNvCxnSpPr/>
            <p:nvPr/>
          </p:nvCxnSpPr>
          <p:spPr>
            <a:xfrm>
              <a:off x="4220" y="1232"/>
              <a:ext cx="1989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8" name="Google Shape;2108;p36"/>
            <p:cNvCxnSpPr/>
            <p:nvPr/>
          </p:nvCxnSpPr>
          <p:spPr>
            <a:xfrm>
              <a:off x="4220" y="1231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9" name="Google Shape;2109;p36"/>
            <p:cNvCxnSpPr/>
            <p:nvPr/>
          </p:nvCxnSpPr>
          <p:spPr>
            <a:xfrm>
              <a:off x="4886" y="1234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0" name="Google Shape;2110;p36"/>
            <p:cNvCxnSpPr/>
            <p:nvPr/>
          </p:nvCxnSpPr>
          <p:spPr>
            <a:xfrm>
              <a:off x="5489" y="1234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1" name="Google Shape;2111;p36"/>
            <p:cNvCxnSpPr/>
            <p:nvPr/>
          </p:nvCxnSpPr>
          <p:spPr>
            <a:xfrm>
              <a:off x="6200" y="1231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12" name="Google Shape;2112;p36"/>
          <p:cNvGrpSpPr/>
          <p:nvPr/>
        </p:nvGrpSpPr>
        <p:grpSpPr>
          <a:xfrm flipH="1">
            <a:off x="7342669" y="1337435"/>
            <a:ext cx="501650" cy="512762"/>
            <a:chOff x="2839" y="3501"/>
            <a:chExt cx="755" cy="803"/>
          </a:xfrm>
        </p:grpSpPr>
        <p:pic>
          <p:nvPicPr>
            <p:cNvPr descr="desktop_computer_stylized_medium" id="2113" name="Google Shape;211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4" name="Google Shape;2114;p3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5" name="Google Shape;2115;p36"/>
          <p:cNvGrpSpPr/>
          <p:nvPr/>
        </p:nvGrpSpPr>
        <p:grpSpPr>
          <a:xfrm flipH="1">
            <a:off x="8434869" y="1319972"/>
            <a:ext cx="501650" cy="512763"/>
            <a:chOff x="2839" y="3501"/>
            <a:chExt cx="755" cy="803"/>
          </a:xfrm>
        </p:grpSpPr>
        <p:pic>
          <p:nvPicPr>
            <p:cNvPr descr="desktop_computer_stylized_medium" id="2116" name="Google Shape;2116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7" name="Google Shape;2117;p3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8" name="Google Shape;2118;p36"/>
          <p:cNvGrpSpPr/>
          <p:nvPr/>
        </p:nvGrpSpPr>
        <p:grpSpPr>
          <a:xfrm flipH="1">
            <a:off x="9433407" y="1310447"/>
            <a:ext cx="501650" cy="512763"/>
            <a:chOff x="2839" y="3501"/>
            <a:chExt cx="755" cy="803"/>
          </a:xfrm>
        </p:grpSpPr>
        <p:pic>
          <p:nvPicPr>
            <p:cNvPr descr="desktop_computer_stylized_medium" id="2119" name="Google Shape;2119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0" name="Google Shape;2120;p3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1" name="Google Shape;2121;p36"/>
          <p:cNvGrpSpPr/>
          <p:nvPr/>
        </p:nvGrpSpPr>
        <p:grpSpPr>
          <a:xfrm flipH="1">
            <a:off x="10552594" y="1324735"/>
            <a:ext cx="501650" cy="512762"/>
            <a:chOff x="2839" y="3501"/>
            <a:chExt cx="755" cy="803"/>
          </a:xfrm>
        </p:grpSpPr>
        <p:pic>
          <p:nvPicPr>
            <p:cNvPr descr="desktop_computer_stylized_medium" id="2122" name="Google Shape;2122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3" name="Google Shape;2123;p3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p3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Ethernet CSMA/CD algorithm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0" name="Google Shape;2130;p3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1" name="Google Shape;2131;p37"/>
          <p:cNvSpPr txBox="1"/>
          <p:nvPr/>
        </p:nvSpPr>
        <p:spPr>
          <a:xfrm>
            <a:off x="804379" y="1513440"/>
            <a:ext cx="10181673" cy="2422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2702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 receives datagram from network layer, creates frame</a:t>
            </a:r>
            <a:endParaRPr/>
          </a:p>
          <a:p>
            <a:pPr indent="-32702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NIC senses channel:</a:t>
            </a:r>
            <a:endParaRPr/>
          </a:p>
          <a:p>
            <a:pPr indent="50800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26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idle: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frame transmission. </a:t>
            </a:r>
            <a:endParaRPr/>
          </a:p>
          <a:p>
            <a:pPr indent="50800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26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busy: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 until channel idle, then transmit</a:t>
            </a:r>
            <a:endParaRPr/>
          </a:p>
          <a:p>
            <a:pPr indent="-33972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NIC transmits entire frame without collision, NIC is done with frame !</a:t>
            </a:r>
            <a:endParaRPr/>
          </a:p>
        </p:txBody>
      </p:sp>
      <p:sp>
        <p:nvSpPr>
          <p:cNvPr id="2132" name="Google Shape;2132;p37"/>
          <p:cNvSpPr txBox="1"/>
          <p:nvPr/>
        </p:nvSpPr>
        <p:spPr>
          <a:xfrm>
            <a:off x="781879" y="3856384"/>
            <a:ext cx="11211339" cy="2493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702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Calibri"/>
              <a:buAutoNum type="arabicPeriod" startAt="4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NIC detects another transmission while sending:  abort, send jam signal</a:t>
            </a:r>
            <a:endParaRPr/>
          </a:p>
          <a:p>
            <a:pPr indent="-32702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Calibri"/>
              <a:buAutoNum type="arabicPeriod" startAt="4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aborting, NIC enters </a:t>
            </a:r>
            <a:r>
              <a:rPr i="1" lang="en-US" sz="2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binary (exponential) backoff: </a:t>
            </a:r>
            <a:endParaRPr/>
          </a:p>
          <a:p>
            <a:pPr indent="-274638" lvl="1" marL="10858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 collision, NIC chooses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random from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{0,1,2, …, 2</a:t>
            </a:r>
            <a:r>
              <a:rPr b="1" baseline="30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-1}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NIC waits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·512 bit times, returns to Step 2</a:t>
            </a:r>
            <a:endParaRPr/>
          </a:p>
          <a:p>
            <a:pPr indent="-274638" lvl="1" marL="10858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collisions: longer backoff interval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3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CSMA/CD efficiency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9" name="Google Shape;2139;p3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0" name="Google Shape;2140;p38"/>
          <p:cNvSpPr txBox="1"/>
          <p:nvPr/>
        </p:nvSpPr>
        <p:spPr>
          <a:xfrm>
            <a:off x="1219200" y="1586948"/>
            <a:ext cx="10972800" cy="1684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8125" lvl="0" marL="23812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max prop delay between 2 nodes in LAN</a:t>
            </a:r>
            <a:endParaRPr/>
          </a:p>
          <a:p>
            <a:pPr indent="-238125" lvl="0" marL="23812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time to transmit max-size frame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efficiency goes to 1 </a:t>
            </a:r>
            <a:endParaRPr/>
          </a:p>
          <a:p>
            <a:pPr indent="-238125" lvl="1" marL="69532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goes to 0</a:t>
            </a:r>
            <a:endParaRPr/>
          </a:p>
          <a:p>
            <a:pPr indent="-238125" lvl="1" marL="69532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goes to infinity</a:t>
            </a:r>
            <a:endParaRPr/>
          </a:p>
          <a:p>
            <a:pPr indent="-277813" lvl="0" marL="277813" marR="0" rtl="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performance than ALOHA: and simple, cheap, decentralized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1" name="Google Shape;214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7979" y="2514531"/>
            <a:ext cx="3570287" cy="9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p3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“Taking turns” MAC protocols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8" name="Google Shape;2148;p3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9" name="Google Shape;2149;p39"/>
          <p:cNvSpPr txBox="1"/>
          <p:nvPr/>
        </p:nvSpPr>
        <p:spPr>
          <a:xfrm>
            <a:off x="997225" y="1454426"/>
            <a:ext cx="1059842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channel partitioning MAC protocols: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 channel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efficiently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fairly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 high load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inefficient at low load: delay in channel access, 1/N bandwidth allocated even if only 1 active node!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random access MAC protocols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 at low load: single node can fully utilize channel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load: collision overhead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“taking turns” protocols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for best of both worlds!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4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“Taking turns” MAC protocols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6" name="Google Shape;2156;p4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57" name="Google Shape;2157;p40"/>
          <p:cNvGrpSpPr/>
          <p:nvPr/>
        </p:nvGrpSpPr>
        <p:grpSpPr>
          <a:xfrm>
            <a:off x="7380702" y="4061722"/>
            <a:ext cx="781050" cy="681037"/>
            <a:chOff x="-44" y="1473"/>
            <a:chExt cx="981" cy="1105"/>
          </a:xfrm>
        </p:grpSpPr>
        <p:pic>
          <p:nvPicPr>
            <p:cNvPr descr="desktop_computer_stylized_medium" id="2158" name="Google Shape;2158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9" name="Google Shape;2159;p4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0" name="Google Shape;2160;p40"/>
          <p:cNvGrpSpPr/>
          <p:nvPr/>
        </p:nvGrpSpPr>
        <p:grpSpPr>
          <a:xfrm>
            <a:off x="7672802" y="3456884"/>
            <a:ext cx="781050" cy="681038"/>
            <a:chOff x="-44" y="1473"/>
            <a:chExt cx="981" cy="1105"/>
          </a:xfrm>
        </p:grpSpPr>
        <p:pic>
          <p:nvPicPr>
            <p:cNvPr descr="desktop_computer_stylized_medium" id="2161" name="Google Shape;2161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2" name="Google Shape;2162;p4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3" name="Google Shape;2163;p40"/>
          <p:cNvGrpSpPr/>
          <p:nvPr/>
        </p:nvGrpSpPr>
        <p:grpSpPr>
          <a:xfrm>
            <a:off x="7953789" y="2842522"/>
            <a:ext cx="781050" cy="681037"/>
            <a:chOff x="-44" y="1473"/>
            <a:chExt cx="981" cy="1105"/>
          </a:xfrm>
        </p:grpSpPr>
        <p:pic>
          <p:nvPicPr>
            <p:cNvPr descr="desktop_computer_stylized_medium" id="2164" name="Google Shape;2164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5" name="Google Shape;2165;p4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6" name="Google Shape;2166;p40"/>
          <p:cNvGrpSpPr/>
          <p:nvPr/>
        </p:nvGrpSpPr>
        <p:grpSpPr>
          <a:xfrm>
            <a:off x="8255414" y="2261497"/>
            <a:ext cx="781050" cy="681037"/>
            <a:chOff x="-44" y="1473"/>
            <a:chExt cx="981" cy="1105"/>
          </a:xfrm>
        </p:grpSpPr>
        <p:pic>
          <p:nvPicPr>
            <p:cNvPr descr="desktop_computer_stylized_medium" id="2167" name="Google Shape;2167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8" name="Google Shape;2168;p4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9" name="Google Shape;2169;p40"/>
          <p:cNvGrpSpPr/>
          <p:nvPr/>
        </p:nvGrpSpPr>
        <p:grpSpPr>
          <a:xfrm flipH="1">
            <a:off x="10242688" y="2507559"/>
            <a:ext cx="781050" cy="681038"/>
            <a:chOff x="-44" y="1473"/>
            <a:chExt cx="981" cy="1105"/>
          </a:xfrm>
        </p:grpSpPr>
        <p:pic>
          <p:nvPicPr>
            <p:cNvPr descr="desktop_computer_stylized_medium" id="2170" name="Google Shape;2170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1" name="Google Shape;2171;p4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2" name="Google Shape;2172;p40"/>
          <p:cNvSpPr txBox="1"/>
          <p:nvPr/>
        </p:nvSpPr>
        <p:spPr>
          <a:xfrm>
            <a:off x="1219200" y="1422400"/>
            <a:ext cx="5486400" cy="5062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polling:</a:t>
            </a:r>
            <a:r>
              <a:rPr b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79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master node “invites” other nodes to transmit in turn</a:t>
            </a:r>
            <a:endParaRPr/>
          </a:p>
          <a:p>
            <a:pPr indent="-228600" lvl="0" marL="279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typically used with “dumb” devices</a:t>
            </a:r>
            <a:endParaRPr/>
          </a:p>
          <a:p>
            <a:pPr indent="-228600" lvl="0" marL="279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concerns: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polling overhead 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latency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point of failure (master)</a:t>
            </a:r>
            <a:endParaRPr/>
          </a:p>
        </p:txBody>
      </p:sp>
      <p:cxnSp>
        <p:nvCxnSpPr>
          <p:cNvPr id="2173" name="Google Shape;2173;p40"/>
          <p:cNvCxnSpPr/>
          <p:nvPr/>
        </p:nvCxnSpPr>
        <p:spPr>
          <a:xfrm>
            <a:off x="8909464" y="2675834"/>
            <a:ext cx="254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4" name="Google Shape;2174;p40"/>
          <p:cNvSpPr txBox="1"/>
          <p:nvPr/>
        </p:nvSpPr>
        <p:spPr>
          <a:xfrm>
            <a:off x="10071237" y="3129859"/>
            <a:ext cx="9588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</a:t>
            </a:r>
            <a:endParaRPr/>
          </a:p>
        </p:txBody>
      </p:sp>
      <p:sp>
        <p:nvSpPr>
          <p:cNvPr id="2175" name="Google Shape;2175;p40"/>
          <p:cNvSpPr txBox="1"/>
          <p:nvPr/>
        </p:nvSpPr>
        <p:spPr>
          <a:xfrm>
            <a:off x="7445789" y="4715772"/>
            <a:ext cx="904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slaves</a:t>
            </a:r>
            <a:endParaRPr/>
          </a:p>
        </p:txBody>
      </p:sp>
      <p:grpSp>
        <p:nvGrpSpPr>
          <p:cNvPr id="2176" name="Google Shape;2176;p40"/>
          <p:cNvGrpSpPr/>
          <p:nvPr/>
        </p:nvGrpSpPr>
        <p:grpSpPr>
          <a:xfrm>
            <a:off x="9804814" y="2544072"/>
            <a:ext cx="560388" cy="336550"/>
            <a:chOff x="4212" y="2864"/>
            <a:chExt cx="353" cy="212"/>
          </a:xfrm>
        </p:grpSpPr>
        <p:sp>
          <p:nvSpPr>
            <p:cNvPr id="2177" name="Google Shape;2177;p40"/>
            <p:cNvSpPr/>
            <p:nvPr/>
          </p:nvSpPr>
          <p:spPr>
            <a:xfrm>
              <a:off x="4212" y="2916"/>
              <a:ext cx="353" cy="137"/>
            </a:xfrm>
            <a:prstGeom prst="rect">
              <a:avLst/>
            </a:prstGeom>
            <a:solidFill>
              <a:srgbClr val="00CC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40"/>
            <p:cNvSpPr txBox="1"/>
            <p:nvPr/>
          </p:nvSpPr>
          <p:spPr>
            <a:xfrm>
              <a:off x="4227" y="2864"/>
              <a:ext cx="314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poll</a:t>
              </a:r>
              <a:endParaRPr/>
            </a:p>
          </p:txBody>
        </p:sp>
      </p:grpSp>
      <p:grpSp>
        <p:nvGrpSpPr>
          <p:cNvPr id="2179" name="Google Shape;2179;p40"/>
          <p:cNvGrpSpPr/>
          <p:nvPr/>
        </p:nvGrpSpPr>
        <p:grpSpPr>
          <a:xfrm>
            <a:off x="7853777" y="3466409"/>
            <a:ext cx="595312" cy="336550"/>
            <a:chOff x="4415" y="2364"/>
            <a:chExt cx="375" cy="212"/>
          </a:xfrm>
        </p:grpSpPr>
        <p:sp>
          <p:nvSpPr>
            <p:cNvPr id="2180" name="Google Shape;2180;p40"/>
            <p:cNvSpPr/>
            <p:nvPr/>
          </p:nvSpPr>
          <p:spPr>
            <a:xfrm>
              <a:off x="4437" y="2400"/>
              <a:ext cx="353" cy="137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40"/>
            <p:cNvSpPr txBox="1"/>
            <p:nvPr/>
          </p:nvSpPr>
          <p:spPr>
            <a:xfrm>
              <a:off x="4415" y="2364"/>
              <a:ext cx="365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</p:grpSp>
      <p:grpSp>
        <p:nvGrpSpPr>
          <p:cNvPr id="2182" name="Google Shape;2182;p40"/>
          <p:cNvGrpSpPr/>
          <p:nvPr/>
        </p:nvGrpSpPr>
        <p:grpSpPr>
          <a:xfrm>
            <a:off x="8360189" y="2348809"/>
            <a:ext cx="595313" cy="336550"/>
            <a:chOff x="4415" y="2364"/>
            <a:chExt cx="375" cy="212"/>
          </a:xfrm>
        </p:grpSpPr>
        <p:sp>
          <p:nvSpPr>
            <p:cNvPr id="2183" name="Google Shape;2183;p40"/>
            <p:cNvSpPr/>
            <p:nvPr/>
          </p:nvSpPr>
          <p:spPr>
            <a:xfrm>
              <a:off x="4437" y="2400"/>
              <a:ext cx="353" cy="137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40"/>
            <p:cNvSpPr txBox="1"/>
            <p:nvPr/>
          </p:nvSpPr>
          <p:spPr>
            <a:xfrm>
              <a:off x="4415" y="2364"/>
              <a:ext cx="365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</p:grpSp>
      <p:cxnSp>
        <p:nvCxnSpPr>
          <p:cNvPr id="2185" name="Google Shape;2185;p40"/>
          <p:cNvCxnSpPr/>
          <p:nvPr/>
        </p:nvCxnSpPr>
        <p:spPr>
          <a:xfrm>
            <a:off x="9003957" y="3002692"/>
            <a:ext cx="129334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86" name="Google Shape;2186;p40"/>
          <p:cNvCxnSpPr>
            <a:endCxn id="2173" idx="1"/>
          </p:cNvCxnSpPr>
          <p:nvPr/>
        </p:nvCxnSpPr>
        <p:spPr>
          <a:xfrm flipH="1" rot="10800000">
            <a:off x="8896147" y="2675797"/>
            <a:ext cx="267300" cy="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87" name="Google Shape;2187;p40"/>
          <p:cNvCxnSpPr/>
          <p:nvPr/>
        </p:nvCxnSpPr>
        <p:spPr>
          <a:xfrm flipH="1" rot="10800000">
            <a:off x="8311979" y="2673178"/>
            <a:ext cx="848497" cy="177525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88" name="Google Shape;2188;p40"/>
          <p:cNvCxnSpPr/>
          <p:nvPr/>
        </p:nvCxnSpPr>
        <p:spPr>
          <a:xfrm flipH="1" rot="10800000">
            <a:off x="8607823" y="3240127"/>
            <a:ext cx="267317" cy="146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89" name="Google Shape;2189;p40"/>
          <p:cNvCxnSpPr/>
          <p:nvPr/>
        </p:nvCxnSpPr>
        <p:spPr>
          <a:xfrm flipH="1" rot="10800000">
            <a:off x="8327736" y="3862084"/>
            <a:ext cx="267317" cy="146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90" name="Google Shape;2190;p40"/>
          <p:cNvCxnSpPr/>
          <p:nvPr/>
        </p:nvCxnSpPr>
        <p:spPr>
          <a:xfrm flipH="1" rot="10800000">
            <a:off x="8051769" y="4446971"/>
            <a:ext cx="267317" cy="146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5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p4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“Taking turns” MAC protocols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7" name="Google Shape;2197;p4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8" name="Google Shape;2198;p41"/>
          <p:cNvSpPr/>
          <p:nvPr/>
        </p:nvSpPr>
        <p:spPr>
          <a:xfrm>
            <a:off x="1244600" y="1490663"/>
            <a:ext cx="51943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token passing:</a:t>
            </a:r>
            <a:endParaRPr b="1" sz="32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93700" marR="0" rtl="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token</a:t>
            </a:r>
            <a:r>
              <a:rPr b="1" i="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passed from one node to next sequentially.</a:t>
            </a:r>
            <a:endParaRPr/>
          </a:p>
          <a:p>
            <a:pPr indent="-279400" lvl="0" marL="3937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 message</a:t>
            </a:r>
            <a:endParaRPr/>
          </a:p>
          <a:p>
            <a:pPr indent="-279400" lvl="0" marL="3937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concerns:</a:t>
            </a:r>
            <a:endParaRPr/>
          </a:p>
          <a:p>
            <a:pPr indent="-292100" lvl="1" marL="914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 overhead </a:t>
            </a:r>
            <a:endParaRPr/>
          </a:p>
          <a:p>
            <a:pPr indent="-292100" lvl="1" marL="914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latency</a:t>
            </a:r>
            <a:endParaRPr/>
          </a:p>
          <a:p>
            <a:pPr indent="-292100" lvl="1" marL="914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point of failure (token)</a:t>
            </a:r>
            <a:endParaRPr/>
          </a:p>
        </p:txBody>
      </p:sp>
      <p:grpSp>
        <p:nvGrpSpPr>
          <p:cNvPr id="2199" name="Google Shape;2199;p41"/>
          <p:cNvGrpSpPr/>
          <p:nvPr/>
        </p:nvGrpSpPr>
        <p:grpSpPr>
          <a:xfrm>
            <a:off x="9718675" y="3262312"/>
            <a:ext cx="781050" cy="681038"/>
            <a:chOff x="-44" y="1473"/>
            <a:chExt cx="981" cy="1105"/>
          </a:xfrm>
        </p:grpSpPr>
        <p:pic>
          <p:nvPicPr>
            <p:cNvPr descr="desktop_computer_stylized_medium" id="2200" name="Google Shape;2200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1" name="Google Shape;2201;p4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2" name="Google Shape;2202;p41"/>
          <p:cNvGrpSpPr/>
          <p:nvPr/>
        </p:nvGrpSpPr>
        <p:grpSpPr>
          <a:xfrm>
            <a:off x="7004050" y="3219450"/>
            <a:ext cx="781050" cy="681037"/>
            <a:chOff x="-44" y="1473"/>
            <a:chExt cx="981" cy="1105"/>
          </a:xfrm>
        </p:grpSpPr>
        <p:pic>
          <p:nvPicPr>
            <p:cNvPr descr="desktop_computer_stylized_medium" id="2203" name="Google Shape;2203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4" name="Google Shape;2204;p4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5" name="Google Shape;2205;p41"/>
          <p:cNvGrpSpPr/>
          <p:nvPr/>
        </p:nvGrpSpPr>
        <p:grpSpPr>
          <a:xfrm>
            <a:off x="8321675" y="1555750"/>
            <a:ext cx="781050" cy="681037"/>
            <a:chOff x="-44" y="1473"/>
            <a:chExt cx="981" cy="1105"/>
          </a:xfrm>
        </p:grpSpPr>
        <p:pic>
          <p:nvPicPr>
            <p:cNvPr descr="desktop_computer_stylized_medium" id="2206" name="Google Shape;220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7" name="Google Shape;2207;p4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8" name="Google Shape;2208;p41"/>
          <p:cNvGrpSpPr/>
          <p:nvPr/>
        </p:nvGrpSpPr>
        <p:grpSpPr>
          <a:xfrm>
            <a:off x="8375650" y="5003800"/>
            <a:ext cx="781050" cy="681037"/>
            <a:chOff x="-44" y="1473"/>
            <a:chExt cx="981" cy="1105"/>
          </a:xfrm>
        </p:grpSpPr>
        <p:pic>
          <p:nvPicPr>
            <p:cNvPr descr="desktop_computer_stylized_medium" id="2209" name="Google Shape;2209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0" name="Google Shape;2210;p4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1" name="Google Shape;2211;p41"/>
          <p:cNvSpPr/>
          <p:nvPr/>
        </p:nvSpPr>
        <p:spPr>
          <a:xfrm>
            <a:off x="7850188" y="2212975"/>
            <a:ext cx="2046287" cy="2778125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2" name="Google Shape;2212;p41"/>
          <p:cNvSpPr/>
          <p:nvPr/>
        </p:nvSpPr>
        <p:spPr>
          <a:xfrm>
            <a:off x="8694738" y="1320800"/>
            <a:ext cx="274637" cy="320675"/>
          </a:xfrm>
          <a:prstGeom prst="rect">
            <a:avLst/>
          </a:prstGeom>
          <a:solidFill>
            <a:srgbClr val="00CC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2213" name="Google Shape;2213;p41"/>
          <p:cNvSpPr/>
          <p:nvPr/>
        </p:nvSpPr>
        <p:spPr>
          <a:xfrm>
            <a:off x="8439150" y="5603875"/>
            <a:ext cx="811213" cy="32067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2214" name="Google Shape;2214;p41"/>
          <p:cNvSpPr txBox="1"/>
          <p:nvPr/>
        </p:nvSpPr>
        <p:spPr>
          <a:xfrm>
            <a:off x="6831013" y="2674937"/>
            <a:ext cx="10096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(nothing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send)</a:t>
            </a:r>
            <a:endParaRPr/>
          </a:p>
        </p:txBody>
      </p:sp>
      <p:sp>
        <p:nvSpPr>
          <p:cNvPr id="2215" name="Google Shape;2215;p41"/>
          <p:cNvSpPr/>
          <p:nvPr/>
        </p:nvSpPr>
        <p:spPr>
          <a:xfrm>
            <a:off x="7327900" y="3338512"/>
            <a:ext cx="274638" cy="320675"/>
          </a:xfrm>
          <a:prstGeom prst="rect">
            <a:avLst/>
          </a:prstGeom>
          <a:solidFill>
            <a:srgbClr val="00CC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9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Google Shape;2220;p42"/>
          <p:cNvSpPr txBox="1"/>
          <p:nvPr>
            <p:ph type="title"/>
          </p:nvPr>
        </p:nvSpPr>
        <p:spPr>
          <a:xfrm>
            <a:off x="493641" y="412065"/>
            <a:ext cx="11552583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Cable access network: FDM, TDM </a:t>
            </a:r>
            <a:r>
              <a:rPr i="1" lang="en-US"/>
              <a:t>and</a:t>
            </a:r>
            <a:r>
              <a:rPr lang="en-US"/>
              <a:t> random access!</a:t>
            </a:r>
            <a:endParaRPr/>
          </a:p>
        </p:txBody>
      </p:sp>
      <p:sp>
        <p:nvSpPr>
          <p:cNvPr id="2221" name="Google Shape;2221;p4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2" name="Google Shape;2222;p42"/>
          <p:cNvSpPr/>
          <p:nvPr/>
        </p:nvSpPr>
        <p:spPr>
          <a:xfrm>
            <a:off x="3876675" y="2823821"/>
            <a:ext cx="955675" cy="70008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3" name="Google Shape;2223;p42"/>
          <p:cNvSpPr txBox="1"/>
          <p:nvPr/>
        </p:nvSpPr>
        <p:spPr>
          <a:xfrm>
            <a:off x="3316288" y="2282483"/>
            <a:ext cx="1925637" cy="294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cable headend</a:t>
            </a:r>
            <a:endParaRPr/>
          </a:p>
        </p:txBody>
      </p:sp>
      <p:sp>
        <p:nvSpPr>
          <p:cNvPr id="2224" name="Google Shape;2224;p42"/>
          <p:cNvSpPr txBox="1"/>
          <p:nvPr/>
        </p:nvSpPr>
        <p:spPr>
          <a:xfrm>
            <a:off x="3817938" y="2793658"/>
            <a:ext cx="9509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CMTS</a:t>
            </a:r>
            <a:endParaRPr/>
          </a:p>
        </p:txBody>
      </p:sp>
      <p:sp>
        <p:nvSpPr>
          <p:cNvPr id="2225" name="Google Shape;2225;p42"/>
          <p:cNvSpPr/>
          <p:nvPr/>
        </p:nvSpPr>
        <p:spPr>
          <a:xfrm>
            <a:off x="3781425" y="2560296"/>
            <a:ext cx="1206500" cy="261937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000000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6" name="Google Shape;2226;p42"/>
          <p:cNvSpPr/>
          <p:nvPr/>
        </p:nvSpPr>
        <p:spPr>
          <a:xfrm rot="10800000">
            <a:off x="1477624" y="3076351"/>
            <a:ext cx="1846681" cy="851585"/>
          </a:xfrm>
          <a:custGeom>
            <a:rect b="b" l="l" r="r" t="t"/>
            <a:pathLst>
              <a:path extrusionOk="0" h="9966" w="10000">
                <a:moveTo>
                  <a:pt x="5243" y="79"/>
                </a:moveTo>
                <a:cubicBezTo>
                  <a:pt x="4365" y="204"/>
                  <a:pt x="3927" y="485"/>
                  <a:pt x="3148" y="796"/>
                </a:cubicBezTo>
                <a:cubicBezTo>
                  <a:pt x="2369" y="1106"/>
                  <a:pt x="1108" y="972"/>
                  <a:pt x="600" y="1942"/>
                </a:cubicBezTo>
                <a:cubicBezTo>
                  <a:pt x="91" y="2911"/>
                  <a:pt x="-144" y="5278"/>
                  <a:pt x="94" y="6612"/>
                </a:cubicBezTo>
                <a:cubicBezTo>
                  <a:pt x="333" y="7946"/>
                  <a:pt x="1163" y="9760"/>
                  <a:pt x="2031" y="9948"/>
                </a:cubicBezTo>
                <a:cubicBezTo>
                  <a:pt x="2899" y="10136"/>
                  <a:pt x="3225" y="8832"/>
                  <a:pt x="4139" y="8683"/>
                </a:cubicBezTo>
                <a:cubicBezTo>
                  <a:pt x="5052" y="8534"/>
                  <a:pt x="6674" y="9035"/>
                  <a:pt x="7509" y="9056"/>
                </a:cubicBezTo>
                <a:cubicBezTo>
                  <a:pt x="8344" y="9077"/>
                  <a:pt x="8726" y="9097"/>
                  <a:pt x="9123" y="8849"/>
                </a:cubicBezTo>
                <a:cubicBezTo>
                  <a:pt x="9519" y="8601"/>
                  <a:pt x="9759" y="8519"/>
                  <a:pt x="9888" y="7567"/>
                </a:cubicBezTo>
                <a:cubicBezTo>
                  <a:pt x="10015" y="6615"/>
                  <a:pt x="10071" y="4299"/>
                  <a:pt x="9859" y="3140"/>
                </a:cubicBezTo>
                <a:cubicBezTo>
                  <a:pt x="9647" y="1983"/>
                  <a:pt x="9377" y="1073"/>
                  <a:pt x="8613" y="577"/>
                </a:cubicBezTo>
                <a:cubicBezTo>
                  <a:pt x="7849" y="79"/>
                  <a:pt x="6390" y="-127"/>
                  <a:pt x="5243" y="79"/>
                </a:cubicBezTo>
                <a:close/>
              </a:path>
            </a:pathLst>
          </a:custGeom>
          <a:gradFill>
            <a:gsLst>
              <a:gs pos="0">
                <a:srgbClr val="00CCF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7" name="Google Shape;2227;p42"/>
          <p:cNvCxnSpPr/>
          <p:nvPr/>
        </p:nvCxnSpPr>
        <p:spPr>
          <a:xfrm flipH="1" rot="10800000">
            <a:off x="2442061" y="3311688"/>
            <a:ext cx="157454" cy="8415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8" name="Google Shape;2228;p42"/>
          <p:cNvCxnSpPr/>
          <p:nvPr/>
        </p:nvCxnSpPr>
        <p:spPr>
          <a:xfrm>
            <a:off x="2227748" y="3479990"/>
            <a:ext cx="0" cy="8078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9" name="Google Shape;2229;p42"/>
          <p:cNvCxnSpPr/>
          <p:nvPr/>
        </p:nvCxnSpPr>
        <p:spPr>
          <a:xfrm flipH="1" rot="10800000">
            <a:off x="2442061" y="3379009"/>
            <a:ext cx="329487" cy="28274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0" name="Google Shape;2230;p42"/>
          <p:cNvCxnSpPr/>
          <p:nvPr/>
        </p:nvCxnSpPr>
        <p:spPr>
          <a:xfrm>
            <a:off x="2898386" y="3377887"/>
            <a:ext cx="0" cy="19186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1" name="Google Shape;2231;p42"/>
          <p:cNvCxnSpPr/>
          <p:nvPr/>
        </p:nvCxnSpPr>
        <p:spPr>
          <a:xfrm>
            <a:off x="2465387" y="3677463"/>
            <a:ext cx="236181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32" name="Google Shape;2232;p42"/>
          <p:cNvGrpSpPr/>
          <p:nvPr/>
        </p:nvGrpSpPr>
        <p:grpSpPr>
          <a:xfrm flipH="1">
            <a:off x="1559152" y="3670725"/>
            <a:ext cx="466530" cy="2244"/>
            <a:chOff x="3159352" y="3666243"/>
            <a:chExt cx="466530" cy="2244"/>
          </a:xfrm>
        </p:grpSpPr>
        <p:cxnSp>
          <p:nvCxnSpPr>
            <p:cNvPr id="2233" name="Google Shape;2233;p42"/>
            <p:cNvCxnSpPr/>
            <p:nvPr/>
          </p:nvCxnSpPr>
          <p:spPr>
            <a:xfrm>
              <a:off x="3159352" y="3668487"/>
              <a:ext cx="22160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4" name="Google Shape;2234;p42"/>
            <p:cNvCxnSpPr/>
            <p:nvPr/>
          </p:nvCxnSpPr>
          <p:spPr>
            <a:xfrm>
              <a:off x="3404280" y="3666243"/>
              <a:ext cx="221602" cy="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2235" name="Google Shape;2235;p42"/>
          <p:cNvSpPr txBox="1"/>
          <p:nvPr/>
        </p:nvSpPr>
        <p:spPr>
          <a:xfrm>
            <a:off x="3079538" y="3632083"/>
            <a:ext cx="4667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ISP</a:t>
            </a:r>
            <a:endParaRPr/>
          </a:p>
        </p:txBody>
      </p:sp>
      <p:cxnSp>
        <p:nvCxnSpPr>
          <p:cNvPr id="2236" name="Google Shape;2236;p42"/>
          <p:cNvCxnSpPr/>
          <p:nvPr/>
        </p:nvCxnSpPr>
        <p:spPr>
          <a:xfrm rot="10800000">
            <a:off x="4595813" y="3373096"/>
            <a:ext cx="452437" cy="3810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7" name="Google Shape;2237;p42"/>
          <p:cNvSpPr txBox="1"/>
          <p:nvPr/>
        </p:nvSpPr>
        <p:spPr>
          <a:xfrm>
            <a:off x="4502310" y="3615330"/>
            <a:ext cx="1611339" cy="460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cable modem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termination system</a:t>
            </a:r>
            <a:endParaRPr/>
          </a:p>
        </p:txBody>
      </p:sp>
      <p:grpSp>
        <p:nvGrpSpPr>
          <p:cNvPr id="2238" name="Google Shape;2238;p42"/>
          <p:cNvGrpSpPr/>
          <p:nvPr/>
        </p:nvGrpSpPr>
        <p:grpSpPr>
          <a:xfrm>
            <a:off x="9146140" y="2298358"/>
            <a:ext cx="2498818" cy="1466537"/>
            <a:chOff x="467224" y="1239838"/>
            <a:chExt cx="2268538" cy="1465643"/>
          </a:xfrm>
        </p:grpSpPr>
        <p:sp>
          <p:nvSpPr>
            <p:cNvPr id="2239" name="Google Shape;2239;p42"/>
            <p:cNvSpPr/>
            <p:nvPr/>
          </p:nvSpPr>
          <p:spPr>
            <a:xfrm>
              <a:off x="717379" y="1650750"/>
              <a:ext cx="1793876" cy="926535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40" name="Google Shape;2240;p42"/>
            <p:cNvCxnSpPr/>
            <p:nvPr/>
          </p:nvCxnSpPr>
          <p:spPr>
            <a:xfrm flipH="1" rot="10800000">
              <a:off x="958850" y="2201863"/>
              <a:ext cx="365125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41" name="Google Shape;2241;p42"/>
            <p:cNvSpPr txBox="1"/>
            <p:nvPr/>
          </p:nvSpPr>
          <p:spPr>
            <a:xfrm>
              <a:off x="1250087" y="2264475"/>
              <a:ext cx="748923" cy="441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cable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modem</a:t>
              </a:r>
              <a:endParaRPr/>
            </a:p>
          </p:txBody>
        </p:sp>
        <p:sp>
          <p:nvSpPr>
            <p:cNvPr id="2242" name="Google Shape;2242;p42"/>
            <p:cNvSpPr txBox="1"/>
            <p:nvPr/>
          </p:nvSpPr>
          <p:spPr>
            <a:xfrm>
              <a:off x="607799" y="2331583"/>
              <a:ext cx="707245" cy="268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splitter</a:t>
              </a:r>
              <a:endParaRPr/>
            </a:p>
          </p:txBody>
        </p:sp>
        <p:grpSp>
          <p:nvGrpSpPr>
            <p:cNvPr id="2243" name="Google Shape;2243;p42"/>
            <p:cNvGrpSpPr/>
            <p:nvPr/>
          </p:nvGrpSpPr>
          <p:grpSpPr>
            <a:xfrm>
              <a:off x="1304925" y="2078038"/>
              <a:ext cx="614363" cy="220011"/>
              <a:chOff x="322" y="890"/>
              <a:chExt cx="872" cy="338"/>
            </a:xfrm>
          </p:grpSpPr>
          <p:sp>
            <p:nvSpPr>
              <p:cNvPr id="2244" name="Google Shape;2244;p42"/>
              <p:cNvSpPr/>
              <p:nvPr/>
            </p:nvSpPr>
            <p:spPr>
              <a:xfrm>
                <a:off x="322" y="1004"/>
                <a:ext cx="872" cy="224"/>
              </a:xfrm>
              <a:prstGeom prst="rect">
                <a:avLst/>
              </a:prstGeom>
              <a:solidFill>
                <a:srgbClr val="FFFF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5" name="Google Shape;2245;p42"/>
              <p:cNvSpPr/>
              <p:nvPr/>
            </p:nvSpPr>
            <p:spPr>
              <a:xfrm>
                <a:off x="394" y="1072"/>
                <a:ext cx="54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6" name="Google Shape;2246;p42"/>
              <p:cNvSpPr/>
              <p:nvPr/>
            </p:nvSpPr>
            <p:spPr>
              <a:xfrm>
                <a:off x="466" y="1072"/>
                <a:ext cx="56" cy="56"/>
              </a:xfrm>
              <a:prstGeom prst="rect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7" name="Google Shape;2247;p42"/>
              <p:cNvSpPr/>
              <p:nvPr/>
            </p:nvSpPr>
            <p:spPr>
              <a:xfrm>
                <a:off x="541" y="1070"/>
                <a:ext cx="56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8" name="Google Shape;2248;p42"/>
              <p:cNvSpPr/>
              <p:nvPr/>
            </p:nvSpPr>
            <p:spPr>
              <a:xfrm>
                <a:off x="615" y="1070"/>
                <a:ext cx="56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9" name="Google Shape;2249;p42"/>
              <p:cNvSpPr/>
              <p:nvPr/>
            </p:nvSpPr>
            <p:spPr>
              <a:xfrm flipH="1" rot="10800000">
                <a:off x="322" y="890"/>
                <a:ext cx="859" cy="110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50" name="Google Shape;2250;p42"/>
            <p:cNvSpPr/>
            <p:nvPr/>
          </p:nvSpPr>
          <p:spPr>
            <a:xfrm>
              <a:off x="467224" y="1239838"/>
              <a:ext cx="2268538" cy="468028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1" name="Google Shape;2251;p42"/>
            <p:cNvSpPr/>
            <p:nvPr/>
          </p:nvSpPr>
          <p:spPr>
            <a:xfrm>
              <a:off x="906462" y="2133056"/>
              <a:ext cx="166688" cy="144374"/>
            </a:xfrm>
            <a:prstGeom prst="rect">
              <a:avLst/>
            </a:prstGeom>
            <a:solidFill>
              <a:srgbClr val="0000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2" name="Google Shape;2252;p42"/>
            <p:cNvSpPr/>
            <p:nvPr/>
          </p:nvSpPr>
          <p:spPr>
            <a:xfrm flipH="1">
              <a:off x="970845" y="1691922"/>
              <a:ext cx="479425" cy="434975"/>
            </a:xfrm>
            <a:custGeom>
              <a:rect b="b" l="l" r="r" t="t"/>
              <a:pathLst>
                <a:path extrusionOk="0" h="274" w="381">
                  <a:moveTo>
                    <a:pt x="381" y="274"/>
                  </a:moveTo>
                  <a:lnTo>
                    <a:pt x="381" y="130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53" name="Google Shape;2253;p42"/>
            <p:cNvCxnSpPr/>
            <p:nvPr/>
          </p:nvCxnSpPr>
          <p:spPr>
            <a:xfrm rot="10800000">
              <a:off x="1917701" y="2215556"/>
              <a:ext cx="23971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descr="tv" id="2254" name="Google Shape;2254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24844" y="1355725"/>
              <a:ext cx="755650" cy="67468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55" name="Google Shape;2255;p42"/>
            <p:cNvGrpSpPr/>
            <p:nvPr/>
          </p:nvGrpSpPr>
          <p:grpSpPr>
            <a:xfrm>
              <a:off x="1854097" y="1780738"/>
              <a:ext cx="609600" cy="609600"/>
              <a:chOff x="-44" y="1473"/>
              <a:chExt cx="981" cy="1105"/>
            </a:xfrm>
          </p:grpSpPr>
          <p:pic>
            <p:nvPicPr>
              <p:cNvPr descr="desktop_computer_stylized_medium" id="2256" name="Google Shape;2256;p4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57" name="Google Shape;2257;p4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58" name="Google Shape;2258;p42"/>
          <p:cNvGrpSpPr/>
          <p:nvPr/>
        </p:nvGrpSpPr>
        <p:grpSpPr>
          <a:xfrm>
            <a:off x="4691063" y="2507908"/>
            <a:ext cx="4938712" cy="1389063"/>
            <a:chOff x="4327270" y="1745934"/>
            <a:chExt cx="4938730" cy="1388847"/>
          </a:xfrm>
        </p:grpSpPr>
        <p:cxnSp>
          <p:nvCxnSpPr>
            <p:cNvPr id="2259" name="Google Shape;2259;p42"/>
            <p:cNvCxnSpPr/>
            <p:nvPr/>
          </p:nvCxnSpPr>
          <p:spPr>
            <a:xfrm>
              <a:off x="4327270" y="2504641"/>
              <a:ext cx="493873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260" name="Google Shape;2260;p42"/>
            <p:cNvGrpSpPr/>
            <p:nvPr/>
          </p:nvGrpSpPr>
          <p:grpSpPr>
            <a:xfrm flipH="1">
              <a:off x="5533568" y="1745934"/>
              <a:ext cx="2894013" cy="752358"/>
              <a:chOff x="5534758" y="1745934"/>
              <a:chExt cx="2894013" cy="752358"/>
            </a:xfrm>
          </p:grpSpPr>
          <p:grpSp>
            <p:nvGrpSpPr>
              <p:cNvPr id="2261" name="Google Shape;2261;p42"/>
              <p:cNvGrpSpPr/>
              <p:nvPr/>
            </p:nvGrpSpPr>
            <p:grpSpPr>
              <a:xfrm>
                <a:off x="5534758" y="1752284"/>
                <a:ext cx="850900" cy="527050"/>
                <a:chOff x="-489" y="1664"/>
                <a:chExt cx="1429" cy="842"/>
              </a:xfrm>
            </p:grpSpPr>
            <p:sp>
              <p:nvSpPr>
                <p:cNvPr id="2262" name="Google Shape;2262;p42"/>
                <p:cNvSpPr/>
                <p:nvPr/>
              </p:nvSpPr>
              <p:spPr>
                <a:xfrm>
                  <a:off x="-489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263" name="Google Shape;2263;p42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2264" name="Google Shape;2264;p42"/>
                  <p:cNvSpPr/>
                  <p:nvPr/>
                </p:nvSpPr>
                <p:spPr>
                  <a:xfrm>
                    <a:off x="-335" y="1923"/>
                    <a:ext cx="1125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265" name="Google Shape;2265;p42"/>
                  <p:cNvCxnSpPr/>
                  <p:nvPr/>
                </p:nvCxnSpPr>
                <p:spPr>
                  <a:xfrm flipH="1" rot="10800000">
                    <a:off x="-150" y="2270"/>
                    <a:ext cx="230" cy="1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2266" name="Google Shape;2266;p42"/>
                  <p:cNvGrpSpPr/>
                  <p:nvPr/>
                </p:nvGrpSpPr>
                <p:grpSpPr>
                  <a:xfrm>
                    <a:off x="68" y="2192"/>
                    <a:ext cx="387" cy="139"/>
                    <a:chOff x="322" y="890"/>
                    <a:chExt cx="871" cy="339"/>
                  </a:xfrm>
                </p:grpSpPr>
                <p:sp>
                  <p:nvSpPr>
                    <p:cNvPr id="2267" name="Google Shape;2267;p42"/>
                    <p:cNvSpPr/>
                    <p:nvPr/>
                  </p:nvSpPr>
                  <p:spPr>
                    <a:xfrm>
                      <a:off x="322" y="1000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68" name="Google Shape;2268;p42"/>
                    <p:cNvSpPr/>
                    <p:nvPr/>
                  </p:nvSpPr>
                  <p:spPr>
                    <a:xfrm>
                      <a:off x="394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69" name="Google Shape;2269;p42"/>
                    <p:cNvSpPr/>
                    <p:nvPr/>
                  </p:nvSpPr>
                  <p:spPr>
                    <a:xfrm>
                      <a:off x="466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70" name="Google Shape;2270;p42"/>
                    <p:cNvSpPr/>
                    <p:nvPr/>
                  </p:nvSpPr>
                  <p:spPr>
                    <a:xfrm>
                      <a:off x="538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71" name="Google Shape;2271;p42"/>
                    <p:cNvSpPr/>
                    <p:nvPr/>
                  </p:nvSpPr>
                  <p:spPr>
                    <a:xfrm>
                      <a:off x="616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72" name="Google Shape;2272;p42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2273" name="Google Shape;2273;p42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274" name="Google Shape;2274;p42"/>
                  <p:cNvSpPr/>
                  <p:nvPr/>
                </p:nvSpPr>
                <p:spPr>
                  <a:xfrm>
                    <a:off x="529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75" name="Google Shape;2275;p42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276" name="Google Shape;2276;p42"/>
                  <p:cNvCxnSpPr/>
                  <p:nvPr/>
                </p:nvCxnSpPr>
                <p:spPr>
                  <a:xfrm rot="10800000">
                    <a:off x="470" y="2270"/>
                    <a:ext cx="15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tv" id="2277" name="Google Shape;2277;p42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2278" name="Google Shape;2278;p42"/>
              <p:cNvGrpSpPr/>
              <p:nvPr/>
            </p:nvGrpSpPr>
            <p:grpSpPr>
              <a:xfrm>
                <a:off x="6436458" y="1745934"/>
                <a:ext cx="850900" cy="527050"/>
                <a:chOff x="-489" y="1664"/>
                <a:chExt cx="1429" cy="842"/>
              </a:xfrm>
            </p:grpSpPr>
            <p:sp>
              <p:nvSpPr>
                <p:cNvPr id="2279" name="Google Shape;2279;p42"/>
                <p:cNvSpPr/>
                <p:nvPr/>
              </p:nvSpPr>
              <p:spPr>
                <a:xfrm>
                  <a:off x="-489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280" name="Google Shape;2280;p42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2281" name="Google Shape;2281;p42"/>
                  <p:cNvSpPr/>
                  <p:nvPr/>
                </p:nvSpPr>
                <p:spPr>
                  <a:xfrm>
                    <a:off x="-335" y="1923"/>
                    <a:ext cx="1125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282" name="Google Shape;2282;p42"/>
                  <p:cNvCxnSpPr/>
                  <p:nvPr/>
                </p:nvCxnSpPr>
                <p:spPr>
                  <a:xfrm flipH="1" rot="10800000">
                    <a:off x="-150" y="2270"/>
                    <a:ext cx="230" cy="1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2283" name="Google Shape;2283;p42"/>
                  <p:cNvGrpSpPr/>
                  <p:nvPr/>
                </p:nvGrpSpPr>
                <p:grpSpPr>
                  <a:xfrm>
                    <a:off x="68" y="2192"/>
                    <a:ext cx="387" cy="139"/>
                    <a:chOff x="322" y="890"/>
                    <a:chExt cx="871" cy="339"/>
                  </a:xfrm>
                </p:grpSpPr>
                <p:sp>
                  <p:nvSpPr>
                    <p:cNvPr id="2284" name="Google Shape;2284;p42"/>
                    <p:cNvSpPr/>
                    <p:nvPr/>
                  </p:nvSpPr>
                  <p:spPr>
                    <a:xfrm>
                      <a:off x="322" y="1000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85" name="Google Shape;2285;p42"/>
                    <p:cNvSpPr/>
                    <p:nvPr/>
                  </p:nvSpPr>
                  <p:spPr>
                    <a:xfrm>
                      <a:off x="394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86" name="Google Shape;2286;p42"/>
                    <p:cNvSpPr/>
                    <p:nvPr/>
                  </p:nvSpPr>
                  <p:spPr>
                    <a:xfrm>
                      <a:off x="466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87" name="Google Shape;2287;p42"/>
                    <p:cNvSpPr/>
                    <p:nvPr/>
                  </p:nvSpPr>
                  <p:spPr>
                    <a:xfrm>
                      <a:off x="538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88" name="Google Shape;2288;p42"/>
                    <p:cNvSpPr/>
                    <p:nvPr/>
                  </p:nvSpPr>
                  <p:spPr>
                    <a:xfrm>
                      <a:off x="616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89" name="Google Shape;2289;p42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2290" name="Google Shape;2290;p42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291" name="Google Shape;2291;p42"/>
                  <p:cNvSpPr/>
                  <p:nvPr/>
                </p:nvSpPr>
                <p:spPr>
                  <a:xfrm>
                    <a:off x="529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2" name="Google Shape;2292;p42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293" name="Google Shape;2293;p42"/>
                  <p:cNvCxnSpPr/>
                  <p:nvPr/>
                </p:nvCxnSpPr>
                <p:spPr>
                  <a:xfrm rot="10800000">
                    <a:off x="470" y="2270"/>
                    <a:ext cx="15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tv" id="2294" name="Google Shape;2294;p42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2295" name="Google Shape;2295;p42"/>
              <p:cNvGrpSpPr/>
              <p:nvPr/>
            </p:nvGrpSpPr>
            <p:grpSpPr>
              <a:xfrm>
                <a:off x="7577871" y="1753872"/>
                <a:ext cx="850900" cy="527050"/>
                <a:chOff x="-489" y="1664"/>
                <a:chExt cx="1429" cy="842"/>
              </a:xfrm>
            </p:grpSpPr>
            <p:sp>
              <p:nvSpPr>
                <p:cNvPr id="2296" name="Google Shape;2296;p42"/>
                <p:cNvSpPr/>
                <p:nvPr/>
              </p:nvSpPr>
              <p:spPr>
                <a:xfrm>
                  <a:off x="-489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297" name="Google Shape;2297;p42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2298" name="Google Shape;2298;p42"/>
                  <p:cNvSpPr/>
                  <p:nvPr/>
                </p:nvSpPr>
                <p:spPr>
                  <a:xfrm>
                    <a:off x="-335" y="1923"/>
                    <a:ext cx="1125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299" name="Google Shape;2299;p42"/>
                  <p:cNvCxnSpPr/>
                  <p:nvPr/>
                </p:nvCxnSpPr>
                <p:spPr>
                  <a:xfrm flipH="1" rot="10800000">
                    <a:off x="-150" y="2270"/>
                    <a:ext cx="230" cy="1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2300" name="Google Shape;2300;p42"/>
                  <p:cNvGrpSpPr/>
                  <p:nvPr/>
                </p:nvGrpSpPr>
                <p:grpSpPr>
                  <a:xfrm>
                    <a:off x="68" y="2192"/>
                    <a:ext cx="387" cy="139"/>
                    <a:chOff x="322" y="890"/>
                    <a:chExt cx="871" cy="339"/>
                  </a:xfrm>
                </p:grpSpPr>
                <p:sp>
                  <p:nvSpPr>
                    <p:cNvPr id="2301" name="Google Shape;2301;p42"/>
                    <p:cNvSpPr/>
                    <p:nvPr/>
                  </p:nvSpPr>
                  <p:spPr>
                    <a:xfrm>
                      <a:off x="322" y="1000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02" name="Google Shape;2302;p42"/>
                    <p:cNvSpPr/>
                    <p:nvPr/>
                  </p:nvSpPr>
                  <p:spPr>
                    <a:xfrm>
                      <a:off x="394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03" name="Google Shape;2303;p42"/>
                    <p:cNvSpPr/>
                    <p:nvPr/>
                  </p:nvSpPr>
                  <p:spPr>
                    <a:xfrm>
                      <a:off x="466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04" name="Google Shape;2304;p42"/>
                    <p:cNvSpPr/>
                    <p:nvPr/>
                  </p:nvSpPr>
                  <p:spPr>
                    <a:xfrm>
                      <a:off x="538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05" name="Google Shape;2305;p42"/>
                    <p:cNvSpPr/>
                    <p:nvPr/>
                  </p:nvSpPr>
                  <p:spPr>
                    <a:xfrm>
                      <a:off x="616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06" name="Google Shape;2306;p42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2307" name="Google Shape;2307;p42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308" name="Google Shape;2308;p42"/>
                  <p:cNvSpPr/>
                  <p:nvPr/>
                </p:nvSpPr>
                <p:spPr>
                  <a:xfrm>
                    <a:off x="529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09" name="Google Shape;2309;p42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310" name="Google Shape;2310;p42"/>
                  <p:cNvCxnSpPr/>
                  <p:nvPr/>
                </p:nvCxnSpPr>
                <p:spPr>
                  <a:xfrm rot="10800000">
                    <a:off x="470" y="2270"/>
                    <a:ext cx="15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tv" id="2311" name="Google Shape;2311;p42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2312" name="Google Shape;2312;p42"/>
              <p:cNvSpPr txBox="1"/>
              <p:nvPr/>
            </p:nvSpPr>
            <p:spPr>
              <a:xfrm>
                <a:off x="7279808" y="1823710"/>
                <a:ext cx="397868" cy="4615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69696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96969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cxnSp>
            <p:nvCxnSpPr>
              <p:cNvPr id="2313" name="Google Shape;2313;p42"/>
              <p:cNvCxnSpPr/>
              <p:nvPr/>
            </p:nvCxnSpPr>
            <p:spPr>
              <a:xfrm flipH="1">
                <a:off x="6169544" y="2164969"/>
                <a:ext cx="3175" cy="33332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4" name="Google Shape;2314;p42"/>
              <p:cNvCxnSpPr/>
              <p:nvPr/>
            </p:nvCxnSpPr>
            <p:spPr>
              <a:xfrm flipH="1">
                <a:off x="7074423" y="2164969"/>
                <a:ext cx="3175" cy="33332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5" name="Google Shape;2315;p42"/>
              <p:cNvCxnSpPr/>
              <p:nvPr/>
            </p:nvCxnSpPr>
            <p:spPr>
              <a:xfrm flipH="1">
                <a:off x="8211077" y="2164969"/>
                <a:ext cx="3175" cy="33332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316" name="Google Shape;2316;p42"/>
            <p:cNvGrpSpPr/>
            <p:nvPr/>
          </p:nvGrpSpPr>
          <p:grpSpPr>
            <a:xfrm flipH="1">
              <a:off x="7297444" y="2490881"/>
              <a:ext cx="850900" cy="626437"/>
              <a:chOff x="6488846" y="2501584"/>
              <a:chExt cx="850900" cy="626437"/>
            </a:xfrm>
          </p:grpSpPr>
          <p:grpSp>
            <p:nvGrpSpPr>
              <p:cNvPr id="2317" name="Google Shape;2317;p42"/>
              <p:cNvGrpSpPr/>
              <p:nvPr/>
            </p:nvGrpSpPr>
            <p:grpSpPr>
              <a:xfrm>
                <a:off x="6488846" y="2600971"/>
                <a:ext cx="850900" cy="527050"/>
                <a:chOff x="-489" y="1663"/>
                <a:chExt cx="1429" cy="842"/>
              </a:xfrm>
            </p:grpSpPr>
            <p:sp>
              <p:nvSpPr>
                <p:cNvPr id="2318" name="Google Shape;2318;p42"/>
                <p:cNvSpPr/>
                <p:nvPr/>
              </p:nvSpPr>
              <p:spPr>
                <a:xfrm>
                  <a:off x="-489" y="1663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319" name="Google Shape;2319;p42"/>
                <p:cNvGrpSpPr/>
                <p:nvPr/>
              </p:nvGrpSpPr>
              <p:grpSpPr>
                <a:xfrm>
                  <a:off x="-427" y="1737"/>
                  <a:ext cx="1218" cy="768"/>
                  <a:chOff x="-427" y="1737"/>
                  <a:chExt cx="1218" cy="768"/>
                </a:xfrm>
              </p:grpSpPr>
              <p:sp>
                <p:nvSpPr>
                  <p:cNvPr id="2320" name="Google Shape;2320;p42"/>
                  <p:cNvSpPr/>
                  <p:nvPr/>
                </p:nvSpPr>
                <p:spPr>
                  <a:xfrm>
                    <a:off x="-329" y="1922"/>
                    <a:ext cx="1120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321" name="Google Shape;2321;p42"/>
                  <p:cNvCxnSpPr/>
                  <p:nvPr/>
                </p:nvCxnSpPr>
                <p:spPr>
                  <a:xfrm flipH="1" rot="10800000">
                    <a:off x="-150" y="2270"/>
                    <a:ext cx="230" cy="1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2322" name="Google Shape;2322;p42"/>
                  <p:cNvGrpSpPr/>
                  <p:nvPr/>
                </p:nvGrpSpPr>
                <p:grpSpPr>
                  <a:xfrm>
                    <a:off x="68" y="2192"/>
                    <a:ext cx="387" cy="138"/>
                    <a:chOff x="322" y="890"/>
                    <a:chExt cx="871" cy="337"/>
                  </a:xfrm>
                </p:grpSpPr>
                <p:sp>
                  <p:nvSpPr>
                    <p:cNvPr id="2323" name="Google Shape;2323;p42"/>
                    <p:cNvSpPr/>
                    <p:nvPr/>
                  </p:nvSpPr>
                  <p:spPr>
                    <a:xfrm>
                      <a:off x="322" y="998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24" name="Google Shape;2324;p42"/>
                    <p:cNvSpPr/>
                    <p:nvPr/>
                  </p:nvSpPr>
                  <p:spPr>
                    <a:xfrm>
                      <a:off x="394" y="1072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25" name="Google Shape;2325;p42"/>
                    <p:cNvSpPr/>
                    <p:nvPr/>
                  </p:nvSpPr>
                  <p:spPr>
                    <a:xfrm>
                      <a:off x="466" y="1072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26" name="Google Shape;2326;p42"/>
                    <p:cNvSpPr/>
                    <p:nvPr/>
                  </p:nvSpPr>
                  <p:spPr>
                    <a:xfrm>
                      <a:off x="539" y="1066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27" name="Google Shape;2327;p42"/>
                    <p:cNvSpPr/>
                    <p:nvPr/>
                  </p:nvSpPr>
                  <p:spPr>
                    <a:xfrm>
                      <a:off x="617" y="1066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28" name="Google Shape;2328;p42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2329" name="Google Shape;2329;p42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330" name="Google Shape;2330;p42"/>
                  <p:cNvSpPr/>
                  <p:nvPr/>
                </p:nvSpPr>
                <p:spPr>
                  <a:xfrm>
                    <a:off x="529" y="2231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31" name="Google Shape;2331;p42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332" name="Google Shape;2332;p42"/>
                  <p:cNvCxnSpPr/>
                  <p:nvPr/>
                </p:nvCxnSpPr>
                <p:spPr>
                  <a:xfrm rot="10800000">
                    <a:off x="471" y="2269"/>
                    <a:ext cx="15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tv" id="2333" name="Google Shape;2333;p42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2334" name="Google Shape;2334;p42"/>
              <p:cNvSpPr/>
              <p:nvPr/>
            </p:nvSpPr>
            <p:spPr>
              <a:xfrm>
                <a:off x="7159763" y="2501584"/>
                <a:ext cx="127000" cy="476250"/>
              </a:xfrm>
              <a:custGeom>
                <a:rect b="b" l="l" r="r" t="t"/>
                <a:pathLst>
                  <a:path extrusionOk="0" h="300" w="8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35" name="Google Shape;2335;p42"/>
            <p:cNvGrpSpPr/>
            <p:nvPr/>
          </p:nvGrpSpPr>
          <p:grpSpPr>
            <a:xfrm flipH="1">
              <a:off x="5984855" y="2507718"/>
              <a:ext cx="850900" cy="627063"/>
              <a:chOff x="6487656" y="2501584"/>
              <a:chExt cx="850900" cy="627063"/>
            </a:xfrm>
          </p:grpSpPr>
          <p:grpSp>
            <p:nvGrpSpPr>
              <p:cNvPr id="2336" name="Google Shape;2336;p42"/>
              <p:cNvGrpSpPr/>
              <p:nvPr/>
            </p:nvGrpSpPr>
            <p:grpSpPr>
              <a:xfrm>
                <a:off x="6487656" y="2601597"/>
                <a:ext cx="850900" cy="527050"/>
                <a:chOff x="-491" y="1664"/>
                <a:chExt cx="1429" cy="842"/>
              </a:xfrm>
            </p:grpSpPr>
            <p:sp>
              <p:nvSpPr>
                <p:cNvPr id="2337" name="Google Shape;2337;p42"/>
                <p:cNvSpPr/>
                <p:nvPr/>
              </p:nvSpPr>
              <p:spPr>
                <a:xfrm>
                  <a:off x="-491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338" name="Google Shape;2338;p42"/>
                <p:cNvGrpSpPr/>
                <p:nvPr/>
              </p:nvGrpSpPr>
              <p:grpSpPr>
                <a:xfrm>
                  <a:off x="-427" y="1737"/>
                  <a:ext cx="1216" cy="769"/>
                  <a:chOff x="-427" y="1737"/>
                  <a:chExt cx="1216" cy="769"/>
                </a:xfrm>
              </p:grpSpPr>
              <p:sp>
                <p:nvSpPr>
                  <p:cNvPr id="2339" name="Google Shape;2339;p42"/>
                  <p:cNvSpPr/>
                  <p:nvPr/>
                </p:nvSpPr>
                <p:spPr>
                  <a:xfrm>
                    <a:off x="-339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340" name="Google Shape;2340;p42"/>
                  <p:cNvCxnSpPr/>
                  <p:nvPr/>
                </p:nvCxnSpPr>
                <p:spPr>
                  <a:xfrm flipH="1" rot="10800000">
                    <a:off x="-150" y="2270"/>
                    <a:ext cx="230" cy="1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2341" name="Google Shape;2341;p42"/>
                  <p:cNvGrpSpPr/>
                  <p:nvPr/>
                </p:nvGrpSpPr>
                <p:grpSpPr>
                  <a:xfrm>
                    <a:off x="67" y="2192"/>
                    <a:ext cx="383" cy="139"/>
                    <a:chOff x="319" y="890"/>
                    <a:chExt cx="862" cy="339"/>
                  </a:xfrm>
                </p:grpSpPr>
                <p:sp>
                  <p:nvSpPr>
                    <p:cNvPr id="2342" name="Google Shape;2342;p42"/>
                    <p:cNvSpPr/>
                    <p:nvPr/>
                  </p:nvSpPr>
                  <p:spPr>
                    <a:xfrm>
                      <a:off x="319" y="1000"/>
                      <a:ext cx="853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43" name="Google Shape;2343;p42"/>
                    <p:cNvSpPr/>
                    <p:nvPr/>
                  </p:nvSpPr>
                  <p:spPr>
                    <a:xfrm>
                      <a:off x="373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44" name="Google Shape;2344;p42"/>
                    <p:cNvSpPr/>
                    <p:nvPr/>
                  </p:nvSpPr>
                  <p:spPr>
                    <a:xfrm>
                      <a:off x="445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45" name="Google Shape;2345;p42"/>
                    <p:cNvSpPr/>
                    <p:nvPr/>
                  </p:nvSpPr>
                  <p:spPr>
                    <a:xfrm>
                      <a:off x="517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46" name="Google Shape;2346;p42"/>
                    <p:cNvSpPr/>
                    <p:nvPr/>
                  </p:nvSpPr>
                  <p:spPr>
                    <a:xfrm>
                      <a:off x="59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47" name="Google Shape;2347;p42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2348" name="Google Shape;2348;p42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349" name="Google Shape;2349;p42"/>
                  <p:cNvSpPr/>
                  <p:nvPr/>
                </p:nvSpPr>
                <p:spPr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0" name="Google Shape;2350;p42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351" name="Google Shape;2351;p42"/>
                  <p:cNvCxnSpPr/>
                  <p:nvPr/>
                </p:nvCxnSpPr>
                <p:spPr>
                  <a:xfrm rot="10800000">
                    <a:off x="469" y="2270"/>
                    <a:ext cx="15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tv" id="2352" name="Google Shape;2352;p42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2353" name="Google Shape;2353;p42"/>
              <p:cNvSpPr/>
              <p:nvPr/>
            </p:nvSpPr>
            <p:spPr>
              <a:xfrm>
                <a:off x="7159763" y="2501584"/>
                <a:ext cx="127000" cy="476250"/>
              </a:xfrm>
              <a:custGeom>
                <a:rect b="b" l="l" r="r" t="t"/>
                <a:pathLst>
                  <a:path extrusionOk="0" h="300" w="8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54" name="Google Shape;2354;p42"/>
            <p:cNvSpPr txBox="1"/>
            <p:nvPr/>
          </p:nvSpPr>
          <p:spPr>
            <a:xfrm>
              <a:off x="6787904" y="2596702"/>
              <a:ext cx="397867" cy="4615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969696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/>
            </a:p>
          </p:txBody>
        </p:sp>
      </p:grpSp>
      <p:grpSp>
        <p:nvGrpSpPr>
          <p:cNvPr id="2355" name="Google Shape;2355;p42"/>
          <p:cNvGrpSpPr/>
          <p:nvPr/>
        </p:nvGrpSpPr>
        <p:grpSpPr>
          <a:xfrm>
            <a:off x="4167188" y="1614147"/>
            <a:ext cx="6373812" cy="773112"/>
            <a:chOff x="1912787" y="1498311"/>
            <a:chExt cx="5338532" cy="773565"/>
          </a:xfrm>
        </p:grpSpPr>
        <p:sp>
          <p:nvSpPr>
            <p:cNvPr id="2356" name="Google Shape;2356;p42"/>
            <p:cNvSpPr txBox="1"/>
            <p:nvPr/>
          </p:nvSpPr>
          <p:spPr>
            <a:xfrm>
              <a:off x="1912787" y="1498311"/>
              <a:ext cx="5338532" cy="517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Internet frames, TV channels, control  transmitted 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downstream at different frequencies</a:t>
              </a:r>
              <a:endParaRPr/>
            </a:p>
          </p:txBody>
        </p:sp>
        <p:sp>
          <p:nvSpPr>
            <p:cNvPr id="2357" name="Google Shape;2357;p42"/>
            <p:cNvSpPr/>
            <p:nvPr/>
          </p:nvSpPr>
          <p:spPr>
            <a:xfrm>
              <a:off x="3457110" y="1929117"/>
              <a:ext cx="2387053" cy="342759"/>
            </a:xfrm>
            <a:prstGeom prst="rightArrow">
              <a:avLst>
                <a:gd fmla="val 50000" name="adj1"/>
                <a:gd fmla="val 50007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58" name="Google Shape;2358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8013" y="2949233"/>
            <a:ext cx="260350" cy="5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9" name="Google Shape;2359;p42"/>
          <p:cNvSpPr/>
          <p:nvPr/>
        </p:nvSpPr>
        <p:spPr>
          <a:xfrm>
            <a:off x="1447800" y="4457700"/>
            <a:ext cx="10377487" cy="2090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multiple</a:t>
            </a:r>
            <a:r>
              <a:rPr i="0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downstream (broadcast)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FDM channels: up to 1.6 Gbps/channel </a:t>
            </a:r>
            <a:endParaRPr i="0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 CMTS transmits into channels</a:t>
            </a:r>
            <a:endParaRPr/>
          </a:p>
          <a:p>
            <a:pPr indent="-231775" lvl="0" marL="2317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multiple</a:t>
            </a:r>
            <a:r>
              <a:rPr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upstream channels (up to 1 Gbps/channel)</a:t>
            </a:r>
            <a:endParaRPr/>
          </a:p>
          <a:p>
            <a:pPr indent="-223837" lvl="1" marL="6810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multiple access: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users contend (random access) for certain upstream channel time slots; others assigned TDM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60" name="Google Shape;2360;p42"/>
          <p:cNvGrpSpPr/>
          <p:nvPr/>
        </p:nvGrpSpPr>
        <p:grpSpPr>
          <a:xfrm>
            <a:off x="1996700" y="3278328"/>
            <a:ext cx="466491" cy="198344"/>
            <a:chOff x="7493876" y="2774731"/>
            <a:chExt cx="1481958" cy="894622"/>
          </a:xfrm>
        </p:grpSpPr>
        <p:sp>
          <p:nvSpPr>
            <p:cNvPr id="2361" name="Google Shape;2361;p4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62" name="Google Shape;2362;p4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63" name="Google Shape;2363;p4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64" name="Google Shape;2364;p4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5" name="Google Shape;2365;p4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6" name="Google Shape;2366;p4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7" name="Google Shape;2367;p4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68" name="Google Shape;2368;p42"/>
          <p:cNvGrpSpPr/>
          <p:nvPr/>
        </p:nvGrpSpPr>
        <p:grpSpPr>
          <a:xfrm>
            <a:off x="1995970" y="3548856"/>
            <a:ext cx="466491" cy="198344"/>
            <a:chOff x="7493876" y="2774731"/>
            <a:chExt cx="1481958" cy="894622"/>
          </a:xfrm>
        </p:grpSpPr>
        <p:sp>
          <p:nvSpPr>
            <p:cNvPr id="2369" name="Google Shape;2369;p4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70" name="Google Shape;2370;p4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71" name="Google Shape;2371;p4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72" name="Google Shape;2372;p4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3" name="Google Shape;2373;p4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4" name="Google Shape;2374;p4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5" name="Google Shape;2375;p4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76" name="Google Shape;2376;p42"/>
          <p:cNvGrpSpPr/>
          <p:nvPr/>
        </p:nvGrpSpPr>
        <p:grpSpPr>
          <a:xfrm>
            <a:off x="2560361" y="3211972"/>
            <a:ext cx="466491" cy="198344"/>
            <a:chOff x="7493876" y="2774731"/>
            <a:chExt cx="1481958" cy="894622"/>
          </a:xfrm>
        </p:grpSpPr>
        <p:sp>
          <p:nvSpPr>
            <p:cNvPr id="2377" name="Google Shape;2377;p4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78" name="Google Shape;2378;p4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79" name="Google Shape;2379;p4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80" name="Google Shape;2380;p4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1" name="Google Shape;2381;p4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2" name="Google Shape;2382;p4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3" name="Google Shape;2383;p4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84" name="Google Shape;2384;p42"/>
          <p:cNvGrpSpPr/>
          <p:nvPr/>
        </p:nvGrpSpPr>
        <p:grpSpPr>
          <a:xfrm>
            <a:off x="2699636" y="3556877"/>
            <a:ext cx="466491" cy="198344"/>
            <a:chOff x="7493876" y="2774731"/>
            <a:chExt cx="1481958" cy="894622"/>
          </a:xfrm>
        </p:grpSpPr>
        <p:sp>
          <p:nvSpPr>
            <p:cNvPr id="2385" name="Google Shape;2385;p4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86" name="Google Shape;2386;p4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87" name="Google Shape;2387;p4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88" name="Google Shape;2388;p4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9" name="Google Shape;2389;p4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0" name="Google Shape;2390;p4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1" name="Google Shape;2391;p4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392" name="Google Shape;2392;p42"/>
          <p:cNvCxnSpPr/>
          <p:nvPr/>
        </p:nvCxnSpPr>
        <p:spPr>
          <a:xfrm>
            <a:off x="3025589" y="3307976"/>
            <a:ext cx="1402976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00"/>
                                        <p:tgtEl>
                                          <p:spTgt spid="2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6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Google Shape;2397;p43"/>
          <p:cNvSpPr txBox="1"/>
          <p:nvPr>
            <p:ph type="title"/>
          </p:nvPr>
        </p:nvSpPr>
        <p:spPr>
          <a:xfrm>
            <a:off x="493641" y="412065"/>
            <a:ext cx="11552583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Cable access network:</a:t>
            </a:r>
            <a:endParaRPr/>
          </a:p>
        </p:txBody>
      </p:sp>
      <p:sp>
        <p:nvSpPr>
          <p:cNvPr id="2398" name="Google Shape;2398;p4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9" name="Google Shape;2399;p43"/>
          <p:cNvSpPr/>
          <p:nvPr/>
        </p:nvSpPr>
        <p:spPr>
          <a:xfrm>
            <a:off x="1417982" y="4159320"/>
            <a:ext cx="9941408" cy="228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DOCSIS: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over cable service interface specificaiton</a:t>
            </a:r>
            <a:endParaRPr b="1"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873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FDM over upstream, downstream frequency channels</a:t>
            </a:r>
            <a:endParaRPr/>
          </a:p>
          <a:p>
            <a:pPr indent="-222250" lvl="0" marL="2873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TDM upstream: some slots assigned, some have contention</a:t>
            </a:r>
            <a:endParaRPr/>
          </a:p>
          <a:p>
            <a:pPr indent="-223837" lvl="1" marL="6810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downstream MAP frame: assigns upstream slots</a:t>
            </a:r>
            <a:endParaRPr/>
          </a:p>
          <a:p>
            <a:pPr indent="-223837" lvl="1" marL="6810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 for upstream slots (and data) transmitted random access (binary backoff) in selected slots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2400" name="Google Shape;2400;p43"/>
          <p:cNvSpPr txBox="1"/>
          <p:nvPr/>
        </p:nvSpPr>
        <p:spPr>
          <a:xfrm>
            <a:off x="7893939" y="2865737"/>
            <a:ext cx="24384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Residences with cable modems</a:t>
            </a:r>
            <a:endParaRPr/>
          </a:p>
        </p:txBody>
      </p:sp>
      <p:sp>
        <p:nvSpPr>
          <p:cNvPr id="2401" name="Google Shape;2401;p43"/>
          <p:cNvSpPr/>
          <p:nvPr/>
        </p:nvSpPr>
        <p:spPr>
          <a:xfrm rot="-5400000">
            <a:off x="6023803" y="60121"/>
            <a:ext cx="390525" cy="36068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2" name="Google Shape;2402;p43"/>
          <p:cNvSpPr/>
          <p:nvPr/>
        </p:nvSpPr>
        <p:spPr>
          <a:xfrm rot="5400000">
            <a:off x="5965066" y="485571"/>
            <a:ext cx="374650" cy="36068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3" name="Google Shape;2403;p43"/>
          <p:cNvSpPr txBox="1"/>
          <p:nvPr/>
        </p:nvSpPr>
        <p:spPr>
          <a:xfrm>
            <a:off x="5271549" y="1730144"/>
            <a:ext cx="15776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Downstream channel i</a:t>
            </a:r>
            <a:endParaRPr/>
          </a:p>
        </p:txBody>
      </p:sp>
      <p:sp>
        <p:nvSpPr>
          <p:cNvPr id="2404" name="Google Shape;2404;p43"/>
          <p:cNvSpPr txBox="1"/>
          <p:nvPr/>
        </p:nvSpPr>
        <p:spPr>
          <a:xfrm>
            <a:off x="5414415" y="2152334"/>
            <a:ext cx="13949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Upstream channel j</a:t>
            </a:r>
            <a:endParaRPr/>
          </a:p>
        </p:txBody>
      </p:sp>
      <p:grpSp>
        <p:nvGrpSpPr>
          <p:cNvPr id="2405" name="Google Shape;2405;p43"/>
          <p:cNvGrpSpPr/>
          <p:nvPr/>
        </p:nvGrpSpPr>
        <p:grpSpPr>
          <a:xfrm>
            <a:off x="5916168" y="1303951"/>
            <a:ext cx="1907860" cy="400110"/>
            <a:chOff x="5916168" y="1476227"/>
            <a:chExt cx="1907860" cy="400110"/>
          </a:xfrm>
        </p:grpSpPr>
        <p:sp>
          <p:nvSpPr>
            <p:cNvPr id="2406" name="Google Shape;2406;p43"/>
            <p:cNvSpPr/>
            <p:nvPr/>
          </p:nvSpPr>
          <p:spPr>
            <a:xfrm>
              <a:off x="5916168" y="1495043"/>
              <a:ext cx="1047435" cy="369303"/>
            </a:xfrm>
            <a:prstGeom prst="rect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7" name="Google Shape;2407;p43"/>
            <p:cNvSpPr txBox="1"/>
            <p:nvPr/>
          </p:nvSpPr>
          <p:spPr>
            <a:xfrm>
              <a:off x="5920797" y="1476227"/>
              <a:ext cx="9701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1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MAP frame for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1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Interval [t1, t2]</a:t>
              </a:r>
              <a:endParaRPr/>
            </a:p>
          </p:txBody>
        </p:sp>
        <p:pic>
          <p:nvPicPr>
            <p:cNvPr id="2408" name="Google Shape;2408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006466" y="1556372"/>
              <a:ext cx="817562" cy="2428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09" name="Google Shape;2409;p43"/>
          <p:cNvGrpSpPr/>
          <p:nvPr/>
        </p:nvGrpSpPr>
        <p:grpSpPr>
          <a:xfrm>
            <a:off x="4346093" y="2631871"/>
            <a:ext cx="4792289" cy="1258980"/>
            <a:chOff x="4346093" y="2804147"/>
            <a:chExt cx="4792289" cy="1258980"/>
          </a:xfrm>
        </p:grpSpPr>
        <p:cxnSp>
          <p:nvCxnSpPr>
            <p:cNvPr id="2410" name="Google Shape;2410;p43"/>
            <p:cNvCxnSpPr/>
            <p:nvPr/>
          </p:nvCxnSpPr>
          <p:spPr>
            <a:xfrm>
              <a:off x="4826828" y="2997822"/>
              <a:ext cx="2755900" cy="47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1" name="Google Shape;2411;p43"/>
            <p:cNvCxnSpPr/>
            <p:nvPr/>
          </p:nvCxnSpPr>
          <p:spPr>
            <a:xfrm>
              <a:off x="4885566" y="2804147"/>
              <a:ext cx="0" cy="1905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2" name="Google Shape;2412;p43"/>
            <p:cNvCxnSpPr/>
            <p:nvPr/>
          </p:nvCxnSpPr>
          <p:spPr>
            <a:xfrm flipH="1">
              <a:off x="4971291" y="2889872"/>
              <a:ext cx="3175" cy="1079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3" name="Google Shape;2413;p43"/>
            <p:cNvCxnSpPr/>
            <p:nvPr/>
          </p:nvCxnSpPr>
          <p:spPr>
            <a:xfrm flipH="1">
              <a:off x="5052253" y="2889872"/>
              <a:ext cx="3175" cy="1079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4" name="Google Shape;2414;p43"/>
            <p:cNvCxnSpPr/>
            <p:nvPr/>
          </p:nvCxnSpPr>
          <p:spPr>
            <a:xfrm flipH="1">
              <a:off x="5133216" y="2893047"/>
              <a:ext cx="1587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5" name="Google Shape;2415;p43"/>
            <p:cNvCxnSpPr/>
            <p:nvPr/>
          </p:nvCxnSpPr>
          <p:spPr>
            <a:xfrm flipH="1">
              <a:off x="5214178" y="2893047"/>
              <a:ext cx="1588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6" name="Google Shape;2416;p43"/>
            <p:cNvCxnSpPr/>
            <p:nvPr/>
          </p:nvCxnSpPr>
          <p:spPr>
            <a:xfrm flipH="1">
              <a:off x="5295141" y="2893047"/>
              <a:ext cx="1587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7" name="Google Shape;2417;p43"/>
            <p:cNvCxnSpPr/>
            <p:nvPr/>
          </p:nvCxnSpPr>
          <p:spPr>
            <a:xfrm flipH="1">
              <a:off x="5374516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8" name="Google Shape;2418;p43"/>
            <p:cNvCxnSpPr/>
            <p:nvPr/>
          </p:nvCxnSpPr>
          <p:spPr>
            <a:xfrm flipH="1">
              <a:off x="5455478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9" name="Google Shape;2419;p43"/>
            <p:cNvCxnSpPr/>
            <p:nvPr/>
          </p:nvCxnSpPr>
          <p:spPr>
            <a:xfrm flipH="1">
              <a:off x="5536441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0" name="Google Shape;2420;p43"/>
            <p:cNvCxnSpPr/>
            <p:nvPr/>
          </p:nvCxnSpPr>
          <p:spPr>
            <a:xfrm flipH="1">
              <a:off x="5617403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1" name="Google Shape;2421;p43"/>
            <p:cNvCxnSpPr/>
            <p:nvPr/>
          </p:nvCxnSpPr>
          <p:spPr>
            <a:xfrm flipH="1">
              <a:off x="5706303" y="2893047"/>
              <a:ext cx="1588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2" name="Google Shape;2422;p43"/>
            <p:cNvCxnSpPr/>
            <p:nvPr/>
          </p:nvCxnSpPr>
          <p:spPr>
            <a:xfrm flipH="1">
              <a:off x="5785678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3" name="Google Shape;2423;p43"/>
            <p:cNvCxnSpPr/>
            <p:nvPr/>
          </p:nvCxnSpPr>
          <p:spPr>
            <a:xfrm flipH="1">
              <a:off x="5866641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4" name="Google Shape;2424;p43"/>
            <p:cNvCxnSpPr/>
            <p:nvPr/>
          </p:nvCxnSpPr>
          <p:spPr>
            <a:xfrm flipH="1">
              <a:off x="5947603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5" name="Google Shape;2425;p43"/>
            <p:cNvCxnSpPr/>
            <p:nvPr/>
          </p:nvCxnSpPr>
          <p:spPr>
            <a:xfrm flipH="1">
              <a:off x="6028566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6" name="Google Shape;2426;p43"/>
            <p:cNvCxnSpPr/>
            <p:nvPr/>
          </p:nvCxnSpPr>
          <p:spPr>
            <a:xfrm flipH="1">
              <a:off x="6109528" y="2893047"/>
              <a:ext cx="1588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7" name="Google Shape;2427;p43"/>
            <p:cNvCxnSpPr/>
            <p:nvPr/>
          </p:nvCxnSpPr>
          <p:spPr>
            <a:xfrm flipH="1">
              <a:off x="6190491" y="2893047"/>
              <a:ext cx="1587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8" name="Google Shape;2428;p43"/>
            <p:cNvCxnSpPr/>
            <p:nvPr/>
          </p:nvCxnSpPr>
          <p:spPr>
            <a:xfrm flipH="1">
              <a:off x="6271453" y="2893047"/>
              <a:ext cx="1588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9" name="Google Shape;2429;p43"/>
            <p:cNvCxnSpPr/>
            <p:nvPr/>
          </p:nvCxnSpPr>
          <p:spPr>
            <a:xfrm flipH="1">
              <a:off x="6350828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0" name="Google Shape;2430;p43"/>
            <p:cNvCxnSpPr/>
            <p:nvPr/>
          </p:nvCxnSpPr>
          <p:spPr>
            <a:xfrm flipH="1">
              <a:off x="6444491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1" name="Google Shape;2431;p43"/>
            <p:cNvCxnSpPr/>
            <p:nvPr/>
          </p:nvCxnSpPr>
          <p:spPr>
            <a:xfrm flipH="1">
              <a:off x="6533391" y="2893047"/>
              <a:ext cx="1587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2" name="Google Shape;2432;p43"/>
            <p:cNvCxnSpPr/>
            <p:nvPr/>
          </p:nvCxnSpPr>
          <p:spPr>
            <a:xfrm flipH="1">
              <a:off x="6614353" y="2893047"/>
              <a:ext cx="1588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3" name="Google Shape;2433;p43"/>
            <p:cNvCxnSpPr/>
            <p:nvPr/>
          </p:nvCxnSpPr>
          <p:spPr>
            <a:xfrm flipH="1">
              <a:off x="6695316" y="2893047"/>
              <a:ext cx="1587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4" name="Google Shape;2434;p43"/>
            <p:cNvCxnSpPr/>
            <p:nvPr/>
          </p:nvCxnSpPr>
          <p:spPr>
            <a:xfrm flipH="1">
              <a:off x="6774691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5" name="Google Shape;2435;p43"/>
            <p:cNvCxnSpPr/>
            <p:nvPr/>
          </p:nvCxnSpPr>
          <p:spPr>
            <a:xfrm flipH="1">
              <a:off x="6855653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6" name="Google Shape;2436;p43"/>
            <p:cNvCxnSpPr/>
            <p:nvPr/>
          </p:nvCxnSpPr>
          <p:spPr>
            <a:xfrm flipH="1">
              <a:off x="6936616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7" name="Google Shape;2437;p43"/>
            <p:cNvCxnSpPr/>
            <p:nvPr/>
          </p:nvCxnSpPr>
          <p:spPr>
            <a:xfrm flipH="1">
              <a:off x="7017578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8" name="Google Shape;2438;p43"/>
            <p:cNvCxnSpPr/>
            <p:nvPr/>
          </p:nvCxnSpPr>
          <p:spPr>
            <a:xfrm flipH="1">
              <a:off x="7098541" y="2893047"/>
              <a:ext cx="1587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9" name="Google Shape;2439;p43"/>
            <p:cNvCxnSpPr/>
            <p:nvPr/>
          </p:nvCxnSpPr>
          <p:spPr>
            <a:xfrm flipH="1">
              <a:off x="7179503" y="2893047"/>
              <a:ext cx="1588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40" name="Google Shape;2440;p43"/>
            <p:cNvCxnSpPr/>
            <p:nvPr/>
          </p:nvCxnSpPr>
          <p:spPr>
            <a:xfrm>
              <a:off x="7274753" y="2808719"/>
              <a:ext cx="0" cy="1905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41" name="Google Shape;2441;p43"/>
            <p:cNvSpPr txBox="1"/>
            <p:nvPr/>
          </p:nvSpPr>
          <p:spPr>
            <a:xfrm>
              <a:off x="4765167" y="3049834"/>
              <a:ext cx="32252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1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442" name="Google Shape;2442;p43"/>
            <p:cNvSpPr txBox="1"/>
            <p:nvPr/>
          </p:nvSpPr>
          <p:spPr>
            <a:xfrm>
              <a:off x="7160369" y="3047418"/>
              <a:ext cx="32252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1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cxnSp>
          <p:nvCxnSpPr>
            <p:cNvPr id="2443" name="Google Shape;2443;p43"/>
            <p:cNvCxnSpPr/>
            <p:nvPr/>
          </p:nvCxnSpPr>
          <p:spPr>
            <a:xfrm>
              <a:off x="4877628" y="3081959"/>
              <a:ext cx="577850" cy="3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44" name="Google Shape;2444;p43"/>
            <p:cNvCxnSpPr/>
            <p:nvPr/>
          </p:nvCxnSpPr>
          <p:spPr>
            <a:xfrm>
              <a:off x="5445953" y="3088309"/>
              <a:ext cx="1870075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45" name="Google Shape;2445;p43"/>
            <p:cNvCxnSpPr/>
            <p:nvPr/>
          </p:nvCxnSpPr>
          <p:spPr>
            <a:xfrm>
              <a:off x="5166553" y="3135934"/>
              <a:ext cx="4763" cy="5127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46" name="Google Shape;2446;p43"/>
            <p:cNvCxnSpPr/>
            <p:nvPr/>
          </p:nvCxnSpPr>
          <p:spPr>
            <a:xfrm>
              <a:off x="6339716" y="3143872"/>
              <a:ext cx="6350" cy="5143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47" name="Google Shape;2447;p43"/>
            <p:cNvSpPr txBox="1"/>
            <p:nvPr/>
          </p:nvSpPr>
          <p:spPr>
            <a:xfrm>
              <a:off x="6243039" y="3601462"/>
              <a:ext cx="28953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1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Assigned minislots containing cable modem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1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upstream data frames</a:t>
              </a:r>
              <a:endParaRPr/>
            </a:p>
          </p:txBody>
        </p:sp>
        <p:sp>
          <p:nvSpPr>
            <p:cNvPr id="2448" name="Google Shape;2448;p43"/>
            <p:cNvSpPr txBox="1"/>
            <p:nvPr/>
          </p:nvSpPr>
          <p:spPr>
            <a:xfrm>
              <a:off x="4346093" y="3599875"/>
              <a:ext cx="171072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1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Minislots containing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1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minislots request frames</a:t>
              </a:r>
              <a:endParaRPr/>
            </a:p>
          </p:txBody>
        </p:sp>
      </p:grpSp>
      <p:sp>
        <p:nvSpPr>
          <p:cNvPr id="2449" name="Google Shape;2449;p43"/>
          <p:cNvSpPr/>
          <p:nvPr/>
        </p:nvSpPr>
        <p:spPr>
          <a:xfrm>
            <a:off x="3197880" y="1789944"/>
            <a:ext cx="955617" cy="69994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0" name="Google Shape;2450;p43"/>
          <p:cNvSpPr txBox="1"/>
          <p:nvPr/>
        </p:nvSpPr>
        <p:spPr>
          <a:xfrm>
            <a:off x="2558153" y="2521231"/>
            <a:ext cx="1925520" cy="294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cable headend</a:t>
            </a:r>
            <a:endParaRPr/>
          </a:p>
        </p:txBody>
      </p:sp>
      <p:sp>
        <p:nvSpPr>
          <p:cNvPr id="2451" name="Google Shape;2451;p43"/>
          <p:cNvSpPr txBox="1"/>
          <p:nvPr/>
        </p:nvSpPr>
        <p:spPr>
          <a:xfrm>
            <a:off x="3169132" y="1758746"/>
            <a:ext cx="9509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CMTS</a:t>
            </a:r>
            <a:endParaRPr/>
          </a:p>
        </p:txBody>
      </p:sp>
      <p:sp>
        <p:nvSpPr>
          <p:cNvPr id="2452" name="Google Shape;2452;p43"/>
          <p:cNvSpPr/>
          <p:nvPr/>
        </p:nvSpPr>
        <p:spPr>
          <a:xfrm>
            <a:off x="3102803" y="1526971"/>
            <a:ext cx="1206500" cy="261937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000000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3" name="Google Shape;245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9391" y="1914321"/>
            <a:ext cx="258762" cy="520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4" name="Google Shape;2454;p43"/>
          <p:cNvGrpSpPr/>
          <p:nvPr/>
        </p:nvGrpSpPr>
        <p:grpSpPr>
          <a:xfrm flipH="1">
            <a:off x="8068939" y="1185658"/>
            <a:ext cx="1034751" cy="625796"/>
            <a:chOff x="-490" y="1664"/>
            <a:chExt cx="1429" cy="843"/>
          </a:xfrm>
        </p:grpSpPr>
        <p:sp>
          <p:nvSpPr>
            <p:cNvPr id="2455" name="Google Shape;2455;p43"/>
            <p:cNvSpPr/>
            <p:nvPr/>
          </p:nvSpPr>
          <p:spPr>
            <a:xfrm>
              <a:off x="-490" y="1664"/>
              <a:ext cx="1429" cy="295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56" name="Google Shape;2456;p43"/>
            <p:cNvGrpSpPr/>
            <p:nvPr/>
          </p:nvGrpSpPr>
          <p:grpSpPr>
            <a:xfrm>
              <a:off x="-427" y="1737"/>
              <a:ext cx="1218" cy="770"/>
              <a:chOff x="-427" y="1737"/>
              <a:chExt cx="1218" cy="770"/>
            </a:xfrm>
          </p:grpSpPr>
          <p:sp>
            <p:nvSpPr>
              <p:cNvPr id="2457" name="Google Shape;2457;p43"/>
              <p:cNvSpPr/>
              <p:nvPr/>
            </p:nvSpPr>
            <p:spPr>
              <a:xfrm>
                <a:off x="-336" y="1923"/>
                <a:ext cx="1127" cy="5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58" name="Google Shape;2458;p43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459" name="Google Shape;2459;p43"/>
              <p:cNvGrpSpPr/>
              <p:nvPr/>
            </p:nvGrpSpPr>
            <p:grpSpPr>
              <a:xfrm>
                <a:off x="68" y="2192"/>
                <a:ext cx="385" cy="139"/>
                <a:chOff x="322" y="890"/>
                <a:chExt cx="868" cy="339"/>
              </a:xfrm>
            </p:grpSpPr>
            <p:sp>
              <p:nvSpPr>
                <p:cNvPr id="2460" name="Google Shape;2460;p43"/>
                <p:cNvSpPr/>
                <p:nvPr/>
              </p:nvSpPr>
              <p:spPr>
                <a:xfrm>
                  <a:off x="340" y="1000"/>
                  <a:ext cx="850" cy="229"/>
                </a:xfrm>
                <a:prstGeom prst="rect">
                  <a:avLst/>
                </a:pr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1" name="Google Shape;2461;p43"/>
                <p:cNvSpPr/>
                <p:nvPr/>
              </p:nvSpPr>
              <p:spPr>
                <a:xfrm>
                  <a:off x="409" y="1073"/>
                  <a:ext cx="40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2" name="Google Shape;2462;p43"/>
                <p:cNvSpPr/>
                <p:nvPr/>
              </p:nvSpPr>
              <p:spPr>
                <a:xfrm>
                  <a:off x="468" y="1073"/>
                  <a:ext cx="54" cy="57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3" name="Google Shape;2463;p43"/>
                <p:cNvSpPr/>
                <p:nvPr/>
              </p:nvSpPr>
              <p:spPr>
                <a:xfrm>
                  <a:off x="537" y="1068"/>
                  <a:ext cx="59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4" name="Google Shape;2464;p43"/>
                <p:cNvSpPr/>
                <p:nvPr/>
              </p:nvSpPr>
              <p:spPr>
                <a:xfrm>
                  <a:off x="616" y="1068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5" name="Google Shape;2465;p43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2466" name="Google Shape;2466;p4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67" name="Google Shape;2467;p43"/>
              <p:cNvSpPr/>
              <p:nvPr/>
            </p:nvSpPr>
            <p:spPr>
              <a:xfrm>
                <a:off x="530" y="2233"/>
                <a:ext cx="103" cy="90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8" name="Google Shape;2468;p43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69" name="Google Shape;2469;p43"/>
              <p:cNvCxnSpPr/>
              <p:nvPr/>
            </p:nvCxnSpPr>
            <p:spPr>
              <a:xfrm rot="10800000">
                <a:off x="470" y="2271"/>
                <a:ext cx="15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2470" name="Google Shape;2470;p4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471" name="Google Shape;2471;p43"/>
          <p:cNvGrpSpPr/>
          <p:nvPr/>
        </p:nvGrpSpPr>
        <p:grpSpPr>
          <a:xfrm flipH="1">
            <a:off x="9280288" y="1537877"/>
            <a:ext cx="1034751" cy="625796"/>
            <a:chOff x="-491" y="1664"/>
            <a:chExt cx="1429" cy="843"/>
          </a:xfrm>
        </p:grpSpPr>
        <p:sp>
          <p:nvSpPr>
            <p:cNvPr id="2472" name="Google Shape;2472;p43"/>
            <p:cNvSpPr/>
            <p:nvPr/>
          </p:nvSpPr>
          <p:spPr>
            <a:xfrm>
              <a:off x="-491" y="1664"/>
              <a:ext cx="1429" cy="295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73" name="Google Shape;2473;p43"/>
            <p:cNvGrpSpPr/>
            <p:nvPr/>
          </p:nvGrpSpPr>
          <p:grpSpPr>
            <a:xfrm>
              <a:off x="-427" y="1737"/>
              <a:ext cx="1217" cy="770"/>
              <a:chOff x="-427" y="1737"/>
              <a:chExt cx="1217" cy="770"/>
            </a:xfrm>
          </p:grpSpPr>
          <p:sp>
            <p:nvSpPr>
              <p:cNvPr id="2474" name="Google Shape;2474;p43"/>
              <p:cNvSpPr/>
              <p:nvPr/>
            </p:nvSpPr>
            <p:spPr>
              <a:xfrm>
                <a:off x="-337" y="1923"/>
                <a:ext cx="1127" cy="5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75" name="Google Shape;2475;p43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476" name="Google Shape;2476;p43"/>
              <p:cNvGrpSpPr/>
              <p:nvPr/>
            </p:nvGrpSpPr>
            <p:grpSpPr>
              <a:xfrm>
                <a:off x="68" y="2192"/>
                <a:ext cx="384" cy="139"/>
                <a:chOff x="322" y="890"/>
                <a:chExt cx="865" cy="340"/>
              </a:xfrm>
            </p:grpSpPr>
            <p:sp>
              <p:nvSpPr>
                <p:cNvPr id="2477" name="Google Shape;2477;p43"/>
                <p:cNvSpPr/>
                <p:nvPr/>
              </p:nvSpPr>
              <p:spPr>
                <a:xfrm>
                  <a:off x="323" y="1001"/>
                  <a:ext cx="864" cy="229"/>
                </a:xfrm>
                <a:prstGeom prst="rect">
                  <a:avLst/>
                </a:pr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8" name="Google Shape;2478;p43"/>
                <p:cNvSpPr/>
                <p:nvPr/>
              </p:nvSpPr>
              <p:spPr>
                <a:xfrm>
                  <a:off x="392" y="1074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9" name="Google Shape;2479;p43"/>
                <p:cNvSpPr/>
                <p:nvPr/>
              </p:nvSpPr>
              <p:spPr>
                <a:xfrm>
                  <a:off x="466" y="1074"/>
                  <a:ext cx="54" cy="57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0" name="Google Shape;2480;p43"/>
                <p:cNvSpPr/>
                <p:nvPr/>
              </p:nvSpPr>
              <p:spPr>
                <a:xfrm>
                  <a:off x="535" y="1069"/>
                  <a:ext cx="59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1" name="Google Shape;2481;p43"/>
                <p:cNvSpPr/>
                <p:nvPr/>
              </p:nvSpPr>
              <p:spPr>
                <a:xfrm>
                  <a:off x="614" y="1069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2" name="Google Shape;2482;p43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2483" name="Google Shape;2483;p4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84" name="Google Shape;2484;p43"/>
              <p:cNvSpPr/>
              <p:nvPr/>
            </p:nvSpPr>
            <p:spPr>
              <a:xfrm>
                <a:off x="529" y="2233"/>
                <a:ext cx="103" cy="90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5" name="Google Shape;2485;p43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86" name="Google Shape;2486;p43"/>
              <p:cNvCxnSpPr/>
              <p:nvPr/>
            </p:nvCxnSpPr>
            <p:spPr>
              <a:xfrm rot="10800000">
                <a:off x="470" y="2272"/>
                <a:ext cx="15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2487" name="Google Shape;2487;p4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488" name="Google Shape;2488;p43"/>
          <p:cNvGrpSpPr/>
          <p:nvPr/>
        </p:nvGrpSpPr>
        <p:grpSpPr>
          <a:xfrm flipH="1">
            <a:off x="9080400" y="2243231"/>
            <a:ext cx="1034751" cy="625054"/>
            <a:chOff x="-491" y="1664"/>
            <a:chExt cx="1429" cy="842"/>
          </a:xfrm>
        </p:grpSpPr>
        <p:sp>
          <p:nvSpPr>
            <p:cNvPr id="2489" name="Google Shape;2489;p43"/>
            <p:cNvSpPr/>
            <p:nvPr/>
          </p:nvSpPr>
          <p:spPr>
            <a:xfrm>
              <a:off x="-491" y="1664"/>
              <a:ext cx="1429" cy="295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90" name="Google Shape;2490;p43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491" name="Google Shape;2491;p43"/>
              <p:cNvSpPr/>
              <p:nvPr/>
            </p:nvSpPr>
            <p:spPr>
              <a:xfrm>
                <a:off x="-337" y="1922"/>
                <a:ext cx="1127" cy="5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92" name="Google Shape;2492;p43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493" name="Google Shape;2493;p43"/>
              <p:cNvGrpSpPr/>
              <p:nvPr/>
            </p:nvGrpSpPr>
            <p:grpSpPr>
              <a:xfrm>
                <a:off x="68" y="2192"/>
                <a:ext cx="384" cy="139"/>
                <a:chOff x="322" y="890"/>
                <a:chExt cx="865" cy="338"/>
              </a:xfrm>
            </p:grpSpPr>
            <p:sp>
              <p:nvSpPr>
                <p:cNvPr id="2494" name="Google Shape;2494;p43"/>
                <p:cNvSpPr/>
                <p:nvPr/>
              </p:nvSpPr>
              <p:spPr>
                <a:xfrm>
                  <a:off x="323" y="999"/>
                  <a:ext cx="864" cy="229"/>
                </a:xfrm>
                <a:prstGeom prst="rect">
                  <a:avLst/>
                </a:pr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5" name="Google Shape;2495;p43"/>
                <p:cNvSpPr/>
                <p:nvPr/>
              </p:nvSpPr>
              <p:spPr>
                <a:xfrm>
                  <a:off x="392" y="1072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6" name="Google Shape;2496;p43"/>
                <p:cNvSpPr/>
                <p:nvPr/>
              </p:nvSpPr>
              <p:spPr>
                <a:xfrm>
                  <a:off x="466" y="1072"/>
                  <a:ext cx="54" cy="57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7" name="Google Shape;2497;p43"/>
                <p:cNvSpPr/>
                <p:nvPr/>
              </p:nvSpPr>
              <p:spPr>
                <a:xfrm>
                  <a:off x="536" y="1067"/>
                  <a:ext cx="59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8" name="Google Shape;2498;p43"/>
                <p:cNvSpPr/>
                <p:nvPr/>
              </p:nvSpPr>
              <p:spPr>
                <a:xfrm>
                  <a:off x="615" y="1067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9" name="Google Shape;2499;p43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2500" name="Google Shape;2500;p4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01" name="Google Shape;2501;p43"/>
              <p:cNvSpPr/>
              <p:nvPr/>
            </p:nvSpPr>
            <p:spPr>
              <a:xfrm>
                <a:off x="529" y="2232"/>
                <a:ext cx="103" cy="90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2" name="Google Shape;2502;p43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03" name="Google Shape;2503;p43"/>
              <p:cNvCxnSpPr/>
              <p:nvPr/>
            </p:nvCxnSpPr>
            <p:spPr>
              <a:xfrm rot="10800000">
                <a:off x="470" y="2271"/>
                <a:ext cx="15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2504" name="Google Shape;2504;p4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505" name="Google Shape;2505;p43"/>
          <p:cNvGrpSpPr/>
          <p:nvPr/>
        </p:nvGrpSpPr>
        <p:grpSpPr>
          <a:xfrm flipH="1">
            <a:off x="8020975" y="1925365"/>
            <a:ext cx="1034751" cy="625796"/>
            <a:chOff x="-490" y="1664"/>
            <a:chExt cx="1429" cy="843"/>
          </a:xfrm>
        </p:grpSpPr>
        <p:sp>
          <p:nvSpPr>
            <p:cNvPr id="2506" name="Google Shape;2506;p43"/>
            <p:cNvSpPr/>
            <p:nvPr/>
          </p:nvSpPr>
          <p:spPr>
            <a:xfrm>
              <a:off x="-490" y="1664"/>
              <a:ext cx="1429" cy="295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07" name="Google Shape;2507;p43"/>
            <p:cNvGrpSpPr/>
            <p:nvPr/>
          </p:nvGrpSpPr>
          <p:grpSpPr>
            <a:xfrm>
              <a:off x="-427" y="1737"/>
              <a:ext cx="1217" cy="770"/>
              <a:chOff x="-427" y="1737"/>
              <a:chExt cx="1217" cy="770"/>
            </a:xfrm>
          </p:grpSpPr>
          <p:sp>
            <p:nvSpPr>
              <p:cNvPr id="2508" name="Google Shape;2508;p43"/>
              <p:cNvSpPr/>
              <p:nvPr/>
            </p:nvSpPr>
            <p:spPr>
              <a:xfrm>
                <a:off x="-337" y="1923"/>
                <a:ext cx="1127" cy="5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09" name="Google Shape;2509;p43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510" name="Google Shape;2510;p43"/>
              <p:cNvGrpSpPr/>
              <p:nvPr/>
            </p:nvGrpSpPr>
            <p:grpSpPr>
              <a:xfrm>
                <a:off x="68" y="2192"/>
                <a:ext cx="384" cy="139"/>
                <a:chOff x="322" y="890"/>
                <a:chExt cx="866" cy="339"/>
              </a:xfrm>
            </p:grpSpPr>
            <p:sp>
              <p:nvSpPr>
                <p:cNvPr id="2511" name="Google Shape;2511;p43"/>
                <p:cNvSpPr/>
                <p:nvPr/>
              </p:nvSpPr>
              <p:spPr>
                <a:xfrm>
                  <a:off x="324" y="1000"/>
                  <a:ext cx="864" cy="229"/>
                </a:xfrm>
                <a:prstGeom prst="rect">
                  <a:avLst/>
                </a:pr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2" name="Google Shape;2512;p43"/>
                <p:cNvSpPr/>
                <p:nvPr/>
              </p:nvSpPr>
              <p:spPr>
                <a:xfrm>
                  <a:off x="393" y="1073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3" name="Google Shape;2513;p43"/>
                <p:cNvSpPr/>
                <p:nvPr/>
              </p:nvSpPr>
              <p:spPr>
                <a:xfrm>
                  <a:off x="467" y="1073"/>
                  <a:ext cx="54" cy="57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4" name="Google Shape;2514;p43"/>
                <p:cNvSpPr/>
                <p:nvPr/>
              </p:nvSpPr>
              <p:spPr>
                <a:xfrm>
                  <a:off x="536" y="1068"/>
                  <a:ext cx="59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5" name="Google Shape;2515;p43"/>
                <p:cNvSpPr/>
                <p:nvPr/>
              </p:nvSpPr>
              <p:spPr>
                <a:xfrm>
                  <a:off x="615" y="1068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6" name="Google Shape;2516;p43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2517" name="Google Shape;2517;p4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18" name="Google Shape;2518;p43"/>
              <p:cNvSpPr/>
              <p:nvPr/>
            </p:nvSpPr>
            <p:spPr>
              <a:xfrm>
                <a:off x="529" y="2233"/>
                <a:ext cx="103" cy="90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9" name="Google Shape;2519;p43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20" name="Google Shape;2520;p43"/>
              <p:cNvCxnSpPr/>
              <p:nvPr/>
            </p:nvCxnSpPr>
            <p:spPr>
              <a:xfrm rot="10800000">
                <a:off x="470" y="2271"/>
                <a:ext cx="15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2521" name="Google Shape;2521;p4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6" name="Shape 2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7" name="Google Shape;2527;p4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Summary of </a:t>
            </a:r>
            <a:r>
              <a:rPr b="0" lang="en-US" sz="40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MAC</a:t>
            </a: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protocols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8" name="Google Shape;2528;p4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9" name="Google Shape;2529;p44"/>
          <p:cNvSpPr txBox="1"/>
          <p:nvPr/>
        </p:nvSpPr>
        <p:spPr>
          <a:xfrm>
            <a:off x="1219199" y="1414670"/>
            <a:ext cx="10588487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channel partitioning,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time, frequency or code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Division, Frequency Division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random access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(dynamic), 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ALOHA, S-ALOHA, CSMA, CSMA/CD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carrier sensing: easy in some technologies (wire), hard in others (wireless)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CSMA/CD used in Ethernet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CSMA/CA used in 802.11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taking turns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polling from central site, token passing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Bluetooth, FDDI,  token ring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4" name="Shape 2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5" name="Google Shape;2535;p4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2536" name="Google Shape;253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2537" name="Google Shape;2537;p45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8" name="Google Shape;2538;p45"/>
          <p:cNvSpPr txBox="1"/>
          <p:nvPr/>
        </p:nvSpPr>
        <p:spPr>
          <a:xfrm>
            <a:off x="1006769" y="1374867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9" name="Google Shape;2539;p4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4" name="Shape 2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5" name="Google Shape;2545;p4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MAC addresses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6" name="Google Shape;2546;p4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7" name="Google Shape;2547;p46"/>
          <p:cNvSpPr txBox="1"/>
          <p:nvPr/>
        </p:nvSpPr>
        <p:spPr>
          <a:xfrm>
            <a:off x="877956" y="1480930"/>
            <a:ext cx="10903227" cy="1981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32-bit IP address: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network-layer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address for interface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for layer 3 (network layer) forwarding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e.g.: 128.119.40.136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48" name="Google Shape;2548;p46"/>
          <p:cNvSpPr txBox="1"/>
          <p:nvPr/>
        </p:nvSpPr>
        <p:spPr>
          <a:xfrm>
            <a:off x="925425" y="3402170"/>
            <a:ext cx="10903227" cy="2264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 (or LAN or physical or Ethernet) address: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used “locally” to get frame from one interface to another physically-connected interface (same subnet, in IP-addressing sense)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48-bit MAC address (for most LANs) burned in NIC ROM, also sometimes software settable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549" name="Google Shape;2549;p46"/>
          <p:cNvGrpSpPr/>
          <p:nvPr/>
        </p:nvGrpSpPr>
        <p:grpSpPr>
          <a:xfrm>
            <a:off x="912934" y="5533272"/>
            <a:ext cx="10903227" cy="903016"/>
            <a:chOff x="912934" y="5533272"/>
            <a:chExt cx="10903227" cy="903016"/>
          </a:xfrm>
        </p:grpSpPr>
        <p:sp>
          <p:nvSpPr>
            <p:cNvPr id="2550" name="Google Shape;2550;p46"/>
            <p:cNvSpPr txBox="1"/>
            <p:nvPr/>
          </p:nvSpPr>
          <p:spPr>
            <a:xfrm>
              <a:off x="5649171" y="5789957"/>
              <a:ext cx="338868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hexadecimal (base 16) notation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(each “numeral” represents 4 bits)</a:t>
              </a:r>
              <a:endParaRPr/>
            </a:p>
          </p:txBody>
        </p:sp>
        <p:cxnSp>
          <p:nvCxnSpPr>
            <p:cNvPr id="2551" name="Google Shape;2551;p46"/>
            <p:cNvCxnSpPr/>
            <p:nvPr/>
          </p:nvCxnSpPr>
          <p:spPr>
            <a:xfrm rot="10800000">
              <a:off x="5021744" y="5895906"/>
              <a:ext cx="623681" cy="21334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52" name="Google Shape;2552;p46"/>
            <p:cNvSpPr txBox="1"/>
            <p:nvPr/>
          </p:nvSpPr>
          <p:spPr>
            <a:xfrm>
              <a:off x="912934" y="5533272"/>
              <a:ext cx="10903227" cy="5827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31775" lvl="1" marL="6953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800"/>
                <a:buFont typeface="Arial"/>
                <a:buChar char="•"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e.g.: 1A-2F-BB-76-09-AD</a:t>
              </a:r>
              <a:endParaRPr/>
            </a:p>
            <a:p>
              <a:pPr indent="-79375" lvl="1" marL="69532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7" name="Shape 2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8" name="Google Shape;2558;p47"/>
          <p:cNvCxnSpPr/>
          <p:nvPr/>
        </p:nvCxnSpPr>
        <p:spPr>
          <a:xfrm>
            <a:off x="4798734" y="4271477"/>
            <a:ext cx="901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9" name="Google Shape;2559;p47"/>
          <p:cNvCxnSpPr/>
          <p:nvPr/>
        </p:nvCxnSpPr>
        <p:spPr>
          <a:xfrm>
            <a:off x="6583225" y="3351624"/>
            <a:ext cx="0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0" name="Google Shape;2560;p47"/>
          <p:cNvCxnSpPr/>
          <p:nvPr/>
        </p:nvCxnSpPr>
        <p:spPr>
          <a:xfrm rot="10800000">
            <a:off x="6359594" y="5298866"/>
            <a:ext cx="0" cy="438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1" name="Google Shape;2561;p4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MAC addresses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2" name="Google Shape;2562;p4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63" name="Google Shape;2563;p47"/>
          <p:cNvSpPr txBox="1"/>
          <p:nvPr/>
        </p:nvSpPr>
        <p:spPr>
          <a:xfrm>
            <a:off x="1219200" y="1216922"/>
            <a:ext cx="833125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interface on LAN </a:t>
            </a:r>
            <a:endParaRPr/>
          </a:p>
          <a:p>
            <a:pPr indent="-27463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has unique 48-bit </a:t>
            </a: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MAC</a:t>
            </a:r>
            <a:r>
              <a:rPr i="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address</a:t>
            </a:r>
            <a:endParaRPr/>
          </a:p>
          <a:p>
            <a:pPr indent="-27463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has a locally unique 32-bit IP address (as we’ve seen)</a:t>
            </a:r>
            <a:endParaRPr/>
          </a:p>
        </p:txBody>
      </p:sp>
      <p:sp>
        <p:nvSpPr>
          <p:cNvPr id="2564" name="Google Shape;2564;p47"/>
          <p:cNvSpPr/>
          <p:nvPr/>
        </p:nvSpPr>
        <p:spPr>
          <a:xfrm>
            <a:off x="5425937" y="3593615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65" name="Google Shape;2565;p47"/>
          <p:cNvCxnSpPr/>
          <p:nvPr/>
        </p:nvCxnSpPr>
        <p:spPr>
          <a:xfrm rot="10800000">
            <a:off x="7446825" y="4320484"/>
            <a:ext cx="7969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6" name="Google Shape;2566;p47"/>
          <p:cNvSpPr txBox="1"/>
          <p:nvPr/>
        </p:nvSpPr>
        <p:spPr>
          <a:xfrm>
            <a:off x="6890648" y="3308137"/>
            <a:ext cx="1781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1A-2F-BB-76-09-AD</a:t>
            </a:r>
            <a:endParaRPr/>
          </a:p>
        </p:txBody>
      </p:sp>
      <p:cxnSp>
        <p:nvCxnSpPr>
          <p:cNvPr id="2567" name="Google Shape;2567;p47"/>
          <p:cNvCxnSpPr/>
          <p:nvPr/>
        </p:nvCxnSpPr>
        <p:spPr>
          <a:xfrm rot="10800000">
            <a:off x="8005327" y="4436502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68" name="Google Shape;2568;p47"/>
          <p:cNvSpPr txBox="1"/>
          <p:nvPr/>
        </p:nvSpPr>
        <p:spPr>
          <a:xfrm>
            <a:off x="7909197" y="4779066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/>
          </a:p>
        </p:txBody>
      </p:sp>
      <p:cxnSp>
        <p:nvCxnSpPr>
          <p:cNvPr id="2569" name="Google Shape;2569;p47"/>
          <p:cNvCxnSpPr/>
          <p:nvPr/>
        </p:nvCxnSpPr>
        <p:spPr>
          <a:xfrm rot="10800000">
            <a:off x="6462781" y="5733635"/>
            <a:ext cx="360363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70" name="Google Shape;2570;p47"/>
          <p:cNvSpPr txBox="1"/>
          <p:nvPr/>
        </p:nvSpPr>
        <p:spPr>
          <a:xfrm>
            <a:off x="6785122" y="5577774"/>
            <a:ext cx="174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0C-C4-11-6F-E3-98</a:t>
            </a:r>
            <a:endParaRPr/>
          </a:p>
        </p:txBody>
      </p:sp>
      <p:cxnSp>
        <p:nvCxnSpPr>
          <p:cNvPr id="2571" name="Google Shape;2571;p47"/>
          <p:cNvCxnSpPr/>
          <p:nvPr/>
        </p:nvCxnSpPr>
        <p:spPr>
          <a:xfrm rot="10800000">
            <a:off x="4735234" y="4427052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72" name="Google Shape;2572;p47"/>
          <p:cNvSpPr txBox="1"/>
          <p:nvPr/>
        </p:nvSpPr>
        <p:spPr>
          <a:xfrm>
            <a:off x="3817659" y="4801702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/>
          </a:p>
        </p:txBody>
      </p:sp>
      <p:sp>
        <p:nvSpPr>
          <p:cNvPr id="2573" name="Google Shape;2573;p47"/>
          <p:cNvSpPr txBox="1"/>
          <p:nvPr/>
        </p:nvSpPr>
        <p:spPr>
          <a:xfrm>
            <a:off x="5327374" y="3992146"/>
            <a:ext cx="2173357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(wired or wireless)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137.196.7.0/24</a:t>
            </a:r>
            <a:endParaRPr i="0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4" name="Google Shape;2574;p47"/>
          <p:cNvSpPr/>
          <p:nvPr/>
        </p:nvSpPr>
        <p:spPr>
          <a:xfrm>
            <a:off x="6488853" y="3353446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575" name="Google Shape;2575;p47"/>
          <p:cNvGrpSpPr/>
          <p:nvPr/>
        </p:nvGrpSpPr>
        <p:grpSpPr>
          <a:xfrm>
            <a:off x="6030223" y="2820774"/>
            <a:ext cx="812800" cy="658813"/>
            <a:chOff x="-44" y="1473"/>
            <a:chExt cx="981" cy="1105"/>
          </a:xfrm>
        </p:grpSpPr>
        <p:pic>
          <p:nvPicPr>
            <p:cNvPr descr="desktop_computer_stylized_medium" id="2576" name="Google Shape;2576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7" name="Google Shape;2577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78" name="Google Shape;2578;p47"/>
          <p:cNvSpPr/>
          <p:nvPr/>
        </p:nvSpPr>
        <p:spPr>
          <a:xfrm rot="5400000">
            <a:off x="4597155" y="4139781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579" name="Google Shape;2579;p47"/>
          <p:cNvSpPr/>
          <p:nvPr/>
        </p:nvSpPr>
        <p:spPr>
          <a:xfrm>
            <a:off x="6287678" y="5606756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580" name="Google Shape;2580;p47"/>
          <p:cNvSpPr/>
          <p:nvPr/>
        </p:nvSpPr>
        <p:spPr>
          <a:xfrm rot="5400000">
            <a:off x="8031860" y="4201701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581" name="Google Shape;2581;p47"/>
          <p:cNvGrpSpPr/>
          <p:nvPr/>
        </p:nvGrpSpPr>
        <p:grpSpPr>
          <a:xfrm>
            <a:off x="3922434" y="3893652"/>
            <a:ext cx="812800" cy="658813"/>
            <a:chOff x="-44" y="1473"/>
            <a:chExt cx="981" cy="1105"/>
          </a:xfrm>
        </p:grpSpPr>
        <p:pic>
          <p:nvPicPr>
            <p:cNvPr descr="desktop_computer_stylized_medium" id="2582" name="Google Shape;2582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3" name="Google Shape;2583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4" name="Google Shape;2584;p47"/>
          <p:cNvGrpSpPr/>
          <p:nvPr/>
        </p:nvGrpSpPr>
        <p:grpSpPr>
          <a:xfrm>
            <a:off x="7880069" y="4049022"/>
            <a:ext cx="812800" cy="658812"/>
            <a:chOff x="-26" y="1473"/>
            <a:chExt cx="981" cy="1105"/>
          </a:xfrm>
        </p:grpSpPr>
        <p:pic>
          <p:nvPicPr>
            <p:cNvPr descr="desktop_computer_stylized_medium" id="2585" name="Google Shape;2585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6" name="Google Shape;2586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587" name="Google Shape;2587;p47"/>
          <p:cNvCxnSpPr/>
          <p:nvPr/>
        </p:nvCxnSpPr>
        <p:spPr>
          <a:xfrm rot="10800000">
            <a:off x="6719722" y="3486836"/>
            <a:ext cx="25483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588" name="Google Shape;2588;p47"/>
          <p:cNvGrpSpPr/>
          <p:nvPr/>
        </p:nvGrpSpPr>
        <p:grpSpPr>
          <a:xfrm>
            <a:off x="5832544" y="5800310"/>
            <a:ext cx="812800" cy="658813"/>
            <a:chOff x="-44" y="1473"/>
            <a:chExt cx="981" cy="1105"/>
          </a:xfrm>
        </p:grpSpPr>
        <p:pic>
          <p:nvPicPr>
            <p:cNvPr descr="desktop_computer_stylized_medium" id="2589" name="Google Shape;2589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0" name="Google Shape;2590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1" name="Google Shape;2591;p47"/>
          <p:cNvSpPr txBox="1"/>
          <p:nvPr/>
        </p:nvSpPr>
        <p:spPr>
          <a:xfrm>
            <a:off x="6867458" y="3093691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137.196.7.78</a:t>
            </a:r>
            <a:endParaRPr/>
          </a:p>
        </p:txBody>
      </p:sp>
      <p:sp>
        <p:nvSpPr>
          <p:cNvPr id="2592" name="Google Shape;2592;p47"/>
          <p:cNvSpPr txBox="1"/>
          <p:nvPr/>
        </p:nvSpPr>
        <p:spPr>
          <a:xfrm>
            <a:off x="7903609" y="4977848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/>
          </a:p>
        </p:txBody>
      </p:sp>
      <p:sp>
        <p:nvSpPr>
          <p:cNvPr id="2593" name="Google Shape;2593;p47"/>
          <p:cNvSpPr txBox="1"/>
          <p:nvPr/>
        </p:nvSpPr>
        <p:spPr>
          <a:xfrm>
            <a:off x="6746875" y="5795342"/>
            <a:ext cx="12176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137.196.7.88</a:t>
            </a:r>
            <a:endParaRPr/>
          </a:p>
        </p:txBody>
      </p:sp>
      <p:sp>
        <p:nvSpPr>
          <p:cNvPr id="2594" name="Google Shape;2594;p47"/>
          <p:cNvSpPr txBox="1"/>
          <p:nvPr/>
        </p:nvSpPr>
        <p:spPr>
          <a:xfrm>
            <a:off x="3822352" y="5017604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9" name="Shape 2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" name="Google Shape;2600;p4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MAC addresses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1" name="Google Shape;2601;p4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2" name="Google Shape;2602;p48"/>
          <p:cNvSpPr txBox="1"/>
          <p:nvPr/>
        </p:nvSpPr>
        <p:spPr>
          <a:xfrm>
            <a:off x="1010477" y="1441173"/>
            <a:ext cx="10028583" cy="5012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404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 address allocation administered by IEEE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manufacturer buys portion of MAC address space (to assure uniqueness)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analogy: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 address: like Social Security Number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 address: like postal address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MAC flat address: portability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move interface from one LAN to another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 IP address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portable: depends on IP subnet to which node is attached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7" name="Shape 2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8" name="Google Shape;2608;p4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ARP: address resolution protocol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9" name="Google Shape;2609;p4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0" name="Google Shape;2610;p49"/>
          <p:cNvSpPr txBox="1"/>
          <p:nvPr/>
        </p:nvSpPr>
        <p:spPr>
          <a:xfrm>
            <a:off x="6082748" y="2344599"/>
            <a:ext cx="5193195" cy="95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ARP table: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IP node (host, router) on LAN has table</a:t>
            </a:r>
            <a:endParaRPr/>
          </a:p>
        </p:txBody>
      </p:sp>
      <p:sp>
        <p:nvSpPr>
          <p:cNvPr id="2611" name="Google Shape;2611;p49"/>
          <p:cNvSpPr txBox="1"/>
          <p:nvPr/>
        </p:nvSpPr>
        <p:spPr>
          <a:xfrm>
            <a:off x="786592" y="1314450"/>
            <a:ext cx="1103434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Question:</a:t>
            </a: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determine interface’s MAC address, knowing its IP address?</a:t>
            </a:r>
            <a:endParaRPr/>
          </a:p>
        </p:txBody>
      </p:sp>
      <p:grpSp>
        <p:nvGrpSpPr>
          <p:cNvPr id="2612" name="Google Shape;2612;p49"/>
          <p:cNvGrpSpPr/>
          <p:nvPr/>
        </p:nvGrpSpPr>
        <p:grpSpPr>
          <a:xfrm>
            <a:off x="948563" y="2990022"/>
            <a:ext cx="4847955" cy="2799867"/>
            <a:chOff x="3970059" y="2973174"/>
            <a:chExt cx="6053187" cy="3638349"/>
          </a:xfrm>
        </p:grpSpPr>
        <p:cxnSp>
          <p:nvCxnSpPr>
            <p:cNvPr id="2613" name="Google Shape;2613;p49"/>
            <p:cNvCxnSpPr/>
            <p:nvPr/>
          </p:nvCxnSpPr>
          <p:spPr>
            <a:xfrm>
              <a:off x="4951134" y="4423877"/>
              <a:ext cx="9017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4" name="Google Shape;2614;p49"/>
            <p:cNvCxnSpPr/>
            <p:nvPr/>
          </p:nvCxnSpPr>
          <p:spPr>
            <a:xfrm>
              <a:off x="6735625" y="3504024"/>
              <a:ext cx="0" cy="65563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5" name="Google Shape;2615;p49"/>
            <p:cNvCxnSpPr/>
            <p:nvPr/>
          </p:nvCxnSpPr>
          <p:spPr>
            <a:xfrm rot="10800000">
              <a:off x="6511994" y="5451266"/>
              <a:ext cx="0" cy="4381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16" name="Google Shape;2616;p49"/>
            <p:cNvSpPr/>
            <p:nvPr/>
          </p:nvSpPr>
          <p:spPr>
            <a:xfrm>
              <a:off x="5578337" y="3746015"/>
              <a:ext cx="2046288" cy="2049462"/>
            </a:xfrm>
            <a:custGeom>
              <a:rect b="b" l="l" r="r" t="t"/>
              <a:pathLst>
                <a:path extrusionOk="0" h="1255" w="1292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17" name="Google Shape;2617;p49"/>
            <p:cNvCxnSpPr/>
            <p:nvPr/>
          </p:nvCxnSpPr>
          <p:spPr>
            <a:xfrm rot="10800000">
              <a:off x="7599225" y="4472884"/>
              <a:ext cx="79692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18" name="Google Shape;2618;p49"/>
            <p:cNvSpPr txBox="1"/>
            <p:nvPr/>
          </p:nvSpPr>
          <p:spPr>
            <a:xfrm>
              <a:off x="7043047" y="3460537"/>
              <a:ext cx="1998238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1A-2F-BB-76-09-AD</a:t>
              </a:r>
              <a:endParaRPr/>
            </a:p>
          </p:txBody>
        </p:sp>
        <p:cxnSp>
          <p:nvCxnSpPr>
            <p:cNvPr id="2619" name="Google Shape;2619;p49"/>
            <p:cNvCxnSpPr/>
            <p:nvPr/>
          </p:nvCxnSpPr>
          <p:spPr>
            <a:xfrm rot="10800000">
              <a:off x="8157727" y="4588902"/>
              <a:ext cx="0" cy="3730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20" name="Google Shape;2620;p49"/>
            <p:cNvSpPr txBox="1"/>
            <p:nvPr/>
          </p:nvSpPr>
          <p:spPr>
            <a:xfrm>
              <a:off x="8061597" y="4931465"/>
              <a:ext cx="1961649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58-23-D7-FA-20-B0</a:t>
              </a:r>
              <a:endParaRPr/>
            </a:p>
          </p:txBody>
        </p:sp>
        <p:cxnSp>
          <p:nvCxnSpPr>
            <p:cNvPr id="2621" name="Google Shape;2621;p49"/>
            <p:cNvCxnSpPr/>
            <p:nvPr/>
          </p:nvCxnSpPr>
          <p:spPr>
            <a:xfrm rot="10800000">
              <a:off x="6615181" y="5886035"/>
              <a:ext cx="360363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22" name="Google Shape;2622;p49"/>
            <p:cNvSpPr txBox="1"/>
            <p:nvPr/>
          </p:nvSpPr>
          <p:spPr>
            <a:xfrm>
              <a:off x="6937522" y="5730174"/>
              <a:ext cx="1935869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0C-C4-11-6F-E3-98</a:t>
              </a:r>
              <a:endParaRPr/>
            </a:p>
          </p:txBody>
        </p:sp>
        <p:cxnSp>
          <p:nvCxnSpPr>
            <p:cNvPr id="2623" name="Google Shape;2623;p49"/>
            <p:cNvCxnSpPr/>
            <p:nvPr/>
          </p:nvCxnSpPr>
          <p:spPr>
            <a:xfrm rot="10800000">
              <a:off x="4887634" y="4579452"/>
              <a:ext cx="0" cy="3730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24" name="Google Shape;2624;p49"/>
            <p:cNvSpPr txBox="1"/>
            <p:nvPr/>
          </p:nvSpPr>
          <p:spPr>
            <a:xfrm>
              <a:off x="3970059" y="4954102"/>
              <a:ext cx="1935869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71-65-F7-2B-08-53</a:t>
              </a:r>
              <a:endParaRPr/>
            </a:p>
          </p:txBody>
        </p:sp>
        <p:sp>
          <p:nvSpPr>
            <p:cNvPr id="2625" name="Google Shape;2625;p49"/>
            <p:cNvSpPr txBox="1"/>
            <p:nvPr/>
          </p:nvSpPr>
          <p:spPr>
            <a:xfrm>
              <a:off x="5363947" y="4420079"/>
              <a:ext cx="2173356" cy="479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LAN</a:t>
              </a:r>
              <a:endParaRPr/>
            </a:p>
          </p:txBody>
        </p:sp>
        <p:sp>
          <p:nvSpPr>
            <p:cNvPr id="2626" name="Google Shape;2626;p49"/>
            <p:cNvSpPr/>
            <p:nvPr/>
          </p:nvSpPr>
          <p:spPr>
            <a:xfrm>
              <a:off x="6641253" y="3505846"/>
              <a:ext cx="16033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27" name="Google Shape;2627;p49"/>
            <p:cNvGrpSpPr/>
            <p:nvPr/>
          </p:nvGrpSpPr>
          <p:grpSpPr>
            <a:xfrm>
              <a:off x="6182623" y="2973174"/>
              <a:ext cx="812800" cy="658813"/>
              <a:chOff x="-44" y="1473"/>
              <a:chExt cx="981" cy="1105"/>
            </a:xfrm>
          </p:grpSpPr>
          <p:pic>
            <p:nvPicPr>
              <p:cNvPr descr="desktop_computer_stylized_medium" id="2628" name="Google Shape;2628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29" name="Google Shape;2629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30" name="Google Shape;2630;p49"/>
            <p:cNvSpPr/>
            <p:nvPr/>
          </p:nvSpPr>
          <p:spPr>
            <a:xfrm rot="5400000">
              <a:off x="4749555" y="4292181"/>
              <a:ext cx="16033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1" name="Google Shape;2631;p49"/>
            <p:cNvSpPr/>
            <p:nvPr/>
          </p:nvSpPr>
          <p:spPr>
            <a:xfrm>
              <a:off x="6440078" y="5759156"/>
              <a:ext cx="16033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2" name="Google Shape;2632;p49"/>
            <p:cNvSpPr/>
            <p:nvPr/>
          </p:nvSpPr>
          <p:spPr>
            <a:xfrm rot="5400000">
              <a:off x="8184260" y="4354101"/>
              <a:ext cx="16033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33" name="Google Shape;2633;p49"/>
            <p:cNvGrpSpPr/>
            <p:nvPr/>
          </p:nvGrpSpPr>
          <p:grpSpPr>
            <a:xfrm>
              <a:off x="4074834" y="4046052"/>
              <a:ext cx="812800" cy="658813"/>
              <a:chOff x="-44" y="1473"/>
              <a:chExt cx="981" cy="1105"/>
            </a:xfrm>
          </p:grpSpPr>
          <p:pic>
            <p:nvPicPr>
              <p:cNvPr descr="desktop_computer_stylized_medium" id="2634" name="Google Shape;2634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35" name="Google Shape;2635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36" name="Google Shape;2636;p49"/>
            <p:cNvGrpSpPr/>
            <p:nvPr/>
          </p:nvGrpSpPr>
          <p:grpSpPr>
            <a:xfrm>
              <a:off x="8032469" y="4201422"/>
              <a:ext cx="812800" cy="658812"/>
              <a:chOff x="-26" y="1473"/>
              <a:chExt cx="981" cy="1105"/>
            </a:xfrm>
          </p:grpSpPr>
          <p:pic>
            <p:nvPicPr>
              <p:cNvPr descr="desktop_computer_stylized_medium" id="2637" name="Google Shape;2637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26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38" name="Google Shape;2638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639" name="Google Shape;2639;p49"/>
            <p:cNvCxnSpPr/>
            <p:nvPr/>
          </p:nvCxnSpPr>
          <p:spPr>
            <a:xfrm rot="10800000">
              <a:off x="6872122" y="3639236"/>
              <a:ext cx="25483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2640" name="Google Shape;2640;p49"/>
            <p:cNvGrpSpPr/>
            <p:nvPr/>
          </p:nvGrpSpPr>
          <p:grpSpPr>
            <a:xfrm>
              <a:off x="5984944" y="5952710"/>
              <a:ext cx="812800" cy="658813"/>
              <a:chOff x="-44" y="1473"/>
              <a:chExt cx="981" cy="1105"/>
            </a:xfrm>
          </p:grpSpPr>
          <p:pic>
            <p:nvPicPr>
              <p:cNvPr descr="desktop_computer_stylized_medium" id="2641" name="Google Shape;2641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42" name="Google Shape;2642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43" name="Google Shape;2643;p49"/>
            <p:cNvSpPr txBox="1"/>
            <p:nvPr/>
          </p:nvSpPr>
          <p:spPr>
            <a:xfrm>
              <a:off x="7019858" y="3246090"/>
              <a:ext cx="1425483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137.196.7.78</a:t>
              </a:r>
              <a:endParaRPr/>
            </a:p>
          </p:txBody>
        </p:sp>
        <p:sp>
          <p:nvSpPr>
            <p:cNvPr id="2644" name="Google Shape;2644;p49"/>
            <p:cNvSpPr txBox="1"/>
            <p:nvPr/>
          </p:nvSpPr>
          <p:spPr>
            <a:xfrm>
              <a:off x="8056009" y="5130248"/>
              <a:ext cx="1425483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137.196.7.14</a:t>
              </a:r>
              <a:endParaRPr/>
            </a:p>
          </p:txBody>
        </p:sp>
        <p:sp>
          <p:nvSpPr>
            <p:cNvPr id="2645" name="Google Shape;2645;p49"/>
            <p:cNvSpPr txBox="1"/>
            <p:nvPr/>
          </p:nvSpPr>
          <p:spPr>
            <a:xfrm>
              <a:off x="6899276" y="5947742"/>
              <a:ext cx="1425483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137.196.7.88</a:t>
              </a:r>
              <a:endParaRPr/>
            </a:p>
          </p:txBody>
        </p:sp>
        <p:sp>
          <p:nvSpPr>
            <p:cNvPr id="2646" name="Google Shape;2646;p49"/>
            <p:cNvSpPr txBox="1"/>
            <p:nvPr/>
          </p:nvSpPr>
          <p:spPr>
            <a:xfrm>
              <a:off x="3974753" y="5170004"/>
              <a:ext cx="1425483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137.196.7.23</a:t>
              </a:r>
              <a:endParaRPr/>
            </a:p>
          </p:txBody>
        </p:sp>
      </p:grpSp>
      <p:grpSp>
        <p:nvGrpSpPr>
          <p:cNvPr id="2647" name="Google Shape;2647;p49"/>
          <p:cNvGrpSpPr/>
          <p:nvPr/>
        </p:nvGrpSpPr>
        <p:grpSpPr>
          <a:xfrm>
            <a:off x="1446381" y="2663687"/>
            <a:ext cx="3653512" cy="2923999"/>
            <a:chOff x="1446381" y="2663687"/>
            <a:chExt cx="3653512" cy="2923999"/>
          </a:xfrm>
        </p:grpSpPr>
        <p:grpSp>
          <p:nvGrpSpPr>
            <p:cNvPr id="2648" name="Google Shape;2648;p49"/>
            <p:cNvGrpSpPr/>
            <p:nvPr/>
          </p:nvGrpSpPr>
          <p:grpSpPr>
            <a:xfrm>
              <a:off x="2754559" y="2663687"/>
              <a:ext cx="479618" cy="437323"/>
              <a:chOff x="2317237" y="2601212"/>
              <a:chExt cx="479618" cy="437323"/>
            </a:xfrm>
          </p:grpSpPr>
          <p:sp>
            <p:nvSpPr>
              <p:cNvPr id="2649" name="Google Shape;2649;p49"/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0" name="Google Shape;2650;p49"/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</a:t>
                </a:r>
                <a:endParaRPr/>
              </a:p>
            </p:txBody>
          </p:sp>
        </p:grpSp>
        <p:grpSp>
          <p:nvGrpSpPr>
            <p:cNvPr id="2651" name="Google Shape;2651;p49"/>
            <p:cNvGrpSpPr/>
            <p:nvPr/>
          </p:nvGrpSpPr>
          <p:grpSpPr>
            <a:xfrm>
              <a:off x="2463958" y="5150363"/>
              <a:ext cx="479618" cy="437323"/>
              <a:chOff x="2317237" y="2601212"/>
              <a:chExt cx="479618" cy="437323"/>
            </a:xfrm>
          </p:grpSpPr>
          <p:sp>
            <p:nvSpPr>
              <p:cNvPr id="2652" name="Google Shape;2652;p49"/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3" name="Google Shape;2653;p49"/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</a:t>
                </a:r>
                <a:endParaRPr/>
              </a:p>
            </p:txBody>
          </p:sp>
        </p:grpSp>
        <p:grpSp>
          <p:nvGrpSpPr>
            <p:cNvPr id="2654" name="Google Shape;2654;p49"/>
            <p:cNvGrpSpPr/>
            <p:nvPr/>
          </p:nvGrpSpPr>
          <p:grpSpPr>
            <a:xfrm>
              <a:off x="1446381" y="3530757"/>
              <a:ext cx="479618" cy="437323"/>
              <a:chOff x="2317237" y="2601212"/>
              <a:chExt cx="479618" cy="437323"/>
            </a:xfrm>
          </p:grpSpPr>
          <p:sp>
            <p:nvSpPr>
              <p:cNvPr id="2655" name="Google Shape;2655;p49"/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6" name="Google Shape;2656;p49"/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</a:t>
                </a:r>
                <a:endParaRPr/>
              </a:p>
            </p:txBody>
          </p:sp>
        </p:grpSp>
        <p:grpSp>
          <p:nvGrpSpPr>
            <p:cNvPr id="2657" name="Google Shape;2657;p49"/>
            <p:cNvGrpSpPr/>
            <p:nvPr/>
          </p:nvGrpSpPr>
          <p:grpSpPr>
            <a:xfrm>
              <a:off x="4620275" y="3785389"/>
              <a:ext cx="479618" cy="437323"/>
              <a:chOff x="2317237" y="2601212"/>
              <a:chExt cx="479618" cy="437323"/>
            </a:xfrm>
          </p:grpSpPr>
          <p:sp>
            <p:nvSpPr>
              <p:cNvPr id="2658" name="Google Shape;2658;p49"/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9" name="Google Shape;2659;p49"/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</a:t>
                </a:r>
                <a:endParaRPr/>
              </a:p>
            </p:txBody>
          </p:sp>
        </p:grpSp>
      </p:grpSp>
      <p:sp>
        <p:nvSpPr>
          <p:cNvPr id="2660" name="Google Shape;2660;p49"/>
          <p:cNvSpPr txBox="1"/>
          <p:nvPr/>
        </p:nvSpPr>
        <p:spPr>
          <a:xfrm>
            <a:off x="5785443" y="3298343"/>
            <a:ext cx="5472170" cy="2907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IP/MAC address mappings for some LAN nodes: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lang="en-US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&lt; IP address; MAC address; TTL&gt;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TTL (Time To Live): time after which address mapping will be forgotten (typically 20 min)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5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6" name="Google Shape;2666;p50"/>
          <p:cNvCxnSpPr/>
          <p:nvPr/>
        </p:nvCxnSpPr>
        <p:spPr>
          <a:xfrm>
            <a:off x="5103533" y="4310144"/>
            <a:ext cx="901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7" name="Google Shape;2667;p50"/>
          <p:cNvCxnSpPr/>
          <p:nvPr/>
        </p:nvCxnSpPr>
        <p:spPr>
          <a:xfrm>
            <a:off x="6888024" y="3390291"/>
            <a:ext cx="0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8" name="Google Shape;2668;p50"/>
          <p:cNvCxnSpPr/>
          <p:nvPr/>
        </p:nvCxnSpPr>
        <p:spPr>
          <a:xfrm rot="10800000">
            <a:off x="6664393" y="5337533"/>
            <a:ext cx="0" cy="438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9" name="Google Shape;2669;p5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ARP protocol in action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0" name="Google Shape;2670;p5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1" name="Google Shape;2671;p50"/>
          <p:cNvSpPr/>
          <p:nvPr/>
        </p:nvSpPr>
        <p:spPr>
          <a:xfrm>
            <a:off x="5730736" y="3632282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2" name="Google Shape;2672;p50"/>
          <p:cNvCxnSpPr/>
          <p:nvPr/>
        </p:nvCxnSpPr>
        <p:spPr>
          <a:xfrm rot="10800000">
            <a:off x="7751624" y="4359151"/>
            <a:ext cx="7969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3" name="Google Shape;2673;p50"/>
          <p:cNvCxnSpPr/>
          <p:nvPr/>
        </p:nvCxnSpPr>
        <p:spPr>
          <a:xfrm rot="10800000">
            <a:off x="8310126" y="447516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74" name="Google Shape;2674;p50"/>
          <p:cNvSpPr txBox="1"/>
          <p:nvPr/>
        </p:nvSpPr>
        <p:spPr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/>
          </a:p>
        </p:txBody>
      </p:sp>
      <p:sp>
        <p:nvSpPr>
          <p:cNvPr id="2675" name="Google Shape;2675;p50"/>
          <p:cNvSpPr/>
          <p:nvPr/>
        </p:nvSpPr>
        <p:spPr>
          <a:xfrm>
            <a:off x="6793652" y="339211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676" name="Google Shape;2676;p50"/>
          <p:cNvGrpSpPr/>
          <p:nvPr/>
        </p:nvGrpSpPr>
        <p:grpSpPr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descr="desktop_computer_stylized_medium" id="2677" name="Google Shape;2677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8" name="Google Shape;2678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9" name="Google Shape;2679;p50"/>
          <p:cNvSpPr/>
          <p:nvPr/>
        </p:nvSpPr>
        <p:spPr>
          <a:xfrm>
            <a:off x="6592477" y="564542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680" name="Google Shape;2680;p50"/>
          <p:cNvSpPr/>
          <p:nvPr/>
        </p:nvSpPr>
        <p:spPr>
          <a:xfrm rot="5400000">
            <a:off x="8336659" y="424036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681" name="Google Shape;2681;p50"/>
          <p:cNvGrpSpPr/>
          <p:nvPr/>
        </p:nvGrpSpPr>
        <p:grpSpPr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descr="desktop_computer_stylized_medium" id="2682" name="Google Shape;2682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3" name="Google Shape;2683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4" name="Google Shape;2684;p50"/>
          <p:cNvGrpSpPr/>
          <p:nvPr/>
        </p:nvGrpSpPr>
        <p:grpSpPr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descr="desktop_computer_stylized_medium" id="2685" name="Google Shape;2685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6" name="Google Shape;2686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87" name="Google Shape;2687;p50"/>
          <p:cNvSpPr txBox="1"/>
          <p:nvPr/>
        </p:nvSpPr>
        <p:spPr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/>
          </a:p>
        </p:txBody>
      </p:sp>
      <p:sp>
        <p:nvSpPr>
          <p:cNvPr id="2688" name="Google Shape;2688;p50"/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689" name="Google Shape;2689;p50"/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690" name="Google Shape;2690;p50"/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691" name="Google Shape;2691;p50"/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TTL</a:t>
            </a:r>
            <a:endParaRPr/>
          </a:p>
        </p:txBody>
      </p:sp>
      <p:cxnSp>
        <p:nvCxnSpPr>
          <p:cNvPr id="2692" name="Google Shape;2692;p50"/>
          <p:cNvCxnSpPr/>
          <p:nvPr/>
        </p:nvCxnSpPr>
        <p:spPr>
          <a:xfrm rot="10800000">
            <a:off x="5305073" y="446571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93" name="Google Shape;2693;p50"/>
          <p:cNvSpPr txBox="1"/>
          <p:nvPr/>
        </p:nvSpPr>
        <p:spPr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/>
          </a:p>
        </p:txBody>
      </p:sp>
      <p:sp>
        <p:nvSpPr>
          <p:cNvPr id="2694" name="Google Shape;2694;p50"/>
          <p:cNvSpPr/>
          <p:nvPr/>
        </p:nvSpPr>
        <p:spPr>
          <a:xfrm rot="5400000">
            <a:off x="5166994" y="417844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695" name="Google Shape;2695;p50"/>
          <p:cNvGrpSpPr/>
          <p:nvPr/>
        </p:nvGrpSpPr>
        <p:grpSpPr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descr="desktop_computer_stylized_medium" id="2696" name="Google Shape;2696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7" name="Google Shape;2697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98" name="Google Shape;2698;p50"/>
          <p:cNvSpPr txBox="1"/>
          <p:nvPr/>
        </p:nvSpPr>
        <p:spPr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/>
          </a:p>
        </p:txBody>
      </p:sp>
      <p:sp>
        <p:nvSpPr>
          <p:cNvPr id="2699" name="Google Shape;2699;p50"/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2700" name="Google Shape;2700;p50"/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2701" name="Google Shape;2701;p50"/>
            <p:cNvSpPr/>
            <p:nvPr/>
          </p:nvSpPr>
          <p:spPr>
            <a:xfrm>
              <a:off x="3617843" y="2842867"/>
              <a:ext cx="477079" cy="1075221"/>
            </a:xfrm>
            <a:custGeom>
              <a:rect b="b" l="l" r="r" t="t"/>
              <a:pathLst>
                <a:path extrusionOk="0" h="1051327" w="477079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2" name="Google Shape;2702;p50"/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2703" name="Google Shape;2703;p50"/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4" name="Google Shape;2704;p50"/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 table in </a:t>
                </a:r>
                <a:r>
                  <a:rPr lang="en-US" sz="1800">
                    <a:solidFill>
                      <a:srgbClr val="0000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cxnSp>
            <p:nvCxnSpPr>
              <p:cNvPr id="2705" name="Google Shape;2705;p50"/>
              <p:cNvCxnSpPr/>
              <p:nvPr/>
            </p:nvCxnSpPr>
            <p:spPr>
              <a:xfrm>
                <a:off x="437324" y="3173896"/>
                <a:ext cx="318052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706" name="Google Shape;2706;p50"/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7" name="Google Shape;2707;p50"/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 addr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708" name="Google Shape;2708;p50"/>
              <p:cNvCxnSpPr/>
              <p:nvPr/>
            </p:nvCxnSpPr>
            <p:spPr>
              <a:xfrm>
                <a:off x="1325218" y="2849218"/>
                <a:ext cx="0" cy="10633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09" name="Google Shape;2709;p50"/>
              <p:cNvCxnSpPr/>
              <p:nvPr/>
            </p:nvCxnSpPr>
            <p:spPr>
              <a:xfrm>
                <a:off x="3240152" y="2848944"/>
                <a:ext cx="0" cy="10604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710" name="Google Shape;2710;p50"/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TTL</a:t>
                </a:r>
                <a:endParaRPr/>
              </a:p>
            </p:txBody>
          </p:sp>
        </p:grpSp>
      </p:grpSp>
      <p:sp>
        <p:nvSpPr>
          <p:cNvPr id="2711" name="Google Shape;2711;p50"/>
          <p:cNvSpPr txBox="1"/>
          <p:nvPr/>
        </p:nvSpPr>
        <p:spPr>
          <a:xfrm>
            <a:off x="1049752" y="1211677"/>
            <a:ext cx="10068822" cy="886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 wants to send datagram to B</a:t>
            </a:r>
            <a:endParaRPr/>
          </a:p>
          <a:p>
            <a:pPr indent="-234950" lvl="1" marL="3524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B’s MAC address not in A’s ARP table, so A uses ARP to find B’s MAC address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12" name="Google Shape;2712;p50"/>
          <p:cNvGrpSpPr/>
          <p:nvPr/>
        </p:nvGrpSpPr>
        <p:grpSpPr>
          <a:xfrm>
            <a:off x="689113" y="2175367"/>
            <a:ext cx="5579166" cy="1015663"/>
            <a:chOff x="689113" y="2070437"/>
            <a:chExt cx="5579166" cy="1015663"/>
          </a:xfrm>
        </p:grpSpPr>
        <p:sp>
          <p:nvSpPr>
            <p:cNvPr id="2713" name="Google Shape;2713;p50"/>
            <p:cNvSpPr txBox="1"/>
            <p:nvPr/>
          </p:nvSpPr>
          <p:spPr>
            <a:xfrm>
              <a:off x="993914" y="2070437"/>
              <a:ext cx="5274365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31775" lvl="0" marL="231775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broadcasts ARP query, containing B's IP addr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34950" lvl="1" marL="40481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destination MAC address = FF-FF-FF-FF-FF-FF</a:t>
              </a:r>
              <a:endParaRPr/>
            </a:p>
            <a:p>
              <a:pPr indent="-234950" lvl="1" marL="40481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all nodes on LAN receive ARP query </a:t>
              </a:r>
              <a:endParaRPr/>
            </a:p>
          </p:txBody>
        </p:sp>
        <p:grpSp>
          <p:nvGrpSpPr>
            <p:cNvPr id="2714" name="Google Shape;2714;p50"/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2715" name="Google Shape;2715;p50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6" name="Google Shape;2716;p50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grpSp>
        <p:nvGrpSpPr>
          <p:cNvPr id="2717" name="Google Shape;2717;p50"/>
          <p:cNvGrpSpPr/>
          <p:nvPr/>
        </p:nvGrpSpPr>
        <p:grpSpPr>
          <a:xfrm>
            <a:off x="6633558" y="2781868"/>
            <a:ext cx="4272980" cy="1554072"/>
            <a:chOff x="7269663" y="106017"/>
            <a:chExt cx="4272980" cy="1554072"/>
          </a:xfrm>
        </p:grpSpPr>
        <p:sp>
          <p:nvSpPr>
            <p:cNvPr id="2718" name="Google Shape;2718;p50"/>
            <p:cNvSpPr/>
            <p:nvPr/>
          </p:nvSpPr>
          <p:spPr>
            <a:xfrm>
              <a:off x="7269663" y="168712"/>
              <a:ext cx="3357443" cy="1491377"/>
            </a:xfrm>
            <a:custGeom>
              <a:rect b="b" l="l" r="r" t="t"/>
              <a:pathLst>
                <a:path extrusionOk="0" h="1491377" w="3070984">
                  <a:moveTo>
                    <a:pt x="3" y="1165451"/>
                  </a:moveTo>
                  <a:cubicBezTo>
                    <a:pt x="145598" y="1121700"/>
                    <a:pt x="1219590" y="114212"/>
                    <a:pt x="1279362" y="0"/>
                  </a:cubicBezTo>
                  <a:cubicBezTo>
                    <a:pt x="1163476" y="1035639"/>
                    <a:pt x="985249" y="923350"/>
                    <a:pt x="3070984" y="923279"/>
                  </a:cubicBezTo>
                  <a:cubicBezTo>
                    <a:pt x="2279368" y="1124493"/>
                    <a:pt x="913470" y="1245953"/>
                    <a:pt x="311787" y="1491377"/>
                  </a:cubicBezTo>
                  <a:cubicBezTo>
                    <a:pt x="312912" y="1365065"/>
                    <a:pt x="-1122" y="1291763"/>
                    <a:pt x="3" y="1165451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67843"/>
                  </a:srgbClr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9" name="Google Shape;2719;p50"/>
            <p:cNvSpPr/>
            <p:nvPr/>
          </p:nvSpPr>
          <p:spPr>
            <a:xfrm>
              <a:off x="8613913" y="106017"/>
              <a:ext cx="2743200" cy="1020417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0" name="Google Shape;2720;p50"/>
            <p:cNvSpPr txBox="1"/>
            <p:nvPr/>
          </p:nvSpPr>
          <p:spPr>
            <a:xfrm>
              <a:off x="8610903" y="117460"/>
              <a:ext cx="2931740" cy="1046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Source MAC:  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71-65-F7-2B-08-53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Source IP: 137.196.7.23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Target IP address: 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137.196.7.14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grpSp>
        <p:nvGrpSpPr>
          <p:cNvPr id="2721" name="Google Shape;2721;p50"/>
          <p:cNvGrpSpPr/>
          <p:nvPr/>
        </p:nvGrpSpPr>
        <p:grpSpPr>
          <a:xfrm>
            <a:off x="5367131" y="3596877"/>
            <a:ext cx="2849218" cy="2007708"/>
            <a:chOff x="437322" y="4803913"/>
            <a:chExt cx="2849218" cy="2007708"/>
          </a:xfrm>
        </p:grpSpPr>
        <p:sp>
          <p:nvSpPr>
            <p:cNvPr id="2722" name="Google Shape;2722;p50"/>
            <p:cNvSpPr/>
            <p:nvPr/>
          </p:nvSpPr>
          <p:spPr>
            <a:xfrm rot="5400000">
              <a:off x="1335154" y="6172202"/>
              <a:ext cx="1073429" cy="205408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3" name="Google Shape;2723;p50"/>
            <p:cNvSpPr/>
            <p:nvPr/>
          </p:nvSpPr>
          <p:spPr>
            <a:xfrm rot="-5400000">
              <a:off x="1408044" y="5105399"/>
              <a:ext cx="775252" cy="172279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4" name="Google Shape;2724;p50"/>
            <p:cNvSpPr/>
            <p:nvPr/>
          </p:nvSpPr>
          <p:spPr>
            <a:xfrm>
              <a:off x="437322" y="5499652"/>
              <a:ext cx="2849218" cy="15902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25" name="Google Shape;2725;p50"/>
            <p:cNvGrpSpPr/>
            <p:nvPr/>
          </p:nvGrpSpPr>
          <p:grpSpPr>
            <a:xfrm>
              <a:off x="1487255" y="5177985"/>
              <a:ext cx="587606" cy="741718"/>
              <a:chOff x="375561" y="297711"/>
              <a:chExt cx="1252683" cy="2138362"/>
            </a:xfrm>
          </p:grpSpPr>
          <p:sp>
            <p:nvSpPr>
              <p:cNvPr id="2726" name="Google Shape;2726;p50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7" name="Google Shape;2727;p50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8" name="Google Shape;2728;p50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29" name="Google Shape;2729;p50"/>
          <p:cNvGrpSpPr/>
          <p:nvPr/>
        </p:nvGrpSpPr>
        <p:grpSpPr>
          <a:xfrm>
            <a:off x="5817705" y="4121995"/>
            <a:ext cx="410817" cy="461665"/>
            <a:chOff x="2292626" y="5618921"/>
            <a:chExt cx="410817" cy="461665"/>
          </a:xfrm>
        </p:grpSpPr>
        <p:sp>
          <p:nvSpPr>
            <p:cNvPr id="2730" name="Google Shape;2730;p50"/>
            <p:cNvSpPr/>
            <p:nvPr/>
          </p:nvSpPr>
          <p:spPr>
            <a:xfrm>
              <a:off x="2292626" y="5645426"/>
              <a:ext cx="410817" cy="410817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1" name="Google Shape;2731;p50"/>
            <p:cNvSpPr txBox="1"/>
            <p:nvPr/>
          </p:nvSpPr>
          <p:spPr>
            <a:xfrm>
              <a:off x="2319130" y="5618921"/>
              <a:ext cx="34015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2732" name="Google Shape;2732;p50"/>
          <p:cNvSpPr txBox="1"/>
          <p:nvPr/>
        </p:nvSpPr>
        <p:spPr>
          <a:xfrm>
            <a:off x="7623617" y="2453566"/>
            <a:ext cx="398528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 frame (sent to FF-FF-FF-FF-FF-FF)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7" name="Shape 2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38" name="Google Shape;2738;p51"/>
          <p:cNvCxnSpPr/>
          <p:nvPr/>
        </p:nvCxnSpPr>
        <p:spPr>
          <a:xfrm>
            <a:off x="5103533" y="4310144"/>
            <a:ext cx="901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9" name="Google Shape;2739;p51"/>
          <p:cNvCxnSpPr/>
          <p:nvPr/>
        </p:nvCxnSpPr>
        <p:spPr>
          <a:xfrm>
            <a:off x="6888024" y="3390291"/>
            <a:ext cx="0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0" name="Google Shape;2740;p51"/>
          <p:cNvCxnSpPr/>
          <p:nvPr/>
        </p:nvCxnSpPr>
        <p:spPr>
          <a:xfrm rot="10800000">
            <a:off x="6664393" y="5337533"/>
            <a:ext cx="0" cy="438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1" name="Google Shape;2741;p5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ARP protocol in action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2" name="Google Shape;2742;p5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3" name="Google Shape;2743;p51"/>
          <p:cNvSpPr/>
          <p:nvPr/>
        </p:nvSpPr>
        <p:spPr>
          <a:xfrm>
            <a:off x="5730736" y="3632282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44" name="Google Shape;2744;p51"/>
          <p:cNvCxnSpPr/>
          <p:nvPr/>
        </p:nvCxnSpPr>
        <p:spPr>
          <a:xfrm rot="10800000">
            <a:off x="7751624" y="4359151"/>
            <a:ext cx="7969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5" name="Google Shape;2745;p51"/>
          <p:cNvCxnSpPr/>
          <p:nvPr/>
        </p:nvCxnSpPr>
        <p:spPr>
          <a:xfrm rot="10800000">
            <a:off x="8310126" y="447516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46" name="Google Shape;2746;p51"/>
          <p:cNvSpPr txBox="1"/>
          <p:nvPr/>
        </p:nvSpPr>
        <p:spPr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/>
          </a:p>
        </p:txBody>
      </p:sp>
      <p:sp>
        <p:nvSpPr>
          <p:cNvPr id="2747" name="Google Shape;2747;p51"/>
          <p:cNvSpPr/>
          <p:nvPr/>
        </p:nvSpPr>
        <p:spPr>
          <a:xfrm>
            <a:off x="6793652" y="339211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748" name="Google Shape;2748;p51"/>
          <p:cNvGrpSpPr/>
          <p:nvPr/>
        </p:nvGrpSpPr>
        <p:grpSpPr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descr="desktop_computer_stylized_medium" id="2749" name="Google Shape;2749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0" name="Google Shape;2750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1" name="Google Shape;2751;p51"/>
          <p:cNvSpPr/>
          <p:nvPr/>
        </p:nvSpPr>
        <p:spPr>
          <a:xfrm>
            <a:off x="6592477" y="564542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52" name="Google Shape;2752;p51"/>
          <p:cNvSpPr/>
          <p:nvPr/>
        </p:nvSpPr>
        <p:spPr>
          <a:xfrm rot="5400000">
            <a:off x="8336659" y="424036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753" name="Google Shape;2753;p51"/>
          <p:cNvGrpSpPr/>
          <p:nvPr/>
        </p:nvGrpSpPr>
        <p:grpSpPr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descr="desktop_computer_stylized_medium" id="2754" name="Google Shape;2754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5" name="Google Shape;2755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56" name="Google Shape;2756;p51"/>
          <p:cNvGrpSpPr/>
          <p:nvPr/>
        </p:nvGrpSpPr>
        <p:grpSpPr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descr="desktop_computer_stylized_medium" id="2757" name="Google Shape;2757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8" name="Google Shape;2758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9" name="Google Shape;2759;p51"/>
          <p:cNvSpPr txBox="1"/>
          <p:nvPr/>
        </p:nvSpPr>
        <p:spPr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/>
          </a:p>
        </p:txBody>
      </p:sp>
      <p:sp>
        <p:nvSpPr>
          <p:cNvPr id="2760" name="Google Shape;2760;p51"/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761" name="Google Shape;2761;p51"/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762" name="Google Shape;2762;p51"/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763" name="Google Shape;2763;p51"/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TTL</a:t>
            </a:r>
            <a:endParaRPr/>
          </a:p>
        </p:txBody>
      </p:sp>
      <p:cxnSp>
        <p:nvCxnSpPr>
          <p:cNvPr id="2764" name="Google Shape;2764;p51"/>
          <p:cNvCxnSpPr/>
          <p:nvPr/>
        </p:nvCxnSpPr>
        <p:spPr>
          <a:xfrm rot="10800000">
            <a:off x="5305073" y="446571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65" name="Google Shape;2765;p51"/>
          <p:cNvSpPr txBox="1"/>
          <p:nvPr/>
        </p:nvSpPr>
        <p:spPr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/>
          </a:p>
        </p:txBody>
      </p:sp>
      <p:sp>
        <p:nvSpPr>
          <p:cNvPr id="2766" name="Google Shape;2766;p51"/>
          <p:cNvSpPr/>
          <p:nvPr/>
        </p:nvSpPr>
        <p:spPr>
          <a:xfrm rot="5400000">
            <a:off x="5166994" y="417844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767" name="Google Shape;2767;p51"/>
          <p:cNvGrpSpPr/>
          <p:nvPr/>
        </p:nvGrpSpPr>
        <p:grpSpPr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descr="desktop_computer_stylized_medium" id="2768" name="Google Shape;2768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9" name="Google Shape;2769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70" name="Google Shape;2770;p51"/>
          <p:cNvSpPr txBox="1"/>
          <p:nvPr/>
        </p:nvSpPr>
        <p:spPr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/>
          </a:p>
        </p:txBody>
      </p:sp>
      <p:sp>
        <p:nvSpPr>
          <p:cNvPr id="2771" name="Google Shape;2771;p51"/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2772" name="Google Shape;2772;p51"/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2773" name="Google Shape;2773;p51"/>
            <p:cNvSpPr/>
            <p:nvPr/>
          </p:nvSpPr>
          <p:spPr>
            <a:xfrm>
              <a:off x="3617843" y="2842867"/>
              <a:ext cx="477079" cy="1075221"/>
            </a:xfrm>
            <a:custGeom>
              <a:rect b="b" l="l" r="r" t="t"/>
              <a:pathLst>
                <a:path extrusionOk="0" h="1051327" w="477079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74" name="Google Shape;2774;p51"/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2775" name="Google Shape;2775;p51"/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6" name="Google Shape;2776;p51"/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 table in </a:t>
                </a:r>
                <a:r>
                  <a:rPr lang="en-US" sz="1800">
                    <a:solidFill>
                      <a:srgbClr val="0000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cxnSp>
            <p:nvCxnSpPr>
              <p:cNvPr id="2777" name="Google Shape;2777;p51"/>
              <p:cNvCxnSpPr/>
              <p:nvPr/>
            </p:nvCxnSpPr>
            <p:spPr>
              <a:xfrm>
                <a:off x="437324" y="3173896"/>
                <a:ext cx="318052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778" name="Google Shape;2778;p51"/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9" name="Google Shape;2779;p51"/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 addr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780" name="Google Shape;2780;p51"/>
              <p:cNvCxnSpPr/>
              <p:nvPr/>
            </p:nvCxnSpPr>
            <p:spPr>
              <a:xfrm>
                <a:off x="1325218" y="2849218"/>
                <a:ext cx="0" cy="10633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81" name="Google Shape;2781;p51"/>
              <p:cNvCxnSpPr/>
              <p:nvPr/>
            </p:nvCxnSpPr>
            <p:spPr>
              <a:xfrm>
                <a:off x="3240152" y="2848944"/>
                <a:ext cx="0" cy="10604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782" name="Google Shape;2782;p51"/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TTL</a:t>
                </a:r>
                <a:endParaRPr/>
              </a:p>
            </p:txBody>
          </p:sp>
        </p:grpSp>
      </p:grpSp>
      <p:sp>
        <p:nvSpPr>
          <p:cNvPr id="2783" name="Google Shape;2783;p51"/>
          <p:cNvSpPr txBox="1"/>
          <p:nvPr/>
        </p:nvSpPr>
        <p:spPr>
          <a:xfrm>
            <a:off x="1049752" y="1211677"/>
            <a:ext cx="10068822" cy="9618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 wants to send datagram to B</a:t>
            </a:r>
            <a:endParaRPr/>
          </a:p>
          <a:p>
            <a:pPr indent="-234950" lvl="1" marL="3524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B’s MAC address not in A’s ARP table, so A uses ARP to find B’s MAC address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84" name="Google Shape;2784;p51"/>
          <p:cNvGrpSpPr/>
          <p:nvPr/>
        </p:nvGrpSpPr>
        <p:grpSpPr>
          <a:xfrm>
            <a:off x="7730987" y="5422150"/>
            <a:ext cx="4222474" cy="769441"/>
            <a:chOff x="689113" y="2308977"/>
            <a:chExt cx="4222474" cy="769441"/>
          </a:xfrm>
        </p:grpSpPr>
        <p:sp>
          <p:nvSpPr>
            <p:cNvPr id="2785" name="Google Shape;2785;p51"/>
            <p:cNvSpPr txBox="1"/>
            <p:nvPr/>
          </p:nvSpPr>
          <p:spPr>
            <a:xfrm>
              <a:off x="1007166" y="2308977"/>
              <a:ext cx="3904421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2349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replies to A with ARP response, giving its MAC address</a:t>
              </a:r>
              <a:endParaRPr/>
            </a:p>
          </p:txBody>
        </p:sp>
        <p:grpSp>
          <p:nvGrpSpPr>
            <p:cNvPr id="2786" name="Google Shape;2786;p51"/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2787" name="Google Shape;2787;p51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8" name="Google Shape;2788;p51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2789" name="Google Shape;2789;p51"/>
          <p:cNvGrpSpPr/>
          <p:nvPr/>
        </p:nvGrpSpPr>
        <p:grpSpPr>
          <a:xfrm>
            <a:off x="6633558" y="2781868"/>
            <a:ext cx="4272980" cy="1554072"/>
            <a:chOff x="7269663" y="106017"/>
            <a:chExt cx="4272980" cy="1554072"/>
          </a:xfrm>
        </p:grpSpPr>
        <p:sp>
          <p:nvSpPr>
            <p:cNvPr id="2790" name="Google Shape;2790;p51"/>
            <p:cNvSpPr/>
            <p:nvPr/>
          </p:nvSpPr>
          <p:spPr>
            <a:xfrm>
              <a:off x="7269663" y="168712"/>
              <a:ext cx="3357443" cy="1491377"/>
            </a:xfrm>
            <a:custGeom>
              <a:rect b="b" l="l" r="r" t="t"/>
              <a:pathLst>
                <a:path extrusionOk="0" h="1491377" w="3070984">
                  <a:moveTo>
                    <a:pt x="3" y="1165451"/>
                  </a:moveTo>
                  <a:cubicBezTo>
                    <a:pt x="145598" y="1121700"/>
                    <a:pt x="1219590" y="114212"/>
                    <a:pt x="1279362" y="0"/>
                  </a:cubicBezTo>
                  <a:cubicBezTo>
                    <a:pt x="1163476" y="1035639"/>
                    <a:pt x="985249" y="923350"/>
                    <a:pt x="3070984" y="923279"/>
                  </a:cubicBezTo>
                  <a:cubicBezTo>
                    <a:pt x="2279368" y="1124493"/>
                    <a:pt x="913470" y="1245953"/>
                    <a:pt x="311787" y="1491377"/>
                  </a:cubicBezTo>
                  <a:cubicBezTo>
                    <a:pt x="312912" y="1365065"/>
                    <a:pt x="-1122" y="1291763"/>
                    <a:pt x="3" y="1165451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67843"/>
                  </a:srgbClr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1" name="Google Shape;2791;p51"/>
            <p:cNvSpPr/>
            <p:nvPr/>
          </p:nvSpPr>
          <p:spPr>
            <a:xfrm>
              <a:off x="8613913" y="106017"/>
              <a:ext cx="2743200" cy="1020417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2" name="Google Shape;2792;p51"/>
            <p:cNvSpPr txBox="1"/>
            <p:nvPr/>
          </p:nvSpPr>
          <p:spPr>
            <a:xfrm>
              <a:off x="8610903" y="117460"/>
              <a:ext cx="2931740" cy="1046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Target IP address: 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137.196.7.14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Target MAC address: 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58-23-D7-FA-20-B0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grpSp>
        <p:nvGrpSpPr>
          <p:cNvPr id="2793" name="Google Shape;2793;p51"/>
          <p:cNvGrpSpPr/>
          <p:nvPr/>
        </p:nvGrpSpPr>
        <p:grpSpPr>
          <a:xfrm>
            <a:off x="5367131" y="3970949"/>
            <a:ext cx="2849218" cy="741718"/>
            <a:chOff x="5367131" y="3866019"/>
            <a:chExt cx="2849218" cy="741718"/>
          </a:xfrm>
        </p:grpSpPr>
        <p:sp>
          <p:nvSpPr>
            <p:cNvPr id="2794" name="Google Shape;2794;p51"/>
            <p:cNvSpPr/>
            <p:nvPr/>
          </p:nvSpPr>
          <p:spPr>
            <a:xfrm rot="10800000">
              <a:off x="5367131" y="4187686"/>
              <a:ext cx="2849218" cy="15902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95" name="Google Shape;2795;p51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2796" name="Google Shape;2796;p51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7" name="Google Shape;2797;p51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8" name="Google Shape;2798;p51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99" name="Google Shape;2799;p51"/>
            <p:cNvGrpSpPr/>
            <p:nvPr/>
          </p:nvGrpSpPr>
          <p:grpSpPr>
            <a:xfrm>
              <a:off x="7434470" y="4043570"/>
              <a:ext cx="410817" cy="461665"/>
              <a:chOff x="2292626" y="5618921"/>
              <a:chExt cx="410817" cy="461665"/>
            </a:xfrm>
          </p:grpSpPr>
          <p:sp>
            <p:nvSpPr>
              <p:cNvPr id="2800" name="Google Shape;2800;p51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1" name="Google Shape;2801;p51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sp>
        <p:nvSpPr>
          <p:cNvPr id="2802" name="Google Shape;2802;p51"/>
          <p:cNvSpPr txBox="1"/>
          <p:nvPr/>
        </p:nvSpPr>
        <p:spPr>
          <a:xfrm>
            <a:off x="7901911" y="2228279"/>
            <a:ext cx="29516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ARP message into Ethernet frame (sent to 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71-65-F7-2B-08-53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7" name="Shape 2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08" name="Google Shape;2808;p52"/>
          <p:cNvCxnSpPr/>
          <p:nvPr/>
        </p:nvCxnSpPr>
        <p:spPr>
          <a:xfrm>
            <a:off x="5103533" y="4310144"/>
            <a:ext cx="901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9" name="Google Shape;2809;p52"/>
          <p:cNvCxnSpPr/>
          <p:nvPr/>
        </p:nvCxnSpPr>
        <p:spPr>
          <a:xfrm>
            <a:off x="6888024" y="3390291"/>
            <a:ext cx="0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0" name="Google Shape;2810;p52"/>
          <p:cNvCxnSpPr/>
          <p:nvPr/>
        </p:nvCxnSpPr>
        <p:spPr>
          <a:xfrm rot="10800000">
            <a:off x="6664393" y="5337533"/>
            <a:ext cx="0" cy="438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1" name="Google Shape;2811;p52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ARP protocol in action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2" name="Google Shape;2812;p5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3" name="Google Shape;2813;p52"/>
          <p:cNvSpPr/>
          <p:nvPr/>
        </p:nvSpPr>
        <p:spPr>
          <a:xfrm>
            <a:off x="5730736" y="3632282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4" name="Google Shape;2814;p52"/>
          <p:cNvCxnSpPr/>
          <p:nvPr/>
        </p:nvCxnSpPr>
        <p:spPr>
          <a:xfrm rot="10800000">
            <a:off x="7751624" y="4359151"/>
            <a:ext cx="7969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5" name="Google Shape;2815;p52"/>
          <p:cNvCxnSpPr/>
          <p:nvPr/>
        </p:nvCxnSpPr>
        <p:spPr>
          <a:xfrm rot="10800000">
            <a:off x="8310126" y="447516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16" name="Google Shape;2816;p52"/>
          <p:cNvSpPr txBox="1"/>
          <p:nvPr/>
        </p:nvSpPr>
        <p:spPr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/>
          </a:p>
        </p:txBody>
      </p:sp>
      <p:sp>
        <p:nvSpPr>
          <p:cNvPr id="2817" name="Google Shape;2817;p52"/>
          <p:cNvSpPr/>
          <p:nvPr/>
        </p:nvSpPr>
        <p:spPr>
          <a:xfrm>
            <a:off x="6793652" y="339211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818" name="Google Shape;2818;p52"/>
          <p:cNvGrpSpPr/>
          <p:nvPr/>
        </p:nvGrpSpPr>
        <p:grpSpPr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descr="desktop_computer_stylized_medium" id="2819" name="Google Shape;2819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0" name="Google Shape;2820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21" name="Google Shape;2821;p52"/>
          <p:cNvSpPr/>
          <p:nvPr/>
        </p:nvSpPr>
        <p:spPr>
          <a:xfrm>
            <a:off x="6592477" y="564542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822" name="Google Shape;2822;p52"/>
          <p:cNvSpPr/>
          <p:nvPr/>
        </p:nvSpPr>
        <p:spPr>
          <a:xfrm rot="5400000">
            <a:off x="8336659" y="424036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823" name="Google Shape;2823;p52"/>
          <p:cNvGrpSpPr/>
          <p:nvPr/>
        </p:nvGrpSpPr>
        <p:grpSpPr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descr="desktop_computer_stylized_medium" id="2824" name="Google Shape;2824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5" name="Google Shape;2825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26" name="Google Shape;2826;p52"/>
          <p:cNvGrpSpPr/>
          <p:nvPr/>
        </p:nvGrpSpPr>
        <p:grpSpPr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descr="desktop_computer_stylized_medium" id="2827" name="Google Shape;2827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8" name="Google Shape;2828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29" name="Google Shape;2829;p52"/>
          <p:cNvSpPr txBox="1"/>
          <p:nvPr/>
        </p:nvSpPr>
        <p:spPr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/>
          </a:p>
        </p:txBody>
      </p:sp>
      <p:sp>
        <p:nvSpPr>
          <p:cNvPr id="2830" name="Google Shape;2830;p52"/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831" name="Google Shape;2831;p52"/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832" name="Google Shape;2832;p52"/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833" name="Google Shape;2833;p52"/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TTL</a:t>
            </a:r>
            <a:endParaRPr/>
          </a:p>
        </p:txBody>
      </p:sp>
      <p:cxnSp>
        <p:nvCxnSpPr>
          <p:cNvPr id="2834" name="Google Shape;2834;p52"/>
          <p:cNvCxnSpPr/>
          <p:nvPr/>
        </p:nvCxnSpPr>
        <p:spPr>
          <a:xfrm rot="10800000">
            <a:off x="5305073" y="446571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5" name="Google Shape;2835;p52"/>
          <p:cNvSpPr txBox="1"/>
          <p:nvPr/>
        </p:nvSpPr>
        <p:spPr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/>
          </a:p>
        </p:txBody>
      </p:sp>
      <p:sp>
        <p:nvSpPr>
          <p:cNvPr id="2836" name="Google Shape;2836;p52"/>
          <p:cNvSpPr/>
          <p:nvPr/>
        </p:nvSpPr>
        <p:spPr>
          <a:xfrm rot="5400000">
            <a:off x="5166994" y="417844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837" name="Google Shape;2837;p52"/>
          <p:cNvGrpSpPr/>
          <p:nvPr/>
        </p:nvGrpSpPr>
        <p:grpSpPr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descr="desktop_computer_stylized_medium" id="2838" name="Google Shape;2838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9" name="Google Shape;2839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40" name="Google Shape;2840;p52"/>
          <p:cNvSpPr txBox="1"/>
          <p:nvPr/>
        </p:nvSpPr>
        <p:spPr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/>
          </a:p>
        </p:txBody>
      </p:sp>
      <p:sp>
        <p:nvSpPr>
          <p:cNvPr id="2841" name="Google Shape;2841;p52"/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2842" name="Google Shape;2842;p52"/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2843" name="Google Shape;2843;p52"/>
            <p:cNvSpPr/>
            <p:nvPr/>
          </p:nvSpPr>
          <p:spPr>
            <a:xfrm>
              <a:off x="3617843" y="2842867"/>
              <a:ext cx="477079" cy="1075221"/>
            </a:xfrm>
            <a:custGeom>
              <a:rect b="b" l="l" r="r" t="t"/>
              <a:pathLst>
                <a:path extrusionOk="0" h="1051327" w="477079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44" name="Google Shape;2844;p52"/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2845" name="Google Shape;2845;p52"/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6" name="Google Shape;2846;p52"/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 table in </a:t>
                </a:r>
                <a:r>
                  <a:rPr lang="en-US" sz="1800">
                    <a:solidFill>
                      <a:srgbClr val="0000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cxnSp>
            <p:nvCxnSpPr>
              <p:cNvPr id="2847" name="Google Shape;2847;p52"/>
              <p:cNvCxnSpPr/>
              <p:nvPr/>
            </p:nvCxnSpPr>
            <p:spPr>
              <a:xfrm>
                <a:off x="437324" y="3173896"/>
                <a:ext cx="318052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848" name="Google Shape;2848;p52"/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9" name="Google Shape;2849;p52"/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 addr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850" name="Google Shape;2850;p52"/>
              <p:cNvCxnSpPr/>
              <p:nvPr/>
            </p:nvCxnSpPr>
            <p:spPr>
              <a:xfrm>
                <a:off x="1325218" y="2849218"/>
                <a:ext cx="0" cy="10633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51" name="Google Shape;2851;p52"/>
              <p:cNvCxnSpPr/>
              <p:nvPr/>
            </p:nvCxnSpPr>
            <p:spPr>
              <a:xfrm>
                <a:off x="3240152" y="2848944"/>
                <a:ext cx="0" cy="10604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852" name="Google Shape;2852;p52"/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TTL</a:t>
                </a:r>
                <a:endParaRPr/>
              </a:p>
            </p:txBody>
          </p:sp>
        </p:grpSp>
      </p:grpSp>
      <p:sp>
        <p:nvSpPr>
          <p:cNvPr id="2853" name="Google Shape;2853;p52"/>
          <p:cNvSpPr txBox="1"/>
          <p:nvPr/>
        </p:nvSpPr>
        <p:spPr>
          <a:xfrm>
            <a:off x="1049752" y="1211677"/>
            <a:ext cx="10068822" cy="946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 wants to send datagram to B</a:t>
            </a:r>
            <a:endParaRPr/>
          </a:p>
          <a:p>
            <a:pPr indent="-234950" lvl="1" marL="3524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B’s MAC address not in A’s ARP table, so A uses ARP to find B’s MAC address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54" name="Google Shape;2854;p52"/>
          <p:cNvGrpSpPr/>
          <p:nvPr/>
        </p:nvGrpSpPr>
        <p:grpSpPr>
          <a:xfrm>
            <a:off x="1144656" y="5342636"/>
            <a:ext cx="4222474" cy="769441"/>
            <a:chOff x="689113" y="2308977"/>
            <a:chExt cx="4222474" cy="769441"/>
          </a:xfrm>
        </p:grpSpPr>
        <p:sp>
          <p:nvSpPr>
            <p:cNvPr id="2855" name="Google Shape;2855;p52"/>
            <p:cNvSpPr txBox="1"/>
            <p:nvPr/>
          </p:nvSpPr>
          <p:spPr>
            <a:xfrm>
              <a:off x="1007166" y="2308977"/>
              <a:ext cx="3904421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2349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receives B’s reply, adds B entry into its local ARP table</a:t>
              </a:r>
              <a:endParaRPr/>
            </a:p>
          </p:txBody>
        </p:sp>
        <p:grpSp>
          <p:nvGrpSpPr>
            <p:cNvPr id="2856" name="Google Shape;2856;p52"/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2857" name="Google Shape;2857;p52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8" name="Google Shape;2858;p52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  <p:grpSp>
        <p:nvGrpSpPr>
          <p:cNvPr id="2859" name="Google Shape;2859;p52"/>
          <p:cNvGrpSpPr/>
          <p:nvPr/>
        </p:nvGrpSpPr>
        <p:grpSpPr>
          <a:xfrm>
            <a:off x="5367131" y="3970949"/>
            <a:ext cx="1637539" cy="741718"/>
            <a:chOff x="5367131" y="3866019"/>
            <a:chExt cx="1637539" cy="741718"/>
          </a:xfrm>
        </p:grpSpPr>
        <p:sp>
          <p:nvSpPr>
            <p:cNvPr id="2860" name="Google Shape;2860;p52"/>
            <p:cNvSpPr/>
            <p:nvPr/>
          </p:nvSpPr>
          <p:spPr>
            <a:xfrm rot="10800000">
              <a:off x="5367131" y="4187685"/>
              <a:ext cx="1060173" cy="172279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61" name="Google Shape;2861;p52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2862" name="Google Shape;2862;p52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3" name="Google Shape;2863;p52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4" name="Google Shape;2864;p52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65" name="Google Shape;2865;p52"/>
          <p:cNvGrpSpPr/>
          <p:nvPr/>
        </p:nvGrpSpPr>
        <p:grpSpPr>
          <a:xfrm>
            <a:off x="1217886" y="3923211"/>
            <a:ext cx="3224987" cy="523220"/>
            <a:chOff x="1217886" y="3818281"/>
            <a:chExt cx="3224987" cy="523220"/>
          </a:xfrm>
        </p:grpSpPr>
        <p:sp>
          <p:nvSpPr>
            <p:cNvPr id="2866" name="Google Shape;2866;p52"/>
            <p:cNvSpPr txBox="1"/>
            <p:nvPr/>
          </p:nvSpPr>
          <p:spPr>
            <a:xfrm>
              <a:off x="1217886" y="3818281"/>
              <a:ext cx="88036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137.196.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  7.14</a:t>
              </a:r>
              <a:endParaRPr/>
            </a:p>
          </p:txBody>
        </p:sp>
        <p:sp>
          <p:nvSpPr>
            <p:cNvPr id="2867" name="Google Shape;2867;p52"/>
            <p:cNvSpPr txBox="1"/>
            <p:nvPr/>
          </p:nvSpPr>
          <p:spPr>
            <a:xfrm>
              <a:off x="2217388" y="3897795"/>
              <a:ext cx="1739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58-23-D7-FA-20-B0</a:t>
              </a:r>
              <a:endParaRPr/>
            </a:p>
          </p:txBody>
        </p:sp>
        <p:sp>
          <p:nvSpPr>
            <p:cNvPr id="2868" name="Google Shape;2868;p52"/>
            <p:cNvSpPr txBox="1"/>
            <p:nvPr/>
          </p:nvSpPr>
          <p:spPr>
            <a:xfrm>
              <a:off x="3960049" y="3891169"/>
              <a:ext cx="48282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500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3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5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5" name="Google Shape;2875;p5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76" name="Google Shape;2876;p53"/>
          <p:cNvSpPr txBox="1"/>
          <p:nvPr/>
        </p:nvSpPr>
        <p:spPr>
          <a:xfrm>
            <a:off x="935519" y="1322317"/>
            <a:ext cx="10831760" cy="1196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1125" lvl="0" marL="1111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walkthrough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sending a  datagram from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via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  <a:p>
            <a:pPr indent="-225425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 on addressing – at IP (datagram) and MAC layer (frame) levels</a:t>
            </a:r>
            <a:endParaRPr/>
          </a:p>
        </p:txBody>
      </p:sp>
      <p:cxnSp>
        <p:nvCxnSpPr>
          <p:cNvPr id="2877" name="Google Shape;2877;p53"/>
          <p:cNvCxnSpPr/>
          <p:nvPr/>
        </p:nvCxnSpPr>
        <p:spPr>
          <a:xfrm>
            <a:off x="4293702" y="5340624"/>
            <a:ext cx="3233531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78" name="Google Shape;2878;p53"/>
          <p:cNvSpPr txBox="1"/>
          <p:nvPr/>
        </p:nvSpPr>
        <p:spPr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i="0" sz="2000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9" name="Google Shape;2879;p53"/>
          <p:cNvSpPr/>
          <p:nvPr/>
        </p:nvSpPr>
        <p:spPr>
          <a:xfrm>
            <a:off x="3637582" y="4808121"/>
            <a:ext cx="839788" cy="1069975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0" name="Google Shape;2880;p53"/>
          <p:cNvCxnSpPr/>
          <p:nvPr/>
        </p:nvCxnSpPr>
        <p:spPr>
          <a:xfrm>
            <a:off x="3334370" y="4787483"/>
            <a:ext cx="438150" cy="230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1" name="Google Shape;2881;p53"/>
          <p:cNvCxnSpPr/>
          <p:nvPr/>
        </p:nvCxnSpPr>
        <p:spPr>
          <a:xfrm flipH="1" rot="10800000">
            <a:off x="3406935" y="5732045"/>
            <a:ext cx="283036" cy="544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2" name="Google Shape;2882;p53"/>
          <p:cNvSpPr txBox="1"/>
          <p:nvPr/>
        </p:nvSpPr>
        <p:spPr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cxnSp>
        <p:nvCxnSpPr>
          <p:cNvPr id="2883" name="Google Shape;2883;p53"/>
          <p:cNvCxnSpPr/>
          <p:nvPr/>
        </p:nvCxnSpPr>
        <p:spPr>
          <a:xfrm flipH="1" rot="10800000">
            <a:off x="8215932" y="4787483"/>
            <a:ext cx="45085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4" name="Google Shape;2884;p53"/>
          <p:cNvCxnSpPr/>
          <p:nvPr/>
        </p:nvCxnSpPr>
        <p:spPr>
          <a:xfrm rot="10800000">
            <a:off x="8156672" y="5684421"/>
            <a:ext cx="267105" cy="2009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5" name="Google Shape;2885;p53"/>
          <p:cNvSpPr/>
          <p:nvPr/>
        </p:nvSpPr>
        <p:spPr>
          <a:xfrm>
            <a:off x="7476157" y="4811296"/>
            <a:ext cx="765175" cy="1081088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6" name="Google Shape;2886;p53"/>
          <p:cNvSpPr txBox="1"/>
          <p:nvPr/>
        </p:nvSpPr>
        <p:spPr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2887" name="Google Shape;2887;p53"/>
          <p:cNvGrpSpPr/>
          <p:nvPr/>
        </p:nvGrpSpPr>
        <p:grpSpPr>
          <a:xfrm>
            <a:off x="5001868" y="5038254"/>
            <a:ext cx="1310632" cy="501151"/>
            <a:chOff x="4909105" y="5767126"/>
            <a:chExt cx="1310632" cy="501151"/>
          </a:xfrm>
        </p:grpSpPr>
        <p:sp>
          <p:nvSpPr>
            <p:cNvPr id="2888" name="Google Shape;2888;p53"/>
            <p:cNvSpPr/>
            <p:nvPr/>
          </p:nvSpPr>
          <p:spPr>
            <a:xfrm rot="5400000">
              <a:off x="6024859" y="5937451"/>
              <a:ext cx="13416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889" name="Google Shape;2889;p53"/>
            <p:cNvSpPr/>
            <p:nvPr/>
          </p:nvSpPr>
          <p:spPr>
            <a:xfrm rot="5400000">
              <a:off x="4966501" y="5940764"/>
              <a:ext cx="140795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2890" name="Google Shape;2890;p53"/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2891" name="Google Shape;2891;p5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892" name="Google Shape;2892;p5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893" name="Google Shape;2893;p5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894" name="Google Shape;2894;p5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5" name="Google Shape;2895;p5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6" name="Google Shape;2896;p5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7" name="Google Shape;2897;p5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898" name="Google Shape;2898;p53"/>
          <p:cNvSpPr/>
          <p:nvPr/>
        </p:nvSpPr>
        <p:spPr>
          <a:xfrm rot="5400000">
            <a:off x="3161022" y="4666815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899" name="Google Shape;2899;p53"/>
          <p:cNvGrpSpPr/>
          <p:nvPr/>
        </p:nvGrpSpPr>
        <p:grpSpPr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descr="desktop_computer_stylized_medium" id="2900" name="Google Shape;2900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1" name="Google Shape;2901;p5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2" name="Google Shape;2902;p53"/>
          <p:cNvSpPr/>
          <p:nvPr/>
        </p:nvSpPr>
        <p:spPr>
          <a:xfrm rot="5400000">
            <a:off x="3271833" y="5687855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903" name="Google Shape;2903;p53"/>
          <p:cNvGrpSpPr/>
          <p:nvPr/>
        </p:nvGrpSpPr>
        <p:grpSpPr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descr="desktop_computer_stylized_medium" id="2904" name="Google Shape;2904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5" name="Google Shape;2905;p5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6" name="Google Shape;2906;p53"/>
          <p:cNvSpPr/>
          <p:nvPr/>
        </p:nvSpPr>
        <p:spPr>
          <a:xfrm rot="5400000">
            <a:off x="8726575" y="4653061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907" name="Google Shape;2907;p53"/>
          <p:cNvSpPr/>
          <p:nvPr/>
        </p:nvSpPr>
        <p:spPr>
          <a:xfrm rot="5400000">
            <a:off x="8496816" y="5784803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908" name="Google Shape;2908;p53"/>
          <p:cNvGrpSpPr/>
          <p:nvPr/>
        </p:nvGrpSpPr>
        <p:grpSpPr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descr="desktop_computer_stylized_medium" id="2909" name="Google Shape;2909;p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0" name="Google Shape;2910;p5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11" name="Google Shape;2911;p53"/>
          <p:cNvGrpSpPr/>
          <p:nvPr/>
        </p:nvGrpSpPr>
        <p:grpSpPr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descr="desktop_computer_stylized_medium" id="2912" name="Google Shape;2912;p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3" name="Google Shape;2913;p5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14" name="Google Shape;2914;p53"/>
          <p:cNvGrpSpPr/>
          <p:nvPr/>
        </p:nvGrpSpPr>
        <p:grpSpPr>
          <a:xfrm>
            <a:off x="1799535" y="4860508"/>
            <a:ext cx="8432226" cy="1763135"/>
            <a:chOff x="1799535" y="4860508"/>
            <a:chExt cx="8432226" cy="1763135"/>
          </a:xfrm>
        </p:grpSpPr>
        <p:sp>
          <p:nvSpPr>
            <p:cNvPr id="2915" name="Google Shape;2915;p53"/>
            <p:cNvSpPr txBox="1"/>
            <p:nvPr/>
          </p:nvSpPr>
          <p:spPr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1A-23-F9-CD-06-9B</a:t>
              </a:r>
              <a:endParaRPr/>
            </a:p>
          </p:txBody>
        </p:sp>
        <p:sp>
          <p:nvSpPr>
            <p:cNvPr id="2916" name="Google Shape;2916;p53"/>
            <p:cNvSpPr txBox="1"/>
            <p:nvPr/>
          </p:nvSpPr>
          <p:spPr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222.222.222.220</a:t>
              </a:r>
              <a:endParaRPr/>
            </a:p>
          </p:txBody>
        </p:sp>
        <p:grpSp>
          <p:nvGrpSpPr>
            <p:cNvPr id="2917" name="Google Shape;2917;p53"/>
            <p:cNvGrpSpPr/>
            <p:nvPr/>
          </p:nvGrpSpPr>
          <p:grpSpPr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2918" name="Google Shape;2918;p53"/>
              <p:cNvSpPr txBox="1"/>
              <p:nvPr/>
            </p:nvSpPr>
            <p:spPr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111.111.111.110</a:t>
                </a:r>
                <a:endParaRPr/>
              </a:p>
            </p:txBody>
          </p:sp>
          <p:sp>
            <p:nvSpPr>
              <p:cNvPr id="2919" name="Google Shape;2919;p53"/>
              <p:cNvSpPr txBox="1"/>
              <p:nvPr/>
            </p:nvSpPr>
            <p:spPr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E6-E9-00-17-BB-4B</a:t>
                </a:r>
                <a:endParaRPr/>
              </a:p>
            </p:txBody>
          </p:sp>
        </p:grpSp>
        <p:sp>
          <p:nvSpPr>
            <p:cNvPr id="2920" name="Google Shape;2920;p53"/>
            <p:cNvSpPr txBox="1"/>
            <p:nvPr/>
          </p:nvSpPr>
          <p:spPr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CC-49-DE-D0-AB-7D</a:t>
              </a:r>
              <a:endParaRPr/>
            </a:p>
          </p:txBody>
        </p:sp>
        <p:sp>
          <p:nvSpPr>
            <p:cNvPr id="2921" name="Google Shape;2921;p53"/>
            <p:cNvSpPr txBox="1"/>
            <p:nvPr/>
          </p:nvSpPr>
          <p:spPr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111.111.111.112</a:t>
              </a:r>
              <a:endParaRPr/>
            </a:p>
          </p:txBody>
        </p:sp>
        <p:sp>
          <p:nvSpPr>
            <p:cNvPr id="2922" name="Google Shape;2922;p53"/>
            <p:cNvSpPr txBox="1"/>
            <p:nvPr/>
          </p:nvSpPr>
          <p:spPr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111.111.111.111</a:t>
              </a:r>
              <a:endParaRPr/>
            </a:p>
          </p:txBody>
        </p:sp>
        <p:sp>
          <p:nvSpPr>
            <p:cNvPr id="2923" name="Google Shape;2923;p53"/>
            <p:cNvSpPr txBox="1"/>
            <p:nvPr/>
          </p:nvSpPr>
          <p:spPr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74-29-9C-E8-FF-55</a:t>
              </a:r>
              <a:endParaRPr/>
            </a:p>
          </p:txBody>
        </p:sp>
        <p:cxnSp>
          <p:nvCxnSpPr>
            <p:cNvPr id="2924" name="Google Shape;2924;p53"/>
            <p:cNvCxnSpPr/>
            <p:nvPr/>
          </p:nvCxnSpPr>
          <p:spPr>
            <a:xfrm rot="10800000">
              <a:off x="3342282" y="5842809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25" name="Google Shape;2925;p53"/>
            <p:cNvCxnSpPr/>
            <p:nvPr/>
          </p:nvCxnSpPr>
          <p:spPr>
            <a:xfrm rot="10800000">
              <a:off x="3248645" y="4860508"/>
              <a:ext cx="0" cy="2481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26" name="Google Shape;2926;p53"/>
            <p:cNvCxnSpPr/>
            <p:nvPr/>
          </p:nvCxnSpPr>
          <p:spPr>
            <a:xfrm>
              <a:off x="5018707" y="5427247"/>
              <a:ext cx="0" cy="6205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927" name="Google Shape;2927;p53"/>
            <p:cNvCxnSpPr/>
            <p:nvPr/>
          </p:nvCxnSpPr>
          <p:spPr>
            <a:xfrm rot="10800000">
              <a:off x="6207745" y="5417721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2928" name="Google Shape;2928;p53"/>
            <p:cNvGrpSpPr/>
            <p:nvPr/>
          </p:nvGrpSpPr>
          <p:grpSpPr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2929" name="Google Shape;2929;p53"/>
              <p:cNvSpPr txBox="1"/>
              <p:nvPr/>
            </p:nvSpPr>
            <p:spPr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222.222.222.222</a:t>
                </a:r>
                <a:endParaRPr/>
              </a:p>
            </p:txBody>
          </p:sp>
          <p:sp>
            <p:nvSpPr>
              <p:cNvPr id="2930" name="Google Shape;2930;p53"/>
              <p:cNvSpPr txBox="1"/>
              <p:nvPr/>
            </p:nvSpPr>
            <p:spPr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49-BD-D2-C7-56-2A</a:t>
                </a:r>
                <a:endParaRPr/>
              </a:p>
            </p:txBody>
          </p:sp>
        </p:grpSp>
        <p:sp>
          <p:nvSpPr>
            <p:cNvPr id="2931" name="Google Shape;2931;p53"/>
            <p:cNvSpPr txBox="1"/>
            <p:nvPr/>
          </p:nvSpPr>
          <p:spPr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222.222.222.221</a:t>
              </a:r>
              <a:endParaRPr/>
            </a:p>
          </p:txBody>
        </p:sp>
        <p:sp>
          <p:nvSpPr>
            <p:cNvPr id="2932" name="Google Shape;2932;p53"/>
            <p:cNvSpPr txBox="1"/>
            <p:nvPr/>
          </p:nvSpPr>
          <p:spPr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88-B2-2F-54-1A-0F</a:t>
              </a:r>
              <a:endParaRPr/>
            </a:p>
          </p:txBody>
        </p:sp>
        <p:cxnSp>
          <p:nvCxnSpPr>
            <p:cNvPr id="2933" name="Google Shape;2933;p53"/>
            <p:cNvCxnSpPr/>
            <p:nvPr/>
          </p:nvCxnSpPr>
          <p:spPr>
            <a:xfrm rot="10800000">
              <a:off x="8669292" y="4874844"/>
              <a:ext cx="0" cy="44597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934" name="Google Shape;2934;p53"/>
            <p:cNvCxnSpPr/>
            <p:nvPr/>
          </p:nvCxnSpPr>
          <p:spPr>
            <a:xfrm rot="10800000">
              <a:off x="8447023" y="5943807"/>
              <a:ext cx="0" cy="2416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2935" name="Google Shape;2935;p53"/>
          <p:cNvSpPr txBox="1"/>
          <p:nvPr/>
        </p:nvSpPr>
        <p:spPr>
          <a:xfrm>
            <a:off x="923027" y="2179255"/>
            <a:ext cx="10196305" cy="1583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5425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 that:</a:t>
            </a:r>
            <a:endParaRPr/>
          </a:p>
          <a:p>
            <a:pPr indent="-342900" lvl="2" marL="1022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knows B’s IP address</a:t>
            </a:r>
            <a:endParaRPr/>
          </a:p>
          <a:p>
            <a:pPr indent="-342900" lvl="2" marL="1022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knows IP address of first hop router, R 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(how?)</a:t>
            </a:r>
            <a:endParaRPr/>
          </a:p>
          <a:p>
            <a:pPr indent="-342900" lvl="2" marL="1022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knows R’s MAC address 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(how?)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0" name="Shape 2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1" name="Google Shape;2941;p5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2" name="Google Shape;2942;p5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943" name="Google Shape;2943;p54"/>
          <p:cNvGrpSpPr/>
          <p:nvPr/>
        </p:nvGrpSpPr>
        <p:grpSpPr>
          <a:xfrm>
            <a:off x="1799535" y="4315099"/>
            <a:ext cx="8432226" cy="2308544"/>
            <a:chOff x="1799535" y="4315099"/>
            <a:chExt cx="8432226" cy="2308544"/>
          </a:xfrm>
        </p:grpSpPr>
        <p:cxnSp>
          <p:nvCxnSpPr>
            <p:cNvPr id="2944" name="Google Shape;2944;p54"/>
            <p:cNvCxnSpPr/>
            <p:nvPr/>
          </p:nvCxnSpPr>
          <p:spPr>
            <a:xfrm>
              <a:off x="4293702" y="5340624"/>
              <a:ext cx="3233531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45" name="Google Shape;2945;p54"/>
            <p:cNvSpPr txBox="1"/>
            <p:nvPr/>
          </p:nvSpPr>
          <p:spPr>
            <a:xfrm>
              <a:off x="5496545" y="4606786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 i="0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6" name="Google Shape;2946;p54"/>
            <p:cNvSpPr txBox="1"/>
            <p:nvPr/>
          </p:nvSpPr>
          <p:spPr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1A-23-F9-CD-06-9B</a:t>
              </a:r>
              <a:endParaRPr/>
            </a:p>
          </p:txBody>
        </p:sp>
        <p:sp>
          <p:nvSpPr>
            <p:cNvPr id="2947" name="Google Shape;2947;p54"/>
            <p:cNvSpPr txBox="1"/>
            <p:nvPr/>
          </p:nvSpPr>
          <p:spPr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222.222.222.220</a:t>
              </a:r>
              <a:endParaRPr/>
            </a:p>
          </p:txBody>
        </p:sp>
        <p:grpSp>
          <p:nvGrpSpPr>
            <p:cNvPr id="2948" name="Google Shape;2948;p54"/>
            <p:cNvGrpSpPr/>
            <p:nvPr/>
          </p:nvGrpSpPr>
          <p:grpSpPr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2949" name="Google Shape;2949;p54"/>
              <p:cNvSpPr txBox="1"/>
              <p:nvPr/>
            </p:nvSpPr>
            <p:spPr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111.111.111.110</a:t>
                </a:r>
                <a:endParaRPr/>
              </a:p>
            </p:txBody>
          </p:sp>
          <p:sp>
            <p:nvSpPr>
              <p:cNvPr id="2950" name="Google Shape;2950;p54"/>
              <p:cNvSpPr txBox="1"/>
              <p:nvPr/>
            </p:nvSpPr>
            <p:spPr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E6-E9-00-17-BB-4B</a:t>
                </a:r>
                <a:endParaRPr/>
              </a:p>
            </p:txBody>
          </p:sp>
        </p:grpSp>
        <p:sp>
          <p:nvSpPr>
            <p:cNvPr id="2951" name="Google Shape;2951;p54"/>
            <p:cNvSpPr txBox="1"/>
            <p:nvPr/>
          </p:nvSpPr>
          <p:spPr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CC-49-DE-D0-AB-7D</a:t>
              </a:r>
              <a:endParaRPr/>
            </a:p>
          </p:txBody>
        </p:sp>
        <p:sp>
          <p:nvSpPr>
            <p:cNvPr id="2952" name="Google Shape;2952;p54"/>
            <p:cNvSpPr txBox="1"/>
            <p:nvPr/>
          </p:nvSpPr>
          <p:spPr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111.111.111.112</a:t>
              </a:r>
              <a:endParaRPr/>
            </a:p>
          </p:txBody>
        </p:sp>
        <p:sp>
          <p:nvSpPr>
            <p:cNvPr id="2953" name="Google Shape;2953;p54"/>
            <p:cNvSpPr txBox="1"/>
            <p:nvPr/>
          </p:nvSpPr>
          <p:spPr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111.111.111.111</a:t>
              </a:r>
              <a:endParaRPr/>
            </a:p>
          </p:txBody>
        </p:sp>
        <p:sp>
          <p:nvSpPr>
            <p:cNvPr id="2954" name="Google Shape;2954;p54"/>
            <p:cNvSpPr txBox="1"/>
            <p:nvPr/>
          </p:nvSpPr>
          <p:spPr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74-29-9C-E8-FF-55</a:t>
              </a:r>
              <a:endParaRPr/>
            </a:p>
          </p:txBody>
        </p:sp>
        <p:sp>
          <p:nvSpPr>
            <p:cNvPr id="2955" name="Google Shape;2955;p54"/>
            <p:cNvSpPr/>
            <p:nvPr/>
          </p:nvSpPr>
          <p:spPr>
            <a:xfrm>
              <a:off x="3637582" y="4808121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56" name="Google Shape;2956;p54"/>
            <p:cNvCxnSpPr/>
            <p:nvPr/>
          </p:nvCxnSpPr>
          <p:spPr>
            <a:xfrm>
              <a:off x="3334370" y="4787483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7" name="Google Shape;2957;p54"/>
            <p:cNvCxnSpPr/>
            <p:nvPr/>
          </p:nvCxnSpPr>
          <p:spPr>
            <a:xfrm flipH="1" rot="10800000">
              <a:off x="3406935" y="5732045"/>
              <a:ext cx="283036" cy="544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8" name="Google Shape;2958;p54"/>
            <p:cNvCxnSpPr/>
            <p:nvPr/>
          </p:nvCxnSpPr>
          <p:spPr>
            <a:xfrm rot="10800000">
              <a:off x="3342282" y="5842809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59" name="Google Shape;2959;p54"/>
            <p:cNvCxnSpPr/>
            <p:nvPr/>
          </p:nvCxnSpPr>
          <p:spPr>
            <a:xfrm rot="10800000">
              <a:off x="3248645" y="4860508"/>
              <a:ext cx="0" cy="2481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60" name="Google Shape;2960;p54"/>
            <p:cNvCxnSpPr/>
            <p:nvPr/>
          </p:nvCxnSpPr>
          <p:spPr>
            <a:xfrm>
              <a:off x="5018707" y="5427247"/>
              <a:ext cx="0" cy="6205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961" name="Google Shape;2961;p54"/>
            <p:cNvCxnSpPr/>
            <p:nvPr/>
          </p:nvCxnSpPr>
          <p:spPr>
            <a:xfrm rot="10800000">
              <a:off x="6207745" y="5417721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962" name="Google Shape;2962;p54"/>
            <p:cNvSpPr txBox="1"/>
            <p:nvPr/>
          </p:nvSpPr>
          <p:spPr>
            <a:xfrm>
              <a:off x="2243136" y="4315099"/>
              <a:ext cx="39305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grpSp>
          <p:nvGrpSpPr>
            <p:cNvPr id="2963" name="Google Shape;2963;p54"/>
            <p:cNvGrpSpPr/>
            <p:nvPr/>
          </p:nvGrpSpPr>
          <p:grpSpPr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2964" name="Google Shape;2964;p54"/>
              <p:cNvSpPr txBox="1"/>
              <p:nvPr/>
            </p:nvSpPr>
            <p:spPr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222.222.222.222</a:t>
                </a:r>
                <a:endParaRPr/>
              </a:p>
            </p:txBody>
          </p:sp>
          <p:sp>
            <p:nvSpPr>
              <p:cNvPr id="2965" name="Google Shape;2965;p54"/>
              <p:cNvSpPr txBox="1"/>
              <p:nvPr/>
            </p:nvSpPr>
            <p:spPr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49-BD-D2-C7-56-2A</a:t>
                </a:r>
                <a:endParaRPr/>
              </a:p>
            </p:txBody>
          </p:sp>
        </p:grpSp>
        <p:cxnSp>
          <p:nvCxnSpPr>
            <p:cNvPr id="2966" name="Google Shape;2966;p54"/>
            <p:cNvCxnSpPr/>
            <p:nvPr/>
          </p:nvCxnSpPr>
          <p:spPr>
            <a:xfrm flipH="1" rot="10800000">
              <a:off x="8215932" y="4787483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67" name="Google Shape;2967;p54"/>
            <p:cNvSpPr txBox="1"/>
            <p:nvPr/>
          </p:nvSpPr>
          <p:spPr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222.222.222.221</a:t>
              </a:r>
              <a:endParaRPr/>
            </a:p>
          </p:txBody>
        </p:sp>
        <p:sp>
          <p:nvSpPr>
            <p:cNvPr id="2968" name="Google Shape;2968;p54"/>
            <p:cNvSpPr txBox="1"/>
            <p:nvPr/>
          </p:nvSpPr>
          <p:spPr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88-B2-2F-54-1A-0F</a:t>
              </a:r>
              <a:endParaRPr/>
            </a:p>
          </p:txBody>
        </p:sp>
        <p:cxnSp>
          <p:nvCxnSpPr>
            <p:cNvPr id="2969" name="Google Shape;2969;p54"/>
            <p:cNvCxnSpPr/>
            <p:nvPr/>
          </p:nvCxnSpPr>
          <p:spPr>
            <a:xfrm rot="10800000">
              <a:off x="8156672" y="5684421"/>
              <a:ext cx="267105" cy="2009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70" name="Google Shape;2970;p54"/>
            <p:cNvSpPr/>
            <p:nvPr/>
          </p:nvSpPr>
          <p:spPr>
            <a:xfrm>
              <a:off x="7476157" y="4811296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1" name="Google Shape;2971;p54"/>
            <p:cNvSpPr txBox="1"/>
            <p:nvPr/>
          </p:nvSpPr>
          <p:spPr>
            <a:xfrm>
              <a:off x="9407316" y="4484341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grpSp>
          <p:nvGrpSpPr>
            <p:cNvPr id="2972" name="Google Shape;2972;p54"/>
            <p:cNvGrpSpPr/>
            <p:nvPr/>
          </p:nvGrpSpPr>
          <p:grpSpPr>
            <a:xfrm>
              <a:off x="5001868" y="5038254"/>
              <a:ext cx="1310632" cy="501151"/>
              <a:chOff x="4909105" y="5767126"/>
              <a:chExt cx="1310632" cy="501151"/>
            </a:xfrm>
          </p:grpSpPr>
          <p:sp>
            <p:nvSpPr>
              <p:cNvPr id="2973" name="Google Shape;2973;p54"/>
              <p:cNvSpPr/>
              <p:nvPr/>
            </p:nvSpPr>
            <p:spPr>
              <a:xfrm rot="5400000">
                <a:off x="6024859" y="5937451"/>
                <a:ext cx="134168" cy="255587"/>
              </a:xfrm>
              <a:prstGeom prst="rect">
                <a:avLst/>
              </a:prstGeom>
              <a:gradFill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  <a:gs pos="100000">
                    <a:srgbClr val="0000A8"/>
                  </a:gs>
                </a:gsLst>
                <a:lin ang="0" scaled="0"/>
              </a:gradFill>
              <a:ln cap="flat" cmpd="sng" w="9525">
                <a:solidFill>
                  <a:srgbClr val="008000">
                    <a:alpha val="1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2974" name="Google Shape;2974;p54"/>
              <p:cNvSpPr/>
              <p:nvPr/>
            </p:nvSpPr>
            <p:spPr>
              <a:xfrm rot="5400000">
                <a:off x="4966501" y="5940764"/>
                <a:ext cx="140795" cy="255587"/>
              </a:xfrm>
              <a:prstGeom prst="rect">
                <a:avLst/>
              </a:prstGeom>
              <a:gradFill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  <a:gs pos="100000">
                    <a:srgbClr val="0000A8"/>
                  </a:gs>
                </a:gsLst>
                <a:lin ang="0" scaled="0"/>
              </a:gradFill>
              <a:ln cap="flat" cmpd="sng" w="9525">
                <a:solidFill>
                  <a:srgbClr val="008000">
                    <a:alpha val="1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2975" name="Google Shape;2975;p54"/>
              <p:cNvGrpSpPr/>
              <p:nvPr/>
            </p:nvGrpSpPr>
            <p:grpSpPr>
              <a:xfrm>
                <a:off x="5115340" y="5767126"/>
                <a:ext cx="901147" cy="501151"/>
                <a:chOff x="7493876" y="2774731"/>
                <a:chExt cx="1481958" cy="894622"/>
              </a:xfrm>
            </p:grpSpPr>
            <p:sp>
              <p:nvSpPr>
                <p:cNvPr id="2976" name="Google Shape;2976;p54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977" name="Google Shape;2977;p54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978" name="Google Shape;2978;p54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979" name="Google Shape;2979;p54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80" name="Google Shape;2980;p54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81" name="Google Shape;2981;p54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82" name="Google Shape;2982;p54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2983" name="Google Shape;2983;p54"/>
            <p:cNvSpPr/>
            <p:nvPr/>
          </p:nvSpPr>
          <p:spPr>
            <a:xfrm rot="5400000">
              <a:off x="3161022" y="4666815"/>
              <a:ext cx="119903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2984" name="Google Shape;2984;p54"/>
            <p:cNvGrpSpPr/>
            <p:nvPr/>
          </p:nvGrpSpPr>
          <p:grpSpPr>
            <a:xfrm>
              <a:off x="2318687" y="4333458"/>
              <a:ext cx="936071" cy="761428"/>
              <a:chOff x="-44" y="1473"/>
              <a:chExt cx="981" cy="1105"/>
            </a:xfrm>
          </p:grpSpPr>
          <p:pic>
            <p:nvPicPr>
              <p:cNvPr descr="desktop_computer_stylized_medium" id="2985" name="Google Shape;2985;p5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86" name="Google Shape;2986;p5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87" name="Google Shape;2987;p54"/>
            <p:cNvSpPr/>
            <p:nvPr/>
          </p:nvSpPr>
          <p:spPr>
            <a:xfrm rot="5400000">
              <a:off x="3271833" y="5687855"/>
              <a:ext cx="84261" cy="194751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2988" name="Google Shape;2988;p54"/>
            <p:cNvGrpSpPr/>
            <p:nvPr/>
          </p:nvGrpSpPr>
          <p:grpSpPr>
            <a:xfrm>
              <a:off x="2681426" y="5490561"/>
              <a:ext cx="639495" cy="517588"/>
              <a:chOff x="-44" y="1473"/>
              <a:chExt cx="981" cy="1105"/>
            </a:xfrm>
          </p:grpSpPr>
          <p:pic>
            <p:nvPicPr>
              <p:cNvPr descr="desktop_computer_stylized_medium" id="2989" name="Google Shape;2989;p5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90" name="Google Shape;2990;p5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91" name="Google Shape;2991;p54"/>
            <p:cNvSpPr/>
            <p:nvPr/>
          </p:nvSpPr>
          <p:spPr>
            <a:xfrm rot="5400000">
              <a:off x="8726575" y="4653061"/>
              <a:ext cx="119903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992" name="Google Shape;2992;p54"/>
            <p:cNvSpPr/>
            <p:nvPr/>
          </p:nvSpPr>
          <p:spPr>
            <a:xfrm rot="5400000">
              <a:off x="8496816" y="5784803"/>
              <a:ext cx="84261" cy="194751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2993" name="Google Shape;2993;p54"/>
            <p:cNvGrpSpPr/>
            <p:nvPr/>
          </p:nvGrpSpPr>
          <p:grpSpPr>
            <a:xfrm>
              <a:off x="8491273" y="4391325"/>
              <a:ext cx="1009650" cy="855028"/>
              <a:chOff x="-44" y="1473"/>
              <a:chExt cx="981" cy="1105"/>
            </a:xfrm>
          </p:grpSpPr>
          <p:pic>
            <p:nvPicPr>
              <p:cNvPr descr="desktop_computer_stylized_medium" id="2994" name="Google Shape;2994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95" name="Google Shape;2995;p5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96" name="Google Shape;2996;p54"/>
            <p:cNvGrpSpPr/>
            <p:nvPr/>
          </p:nvGrpSpPr>
          <p:grpSpPr>
            <a:xfrm>
              <a:off x="8343615" y="5618570"/>
              <a:ext cx="711200" cy="601028"/>
              <a:chOff x="-44" y="1473"/>
              <a:chExt cx="981" cy="1105"/>
            </a:xfrm>
          </p:grpSpPr>
          <p:pic>
            <p:nvPicPr>
              <p:cNvPr descr="desktop_computer_stylized_medium" id="2997" name="Google Shape;2997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98" name="Google Shape;2998;p5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999" name="Google Shape;2999;p54"/>
            <p:cNvCxnSpPr/>
            <p:nvPr/>
          </p:nvCxnSpPr>
          <p:spPr>
            <a:xfrm rot="10800000">
              <a:off x="8669292" y="4874844"/>
              <a:ext cx="0" cy="44597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00" name="Google Shape;3000;p54"/>
            <p:cNvCxnSpPr/>
            <p:nvPr/>
          </p:nvCxnSpPr>
          <p:spPr>
            <a:xfrm rot="10800000">
              <a:off x="8447023" y="5943807"/>
              <a:ext cx="0" cy="2416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3001" name="Google Shape;3001;p54"/>
          <p:cNvSpPr/>
          <p:nvPr/>
        </p:nvSpPr>
        <p:spPr>
          <a:xfrm>
            <a:off x="3527282" y="3404150"/>
            <a:ext cx="314325" cy="792163"/>
          </a:xfrm>
          <a:prstGeom prst="downArrow">
            <a:avLst>
              <a:gd fmla="val 50000" name="adj1"/>
              <a:gd fmla="val 63005" name="adj2"/>
            </a:avLst>
          </a:prstGeom>
          <a:gradFill>
            <a:gsLst>
              <a:gs pos="0">
                <a:srgbClr val="FFFFFF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2" name="Google Shape;3002;p54"/>
          <p:cNvGrpSpPr/>
          <p:nvPr/>
        </p:nvGrpSpPr>
        <p:grpSpPr>
          <a:xfrm>
            <a:off x="1793938" y="3017352"/>
            <a:ext cx="976312" cy="1460500"/>
            <a:chOff x="337" y="1692"/>
            <a:chExt cx="615" cy="920"/>
          </a:xfrm>
        </p:grpSpPr>
        <p:sp>
          <p:nvSpPr>
            <p:cNvPr id="3003" name="Google Shape;3003;p54"/>
            <p:cNvSpPr/>
            <p:nvPr/>
          </p:nvSpPr>
          <p:spPr>
            <a:xfrm>
              <a:off x="348" y="1709"/>
              <a:ext cx="604" cy="903"/>
            </a:xfrm>
            <a:custGeom>
              <a:rect b="b" l="l" r="r" t="t"/>
              <a:pathLst>
                <a:path extrusionOk="0" h="10000" w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8195" y="8786"/>
                  </a:lnTo>
                  <a:cubicBezTo>
                    <a:pt x="8201" y="5857"/>
                    <a:pt x="8206" y="292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4" name="Google Shape;3004;p54"/>
            <p:cNvSpPr/>
            <p:nvPr/>
          </p:nvSpPr>
          <p:spPr>
            <a:xfrm>
              <a:off x="344" y="1711"/>
              <a:ext cx="493" cy="79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5" name="Google Shape;3005;p54"/>
            <p:cNvSpPr txBox="1"/>
            <p:nvPr/>
          </p:nvSpPr>
          <p:spPr>
            <a:xfrm>
              <a:off x="426" y="1692"/>
              <a:ext cx="309" cy="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</a:t>
              </a:r>
              <a:endParaRPr/>
            </a:p>
          </p:txBody>
        </p:sp>
        <p:cxnSp>
          <p:nvCxnSpPr>
            <p:cNvPr id="3006" name="Google Shape;3006;p54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7" name="Google Shape;3007;p54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8" name="Google Shape;3008;p54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9" name="Google Shape;3009;p54"/>
            <p:cNvCxnSpPr/>
            <p:nvPr/>
          </p:nvCxnSpPr>
          <p:spPr>
            <a:xfrm>
              <a:off x="337" y="2345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010" name="Google Shape;3010;p54"/>
          <p:cNvGrpSpPr/>
          <p:nvPr/>
        </p:nvGrpSpPr>
        <p:grpSpPr>
          <a:xfrm>
            <a:off x="3033570" y="2961238"/>
            <a:ext cx="2011362" cy="760412"/>
            <a:chOff x="1197" y="1665"/>
            <a:chExt cx="1267" cy="479"/>
          </a:xfrm>
        </p:grpSpPr>
        <p:grpSp>
          <p:nvGrpSpPr>
            <p:cNvPr id="3011" name="Google Shape;3011;p54"/>
            <p:cNvGrpSpPr/>
            <p:nvPr/>
          </p:nvGrpSpPr>
          <p:grpSpPr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3012" name="Google Shape;3012;p54"/>
              <p:cNvSpPr/>
              <p:nvPr/>
            </p:nvSpPr>
            <p:spPr>
              <a:xfrm>
                <a:off x="1231" y="1991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13" name="Google Shape;3013;p54"/>
              <p:cNvCxnSpPr/>
              <p:nvPr/>
            </p:nvCxnSpPr>
            <p:spPr>
              <a:xfrm>
                <a:off x="1337" y="1990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4" name="Google Shape;3014;p54"/>
              <p:cNvCxnSpPr/>
              <p:nvPr/>
            </p:nvCxnSpPr>
            <p:spPr>
              <a:xfrm>
                <a:off x="1427" y="1992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015" name="Google Shape;3015;p54"/>
            <p:cNvSpPr txBox="1"/>
            <p:nvPr/>
          </p:nvSpPr>
          <p:spPr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/>
            </a:p>
          </p:txBody>
        </p:sp>
      </p:grpSp>
      <p:grpSp>
        <p:nvGrpSpPr>
          <p:cNvPr id="3016" name="Google Shape;3016;p54"/>
          <p:cNvGrpSpPr/>
          <p:nvPr/>
        </p:nvGrpSpPr>
        <p:grpSpPr>
          <a:xfrm>
            <a:off x="3166920" y="3221588"/>
            <a:ext cx="146050" cy="385762"/>
            <a:chOff x="1272" y="1762"/>
            <a:chExt cx="92" cy="243"/>
          </a:xfrm>
        </p:grpSpPr>
        <p:cxnSp>
          <p:nvCxnSpPr>
            <p:cNvPr id="3017" name="Google Shape;3017;p54"/>
            <p:cNvCxnSpPr/>
            <p:nvPr/>
          </p:nvCxnSpPr>
          <p:spPr>
            <a:xfrm>
              <a:off x="1272" y="1762"/>
              <a:ext cx="0" cy="2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018" name="Google Shape;3018;p54"/>
            <p:cNvCxnSpPr/>
            <p:nvPr/>
          </p:nvCxnSpPr>
          <p:spPr>
            <a:xfrm>
              <a:off x="1364" y="1878"/>
              <a:ext cx="0" cy="12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019" name="Google Shape;3019;p54"/>
          <p:cNvSpPr/>
          <p:nvPr/>
        </p:nvSpPr>
        <p:spPr>
          <a:xfrm>
            <a:off x="1249776" y="1283045"/>
            <a:ext cx="10769945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creates IP datagram with IP source A, destination B </a:t>
            </a:r>
            <a:endParaRPr/>
          </a:p>
        </p:txBody>
      </p:sp>
      <p:sp>
        <p:nvSpPr>
          <p:cNvPr id="3020" name="Google Shape;3020;p54"/>
          <p:cNvSpPr/>
          <p:nvPr/>
        </p:nvSpPr>
        <p:spPr>
          <a:xfrm>
            <a:off x="1262476" y="1672614"/>
            <a:ext cx="10200653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creates link-layer frame containing A-to-B IP datagram</a:t>
            </a:r>
            <a:endParaRPr/>
          </a:p>
          <a:p>
            <a:pPr indent="-231775" lvl="1" marL="574675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R's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 address is frame’s destination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21" name="Google Shape;3021;p54"/>
          <p:cNvGrpSpPr/>
          <p:nvPr/>
        </p:nvGrpSpPr>
        <p:grpSpPr>
          <a:xfrm>
            <a:off x="2617645" y="2562775"/>
            <a:ext cx="2443162" cy="1519238"/>
            <a:chOff x="931" y="1414"/>
            <a:chExt cx="1539" cy="957"/>
          </a:xfrm>
        </p:grpSpPr>
        <p:sp>
          <p:nvSpPr>
            <p:cNvPr id="3022" name="Google Shape;3022;p54"/>
            <p:cNvSpPr txBox="1"/>
            <p:nvPr/>
          </p:nvSpPr>
          <p:spPr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src: 74-29-9C-E8-FF-55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MAC dest: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E6-E9-00-17-BB-4B</a:t>
              </a:r>
              <a:endParaRPr/>
            </a:p>
          </p:txBody>
        </p:sp>
        <p:grpSp>
          <p:nvGrpSpPr>
            <p:cNvPr id="3023" name="Google Shape;3023;p54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3024" name="Google Shape;3024;p54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5" name="Google Shape;3025;p54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26" name="Google Shape;3026;p54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7" name="Google Shape;3027;p54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8" name="Google Shape;3028;p54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9" name="Google Shape;3029;p54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3030" name="Google Shape;3030;p54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031" name="Google Shape;3031;p54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032" name="Google Shape;3032;p54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033" name="Google Shape;3033;p54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8" name="Shape 3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9" name="Google Shape;3039;p5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0" name="Google Shape;3040;p5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41" name="Google Shape;3041;p55"/>
          <p:cNvGrpSpPr/>
          <p:nvPr/>
        </p:nvGrpSpPr>
        <p:grpSpPr>
          <a:xfrm>
            <a:off x="1799535" y="4315099"/>
            <a:ext cx="8432226" cy="2308544"/>
            <a:chOff x="1799535" y="4315099"/>
            <a:chExt cx="8432226" cy="2308544"/>
          </a:xfrm>
        </p:grpSpPr>
        <p:cxnSp>
          <p:nvCxnSpPr>
            <p:cNvPr id="3042" name="Google Shape;3042;p55"/>
            <p:cNvCxnSpPr/>
            <p:nvPr/>
          </p:nvCxnSpPr>
          <p:spPr>
            <a:xfrm>
              <a:off x="4293702" y="5340624"/>
              <a:ext cx="3233531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43" name="Google Shape;3043;p55"/>
            <p:cNvSpPr txBox="1"/>
            <p:nvPr/>
          </p:nvSpPr>
          <p:spPr>
            <a:xfrm>
              <a:off x="5496545" y="4606786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 i="0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4" name="Google Shape;3044;p55"/>
            <p:cNvSpPr txBox="1"/>
            <p:nvPr/>
          </p:nvSpPr>
          <p:spPr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1A-23-F9-CD-06-9B</a:t>
              </a:r>
              <a:endParaRPr/>
            </a:p>
          </p:txBody>
        </p:sp>
        <p:sp>
          <p:nvSpPr>
            <p:cNvPr id="3045" name="Google Shape;3045;p55"/>
            <p:cNvSpPr txBox="1"/>
            <p:nvPr/>
          </p:nvSpPr>
          <p:spPr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222.222.222.220</a:t>
              </a:r>
              <a:endParaRPr/>
            </a:p>
          </p:txBody>
        </p:sp>
        <p:grpSp>
          <p:nvGrpSpPr>
            <p:cNvPr id="3046" name="Google Shape;3046;p55"/>
            <p:cNvGrpSpPr/>
            <p:nvPr/>
          </p:nvGrpSpPr>
          <p:grpSpPr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3047" name="Google Shape;3047;p55"/>
              <p:cNvSpPr txBox="1"/>
              <p:nvPr/>
            </p:nvSpPr>
            <p:spPr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111.111.111.110</a:t>
                </a:r>
                <a:endParaRPr/>
              </a:p>
            </p:txBody>
          </p:sp>
          <p:sp>
            <p:nvSpPr>
              <p:cNvPr id="3048" name="Google Shape;3048;p55"/>
              <p:cNvSpPr txBox="1"/>
              <p:nvPr/>
            </p:nvSpPr>
            <p:spPr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E6-E9-00-17-BB-4B</a:t>
                </a:r>
                <a:endParaRPr/>
              </a:p>
            </p:txBody>
          </p:sp>
        </p:grpSp>
        <p:sp>
          <p:nvSpPr>
            <p:cNvPr id="3049" name="Google Shape;3049;p55"/>
            <p:cNvSpPr txBox="1"/>
            <p:nvPr/>
          </p:nvSpPr>
          <p:spPr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CC-49-DE-D0-AB-7D</a:t>
              </a:r>
              <a:endParaRPr/>
            </a:p>
          </p:txBody>
        </p:sp>
        <p:sp>
          <p:nvSpPr>
            <p:cNvPr id="3050" name="Google Shape;3050;p55"/>
            <p:cNvSpPr txBox="1"/>
            <p:nvPr/>
          </p:nvSpPr>
          <p:spPr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111.111.111.112</a:t>
              </a:r>
              <a:endParaRPr/>
            </a:p>
          </p:txBody>
        </p:sp>
        <p:sp>
          <p:nvSpPr>
            <p:cNvPr id="3051" name="Google Shape;3051;p55"/>
            <p:cNvSpPr txBox="1"/>
            <p:nvPr/>
          </p:nvSpPr>
          <p:spPr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111.111.111.111</a:t>
              </a:r>
              <a:endParaRPr/>
            </a:p>
          </p:txBody>
        </p:sp>
        <p:sp>
          <p:nvSpPr>
            <p:cNvPr id="3052" name="Google Shape;3052;p55"/>
            <p:cNvSpPr txBox="1"/>
            <p:nvPr/>
          </p:nvSpPr>
          <p:spPr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74-29-9C-E8-FF-55</a:t>
              </a:r>
              <a:endParaRPr/>
            </a:p>
          </p:txBody>
        </p:sp>
        <p:sp>
          <p:nvSpPr>
            <p:cNvPr id="3053" name="Google Shape;3053;p55"/>
            <p:cNvSpPr/>
            <p:nvPr/>
          </p:nvSpPr>
          <p:spPr>
            <a:xfrm>
              <a:off x="3637582" y="4808121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54" name="Google Shape;3054;p55"/>
            <p:cNvCxnSpPr/>
            <p:nvPr/>
          </p:nvCxnSpPr>
          <p:spPr>
            <a:xfrm>
              <a:off x="3334370" y="4787483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5" name="Google Shape;3055;p55"/>
            <p:cNvCxnSpPr/>
            <p:nvPr/>
          </p:nvCxnSpPr>
          <p:spPr>
            <a:xfrm flipH="1" rot="10800000">
              <a:off x="3406935" y="5732045"/>
              <a:ext cx="283036" cy="544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6" name="Google Shape;3056;p55"/>
            <p:cNvCxnSpPr/>
            <p:nvPr/>
          </p:nvCxnSpPr>
          <p:spPr>
            <a:xfrm rot="10800000">
              <a:off x="3342282" y="5842809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057" name="Google Shape;3057;p55"/>
            <p:cNvCxnSpPr/>
            <p:nvPr/>
          </p:nvCxnSpPr>
          <p:spPr>
            <a:xfrm rot="10800000">
              <a:off x="3248645" y="4860508"/>
              <a:ext cx="0" cy="2481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058" name="Google Shape;3058;p55"/>
            <p:cNvCxnSpPr/>
            <p:nvPr/>
          </p:nvCxnSpPr>
          <p:spPr>
            <a:xfrm>
              <a:off x="5018707" y="5427247"/>
              <a:ext cx="0" cy="6205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059" name="Google Shape;3059;p55"/>
            <p:cNvCxnSpPr/>
            <p:nvPr/>
          </p:nvCxnSpPr>
          <p:spPr>
            <a:xfrm rot="10800000">
              <a:off x="6207745" y="5417721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060" name="Google Shape;3060;p55"/>
            <p:cNvSpPr txBox="1"/>
            <p:nvPr/>
          </p:nvSpPr>
          <p:spPr>
            <a:xfrm>
              <a:off x="2243136" y="4315099"/>
              <a:ext cx="39305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grpSp>
          <p:nvGrpSpPr>
            <p:cNvPr id="3061" name="Google Shape;3061;p55"/>
            <p:cNvGrpSpPr/>
            <p:nvPr/>
          </p:nvGrpSpPr>
          <p:grpSpPr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3062" name="Google Shape;3062;p55"/>
              <p:cNvSpPr txBox="1"/>
              <p:nvPr/>
            </p:nvSpPr>
            <p:spPr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222.222.222.222</a:t>
                </a:r>
                <a:endParaRPr/>
              </a:p>
            </p:txBody>
          </p:sp>
          <p:sp>
            <p:nvSpPr>
              <p:cNvPr id="3063" name="Google Shape;3063;p55"/>
              <p:cNvSpPr txBox="1"/>
              <p:nvPr/>
            </p:nvSpPr>
            <p:spPr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49-BD-D2-C7-56-2A</a:t>
                </a:r>
                <a:endParaRPr/>
              </a:p>
            </p:txBody>
          </p:sp>
        </p:grpSp>
        <p:cxnSp>
          <p:nvCxnSpPr>
            <p:cNvPr id="3064" name="Google Shape;3064;p55"/>
            <p:cNvCxnSpPr/>
            <p:nvPr/>
          </p:nvCxnSpPr>
          <p:spPr>
            <a:xfrm flipH="1" rot="10800000">
              <a:off x="8215932" y="4787483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65" name="Google Shape;3065;p55"/>
            <p:cNvSpPr txBox="1"/>
            <p:nvPr/>
          </p:nvSpPr>
          <p:spPr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222.222.222.221</a:t>
              </a:r>
              <a:endParaRPr/>
            </a:p>
          </p:txBody>
        </p:sp>
        <p:sp>
          <p:nvSpPr>
            <p:cNvPr id="3066" name="Google Shape;3066;p55"/>
            <p:cNvSpPr txBox="1"/>
            <p:nvPr/>
          </p:nvSpPr>
          <p:spPr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88-B2-2F-54-1A-0F</a:t>
              </a:r>
              <a:endParaRPr/>
            </a:p>
          </p:txBody>
        </p:sp>
        <p:cxnSp>
          <p:nvCxnSpPr>
            <p:cNvPr id="3067" name="Google Shape;3067;p55"/>
            <p:cNvCxnSpPr/>
            <p:nvPr/>
          </p:nvCxnSpPr>
          <p:spPr>
            <a:xfrm rot="10800000">
              <a:off x="8156672" y="5684421"/>
              <a:ext cx="267105" cy="2009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68" name="Google Shape;3068;p55"/>
            <p:cNvSpPr/>
            <p:nvPr/>
          </p:nvSpPr>
          <p:spPr>
            <a:xfrm>
              <a:off x="7476157" y="4811296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9" name="Google Shape;3069;p55"/>
            <p:cNvSpPr txBox="1"/>
            <p:nvPr/>
          </p:nvSpPr>
          <p:spPr>
            <a:xfrm>
              <a:off x="9407316" y="4484341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grpSp>
          <p:nvGrpSpPr>
            <p:cNvPr id="3070" name="Google Shape;3070;p55"/>
            <p:cNvGrpSpPr/>
            <p:nvPr/>
          </p:nvGrpSpPr>
          <p:grpSpPr>
            <a:xfrm>
              <a:off x="5001868" y="5038254"/>
              <a:ext cx="1310632" cy="501151"/>
              <a:chOff x="4909105" y="5767126"/>
              <a:chExt cx="1310632" cy="501151"/>
            </a:xfrm>
          </p:grpSpPr>
          <p:sp>
            <p:nvSpPr>
              <p:cNvPr id="3071" name="Google Shape;3071;p55"/>
              <p:cNvSpPr/>
              <p:nvPr/>
            </p:nvSpPr>
            <p:spPr>
              <a:xfrm rot="5400000">
                <a:off x="6024859" y="5937451"/>
                <a:ext cx="134168" cy="255587"/>
              </a:xfrm>
              <a:prstGeom prst="rect">
                <a:avLst/>
              </a:prstGeom>
              <a:gradFill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  <a:gs pos="100000">
                    <a:srgbClr val="0000A8"/>
                  </a:gs>
                </a:gsLst>
                <a:lin ang="0" scaled="0"/>
              </a:gradFill>
              <a:ln cap="flat" cmpd="sng" w="9525">
                <a:solidFill>
                  <a:srgbClr val="008000">
                    <a:alpha val="1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072" name="Google Shape;3072;p55"/>
              <p:cNvSpPr/>
              <p:nvPr/>
            </p:nvSpPr>
            <p:spPr>
              <a:xfrm rot="5400000">
                <a:off x="4966501" y="5940764"/>
                <a:ext cx="140795" cy="255587"/>
              </a:xfrm>
              <a:prstGeom prst="rect">
                <a:avLst/>
              </a:prstGeom>
              <a:gradFill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  <a:gs pos="100000">
                    <a:srgbClr val="0000A8"/>
                  </a:gs>
                </a:gsLst>
                <a:lin ang="0" scaled="0"/>
              </a:gradFill>
              <a:ln cap="flat" cmpd="sng" w="9525">
                <a:solidFill>
                  <a:srgbClr val="008000">
                    <a:alpha val="1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3073" name="Google Shape;3073;p55"/>
              <p:cNvGrpSpPr/>
              <p:nvPr/>
            </p:nvGrpSpPr>
            <p:grpSpPr>
              <a:xfrm>
                <a:off x="5115340" y="5767126"/>
                <a:ext cx="901147" cy="501151"/>
                <a:chOff x="7493876" y="2774731"/>
                <a:chExt cx="1481958" cy="894622"/>
              </a:xfrm>
            </p:grpSpPr>
            <p:sp>
              <p:nvSpPr>
                <p:cNvPr id="3074" name="Google Shape;3074;p5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075" name="Google Shape;3075;p5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076" name="Google Shape;3076;p5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077" name="Google Shape;3077;p5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78" name="Google Shape;3078;p5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79" name="Google Shape;3079;p5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80" name="Google Shape;3080;p5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3081" name="Google Shape;3081;p55"/>
            <p:cNvSpPr/>
            <p:nvPr/>
          </p:nvSpPr>
          <p:spPr>
            <a:xfrm rot="5400000">
              <a:off x="3161022" y="4666815"/>
              <a:ext cx="119903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3082" name="Google Shape;3082;p55"/>
            <p:cNvGrpSpPr/>
            <p:nvPr/>
          </p:nvGrpSpPr>
          <p:grpSpPr>
            <a:xfrm>
              <a:off x="2318687" y="4333458"/>
              <a:ext cx="936071" cy="761428"/>
              <a:chOff x="-44" y="1473"/>
              <a:chExt cx="981" cy="1105"/>
            </a:xfrm>
          </p:grpSpPr>
          <p:pic>
            <p:nvPicPr>
              <p:cNvPr descr="desktop_computer_stylized_medium" id="3083" name="Google Shape;3083;p5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84" name="Google Shape;3084;p5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85" name="Google Shape;3085;p55"/>
            <p:cNvSpPr/>
            <p:nvPr/>
          </p:nvSpPr>
          <p:spPr>
            <a:xfrm rot="5400000">
              <a:off x="3271833" y="5687855"/>
              <a:ext cx="84261" cy="194751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3086" name="Google Shape;3086;p55"/>
            <p:cNvGrpSpPr/>
            <p:nvPr/>
          </p:nvGrpSpPr>
          <p:grpSpPr>
            <a:xfrm>
              <a:off x="2681426" y="5490561"/>
              <a:ext cx="639495" cy="517588"/>
              <a:chOff x="-44" y="1473"/>
              <a:chExt cx="981" cy="1105"/>
            </a:xfrm>
          </p:grpSpPr>
          <p:pic>
            <p:nvPicPr>
              <p:cNvPr descr="desktop_computer_stylized_medium" id="3087" name="Google Shape;3087;p5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88" name="Google Shape;3088;p5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89" name="Google Shape;3089;p55"/>
            <p:cNvSpPr/>
            <p:nvPr/>
          </p:nvSpPr>
          <p:spPr>
            <a:xfrm rot="5400000">
              <a:off x="8726575" y="4653061"/>
              <a:ext cx="119903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90" name="Google Shape;3090;p55"/>
            <p:cNvSpPr/>
            <p:nvPr/>
          </p:nvSpPr>
          <p:spPr>
            <a:xfrm rot="5400000">
              <a:off x="8496816" y="5784803"/>
              <a:ext cx="84261" cy="194751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3091" name="Google Shape;3091;p55"/>
            <p:cNvGrpSpPr/>
            <p:nvPr/>
          </p:nvGrpSpPr>
          <p:grpSpPr>
            <a:xfrm>
              <a:off x="8491273" y="4391325"/>
              <a:ext cx="1009650" cy="855028"/>
              <a:chOff x="-44" y="1473"/>
              <a:chExt cx="981" cy="1105"/>
            </a:xfrm>
          </p:grpSpPr>
          <p:pic>
            <p:nvPicPr>
              <p:cNvPr descr="desktop_computer_stylized_medium" id="3092" name="Google Shape;3092;p5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93" name="Google Shape;3093;p5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94" name="Google Shape;3094;p55"/>
            <p:cNvGrpSpPr/>
            <p:nvPr/>
          </p:nvGrpSpPr>
          <p:grpSpPr>
            <a:xfrm>
              <a:off x="8343615" y="5618570"/>
              <a:ext cx="711200" cy="601028"/>
              <a:chOff x="-44" y="1473"/>
              <a:chExt cx="981" cy="1105"/>
            </a:xfrm>
          </p:grpSpPr>
          <p:pic>
            <p:nvPicPr>
              <p:cNvPr descr="desktop_computer_stylized_medium" id="3095" name="Google Shape;3095;p5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96" name="Google Shape;3096;p5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097" name="Google Shape;3097;p55"/>
            <p:cNvCxnSpPr/>
            <p:nvPr/>
          </p:nvCxnSpPr>
          <p:spPr>
            <a:xfrm rot="10800000">
              <a:off x="8669292" y="4874844"/>
              <a:ext cx="0" cy="44597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98" name="Google Shape;3098;p55"/>
            <p:cNvCxnSpPr/>
            <p:nvPr/>
          </p:nvCxnSpPr>
          <p:spPr>
            <a:xfrm rot="10800000">
              <a:off x="8447023" y="5943807"/>
              <a:ext cx="0" cy="2416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3099" name="Google Shape;3099;p55"/>
          <p:cNvGrpSpPr/>
          <p:nvPr/>
        </p:nvGrpSpPr>
        <p:grpSpPr>
          <a:xfrm>
            <a:off x="1793938" y="3017352"/>
            <a:ext cx="976312" cy="1460500"/>
            <a:chOff x="337" y="1692"/>
            <a:chExt cx="615" cy="920"/>
          </a:xfrm>
        </p:grpSpPr>
        <p:sp>
          <p:nvSpPr>
            <p:cNvPr id="3100" name="Google Shape;3100;p55"/>
            <p:cNvSpPr/>
            <p:nvPr/>
          </p:nvSpPr>
          <p:spPr>
            <a:xfrm>
              <a:off x="348" y="1709"/>
              <a:ext cx="604" cy="903"/>
            </a:xfrm>
            <a:custGeom>
              <a:rect b="b" l="l" r="r" t="t"/>
              <a:pathLst>
                <a:path extrusionOk="0" h="10000" w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8195" y="8786"/>
                  </a:lnTo>
                  <a:cubicBezTo>
                    <a:pt x="8201" y="5857"/>
                    <a:pt x="8206" y="292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1" name="Google Shape;3101;p55"/>
            <p:cNvSpPr/>
            <p:nvPr/>
          </p:nvSpPr>
          <p:spPr>
            <a:xfrm>
              <a:off x="344" y="1711"/>
              <a:ext cx="493" cy="79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2" name="Google Shape;3102;p55"/>
            <p:cNvSpPr txBox="1"/>
            <p:nvPr/>
          </p:nvSpPr>
          <p:spPr>
            <a:xfrm>
              <a:off x="426" y="1692"/>
              <a:ext cx="309" cy="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</a:t>
              </a:r>
              <a:endParaRPr/>
            </a:p>
          </p:txBody>
        </p:sp>
        <p:cxnSp>
          <p:nvCxnSpPr>
            <p:cNvPr id="3103" name="Google Shape;3103;p55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04" name="Google Shape;3104;p55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05" name="Google Shape;3105;p55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06" name="Google Shape;3106;p55"/>
            <p:cNvCxnSpPr/>
            <p:nvPr/>
          </p:nvCxnSpPr>
          <p:spPr>
            <a:xfrm>
              <a:off x="337" y="2345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07" name="Google Shape;3107;p55"/>
          <p:cNvSpPr/>
          <p:nvPr/>
        </p:nvSpPr>
        <p:spPr>
          <a:xfrm>
            <a:off x="1276283" y="1283047"/>
            <a:ext cx="77724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frame sent from A to R</a:t>
            </a:r>
            <a:endParaRPr/>
          </a:p>
        </p:txBody>
      </p:sp>
      <p:grpSp>
        <p:nvGrpSpPr>
          <p:cNvPr id="3108" name="Google Shape;3108;p55"/>
          <p:cNvGrpSpPr/>
          <p:nvPr/>
        </p:nvGrpSpPr>
        <p:grpSpPr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3109" name="Google Shape;3109;p55"/>
            <p:cNvSpPr/>
            <p:nvPr/>
          </p:nvSpPr>
          <p:spPr>
            <a:xfrm>
              <a:off x="2838" y="2342"/>
              <a:ext cx="527" cy="514"/>
            </a:xfrm>
            <a:custGeom>
              <a:rect b="b" l="l" r="r" t="t"/>
              <a:pathLst>
                <a:path extrusionOk="0" h="10000" w="9982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1764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0" name="Google Shape;3110;p55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1" name="Google Shape;3111;p55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3112" name="Google Shape;3112;p55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13" name="Google Shape;3113;p55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14" name="Google Shape;3114;p55"/>
          <p:cNvSpPr/>
          <p:nvPr/>
        </p:nvSpPr>
        <p:spPr>
          <a:xfrm>
            <a:off x="1266206" y="1744664"/>
            <a:ext cx="77724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frame received at R, datagram removed, passed up to IP</a:t>
            </a:r>
            <a:endParaRPr/>
          </a:p>
        </p:txBody>
      </p:sp>
      <p:grpSp>
        <p:nvGrpSpPr>
          <p:cNvPr id="3115" name="Google Shape;3115;p55"/>
          <p:cNvGrpSpPr/>
          <p:nvPr/>
        </p:nvGrpSpPr>
        <p:grpSpPr>
          <a:xfrm>
            <a:off x="2617650" y="2562774"/>
            <a:ext cx="2443162" cy="1519238"/>
            <a:chOff x="931" y="1414"/>
            <a:chExt cx="1539" cy="957"/>
          </a:xfrm>
        </p:grpSpPr>
        <p:sp>
          <p:nvSpPr>
            <p:cNvPr id="3116" name="Google Shape;3116;p55"/>
            <p:cNvSpPr txBox="1"/>
            <p:nvPr/>
          </p:nvSpPr>
          <p:spPr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src: 74-29-9C-E8-FF-55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MAC dest: E6-E9-00-17-BB-4B</a:t>
              </a:r>
              <a:endParaRPr/>
            </a:p>
          </p:txBody>
        </p:sp>
        <p:grpSp>
          <p:nvGrpSpPr>
            <p:cNvPr id="3117" name="Google Shape;3117;p55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3118" name="Google Shape;3118;p55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9" name="Google Shape;3119;p55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120" name="Google Shape;3120;p55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1" name="Google Shape;3121;p55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2" name="Google Shape;3122;p55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3" name="Google Shape;3123;p55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3124" name="Google Shape;3124;p55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125" name="Google Shape;3125;p55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126" name="Google Shape;3126;p55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127" name="Google Shape;3127;p55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128" name="Google Shape;3128;p55"/>
            <p:cNvSpPr txBox="1"/>
            <p:nvPr/>
          </p:nvSpPr>
          <p:spPr>
            <a:xfrm>
              <a:off x="1193" y="1665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/>
            </a:p>
          </p:txBody>
        </p:sp>
      </p:grpSp>
      <p:grpSp>
        <p:nvGrpSpPr>
          <p:cNvPr id="3129" name="Google Shape;3129;p55"/>
          <p:cNvGrpSpPr/>
          <p:nvPr/>
        </p:nvGrpSpPr>
        <p:grpSpPr>
          <a:xfrm>
            <a:off x="4185539" y="3526195"/>
            <a:ext cx="1096962" cy="244475"/>
            <a:chOff x="1231" y="1990"/>
            <a:chExt cx="691" cy="154"/>
          </a:xfrm>
        </p:grpSpPr>
        <p:sp>
          <p:nvSpPr>
            <p:cNvPr id="3130" name="Google Shape;3130;p55"/>
            <p:cNvSpPr/>
            <p:nvPr/>
          </p:nvSpPr>
          <p:spPr>
            <a:xfrm>
              <a:off x="1231" y="1991"/>
              <a:ext cx="691" cy="153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31" name="Google Shape;3131;p55"/>
            <p:cNvCxnSpPr/>
            <p:nvPr/>
          </p:nvCxnSpPr>
          <p:spPr>
            <a:xfrm>
              <a:off x="1337" y="1990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32" name="Google Shape;3132;p55"/>
            <p:cNvCxnSpPr/>
            <p:nvPr/>
          </p:nvCxnSpPr>
          <p:spPr>
            <a:xfrm>
              <a:off x="1427" y="1992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133" name="Google Shape;3133;p55"/>
          <p:cNvGrpSpPr/>
          <p:nvPr/>
        </p:nvGrpSpPr>
        <p:grpSpPr>
          <a:xfrm>
            <a:off x="4139501" y="2695932"/>
            <a:ext cx="2011363" cy="979488"/>
            <a:chOff x="4493" y="1480"/>
            <a:chExt cx="1267" cy="617"/>
          </a:xfrm>
        </p:grpSpPr>
        <p:cxnSp>
          <p:nvCxnSpPr>
            <p:cNvPr id="3134" name="Google Shape;3134;p55"/>
            <p:cNvCxnSpPr/>
            <p:nvPr/>
          </p:nvCxnSpPr>
          <p:spPr>
            <a:xfrm rot="10800000">
              <a:off x="4576" y="1627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135" name="Google Shape;3135;p55"/>
            <p:cNvCxnSpPr/>
            <p:nvPr/>
          </p:nvCxnSpPr>
          <p:spPr>
            <a:xfrm>
              <a:off x="4668" y="1739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136" name="Google Shape;3136;p55"/>
            <p:cNvSpPr txBox="1"/>
            <p:nvPr/>
          </p:nvSpPr>
          <p:spPr>
            <a:xfrm>
              <a:off x="4493" y="1480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1" name="Shape 3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2" name="Google Shape;3142;p5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3" name="Google Shape;3143;p5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144" name="Google Shape;3144;p56"/>
          <p:cNvCxnSpPr/>
          <p:nvPr/>
        </p:nvCxnSpPr>
        <p:spPr>
          <a:xfrm>
            <a:off x="4293702" y="5340624"/>
            <a:ext cx="3233531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45" name="Google Shape;3145;p56"/>
          <p:cNvSpPr txBox="1"/>
          <p:nvPr/>
        </p:nvSpPr>
        <p:spPr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i="0" sz="2000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6" name="Google Shape;3146;p56"/>
          <p:cNvSpPr txBox="1"/>
          <p:nvPr/>
        </p:nvSpPr>
        <p:spPr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1A-23-F9-CD-06-9B</a:t>
            </a:r>
            <a:endParaRPr/>
          </a:p>
        </p:txBody>
      </p:sp>
      <p:sp>
        <p:nvSpPr>
          <p:cNvPr id="3147" name="Google Shape;3147;p56"/>
          <p:cNvSpPr txBox="1"/>
          <p:nvPr/>
        </p:nvSpPr>
        <p:spPr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222.222.222.220</a:t>
            </a:r>
            <a:endParaRPr/>
          </a:p>
        </p:txBody>
      </p:sp>
      <p:grpSp>
        <p:nvGrpSpPr>
          <p:cNvPr id="3148" name="Google Shape;3148;p56"/>
          <p:cNvGrpSpPr/>
          <p:nvPr/>
        </p:nvGrpSpPr>
        <p:grpSpPr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3149" name="Google Shape;3149;p56"/>
            <p:cNvSpPr txBox="1"/>
            <p:nvPr/>
          </p:nvSpPr>
          <p:spPr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111.111.111.110</a:t>
              </a:r>
              <a:endParaRPr/>
            </a:p>
          </p:txBody>
        </p:sp>
        <p:sp>
          <p:nvSpPr>
            <p:cNvPr id="3150" name="Google Shape;3150;p56"/>
            <p:cNvSpPr txBox="1"/>
            <p:nvPr/>
          </p:nvSpPr>
          <p:spPr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E6-E9-00-17-BB-4B</a:t>
              </a:r>
              <a:endParaRPr/>
            </a:p>
          </p:txBody>
        </p:sp>
      </p:grpSp>
      <p:sp>
        <p:nvSpPr>
          <p:cNvPr id="3151" name="Google Shape;3151;p56"/>
          <p:cNvSpPr txBox="1"/>
          <p:nvPr/>
        </p:nvSpPr>
        <p:spPr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CC-49-DE-D0-AB-7D</a:t>
            </a:r>
            <a:endParaRPr/>
          </a:p>
        </p:txBody>
      </p:sp>
      <p:sp>
        <p:nvSpPr>
          <p:cNvPr id="3152" name="Google Shape;3152;p56"/>
          <p:cNvSpPr txBox="1"/>
          <p:nvPr/>
        </p:nvSpPr>
        <p:spPr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111.111.111.112</a:t>
            </a:r>
            <a:endParaRPr/>
          </a:p>
        </p:txBody>
      </p:sp>
      <p:sp>
        <p:nvSpPr>
          <p:cNvPr id="3153" name="Google Shape;3153;p56"/>
          <p:cNvSpPr txBox="1"/>
          <p:nvPr/>
        </p:nvSpPr>
        <p:spPr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111.111.111.111</a:t>
            </a:r>
            <a:endParaRPr/>
          </a:p>
        </p:txBody>
      </p:sp>
      <p:sp>
        <p:nvSpPr>
          <p:cNvPr id="3154" name="Google Shape;3154;p56"/>
          <p:cNvSpPr txBox="1"/>
          <p:nvPr/>
        </p:nvSpPr>
        <p:spPr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74-29-9C-E8-FF-55</a:t>
            </a:r>
            <a:endParaRPr/>
          </a:p>
        </p:txBody>
      </p:sp>
      <p:sp>
        <p:nvSpPr>
          <p:cNvPr id="3155" name="Google Shape;3155;p56"/>
          <p:cNvSpPr/>
          <p:nvPr/>
        </p:nvSpPr>
        <p:spPr>
          <a:xfrm>
            <a:off x="3637582" y="4808121"/>
            <a:ext cx="839788" cy="1069975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6" name="Google Shape;3156;p56"/>
          <p:cNvCxnSpPr/>
          <p:nvPr/>
        </p:nvCxnSpPr>
        <p:spPr>
          <a:xfrm>
            <a:off x="3334370" y="4787483"/>
            <a:ext cx="438150" cy="230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7" name="Google Shape;3157;p56"/>
          <p:cNvCxnSpPr/>
          <p:nvPr/>
        </p:nvCxnSpPr>
        <p:spPr>
          <a:xfrm flipH="1" rot="10800000">
            <a:off x="3406935" y="5732045"/>
            <a:ext cx="283036" cy="544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8" name="Google Shape;3158;p56"/>
          <p:cNvCxnSpPr/>
          <p:nvPr/>
        </p:nvCxnSpPr>
        <p:spPr>
          <a:xfrm rot="10800000">
            <a:off x="3342282" y="5842809"/>
            <a:ext cx="0" cy="1635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9" name="Google Shape;3159;p56"/>
          <p:cNvCxnSpPr/>
          <p:nvPr/>
        </p:nvCxnSpPr>
        <p:spPr>
          <a:xfrm rot="10800000">
            <a:off x="3248645" y="4860508"/>
            <a:ext cx="0" cy="24812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0" name="Google Shape;3160;p56"/>
          <p:cNvCxnSpPr/>
          <p:nvPr/>
        </p:nvCxnSpPr>
        <p:spPr>
          <a:xfrm>
            <a:off x="5018707" y="5427247"/>
            <a:ext cx="0" cy="62050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61" name="Google Shape;3161;p56"/>
          <p:cNvCxnSpPr/>
          <p:nvPr/>
        </p:nvCxnSpPr>
        <p:spPr>
          <a:xfrm rot="10800000">
            <a:off x="6207745" y="5417721"/>
            <a:ext cx="4762" cy="2206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62" name="Google Shape;3162;p56"/>
          <p:cNvSpPr txBox="1"/>
          <p:nvPr/>
        </p:nvSpPr>
        <p:spPr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3163" name="Google Shape;3163;p56"/>
          <p:cNvGrpSpPr/>
          <p:nvPr/>
        </p:nvGrpSpPr>
        <p:grpSpPr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3164" name="Google Shape;3164;p56"/>
            <p:cNvSpPr txBox="1"/>
            <p:nvPr/>
          </p:nvSpPr>
          <p:spPr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222.222.222.222</a:t>
              </a:r>
              <a:endParaRPr/>
            </a:p>
          </p:txBody>
        </p:sp>
        <p:sp>
          <p:nvSpPr>
            <p:cNvPr id="3165" name="Google Shape;3165;p56"/>
            <p:cNvSpPr txBox="1"/>
            <p:nvPr/>
          </p:nvSpPr>
          <p:spPr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49-BD-D2-C7-56-2A</a:t>
              </a:r>
              <a:endParaRPr/>
            </a:p>
          </p:txBody>
        </p:sp>
      </p:grpSp>
      <p:cxnSp>
        <p:nvCxnSpPr>
          <p:cNvPr id="3166" name="Google Shape;3166;p56"/>
          <p:cNvCxnSpPr/>
          <p:nvPr/>
        </p:nvCxnSpPr>
        <p:spPr>
          <a:xfrm flipH="1" rot="10800000">
            <a:off x="8215932" y="4787483"/>
            <a:ext cx="45085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7" name="Google Shape;3167;p56"/>
          <p:cNvSpPr txBox="1"/>
          <p:nvPr/>
        </p:nvSpPr>
        <p:spPr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222.222.222.221</a:t>
            </a:r>
            <a:endParaRPr/>
          </a:p>
        </p:txBody>
      </p:sp>
      <p:sp>
        <p:nvSpPr>
          <p:cNvPr id="3168" name="Google Shape;3168;p56"/>
          <p:cNvSpPr txBox="1"/>
          <p:nvPr/>
        </p:nvSpPr>
        <p:spPr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88-B2-2F-54-1A-0F</a:t>
            </a:r>
            <a:endParaRPr/>
          </a:p>
        </p:txBody>
      </p:sp>
      <p:cxnSp>
        <p:nvCxnSpPr>
          <p:cNvPr id="3169" name="Google Shape;3169;p56"/>
          <p:cNvCxnSpPr/>
          <p:nvPr/>
        </p:nvCxnSpPr>
        <p:spPr>
          <a:xfrm rot="10800000">
            <a:off x="8156672" y="5684421"/>
            <a:ext cx="267105" cy="2009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0" name="Google Shape;3170;p56"/>
          <p:cNvSpPr/>
          <p:nvPr/>
        </p:nvSpPr>
        <p:spPr>
          <a:xfrm>
            <a:off x="7476157" y="4811296"/>
            <a:ext cx="765175" cy="1081088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1" name="Google Shape;3171;p56"/>
          <p:cNvSpPr txBox="1"/>
          <p:nvPr/>
        </p:nvSpPr>
        <p:spPr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3172" name="Google Shape;3172;p56"/>
          <p:cNvGrpSpPr/>
          <p:nvPr/>
        </p:nvGrpSpPr>
        <p:grpSpPr>
          <a:xfrm>
            <a:off x="5001868" y="5038254"/>
            <a:ext cx="1310632" cy="501151"/>
            <a:chOff x="4909105" y="5767126"/>
            <a:chExt cx="1310632" cy="501151"/>
          </a:xfrm>
        </p:grpSpPr>
        <p:sp>
          <p:nvSpPr>
            <p:cNvPr id="3173" name="Google Shape;3173;p56"/>
            <p:cNvSpPr/>
            <p:nvPr/>
          </p:nvSpPr>
          <p:spPr>
            <a:xfrm rot="5400000">
              <a:off x="6024859" y="5937451"/>
              <a:ext cx="13416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174" name="Google Shape;3174;p56"/>
            <p:cNvSpPr/>
            <p:nvPr/>
          </p:nvSpPr>
          <p:spPr>
            <a:xfrm rot="5400000">
              <a:off x="4966501" y="5940764"/>
              <a:ext cx="140795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3175" name="Google Shape;3175;p56"/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3176" name="Google Shape;3176;p5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177" name="Google Shape;3177;p5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178" name="Google Shape;3178;p5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179" name="Google Shape;3179;p5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0" name="Google Shape;3180;p5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1" name="Google Shape;3181;p5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2" name="Google Shape;3182;p5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183" name="Google Shape;3183;p56"/>
          <p:cNvSpPr/>
          <p:nvPr/>
        </p:nvSpPr>
        <p:spPr>
          <a:xfrm rot="5400000">
            <a:off x="3161022" y="4666815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184" name="Google Shape;3184;p56"/>
          <p:cNvGrpSpPr/>
          <p:nvPr/>
        </p:nvGrpSpPr>
        <p:grpSpPr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descr="desktop_computer_stylized_medium" id="3185" name="Google Shape;3185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86" name="Google Shape;3186;p5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87" name="Google Shape;3187;p56"/>
          <p:cNvSpPr/>
          <p:nvPr/>
        </p:nvSpPr>
        <p:spPr>
          <a:xfrm rot="5400000">
            <a:off x="3271833" y="5687855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188" name="Google Shape;3188;p56"/>
          <p:cNvGrpSpPr/>
          <p:nvPr/>
        </p:nvGrpSpPr>
        <p:grpSpPr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descr="desktop_computer_stylized_medium" id="3189" name="Google Shape;3189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0" name="Google Shape;3190;p5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91" name="Google Shape;3191;p56"/>
          <p:cNvSpPr/>
          <p:nvPr/>
        </p:nvSpPr>
        <p:spPr>
          <a:xfrm rot="5400000">
            <a:off x="8726575" y="4653061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192" name="Google Shape;3192;p56"/>
          <p:cNvSpPr/>
          <p:nvPr/>
        </p:nvSpPr>
        <p:spPr>
          <a:xfrm rot="5400000">
            <a:off x="8496816" y="5784803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193" name="Google Shape;3193;p56"/>
          <p:cNvGrpSpPr/>
          <p:nvPr/>
        </p:nvGrpSpPr>
        <p:grpSpPr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descr="desktop_computer_stylized_medium" id="3194" name="Google Shape;3194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5" name="Google Shape;3195;p5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196" name="Google Shape;3196;p56"/>
          <p:cNvCxnSpPr/>
          <p:nvPr/>
        </p:nvCxnSpPr>
        <p:spPr>
          <a:xfrm rot="10800000">
            <a:off x="8669292" y="4874844"/>
            <a:ext cx="0" cy="44597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97" name="Google Shape;3197;p56"/>
          <p:cNvCxnSpPr/>
          <p:nvPr/>
        </p:nvCxnSpPr>
        <p:spPr>
          <a:xfrm rot="10800000">
            <a:off x="8447023" y="5943807"/>
            <a:ext cx="0" cy="24163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98" name="Google Shape;3198;p56"/>
          <p:cNvSpPr/>
          <p:nvPr/>
        </p:nvSpPr>
        <p:spPr>
          <a:xfrm>
            <a:off x="7008951" y="3383377"/>
            <a:ext cx="314325" cy="792162"/>
          </a:xfrm>
          <a:prstGeom prst="downArrow">
            <a:avLst>
              <a:gd fmla="val 50000" name="adj1"/>
              <a:gd fmla="val 63005" name="adj2"/>
            </a:avLst>
          </a:prstGeom>
          <a:gradFill>
            <a:gsLst>
              <a:gs pos="0">
                <a:srgbClr val="FFFFFF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99" name="Google Shape;3199;p56"/>
          <p:cNvGrpSpPr/>
          <p:nvPr/>
        </p:nvGrpSpPr>
        <p:grpSpPr>
          <a:xfrm>
            <a:off x="6569213" y="3456402"/>
            <a:ext cx="1096963" cy="244475"/>
            <a:chOff x="1231" y="1990"/>
            <a:chExt cx="691" cy="154"/>
          </a:xfrm>
        </p:grpSpPr>
        <p:sp>
          <p:nvSpPr>
            <p:cNvPr id="3200" name="Google Shape;3200;p56"/>
            <p:cNvSpPr/>
            <p:nvPr/>
          </p:nvSpPr>
          <p:spPr>
            <a:xfrm>
              <a:off x="1231" y="1991"/>
              <a:ext cx="691" cy="153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01" name="Google Shape;3201;p56"/>
            <p:cNvCxnSpPr/>
            <p:nvPr/>
          </p:nvCxnSpPr>
          <p:spPr>
            <a:xfrm>
              <a:off x="1337" y="1990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2" name="Google Shape;3202;p56"/>
            <p:cNvCxnSpPr/>
            <p:nvPr/>
          </p:nvCxnSpPr>
          <p:spPr>
            <a:xfrm>
              <a:off x="1427" y="1992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03" name="Google Shape;3203;p56"/>
          <p:cNvSpPr txBox="1"/>
          <p:nvPr/>
        </p:nvSpPr>
        <p:spPr>
          <a:xfrm>
            <a:off x="6515238" y="2940464"/>
            <a:ext cx="20113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src: 111.111.111.111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IP dest: 222.222.222.222</a:t>
            </a:r>
            <a:endParaRPr/>
          </a:p>
        </p:txBody>
      </p:sp>
      <p:grpSp>
        <p:nvGrpSpPr>
          <p:cNvPr id="3204" name="Google Shape;3204;p56"/>
          <p:cNvGrpSpPr/>
          <p:nvPr/>
        </p:nvGrpSpPr>
        <p:grpSpPr>
          <a:xfrm>
            <a:off x="6639063" y="3191289"/>
            <a:ext cx="146050" cy="385763"/>
            <a:chOff x="1272" y="1762"/>
            <a:chExt cx="92" cy="243"/>
          </a:xfrm>
        </p:grpSpPr>
        <p:cxnSp>
          <p:nvCxnSpPr>
            <p:cNvPr id="3205" name="Google Shape;3205;p56"/>
            <p:cNvCxnSpPr/>
            <p:nvPr/>
          </p:nvCxnSpPr>
          <p:spPr>
            <a:xfrm>
              <a:off x="1272" y="1762"/>
              <a:ext cx="0" cy="2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206" name="Google Shape;3206;p56"/>
            <p:cNvCxnSpPr/>
            <p:nvPr/>
          </p:nvCxnSpPr>
          <p:spPr>
            <a:xfrm>
              <a:off x="1364" y="1878"/>
              <a:ext cx="0" cy="12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207" name="Google Shape;3207;p56"/>
          <p:cNvGrpSpPr/>
          <p:nvPr/>
        </p:nvGrpSpPr>
        <p:grpSpPr>
          <a:xfrm>
            <a:off x="6089788" y="2532477"/>
            <a:ext cx="2428876" cy="1519237"/>
            <a:chOff x="931" y="1414"/>
            <a:chExt cx="1530" cy="957"/>
          </a:xfrm>
        </p:grpSpPr>
        <p:sp>
          <p:nvSpPr>
            <p:cNvPr id="3208" name="Google Shape;3208;p56"/>
            <p:cNvSpPr txBox="1"/>
            <p:nvPr/>
          </p:nvSpPr>
          <p:spPr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src: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MAC dest: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49-BD-D2-C7-56-2A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mic Sans MS"/>
                <a:buNone/>
              </a:pPr>
              <a:r>
                <a:t/>
              </a:r>
              <a:endParaRPr b="0" i="0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09" name="Google Shape;3209;p56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3210" name="Google Shape;3210;p56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1" name="Google Shape;3211;p56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212" name="Google Shape;3212;p56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3" name="Google Shape;3213;p56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4" name="Google Shape;3214;p56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5" name="Google Shape;3215;p56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3216" name="Google Shape;3216;p56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217" name="Google Shape;3217;p56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218" name="Google Shape;3218;p56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219" name="Google Shape;3219;p56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220" name="Google Shape;3220;p56"/>
          <p:cNvGrpSpPr/>
          <p:nvPr/>
        </p:nvGrpSpPr>
        <p:grpSpPr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descr="desktop_computer_stylized_medium" id="3221" name="Google Shape;3221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2" name="Google Shape;3222;p5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23" name="Google Shape;3223;p56"/>
          <p:cNvSpPr/>
          <p:nvPr/>
        </p:nvSpPr>
        <p:spPr>
          <a:xfrm>
            <a:off x="1236521" y="1283045"/>
            <a:ext cx="10571166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determines outgoing interface, passes datagram with IP source A, destination B to link layer </a:t>
            </a:r>
            <a:endParaRPr/>
          </a:p>
        </p:txBody>
      </p:sp>
      <p:sp>
        <p:nvSpPr>
          <p:cNvPr id="3224" name="Google Shape;3224;p56"/>
          <p:cNvSpPr/>
          <p:nvPr/>
        </p:nvSpPr>
        <p:spPr>
          <a:xfrm>
            <a:off x="1222717" y="1945029"/>
            <a:ext cx="10810254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creates link-layer frame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containing A-to-B IP datagram. Frame destination address: </a:t>
            </a: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B's MAC address</a:t>
            </a:r>
            <a:endParaRPr i="0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25" name="Google Shape;3225;p56"/>
          <p:cNvGrpSpPr/>
          <p:nvPr/>
        </p:nvGrpSpPr>
        <p:grpSpPr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3226" name="Google Shape;3226;p56"/>
            <p:cNvSpPr/>
            <p:nvPr/>
          </p:nvSpPr>
          <p:spPr>
            <a:xfrm>
              <a:off x="2838" y="2342"/>
              <a:ext cx="527" cy="514"/>
            </a:xfrm>
            <a:custGeom>
              <a:rect b="b" l="l" r="r" t="t"/>
              <a:pathLst>
                <a:path extrusionOk="0" h="10000" w="9982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1764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7" name="Google Shape;3227;p56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8" name="Google Shape;3228;p56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3229" name="Google Shape;3229;p56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0" name="Google Shape;3230;p56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1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5" name="Shape 3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6" name="Google Shape;3236;p5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7" name="Google Shape;3237;p5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38" name="Google Shape;3238;p57"/>
          <p:cNvCxnSpPr/>
          <p:nvPr/>
        </p:nvCxnSpPr>
        <p:spPr>
          <a:xfrm>
            <a:off x="4293702" y="5340624"/>
            <a:ext cx="3233531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39" name="Google Shape;3239;p57"/>
          <p:cNvSpPr txBox="1"/>
          <p:nvPr/>
        </p:nvSpPr>
        <p:spPr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i="0" sz="2000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0" name="Google Shape;3240;p57"/>
          <p:cNvSpPr txBox="1"/>
          <p:nvPr/>
        </p:nvSpPr>
        <p:spPr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1A-23-F9-CD-06-9B</a:t>
            </a:r>
            <a:endParaRPr/>
          </a:p>
        </p:txBody>
      </p:sp>
      <p:sp>
        <p:nvSpPr>
          <p:cNvPr id="3241" name="Google Shape;3241;p57"/>
          <p:cNvSpPr txBox="1"/>
          <p:nvPr/>
        </p:nvSpPr>
        <p:spPr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222.222.222.220</a:t>
            </a:r>
            <a:endParaRPr/>
          </a:p>
        </p:txBody>
      </p:sp>
      <p:grpSp>
        <p:nvGrpSpPr>
          <p:cNvPr id="3242" name="Google Shape;3242;p57"/>
          <p:cNvGrpSpPr/>
          <p:nvPr/>
        </p:nvGrpSpPr>
        <p:grpSpPr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3243" name="Google Shape;3243;p57"/>
            <p:cNvSpPr txBox="1"/>
            <p:nvPr/>
          </p:nvSpPr>
          <p:spPr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111.111.111.110</a:t>
              </a:r>
              <a:endParaRPr/>
            </a:p>
          </p:txBody>
        </p:sp>
        <p:sp>
          <p:nvSpPr>
            <p:cNvPr id="3244" name="Google Shape;3244;p57"/>
            <p:cNvSpPr txBox="1"/>
            <p:nvPr/>
          </p:nvSpPr>
          <p:spPr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E6-E9-00-17-BB-4B</a:t>
              </a:r>
              <a:endParaRPr/>
            </a:p>
          </p:txBody>
        </p:sp>
      </p:grpSp>
      <p:sp>
        <p:nvSpPr>
          <p:cNvPr id="3245" name="Google Shape;3245;p57"/>
          <p:cNvSpPr txBox="1"/>
          <p:nvPr/>
        </p:nvSpPr>
        <p:spPr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CC-49-DE-D0-AB-7D</a:t>
            </a:r>
            <a:endParaRPr/>
          </a:p>
        </p:txBody>
      </p:sp>
      <p:sp>
        <p:nvSpPr>
          <p:cNvPr id="3246" name="Google Shape;3246;p57"/>
          <p:cNvSpPr txBox="1"/>
          <p:nvPr/>
        </p:nvSpPr>
        <p:spPr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111.111.111.112</a:t>
            </a:r>
            <a:endParaRPr/>
          </a:p>
        </p:txBody>
      </p:sp>
      <p:sp>
        <p:nvSpPr>
          <p:cNvPr id="3247" name="Google Shape;3247;p57"/>
          <p:cNvSpPr txBox="1"/>
          <p:nvPr/>
        </p:nvSpPr>
        <p:spPr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111.111.111.111</a:t>
            </a:r>
            <a:endParaRPr/>
          </a:p>
        </p:txBody>
      </p:sp>
      <p:sp>
        <p:nvSpPr>
          <p:cNvPr id="3248" name="Google Shape;3248;p57"/>
          <p:cNvSpPr txBox="1"/>
          <p:nvPr/>
        </p:nvSpPr>
        <p:spPr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74-29-9C-E8-FF-55</a:t>
            </a:r>
            <a:endParaRPr/>
          </a:p>
        </p:txBody>
      </p:sp>
      <p:sp>
        <p:nvSpPr>
          <p:cNvPr id="3249" name="Google Shape;3249;p57"/>
          <p:cNvSpPr/>
          <p:nvPr/>
        </p:nvSpPr>
        <p:spPr>
          <a:xfrm>
            <a:off x="3637582" y="4808121"/>
            <a:ext cx="839788" cy="1069975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50" name="Google Shape;3250;p57"/>
          <p:cNvCxnSpPr/>
          <p:nvPr/>
        </p:nvCxnSpPr>
        <p:spPr>
          <a:xfrm>
            <a:off x="3334370" y="4787483"/>
            <a:ext cx="438150" cy="230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1" name="Google Shape;3251;p57"/>
          <p:cNvCxnSpPr/>
          <p:nvPr/>
        </p:nvCxnSpPr>
        <p:spPr>
          <a:xfrm flipH="1" rot="10800000">
            <a:off x="3406935" y="5732045"/>
            <a:ext cx="283036" cy="544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2" name="Google Shape;3252;p57"/>
          <p:cNvCxnSpPr/>
          <p:nvPr/>
        </p:nvCxnSpPr>
        <p:spPr>
          <a:xfrm rot="10800000">
            <a:off x="3342282" y="5842809"/>
            <a:ext cx="0" cy="1635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3" name="Google Shape;3253;p57"/>
          <p:cNvCxnSpPr/>
          <p:nvPr/>
        </p:nvCxnSpPr>
        <p:spPr>
          <a:xfrm rot="10800000">
            <a:off x="3248645" y="4860508"/>
            <a:ext cx="0" cy="24812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4" name="Google Shape;3254;p57"/>
          <p:cNvCxnSpPr/>
          <p:nvPr/>
        </p:nvCxnSpPr>
        <p:spPr>
          <a:xfrm>
            <a:off x="5018707" y="5427247"/>
            <a:ext cx="0" cy="62050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255" name="Google Shape;3255;p57"/>
          <p:cNvCxnSpPr/>
          <p:nvPr/>
        </p:nvCxnSpPr>
        <p:spPr>
          <a:xfrm rot="10800000">
            <a:off x="6207745" y="5417721"/>
            <a:ext cx="4762" cy="2206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56" name="Google Shape;3256;p57"/>
          <p:cNvSpPr txBox="1"/>
          <p:nvPr/>
        </p:nvSpPr>
        <p:spPr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3257" name="Google Shape;3257;p57"/>
          <p:cNvGrpSpPr/>
          <p:nvPr/>
        </p:nvGrpSpPr>
        <p:grpSpPr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3258" name="Google Shape;3258;p57"/>
            <p:cNvSpPr txBox="1"/>
            <p:nvPr/>
          </p:nvSpPr>
          <p:spPr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222.222.222.222</a:t>
              </a:r>
              <a:endParaRPr/>
            </a:p>
          </p:txBody>
        </p:sp>
        <p:sp>
          <p:nvSpPr>
            <p:cNvPr id="3259" name="Google Shape;3259;p57"/>
            <p:cNvSpPr txBox="1"/>
            <p:nvPr/>
          </p:nvSpPr>
          <p:spPr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49-BD-D2-C7-56-2A</a:t>
              </a:r>
              <a:endParaRPr/>
            </a:p>
          </p:txBody>
        </p:sp>
      </p:grpSp>
      <p:cxnSp>
        <p:nvCxnSpPr>
          <p:cNvPr id="3260" name="Google Shape;3260;p57"/>
          <p:cNvCxnSpPr/>
          <p:nvPr/>
        </p:nvCxnSpPr>
        <p:spPr>
          <a:xfrm flipH="1" rot="10800000">
            <a:off x="8215932" y="4787483"/>
            <a:ext cx="45085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1" name="Google Shape;3261;p57"/>
          <p:cNvSpPr txBox="1"/>
          <p:nvPr/>
        </p:nvSpPr>
        <p:spPr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222.222.222.221</a:t>
            </a:r>
            <a:endParaRPr/>
          </a:p>
        </p:txBody>
      </p:sp>
      <p:sp>
        <p:nvSpPr>
          <p:cNvPr id="3262" name="Google Shape;3262;p57"/>
          <p:cNvSpPr txBox="1"/>
          <p:nvPr/>
        </p:nvSpPr>
        <p:spPr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88-B2-2F-54-1A-0F</a:t>
            </a:r>
            <a:endParaRPr/>
          </a:p>
        </p:txBody>
      </p:sp>
      <p:cxnSp>
        <p:nvCxnSpPr>
          <p:cNvPr id="3263" name="Google Shape;3263;p57"/>
          <p:cNvCxnSpPr/>
          <p:nvPr/>
        </p:nvCxnSpPr>
        <p:spPr>
          <a:xfrm rot="10800000">
            <a:off x="8156672" y="5684421"/>
            <a:ext cx="267105" cy="2009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4" name="Google Shape;3264;p57"/>
          <p:cNvSpPr/>
          <p:nvPr/>
        </p:nvSpPr>
        <p:spPr>
          <a:xfrm>
            <a:off x="7476157" y="4811296"/>
            <a:ext cx="765175" cy="1081088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5" name="Google Shape;3265;p57"/>
          <p:cNvSpPr txBox="1"/>
          <p:nvPr/>
        </p:nvSpPr>
        <p:spPr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3266" name="Google Shape;3266;p57"/>
          <p:cNvGrpSpPr/>
          <p:nvPr/>
        </p:nvGrpSpPr>
        <p:grpSpPr>
          <a:xfrm>
            <a:off x="5001868" y="5038254"/>
            <a:ext cx="1310632" cy="501151"/>
            <a:chOff x="4909105" y="5767126"/>
            <a:chExt cx="1310632" cy="501151"/>
          </a:xfrm>
        </p:grpSpPr>
        <p:sp>
          <p:nvSpPr>
            <p:cNvPr id="3267" name="Google Shape;3267;p57"/>
            <p:cNvSpPr/>
            <p:nvPr/>
          </p:nvSpPr>
          <p:spPr>
            <a:xfrm rot="5400000">
              <a:off x="6024859" y="5937451"/>
              <a:ext cx="13416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268" name="Google Shape;3268;p57"/>
            <p:cNvSpPr/>
            <p:nvPr/>
          </p:nvSpPr>
          <p:spPr>
            <a:xfrm rot="5400000">
              <a:off x="4966501" y="5940764"/>
              <a:ext cx="140795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3269" name="Google Shape;3269;p57"/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3270" name="Google Shape;3270;p5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271" name="Google Shape;3271;p5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272" name="Google Shape;3272;p5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273" name="Google Shape;3273;p5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4" name="Google Shape;3274;p5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5" name="Google Shape;3275;p5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6" name="Google Shape;3276;p5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277" name="Google Shape;3277;p57"/>
          <p:cNvSpPr/>
          <p:nvPr/>
        </p:nvSpPr>
        <p:spPr>
          <a:xfrm rot="5400000">
            <a:off x="3161022" y="4666815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278" name="Google Shape;3278;p57"/>
          <p:cNvGrpSpPr/>
          <p:nvPr/>
        </p:nvGrpSpPr>
        <p:grpSpPr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descr="desktop_computer_stylized_medium" id="3279" name="Google Shape;3279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0" name="Google Shape;3280;p5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1" name="Google Shape;3281;p57"/>
          <p:cNvSpPr/>
          <p:nvPr/>
        </p:nvSpPr>
        <p:spPr>
          <a:xfrm rot="5400000">
            <a:off x="3271833" y="5687855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282" name="Google Shape;3282;p57"/>
          <p:cNvGrpSpPr/>
          <p:nvPr/>
        </p:nvGrpSpPr>
        <p:grpSpPr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descr="desktop_computer_stylized_medium" id="3283" name="Google Shape;3283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4" name="Google Shape;3284;p5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5" name="Google Shape;3285;p57"/>
          <p:cNvSpPr/>
          <p:nvPr/>
        </p:nvSpPr>
        <p:spPr>
          <a:xfrm rot="5400000">
            <a:off x="8726575" y="4653061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86" name="Google Shape;3286;p57"/>
          <p:cNvSpPr/>
          <p:nvPr/>
        </p:nvSpPr>
        <p:spPr>
          <a:xfrm rot="5400000">
            <a:off x="8496816" y="5784803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287" name="Google Shape;3287;p57"/>
          <p:cNvGrpSpPr/>
          <p:nvPr/>
        </p:nvGrpSpPr>
        <p:grpSpPr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descr="desktop_computer_stylized_medium" id="3288" name="Google Shape;3288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9" name="Google Shape;3289;p5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290" name="Google Shape;3290;p57"/>
          <p:cNvCxnSpPr/>
          <p:nvPr/>
        </p:nvCxnSpPr>
        <p:spPr>
          <a:xfrm rot="10800000">
            <a:off x="8669292" y="4874844"/>
            <a:ext cx="0" cy="44597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91" name="Google Shape;3291;p57"/>
          <p:cNvCxnSpPr/>
          <p:nvPr/>
        </p:nvCxnSpPr>
        <p:spPr>
          <a:xfrm rot="10800000">
            <a:off x="8447023" y="5943807"/>
            <a:ext cx="0" cy="24163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292" name="Google Shape;3292;p57"/>
          <p:cNvGrpSpPr/>
          <p:nvPr/>
        </p:nvGrpSpPr>
        <p:grpSpPr>
          <a:xfrm>
            <a:off x="9360038" y="2716627"/>
            <a:ext cx="928688" cy="1954212"/>
            <a:chOff x="250" y="1380"/>
            <a:chExt cx="585" cy="1231"/>
          </a:xfrm>
        </p:grpSpPr>
        <p:sp>
          <p:nvSpPr>
            <p:cNvPr id="3293" name="Google Shape;3293;p57"/>
            <p:cNvSpPr/>
            <p:nvPr/>
          </p:nvSpPr>
          <p:spPr>
            <a:xfrm>
              <a:off x="250" y="1414"/>
              <a:ext cx="582" cy="1197"/>
            </a:xfrm>
            <a:custGeom>
              <a:rect b="b" l="l" r="r" t="t"/>
              <a:pathLst>
                <a:path extrusionOk="0" h="1197" w="582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4" name="Google Shape;3294;p57"/>
            <p:cNvSpPr/>
            <p:nvPr/>
          </p:nvSpPr>
          <p:spPr>
            <a:xfrm>
              <a:off x="338" y="1399"/>
              <a:ext cx="493" cy="79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5" name="Google Shape;3295;p57"/>
            <p:cNvSpPr txBox="1"/>
            <p:nvPr/>
          </p:nvSpPr>
          <p:spPr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3296" name="Google Shape;3296;p57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7" name="Google Shape;3297;p57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8" name="Google Shape;3298;p57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9" name="Google Shape;3299;p57"/>
            <p:cNvCxnSpPr/>
            <p:nvPr/>
          </p:nvCxnSpPr>
          <p:spPr>
            <a:xfrm>
              <a:off x="330" y="16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300" name="Google Shape;3300;p57"/>
          <p:cNvGrpSpPr/>
          <p:nvPr/>
        </p:nvGrpSpPr>
        <p:grpSpPr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descr="desktop_computer_stylized_medium" id="3301" name="Google Shape;3301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02" name="Google Shape;3302;p5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3" name="Google Shape;3303;p57"/>
          <p:cNvGrpSpPr/>
          <p:nvPr/>
        </p:nvGrpSpPr>
        <p:grpSpPr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3304" name="Google Shape;3304;p57"/>
            <p:cNvSpPr/>
            <p:nvPr/>
          </p:nvSpPr>
          <p:spPr>
            <a:xfrm>
              <a:off x="2838" y="2342"/>
              <a:ext cx="527" cy="514"/>
            </a:xfrm>
            <a:custGeom>
              <a:rect b="b" l="l" r="r" t="t"/>
              <a:pathLst>
                <a:path extrusionOk="0" h="10000" w="9982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1764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5" name="Google Shape;3305;p57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6" name="Google Shape;3306;p57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3307" name="Google Shape;3307;p57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8" name="Google Shape;3308;p57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309" name="Google Shape;3309;p57"/>
          <p:cNvGrpSpPr/>
          <p:nvPr/>
        </p:nvGrpSpPr>
        <p:grpSpPr>
          <a:xfrm>
            <a:off x="6089782" y="2530406"/>
            <a:ext cx="2436813" cy="1519237"/>
            <a:chOff x="3018" y="1445"/>
            <a:chExt cx="1535" cy="957"/>
          </a:xfrm>
        </p:grpSpPr>
        <p:grpSp>
          <p:nvGrpSpPr>
            <p:cNvPr id="3310" name="Google Shape;3310;p57"/>
            <p:cNvGrpSpPr/>
            <p:nvPr/>
          </p:nvGrpSpPr>
          <p:grpSpPr>
            <a:xfrm>
              <a:off x="3286" y="1706"/>
              <a:ext cx="1267" cy="475"/>
              <a:chOff x="1197" y="1669"/>
              <a:chExt cx="1267" cy="475"/>
            </a:xfrm>
          </p:grpSpPr>
          <p:grpSp>
            <p:nvGrpSpPr>
              <p:cNvPr id="3311" name="Google Shape;3311;p57"/>
              <p:cNvGrpSpPr/>
              <p:nvPr/>
            </p:nvGrpSpPr>
            <p:grpSpPr>
              <a:xfrm>
                <a:off x="1337" y="1990"/>
                <a:ext cx="90" cy="154"/>
                <a:chOff x="1337" y="1990"/>
                <a:chExt cx="90" cy="154"/>
              </a:xfrm>
            </p:grpSpPr>
            <p:cxnSp>
              <p:nvCxnSpPr>
                <p:cNvPr id="3312" name="Google Shape;3312;p57"/>
                <p:cNvCxnSpPr/>
                <p:nvPr/>
              </p:nvCxnSpPr>
              <p:spPr>
                <a:xfrm>
                  <a:off x="1337" y="1990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13" name="Google Shape;3313;p57"/>
                <p:cNvCxnSpPr/>
                <p:nvPr/>
              </p:nvCxnSpPr>
              <p:spPr>
                <a:xfrm>
                  <a:off x="1427" y="1992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314" name="Google Shape;3314;p57"/>
              <p:cNvSpPr txBox="1"/>
              <p:nvPr/>
            </p:nvSpPr>
            <p:spPr>
              <a:xfrm>
                <a:off x="1197" y="1669"/>
                <a:ext cx="1267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 src: 111.111.111.111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IP dest: 222.222.222.222</a:t>
                </a:r>
                <a:endParaRPr/>
              </a:p>
            </p:txBody>
          </p:sp>
        </p:grpSp>
        <p:grpSp>
          <p:nvGrpSpPr>
            <p:cNvPr id="3315" name="Google Shape;3315;p57"/>
            <p:cNvGrpSpPr/>
            <p:nvPr/>
          </p:nvGrpSpPr>
          <p:grpSpPr>
            <a:xfrm>
              <a:off x="3018" y="1445"/>
              <a:ext cx="1530" cy="957"/>
              <a:chOff x="931" y="1414"/>
              <a:chExt cx="1530" cy="957"/>
            </a:xfrm>
          </p:grpSpPr>
          <p:sp>
            <p:nvSpPr>
              <p:cNvPr id="3316" name="Google Shape;3316;p57"/>
              <p:cNvSpPr txBox="1"/>
              <p:nvPr/>
            </p:nvSpPr>
            <p:spPr>
              <a:xfrm>
                <a:off x="931" y="1414"/>
                <a:ext cx="1530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MAC src: </a:t>
                </a:r>
                <a:r>
                  <a:rPr b="0" i="0" lang="en-US" sz="12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1A-23-F9-CD-06-9B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MAC dest: </a:t>
                </a:r>
                <a:r>
                  <a:rPr b="0" i="0" lang="en-US" sz="12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omic Sans MS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317" name="Google Shape;3317;p57"/>
              <p:cNvGrpSpPr/>
              <p:nvPr/>
            </p:nvGrpSpPr>
            <p:grpSpPr>
              <a:xfrm>
                <a:off x="981" y="2182"/>
                <a:ext cx="1049" cy="189"/>
                <a:chOff x="2829" y="2040"/>
                <a:chExt cx="1049" cy="189"/>
              </a:xfrm>
            </p:grpSpPr>
            <p:sp>
              <p:nvSpPr>
                <p:cNvPr id="3318" name="Google Shape;3318;p57"/>
                <p:cNvSpPr/>
                <p:nvPr/>
              </p:nvSpPr>
              <p:spPr>
                <a:xfrm>
                  <a:off x="2829" y="2042"/>
                  <a:ext cx="1049" cy="185"/>
                </a:xfrm>
                <a:prstGeom prst="rect">
                  <a:avLst/>
                </a:prstGeom>
                <a:solidFill>
                  <a:srgbClr val="0000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19" name="Google Shape;3319;p57"/>
                <p:cNvSpPr/>
                <p:nvPr/>
              </p:nvSpPr>
              <p:spPr>
                <a:xfrm>
                  <a:off x="3078" y="2060"/>
                  <a:ext cx="691" cy="153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20" name="Google Shape;3320;p57"/>
                <p:cNvCxnSpPr/>
                <p:nvPr/>
              </p:nvCxnSpPr>
              <p:spPr>
                <a:xfrm>
                  <a:off x="3180" y="2063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21" name="Google Shape;3321;p57"/>
                <p:cNvCxnSpPr/>
                <p:nvPr/>
              </p:nvCxnSpPr>
              <p:spPr>
                <a:xfrm>
                  <a:off x="3276" y="2063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22" name="Google Shape;3322;p57"/>
                <p:cNvCxnSpPr/>
                <p:nvPr/>
              </p:nvCxnSpPr>
              <p:spPr>
                <a:xfrm>
                  <a:off x="2910" y="2040"/>
                  <a:ext cx="0" cy="18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23" name="Google Shape;3323;p57"/>
                <p:cNvCxnSpPr/>
                <p:nvPr/>
              </p:nvCxnSpPr>
              <p:spPr>
                <a:xfrm>
                  <a:off x="3006" y="2040"/>
                  <a:ext cx="0" cy="18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3324" name="Google Shape;3324;p57"/>
              <p:cNvCxnSpPr/>
              <p:nvPr/>
            </p:nvCxnSpPr>
            <p:spPr>
              <a:xfrm flipH="1" rot="10800000">
                <a:off x="1018" y="1576"/>
                <a:ext cx="2" cy="70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none"/>
              </a:ln>
            </p:spPr>
          </p:cxnSp>
          <p:cxnSp>
            <p:nvCxnSpPr>
              <p:cNvPr id="3325" name="Google Shape;3325;p57"/>
              <p:cNvCxnSpPr/>
              <p:nvPr/>
            </p:nvCxnSpPr>
            <p:spPr>
              <a:xfrm rot="10800000">
                <a:off x="1106" y="1680"/>
                <a:ext cx="0" cy="59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none"/>
              </a:ln>
            </p:spPr>
          </p:cxnSp>
          <p:cxnSp>
            <p:nvCxnSpPr>
              <p:cNvPr id="3326" name="Google Shape;3326;p57"/>
              <p:cNvCxnSpPr/>
              <p:nvPr/>
            </p:nvCxnSpPr>
            <p:spPr>
              <a:xfrm rot="10800000">
                <a:off x="1276" y="1812"/>
                <a:ext cx="2" cy="47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none"/>
              </a:ln>
            </p:spPr>
          </p:cxnSp>
          <p:cxnSp>
            <p:nvCxnSpPr>
              <p:cNvPr id="3327" name="Google Shape;3327;p57"/>
              <p:cNvCxnSpPr/>
              <p:nvPr/>
            </p:nvCxnSpPr>
            <p:spPr>
              <a:xfrm>
                <a:off x="1368" y="1924"/>
                <a:ext cx="2" cy="3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sp>
        <p:nvSpPr>
          <p:cNvPr id="3328" name="Google Shape;3328;p57"/>
          <p:cNvSpPr/>
          <p:nvPr/>
        </p:nvSpPr>
        <p:spPr>
          <a:xfrm>
            <a:off x="1182960" y="2698439"/>
            <a:ext cx="3707092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transmits link-layer frame</a:t>
            </a:r>
            <a:endParaRPr i="0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9" name="Google Shape;3329;p57"/>
          <p:cNvSpPr/>
          <p:nvPr/>
        </p:nvSpPr>
        <p:spPr>
          <a:xfrm>
            <a:off x="1236521" y="1283045"/>
            <a:ext cx="10571166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determines outgoing interface, passes datagram with IP source A, destination B to link layer </a:t>
            </a:r>
            <a:endParaRPr/>
          </a:p>
        </p:txBody>
      </p:sp>
      <p:sp>
        <p:nvSpPr>
          <p:cNvPr id="3330" name="Google Shape;3330;p57"/>
          <p:cNvSpPr/>
          <p:nvPr/>
        </p:nvSpPr>
        <p:spPr>
          <a:xfrm>
            <a:off x="1222717" y="1945029"/>
            <a:ext cx="10810254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creates link-layer frame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containing A-to-B IP datagram. Frame destination address: </a:t>
            </a: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B's MAC address</a:t>
            </a:r>
            <a:endParaRPr i="0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5" name="Shape 3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6" name="Google Shape;3336;p5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7" name="Google Shape;3337;p5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338" name="Google Shape;3338;p58"/>
          <p:cNvCxnSpPr/>
          <p:nvPr/>
        </p:nvCxnSpPr>
        <p:spPr>
          <a:xfrm>
            <a:off x="4293702" y="5340624"/>
            <a:ext cx="3233531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39" name="Google Shape;3339;p58"/>
          <p:cNvSpPr txBox="1"/>
          <p:nvPr/>
        </p:nvSpPr>
        <p:spPr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i="0" sz="2000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0" name="Google Shape;3340;p58"/>
          <p:cNvSpPr txBox="1"/>
          <p:nvPr/>
        </p:nvSpPr>
        <p:spPr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1A-23-F9-CD-06-9B</a:t>
            </a:r>
            <a:endParaRPr/>
          </a:p>
        </p:txBody>
      </p:sp>
      <p:sp>
        <p:nvSpPr>
          <p:cNvPr id="3341" name="Google Shape;3341;p58"/>
          <p:cNvSpPr txBox="1"/>
          <p:nvPr/>
        </p:nvSpPr>
        <p:spPr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222.222.222.220</a:t>
            </a:r>
            <a:endParaRPr/>
          </a:p>
        </p:txBody>
      </p:sp>
      <p:grpSp>
        <p:nvGrpSpPr>
          <p:cNvPr id="3342" name="Google Shape;3342;p58"/>
          <p:cNvGrpSpPr/>
          <p:nvPr/>
        </p:nvGrpSpPr>
        <p:grpSpPr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3343" name="Google Shape;3343;p58"/>
            <p:cNvSpPr txBox="1"/>
            <p:nvPr/>
          </p:nvSpPr>
          <p:spPr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111.111.111.110</a:t>
              </a:r>
              <a:endParaRPr/>
            </a:p>
          </p:txBody>
        </p:sp>
        <p:sp>
          <p:nvSpPr>
            <p:cNvPr id="3344" name="Google Shape;3344;p58"/>
            <p:cNvSpPr txBox="1"/>
            <p:nvPr/>
          </p:nvSpPr>
          <p:spPr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E6-E9-00-17-BB-4B</a:t>
              </a:r>
              <a:endParaRPr/>
            </a:p>
          </p:txBody>
        </p:sp>
      </p:grpSp>
      <p:sp>
        <p:nvSpPr>
          <p:cNvPr id="3345" name="Google Shape;3345;p58"/>
          <p:cNvSpPr txBox="1"/>
          <p:nvPr/>
        </p:nvSpPr>
        <p:spPr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CC-49-DE-D0-AB-7D</a:t>
            </a:r>
            <a:endParaRPr/>
          </a:p>
        </p:txBody>
      </p:sp>
      <p:sp>
        <p:nvSpPr>
          <p:cNvPr id="3346" name="Google Shape;3346;p58"/>
          <p:cNvSpPr txBox="1"/>
          <p:nvPr/>
        </p:nvSpPr>
        <p:spPr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111.111.111.112</a:t>
            </a:r>
            <a:endParaRPr/>
          </a:p>
        </p:txBody>
      </p:sp>
      <p:sp>
        <p:nvSpPr>
          <p:cNvPr id="3347" name="Google Shape;3347;p58"/>
          <p:cNvSpPr txBox="1"/>
          <p:nvPr/>
        </p:nvSpPr>
        <p:spPr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111.111.111.111</a:t>
            </a:r>
            <a:endParaRPr/>
          </a:p>
        </p:txBody>
      </p:sp>
      <p:sp>
        <p:nvSpPr>
          <p:cNvPr id="3348" name="Google Shape;3348;p58"/>
          <p:cNvSpPr txBox="1"/>
          <p:nvPr/>
        </p:nvSpPr>
        <p:spPr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74-29-9C-E8-FF-55</a:t>
            </a:r>
            <a:endParaRPr/>
          </a:p>
        </p:txBody>
      </p:sp>
      <p:sp>
        <p:nvSpPr>
          <p:cNvPr id="3349" name="Google Shape;3349;p58"/>
          <p:cNvSpPr/>
          <p:nvPr/>
        </p:nvSpPr>
        <p:spPr>
          <a:xfrm>
            <a:off x="3637582" y="4808121"/>
            <a:ext cx="839788" cy="1069975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0" name="Google Shape;3350;p58"/>
          <p:cNvCxnSpPr/>
          <p:nvPr/>
        </p:nvCxnSpPr>
        <p:spPr>
          <a:xfrm>
            <a:off x="3334370" y="4787483"/>
            <a:ext cx="438150" cy="230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1" name="Google Shape;3351;p58"/>
          <p:cNvCxnSpPr/>
          <p:nvPr/>
        </p:nvCxnSpPr>
        <p:spPr>
          <a:xfrm flipH="1" rot="10800000">
            <a:off x="3406935" y="5732045"/>
            <a:ext cx="283036" cy="544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2" name="Google Shape;3352;p58"/>
          <p:cNvCxnSpPr/>
          <p:nvPr/>
        </p:nvCxnSpPr>
        <p:spPr>
          <a:xfrm rot="10800000">
            <a:off x="3342282" y="5842809"/>
            <a:ext cx="0" cy="1635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3" name="Google Shape;3353;p58"/>
          <p:cNvCxnSpPr/>
          <p:nvPr/>
        </p:nvCxnSpPr>
        <p:spPr>
          <a:xfrm rot="10800000">
            <a:off x="3248645" y="4860508"/>
            <a:ext cx="0" cy="24812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4" name="Google Shape;3354;p58"/>
          <p:cNvCxnSpPr/>
          <p:nvPr/>
        </p:nvCxnSpPr>
        <p:spPr>
          <a:xfrm>
            <a:off x="5018707" y="5427247"/>
            <a:ext cx="0" cy="62050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355" name="Google Shape;3355;p58"/>
          <p:cNvCxnSpPr/>
          <p:nvPr/>
        </p:nvCxnSpPr>
        <p:spPr>
          <a:xfrm rot="10800000">
            <a:off x="6207745" y="5417721"/>
            <a:ext cx="4762" cy="2206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56" name="Google Shape;3356;p58"/>
          <p:cNvSpPr txBox="1"/>
          <p:nvPr/>
        </p:nvSpPr>
        <p:spPr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3357" name="Google Shape;3357;p58"/>
          <p:cNvGrpSpPr/>
          <p:nvPr/>
        </p:nvGrpSpPr>
        <p:grpSpPr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3358" name="Google Shape;3358;p58"/>
            <p:cNvSpPr txBox="1"/>
            <p:nvPr/>
          </p:nvSpPr>
          <p:spPr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222.222.222.222</a:t>
              </a:r>
              <a:endParaRPr/>
            </a:p>
          </p:txBody>
        </p:sp>
        <p:sp>
          <p:nvSpPr>
            <p:cNvPr id="3359" name="Google Shape;3359;p58"/>
            <p:cNvSpPr txBox="1"/>
            <p:nvPr/>
          </p:nvSpPr>
          <p:spPr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49-BD-D2-C7-56-2A</a:t>
              </a:r>
              <a:endParaRPr/>
            </a:p>
          </p:txBody>
        </p:sp>
      </p:grpSp>
      <p:cxnSp>
        <p:nvCxnSpPr>
          <p:cNvPr id="3360" name="Google Shape;3360;p58"/>
          <p:cNvCxnSpPr/>
          <p:nvPr/>
        </p:nvCxnSpPr>
        <p:spPr>
          <a:xfrm flipH="1" rot="10800000">
            <a:off x="8215932" y="4787483"/>
            <a:ext cx="45085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1" name="Google Shape;3361;p58"/>
          <p:cNvSpPr txBox="1"/>
          <p:nvPr/>
        </p:nvSpPr>
        <p:spPr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222.222.222.221</a:t>
            </a:r>
            <a:endParaRPr/>
          </a:p>
        </p:txBody>
      </p:sp>
      <p:sp>
        <p:nvSpPr>
          <p:cNvPr id="3362" name="Google Shape;3362;p58"/>
          <p:cNvSpPr txBox="1"/>
          <p:nvPr/>
        </p:nvSpPr>
        <p:spPr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88-B2-2F-54-1A-0F</a:t>
            </a:r>
            <a:endParaRPr/>
          </a:p>
        </p:txBody>
      </p:sp>
      <p:cxnSp>
        <p:nvCxnSpPr>
          <p:cNvPr id="3363" name="Google Shape;3363;p58"/>
          <p:cNvCxnSpPr/>
          <p:nvPr/>
        </p:nvCxnSpPr>
        <p:spPr>
          <a:xfrm rot="10800000">
            <a:off x="8156672" y="5684421"/>
            <a:ext cx="267105" cy="2009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4" name="Google Shape;3364;p58"/>
          <p:cNvSpPr/>
          <p:nvPr/>
        </p:nvSpPr>
        <p:spPr>
          <a:xfrm>
            <a:off x="7476157" y="4811296"/>
            <a:ext cx="765175" cy="1081088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5" name="Google Shape;3365;p58"/>
          <p:cNvSpPr txBox="1"/>
          <p:nvPr/>
        </p:nvSpPr>
        <p:spPr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3366" name="Google Shape;3366;p58"/>
          <p:cNvGrpSpPr/>
          <p:nvPr/>
        </p:nvGrpSpPr>
        <p:grpSpPr>
          <a:xfrm>
            <a:off x="5001868" y="5038254"/>
            <a:ext cx="1310632" cy="501151"/>
            <a:chOff x="4909105" y="5767126"/>
            <a:chExt cx="1310632" cy="501151"/>
          </a:xfrm>
        </p:grpSpPr>
        <p:sp>
          <p:nvSpPr>
            <p:cNvPr id="3367" name="Google Shape;3367;p58"/>
            <p:cNvSpPr/>
            <p:nvPr/>
          </p:nvSpPr>
          <p:spPr>
            <a:xfrm rot="5400000">
              <a:off x="6024859" y="5937451"/>
              <a:ext cx="13416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368" name="Google Shape;3368;p58"/>
            <p:cNvSpPr/>
            <p:nvPr/>
          </p:nvSpPr>
          <p:spPr>
            <a:xfrm rot="5400000">
              <a:off x="4966501" y="5940764"/>
              <a:ext cx="140795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3369" name="Google Shape;3369;p58"/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3370" name="Google Shape;3370;p5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371" name="Google Shape;3371;p5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372" name="Google Shape;3372;p5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373" name="Google Shape;3373;p5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4" name="Google Shape;3374;p5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5" name="Google Shape;3375;p5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6" name="Google Shape;3376;p5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377" name="Google Shape;3377;p58"/>
          <p:cNvSpPr/>
          <p:nvPr/>
        </p:nvSpPr>
        <p:spPr>
          <a:xfrm rot="5400000">
            <a:off x="3161022" y="4666815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378" name="Google Shape;3378;p58"/>
          <p:cNvGrpSpPr/>
          <p:nvPr/>
        </p:nvGrpSpPr>
        <p:grpSpPr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descr="desktop_computer_stylized_medium" id="3379" name="Google Shape;3379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0" name="Google Shape;3380;p5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81" name="Google Shape;3381;p58"/>
          <p:cNvSpPr/>
          <p:nvPr/>
        </p:nvSpPr>
        <p:spPr>
          <a:xfrm rot="5400000">
            <a:off x="3271833" y="5687855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382" name="Google Shape;3382;p58"/>
          <p:cNvGrpSpPr/>
          <p:nvPr/>
        </p:nvGrpSpPr>
        <p:grpSpPr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descr="desktop_computer_stylized_medium" id="3383" name="Google Shape;3383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4" name="Google Shape;3384;p5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85" name="Google Shape;3385;p58"/>
          <p:cNvSpPr/>
          <p:nvPr/>
        </p:nvSpPr>
        <p:spPr>
          <a:xfrm rot="5400000">
            <a:off x="8726575" y="4653061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86" name="Google Shape;3386;p58"/>
          <p:cNvSpPr/>
          <p:nvPr/>
        </p:nvSpPr>
        <p:spPr>
          <a:xfrm rot="5400000">
            <a:off x="8496816" y="5784803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387" name="Google Shape;3387;p58"/>
          <p:cNvGrpSpPr/>
          <p:nvPr/>
        </p:nvGrpSpPr>
        <p:grpSpPr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descr="desktop_computer_stylized_medium" id="3388" name="Google Shape;3388;p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9" name="Google Shape;3389;p5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390" name="Google Shape;3390;p58"/>
          <p:cNvCxnSpPr/>
          <p:nvPr/>
        </p:nvCxnSpPr>
        <p:spPr>
          <a:xfrm rot="10800000">
            <a:off x="8669292" y="4874844"/>
            <a:ext cx="0" cy="44597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91" name="Google Shape;3391;p58"/>
          <p:cNvCxnSpPr/>
          <p:nvPr/>
        </p:nvCxnSpPr>
        <p:spPr>
          <a:xfrm rot="10800000">
            <a:off x="8447023" y="5943807"/>
            <a:ext cx="0" cy="24163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392" name="Google Shape;3392;p58"/>
          <p:cNvGrpSpPr/>
          <p:nvPr/>
        </p:nvGrpSpPr>
        <p:grpSpPr>
          <a:xfrm>
            <a:off x="9360038" y="2716627"/>
            <a:ext cx="928688" cy="1954212"/>
            <a:chOff x="250" y="1380"/>
            <a:chExt cx="585" cy="1231"/>
          </a:xfrm>
        </p:grpSpPr>
        <p:sp>
          <p:nvSpPr>
            <p:cNvPr id="3393" name="Google Shape;3393;p58"/>
            <p:cNvSpPr/>
            <p:nvPr/>
          </p:nvSpPr>
          <p:spPr>
            <a:xfrm>
              <a:off x="250" y="1414"/>
              <a:ext cx="582" cy="1197"/>
            </a:xfrm>
            <a:custGeom>
              <a:rect b="b" l="l" r="r" t="t"/>
              <a:pathLst>
                <a:path extrusionOk="0" h="1197" w="582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4" name="Google Shape;3394;p58"/>
            <p:cNvSpPr/>
            <p:nvPr/>
          </p:nvSpPr>
          <p:spPr>
            <a:xfrm>
              <a:off x="338" y="1399"/>
              <a:ext cx="493" cy="79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5" name="Google Shape;3395;p58"/>
            <p:cNvSpPr txBox="1"/>
            <p:nvPr/>
          </p:nvSpPr>
          <p:spPr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3396" name="Google Shape;3396;p58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97" name="Google Shape;3397;p58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98" name="Google Shape;3398;p58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99" name="Google Shape;3399;p58"/>
            <p:cNvCxnSpPr/>
            <p:nvPr/>
          </p:nvCxnSpPr>
          <p:spPr>
            <a:xfrm>
              <a:off x="330" y="16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400" name="Google Shape;3400;p58"/>
          <p:cNvGrpSpPr/>
          <p:nvPr/>
        </p:nvGrpSpPr>
        <p:grpSpPr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descr="desktop_computer_stylized_medium" id="3401" name="Google Shape;3401;p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02" name="Google Shape;3402;p5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03" name="Google Shape;3403;p58"/>
          <p:cNvGrpSpPr/>
          <p:nvPr/>
        </p:nvGrpSpPr>
        <p:grpSpPr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3404" name="Google Shape;3404;p58"/>
            <p:cNvSpPr/>
            <p:nvPr/>
          </p:nvSpPr>
          <p:spPr>
            <a:xfrm>
              <a:off x="2838" y="2342"/>
              <a:ext cx="527" cy="514"/>
            </a:xfrm>
            <a:custGeom>
              <a:rect b="b" l="l" r="r" t="t"/>
              <a:pathLst>
                <a:path extrusionOk="0" h="10000" w="9982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1764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5" name="Google Shape;3405;p58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6" name="Google Shape;3406;p58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3407" name="Google Shape;3407;p58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08" name="Google Shape;3408;p58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409" name="Google Shape;3409;p58"/>
          <p:cNvSpPr/>
          <p:nvPr/>
        </p:nvSpPr>
        <p:spPr>
          <a:xfrm>
            <a:off x="1236522" y="1283045"/>
            <a:ext cx="7772400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receives frame, extracts IP datagram destination B </a:t>
            </a:r>
            <a:endParaRPr/>
          </a:p>
        </p:txBody>
      </p:sp>
      <p:sp>
        <p:nvSpPr>
          <p:cNvPr id="3410" name="Google Shape;3410;p58"/>
          <p:cNvSpPr/>
          <p:nvPr/>
        </p:nvSpPr>
        <p:spPr>
          <a:xfrm>
            <a:off x="1222717" y="1759501"/>
            <a:ext cx="10810254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passes datagram up protocol stack to IP</a:t>
            </a:r>
            <a:endParaRPr i="0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11" name="Google Shape;3411;p58"/>
          <p:cNvGrpSpPr/>
          <p:nvPr/>
        </p:nvGrpSpPr>
        <p:grpSpPr>
          <a:xfrm>
            <a:off x="8183438" y="2659822"/>
            <a:ext cx="2011363" cy="1082675"/>
            <a:chOff x="1048710" y="2964622"/>
            <a:chExt cx="2011363" cy="1082675"/>
          </a:xfrm>
        </p:grpSpPr>
        <p:grpSp>
          <p:nvGrpSpPr>
            <p:cNvPr id="3412" name="Google Shape;3412;p58"/>
            <p:cNvGrpSpPr/>
            <p:nvPr/>
          </p:nvGrpSpPr>
          <p:grpSpPr>
            <a:xfrm>
              <a:off x="1048710" y="2964622"/>
              <a:ext cx="2011363" cy="754062"/>
              <a:chOff x="1197" y="1669"/>
              <a:chExt cx="1267" cy="475"/>
            </a:xfrm>
          </p:grpSpPr>
          <p:grpSp>
            <p:nvGrpSpPr>
              <p:cNvPr id="3413" name="Google Shape;3413;p58"/>
              <p:cNvGrpSpPr/>
              <p:nvPr/>
            </p:nvGrpSpPr>
            <p:grpSpPr>
              <a:xfrm>
                <a:off x="1337" y="1990"/>
                <a:ext cx="90" cy="154"/>
                <a:chOff x="1337" y="1990"/>
                <a:chExt cx="90" cy="154"/>
              </a:xfrm>
            </p:grpSpPr>
            <p:cxnSp>
              <p:nvCxnSpPr>
                <p:cNvPr id="3414" name="Google Shape;3414;p58"/>
                <p:cNvCxnSpPr/>
                <p:nvPr/>
              </p:nvCxnSpPr>
              <p:spPr>
                <a:xfrm>
                  <a:off x="1337" y="1990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15" name="Google Shape;3415;p58"/>
                <p:cNvCxnSpPr/>
                <p:nvPr/>
              </p:nvCxnSpPr>
              <p:spPr>
                <a:xfrm>
                  <a:off x="1427" y="1992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416" name="Google Shape;3416;p58"/>
              <p:cNvSpPr txBox="1"/>
              <p:nvPr/>
            </p:nvSpPr>
            <p:spPr>
              <a:xfrm>
                <a:off x="1197" y="1669"/>
                <a:ext cx="1267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 src: 111.111.111.111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IP dest: 222.222.222.222</a:t>
                </a:r>
                <a:endParaRPr/>
              </a:p>
            </p:txBody>
          </p:sp>
        </p:grpSp>
        <p:sp>
          <p:nvSpPr>
            <p:cNvPr id="3417" name="Google Shape;3417;p58"/>
            <p:cNvSpPr/>
            <p:nvPr/>
          </p:nvSpPr>
          <p:spPr>
            <a:xfrm>
              <a:off x="1097923" y="3801235"/>
              <a:ext cx="1096963" cy="242887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18" name="Google Shape;3418;p58"/>
            <p:cNvCxnSpPr/>
            <p:nvPr/>
          </p:nvCxnSpPr>
          <p:spPr>
            <a:xfrm>
              <a:off x="1259848" y="3805997"/>
              <a:ext cx="0" cy="241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19" name="Google Shape;3419;p58"/>
            <p:cNvCxnSpPr/>
            <p:nvPr/>
          </p:nvCxnSpPr>
          <p:spPr>
            <a:xfrm>
              <a:off x="1412248" y="3805997"/>
              <a:ext cx="0" cy="241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20" name="Google Shape;3420;p58"/>
            <p:cNvCxnSpPr/>
            <p:nvPr/>
          </p:nvCxnSpPr>
          <p:spPr>
            <a:xfrm rot="10800000">
              <a:off x="1170948" y="3182110"/>
              <a:ext cx="3175" cy="7461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421" name="Google Shape;3421;p58"/>
            <p:cNvCxnSpPr/>
            <p:nvPr/>
          </p:nvCxnSpPr>
          <p:spPr>
            <a:xfrm>
              <a:off x="1316998" y="3359910"/>
              <a:ext cx="3175" cy="5683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6" name="Shape 3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7" name="Google Shape;3427;p5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3428" name="Google Shape;342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3429" name="Google Shape;3429;p59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0" name="Google Shape;3430;p59"/>
          <p:cNvSpPr txBox="1"/>
          <p:nvPr/>
        </p:nvSpPr>
        <p:spPr>
          <a:xfrm>
            <a:off x="1006769" y="1374867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1" name="Google Shape;3431;p5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6" name="Shape 3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7" name="Google Shape;3437;p6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8" name="Google Shape;3438;p6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39" name="Google Shape;3439;p60"/>
          <p:cNvSpPr txBox="1"/>
          <p:nvPr/>
        </p:nvSpPr>
        <p:spPr>
          <a:xfrm>
            <a:off x="976727" y="1289602"/>
            <a:ext cx="10049082" cy="2659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lang="en-US" sz="4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“dominant” wired LAN technology: </a:t>
            </a:r>
            <a:endParaRPr/>
          </a:p>
          <a:p>
            <a:pPr indent="-301625" lvl="0" marL="7461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widely used LAN technology</a:t>
            </a:r>
            <a:endParaRPr/>
          </a:p>
          <a:p>
            <a:pPr indent="-301625" lvl="0" marL="7461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simpler, cheap</a:t>
            </a:r>
            <a:endParaRPr/>
          </a:p>
          <a:p>
            <a:pPr indent="-301625" lvl="0" marL="7461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kept up with speed race: 10 Mbps – 400 Gbps </a:t>
            </a:r>
            <a:endParaRPr/>
          </a:p>
          <a:p>
            <a:pPr indent="-301625" lvl="0" marL="7461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chip, multiple speeds (e.g., Broadcom  BCM5761)</a:t>
            </a:r>
            <a:endParaRPr/>
          </a:p>
          <a:p>
            <a:pPr indent="0" lvl="0" marL="4445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4454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551 metcalfe-enet" id="3440" name="Google Shape;344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8731" y="4185182"/>
            <a:ext cx="4089976" cy="2167236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3441" name="Google Shape;3441;p60"/>
          <p:cNvSpPr txBox="1"/>
          <p:nvPr/>
        </p:nvSpPr>
        <p:spPr>
          <a:xfrm>
            <a:off x="7112743" y="5593291"/>
            <a:ext cx="269386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Metcalfe’s Ethernet sketch</a:t>
            </a:r>
            <a:endParaRPr/>
          </a:p>
        </p:txBody>
      </p:sp>
      <p:sp>
        <p:nvSpPr>
          <p:cNvPr id="3442" name="Google Shape;3442;p60"/>
          <p:cNvSpPr txBox="1"/>
          <p:nvPr/>
        </p:nvSpPr>
        <p:spPr>
          <a:xfrm>
            <a:off x="850006" y="6387921"/>
            <a:ext cx="853554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https://www.uspto.gov/learning-and-resources/journeys-innovation/audio-stories/defying-doubters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7" name="Shape 3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8" name="Google Shape;3448;p6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Ethernet: physical topology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9" name="Google Shape;3449;p6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0" name="Google Shape;3450;p61"/>
          <p:cNvSpPr txBox="1"/>
          <p:nvPr/>
        </p:nvSpPr>
        <p:spPr>
          <a:xfrm>
            <a:off x="1077627" y="1343156"/>
            <a:ext cx="10839554" cy="925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4032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bus: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popular through mid 90s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 in same collision domain (can collide with each other)</a:t>
            </a:r>
            <a:endParaRPr/>
          </a:p>
        </p:txBody>
      </p:sp>
      <p:cxnSp>
        <p:nvCxnSpPr>
          <p:cNvPr id="3451" name="Google Shape;3451;p61"/>
          <p:cNvCxnSpPr/>
          <p:nvPr/>
        </p:nvCxnSpPr>
        <p:spPr>
          <a:xfrm flipH="1">
            <a:off x="4019150" y="4343745"/>
            <a:ext cx="616233" cy="12017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52" name="Google Shape;3452;p61"/>
          <p:cNvSpPr txBox="1"/>
          <p:nvPr/>
        </p:nvSpPr>
        <p:spPr>
          <a:xfrm>
            <a:off x="935445" y="4519515"/>
            <a:ext cx="23583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bus: </a:t>
            </a: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coaxial cable</a:t>
            </a:r>
            <a:endParaRPr/>
          </a:p>
        </p:txBody>
      </p:sp>
      <p:grpSp>
        <p:nvGrpSpPr>
          <p:cNvPr id="3453" name="Google Shape;3453;p61"/>
          <p:cNvGrpSpPr/>
          <p:nvPr/>
        </p:nvGrpSpPr>
        <p:grpSpPr>
          <a:xfrm>
            <a:off x="4166894" y="4287302"/>
            <a:ext cx="468488" cy="103894"/>
            <a:chOff x="3160889" y="5723468"/>
            <a:chExt cx="468488" cy="103894"/>
          </a:xfrm>
        </p:grpSpPr>
        <p:sp>
          <p:nvSpPr>
            <p:cNvPr id="3454" name="Google Shape;3454;p61"/>
            <p:cNvSpPr/>
            <p:nvPr/>
          </p:nvSpPr>
          <p:spPr>
            <a:xfrm rot="5400000">
              <a:off x="3234167" y="565019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3455" name="Google Shape;3455;p61"/>
            <p:cNvCxnSpPr/>
            <p:nvPr/>
          </p:nvCxnSpPr>
          <p:spPr>
            <a:xfrm>
              <a:off x="3403599" y="5774267"/>
              <a:ext cx="22577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456" name="Google Shape;3456;p61"/>
          <p:cNvGrpSpPr/>
          <p:nvPr/>
        </p:nvGrpSpPr>
        <p:grpSpPr>
          <a:xfrm>
            <a:off x="3867737" y="4868680"/>
            <a:ext cx="468488" cy="103894"/>
            <a:chOff x="3160889" y="5723468"/>
            <a:chExt cx="468488" cy="103894"/>
          </a:xfrm>
        </p:grpSpPr>
        <p:sp>
          <p:nvSpPr>
            <p:cNvPr id="3457" name="Google Shape;3457;p61"/>
            <p:cNvSpPr/>
            <p:nvPr/>
          </p:nvSpPr>
          <p:spPr>
            <a:xfrm rot="5400000">
              <a:off x="3234167" y="565019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3458" name="Google Shape;3458;p61"/>
            <p:cNvCxnSpPr/>
            <p:nvPr/>
          </p:nvCxnSpPr>
          <p:spPr>
            <a:xfrm>
              <a:off x="3403599" y="5774267"/>
              <a:ext cx="22577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459" name="Google Shape;3459;p61"/>
          <p:cNvGrpSpPr/>
          <p:nvPr/>
        </p:nvGrpSpPr>
        <p:grpSpPr>
          <a:xfrm>
            <a:off x="3557291" y="5489569"/>
            <a:ext cx="468488" cy="103894"/>
            <a:chOff x="3160889" y="5723468"/>
            <a:chExt cx="468488" cy="103894"/>
          </a:xfrm>
        </p:grpSpPr>
        <p:sp>
          <p:nvSpPr>
            <p:cNvPr id="3460" name="Google Shape;3460;p61"/>
            <p:cNvSpPr/>
            <p:nvPr/>
          </p:nvSpPr>
          <p:spPr>
            <a:xfrm rot="5400000">
              <a:off x="3234167" y="565019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3461" name="Google Shape;3461;p61"/>
            <p:cNvCxnSpPr/>
            <p:nvPr/>
          </p:nvCxnSpPr>
          <p:spPr>
            <a:xfrm>
              <a:off x="3403599" y="5774267"/>
              <a:ext cx="22577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462" name="Google Shape;3462;p61"/>
          <p:cNvGrpSpPr/>
          <p:nvPr/>
        </p:nvGrpSpPr>
        <p:grpSpPr>
          <a:xfrm>
            <a:off x="3030847" y="5135905"/>
            <a:ext cx="640071" cy="517525"/>
            <a:chOff x="-44" y="1473"/>
            <a:chExt cx="981" cy="1105"/>
          </a:xfrm>
        </p:grpSpPr>
        <p:pic>
          <p:nvPicPr>
            <p:cNvPr descr="desktop_computer_stylized_medium" id="3463" name="Google Shape;3463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4" name="Google Shape;3464;p6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65" name="Google Shape;3465;p61"/>
          <p:cNvGrpSpPr/>
          <p:nvPr/>
        </p:nvGrpSpPr>
        <p:grpSpPr>
          <a:xfrm>
            <a:off x="3337407" y="4515020"/>
            <a:ext cx="640071" cy="517525"/>
            <a:chOff x="-44" y="1473"/>
            <a:chExt cx="981" cy="1105"/>
          </a:xfrm>
        </p:grpSpPr>
        <p:pic>
          <p:nvPicPr>
            <p:cNvPr descr="desktop_computer_stylized_medium" id="3466" name="Google Shape;3466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7" name="Google Shape;3467;p6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68" name="Google Shape;3468;p61"/>
          <p:cNvGrpSpPr/>
          <p:nvPr/>
        </p:nvGrpSpPr>
        <p:grpSpPr>
          <a:xfrm>
            <a:off x="3621571" y="3937346"/>
            <a:ext cx="640071" cy="517525"/>
            <a:chOff x="-44" y="1473"/>
            <a:chExt cx="981" cy="1105"/>
          </a:xfrm>
        </p:grpSpPr>
        <p:pic>
          <p:nvPicPr>
            <p:cNvPr descr="desktop_computer_stylized_medium" id="3469" name="Google Shape;3469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0" name="Google Shape;3470;p6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71" name="Google Shape;3471;p61"/>
          <p:cNvGrpSpPr/>
          <p:nvPr/>
        </p:nvGrpSpPr>
        <p:grpSpPr>
          <a:xfrm rot="10800000">
            <a:off x="4121737" y="5286369"/>
            <a:ext cx="468488" cy="103894"/>
            <a:chOff x="3160889" y="5723468"/>
            <a:chExt cx="468488" cy="103894"/>
          </a:xfrm>
        </p:grpSpPr>
        <p:sp>
          <p:nvSpPr>
            <p:cNvPr id="3472" name="Google Shape;3472;p61"/>
            <p:cNvSpPr/>
            <p:nvPr/>
          </p:nvSpPr>
          <p:spPr>
            <a:xfrm rot="5400000">
              <a:off x="3234167" y="565019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3473" name="Google Shape;3473;p61"/>
            <p:cNvCxnSpPr/>
            <p:nvPr/>
          </p:nvCxnSpPr>
          <p:spPr>
            <a:xfrm>
              <a:off x="3403599" y="5774267"/>
              <a:ext cx="22577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474" name="Google Shape;3474;p61"/>
          <p:cNvGrpSpPr/>
          <p:nvPr/>
        </p:nvGrpSpPr>
        <p:grpSpPr>
          <a:xfrm rot="10800000">
            <a:off x="4466048" y="4620324"/>
            <a:ext cx="468488" cy="103894"/>
            <a:chOff x="3160889" y="5723468"/>
            <a:chExt cx="468488" cy="103894"/>
          </a:xfrm>
        </p:grpSpPr>
        <p:sp>
          <p:nvSpPr>
            <p:cNvPr id="3475" name="Google Shape;3475;p61"/>
            <p:cNvSpPr/>
            <p:nvPr/>
          </p:nvSpPr>
          <p:spPr>
            <a:xfrm rot="5400000">
              <a:off x="3234167" y="565019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3476" name="Google Shape;3476;p61"/>
            <p:cNvCxnSpPr/>
            <p:nvPr/>
          </p:nvCxnSpPr>
          <p:spPr>
            <a:xfrm>
              <a:off x="3403599" y="5774267"/>
              <a:ext cx="22577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477" name="Google Shape;3477;p61"/>
          <p:cNvGrpSpPr/>
          <p:nvPr/>
        </p:nvGrpSpPr>
        <p:grpSpPr>
          <a:xfrm>
            <a:off x="4620460" y="4390841"/>
            <a:ext cx="711200" cy="601662"/>
            <a:chOff x="-44" y="1473"/>
            <a:chExt cx="981" cy="1105"/>
          </a:xfrm>
        </p:grpSpPr>
        <p:pic>
          <p:nvPicPr>
            <p:cNvPr descr="desktop_computer_stylized_medium" id="3478" name="Google Shape;3478;p6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9" name="Google Shape;3479;p6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0" name="Google Shape;3480;p61"/>
          <p:cNvGrpSpPr/>
          <p:nvPr/>
        </p:nvGrpSpPr>
        <p:grpSpPr>
          <a:xfrm>
            <a:off x="4283912" y="5056708"/>
            <a:ext cx="711200" cy="600075"/>
            <a:chOff x="-44" y="1473"/>
            <a:chExt cx="981" cy="1105"/>
          </a:xfrm>
        </p:grpSpPr>
        <p:pic>
          <p:nvPicPr>
            <p:cNvPr descr="desktop_computer_stylized_medium" id="3481" name="Google Shape;3481;p6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2" name="Google Shape;3482;p6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3" name="Google Shape;3483;p61"/>
          <p:cNvGrpSpPr/>
          <p:nvPr/>
        </p:nvGrpSpPr>
        <p:grpSpPr>
          <a:xfrm>
            <a:off x="6296294" y="3889527"/>
            <a:ext cx="4903947" cy="2516574"/>
            <a:chOff x="6296294" y="3889527"/>
            <a:chExt cx="4903947" cy="2516574"/>
          </a:xfrm>
        </p:grpSpPr>
        <p:cxnSp>
          <p:nvCxnSpPr>
            <p:cNvPr id="3484" name="Google Shape;3484;p61"/>
            <p:cNvCxnSpPr>
              <a:stCxn id="3485" idx="2"/>
            </p:cNvCxnSpPr>
            <p:nvPr/>
          </p:nvCxnSpPr>
          <p:spPr>
            <a:xfrm>
              <a:off x="7906770" y="4630890"/>
              <a:ext cx="2100" cy="1260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86" name="Google Shape;3486;p61"/>
            <p:cNvCxnSpPr/>
            <p:nvPr/>
          </p:nvCxnSpPr>
          <p:spPr>
            <a:xfrm>
              <a:off x="6945441" y="5100170"/>
              <a:ext cx="214487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87" name="Google Shape;3487;p61"/>
            <p:cNvSpPr txBox="1"/>
            <p:nvPr/>
          </p:nvSpPr>
          <p:spPr>
            <a:xfrm>
              <a:off x="9900333" y="4512570"/>
              <a:ext cx="12999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switched</a:t>
              </a:r>
              <a:endParaRPr/>
            </a:p>
          </p:txBody>
        </p:sp>
        <p:sp>
          <p:nvSpPr>
            <p:cNvPr id="3488" name="Google Shape;3488;p61"/>
            <p:cNvSpPr/>
            <p:nvPr/>
          </p:nvSpPr>
          <p:spPr>
            <a:xfrm rot="5400000">
              <a:off x="6970879" y="497609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489" name="Google Shape;3489;p61"/>
            <p:cNvGrpSpPr/>
            <p:nvPr/>
          </p:nvGrpSpPr>
          <p:grpSpPr>
            <a:xfrm>
              <a:off x="6296294" y="4615439"/>
              <a:ext cx="768201" cy="646029"/>
              <a:chOff x="-44" y="1473"/>
              <a:chExt cx="981" cy="1105"/>
            </a:xfrm>
          </p:grpSpPr>
          <p:pic>
            <p:nvPicPr>
              <p:cNvPr descr="desktop_computer_stylized_medium" id="3490" name="Google Shape;3490;p6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91" name="Google Shape;3491;p6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92" name="Google Shape;3492;p61"/>
            <p:cNvSpPr/>
            <p:nvPr/>
          </p:nvSpPr>
          <p:spPr>
            <a:xfrm rot="5400000">
              <a:off x="8836293" y="496987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3493" name="Google Shape;3493;p61"/>
            <p:cNvGrpSpPr/>
            <p:nvPr/>
          </p:nvGrpSpPr>
          <p:grpSpPr>
            <a:xfrm>
              <a:off x="8674892" y="4777169"/>
              <a:ext cx="768201" cy="646029"/>
              <a:chOff x="-44" y="1473"/>
              <a:chExt cx="981" cy="1105"/>
            </a:xfrm>
          </p:grpSpPr>
          <p:pic>
            <p:nvPicPr>
              <p:cNvPr descr="desktop_computer_stylized_medium" id="3494" name="Google Shape;3494;p6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95" name="Google Shape;3495;p6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96" name="Google Shape;3496;p61"/>
            <p:cNvSpPr/>
            <p:nvPr/>
          </p:nvSpPr>
          <p:spPr>
            <a:xfrm rot="10800000">
              <a:off x="7861470" y="566974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497" name="Google Shape;3497;p61"/>
            <p:cNvGrpSpPr/>
            <p:nvPr/>
          </p:nvGrpSpPr>
          <p:grpSpPr>
            <a:xfrm>
              <a:off x="7367278" y="5760072"/>
              <a:ext cx="768201" cy="646029"/>
              <a:chOff x="-44" y="1473"/>
              <a:chExt cx="981" cy="1105"/>
            </a:xfrm>
          </p:grpSpPr>
          <p:pic>
            <p:nvPicPr>
              <p:cNvPr descr="desktop_computer_stylized_medium" id="3498" name="Google Shape;3498;p6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99" name="Google Shape;3499;p6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00" name="Google Shape;3500;p61"/>
            <p:cNvSpPr/>
            <p:nvPr/>
          </p:nvSpPr>
          <p:spPr>
            <a:xfrm rot="10800000">
              <a:off x="7859915" y="438844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501" name="Google Shape;3501;p61"/>
            <p:cNvGrpSpPr/>
            <p:nvPr/>
          </p:nvGrpSpPr>
          <p:grpSpPr>
            <a:xfrm>
              <a:off x="7480526" y="3889527"/>
              <a:ext cx="852487" cy="741363"/>
              <a:chOff x="-44" y="1473"/>
              <a:chExt cx="981" cy="1105"/>
            </a:xfrm>
          </p:grpSpPr>
          <p:pic>
            <p:nvPicPr>
              <p:cNvPr descr="desktop_computer_stylized_medium" id="3485" name="Google Shape;3485;p6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02" name="Google Shape;3502;p6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03" name="Google Shape;3503;p61"/>
            <p:cNvGrpSpPr/>
            <p:nvPr/>
          </p:nvGrpSpPr>
          <p:grpSpPr>
            <a:xfrm>
              <a:off x="7642010" y="4950839"/>
              <a:ext cx="561892" cy="329289"/>
              <a:chOff x="3668110" y="2448910"/>
              <a:chExt cx="3794234" cy="2165130"/>
            </a:xfrm>
          </p:grpSpPr>
          <p:sp>
            <p:nvSpPr>
              <p:cNvPr id="3504" name="Google Shape;3504;p61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5" name="Google Shape;3505;p61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06" name="Google Shape;3506;p61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507" name="Google Shape;3507;p61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8" name="Google Shape;3508;p61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9" name="Google Shape;3509;p61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0" name="Google Shape;3510;p61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511" name="Google Shape;3511;p61"/>
          <p:cNvSpPr txBox="1"/>
          <p:nvPr/>
        </p:nvSpPr>
        <p:spPr>
          <a:xfrm>
            <a:off x="1067981" y="2097440"/>
            <a:ext cx="10839554" cy="1641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4032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switched: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prevails today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active link-layer 2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center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“spoke” runs a (separate) Ethernet protocol (nodes do not collide with each other)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6" name="Shape 3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7" name="Google Shape;3517;p62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Ethernet frame structure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8" name="Google Shape;3518;p6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19" name="Google Shape;3519;p62"/>
          <p:cNvSpPr txBox="1"/>
          <p:nvPr/>
        </p:nvSpPr>
        <p:spPr>
          <a:xfrm>
            <a:off x="1057198" y="1399863"/>
            <a:ext cx="11134802" cy="223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sending interface encapsulates IP datagram (or other network layer protocol packet) in 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Ethernet frame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20" name="Google Shape;3520;p62"/>
          <p:cNvGrpSpPr/>
          <p:nvPr/>
        </p:nvGrpSpPr>
        <p:grpSpPr>
          <a:xfrm>
            <a:off x="2745256" y="2328343"/>
            <a:ext cx="7867779" cy="1104405"/>
            <a:chOff x="940711" y="4902593"/>
            <a:chExt cx="6291001" cy="992895"/>
          </a:xfrm>
        </p:grpSpPr>
        <p:cxnSp>
          <p:nvCxnSpPr>
            <p:cNvPr id="3521" name="Google Shape;3521;p62"/>
            <p:cNvCxnSpPr/>
            <p:nvPr/>
          </p:nvCxnSpPr>
          <p:spPr>
            <a:xfrm>
              <a:off x="3570934" y="5199463"/>
              <a:ext cx="0" cy="204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22" name="Google Shape;3522;p62"/>
            <p:cNvSpPr/>
            <p:nvPr/>
          </p:nvSpPr>
          <p:spPr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23" name="Google Shape;3523;p62"/>
            <p:cNvCxnSpPr/>
            <p:nvPr/>
          </p:nvCxnSpPr>
          <p:spPr>
            <a:xfrm>
              <a:off x="1970955" y="5262636"/>
              <a:ext cx="0" cy="550375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4" name="Google Shape;3524;p62"/>
            <p:cNvCxnSpPr/>
            <p:nvPr/>
          </p:nvCxnSpPr>
          <p:spPr>
            <a:xfrm>
              <a:off x="2701175" y="5265808"/>
              <a:ext cx="0" cy="583683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5" name="Google Shape;3525;p62"/>
            <p:cNvCxnSpPr/>
            <p:nvPr/>
          </p:nvCxnSpPr>
          <p:spPr>
            <a:xfrm>
              <a:off x="3429808" y="5270567"/>
              <a:ext cx="0" cy="548789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6" name="Google Shape;3526;p62"/>
            <p:cNvCxnSpPr/>
            <p:nvPr/>
          </p:nvCxnSpPr>
          <p:spPr>
            <a:xfrm>
              <a:off x="3683797" y="5265808"/>
              <a:ext cx="0" cy="58051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7" name="Google Shape;3527;p62"/>
            <p:cNvCxnSpPr/>
            <p:nvPr/>
          </p:nvCxnSpPr>
          <p:spPr>
            <a:xfrm>
              <a:off x="5650628" y="5272152"/>
              <a:ext cx="0" cy="62333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28" name="Google Shape;3528;p62"/>
            <p:cNvSpPr txBox="1"/>
            <p:nvPr/>
          </p:nvSpPr>
          <p:spPr>
            <a:xfrm>
              <a:off x="1927355" y="5375236"/>
              <a:ext cx="844810" cy="32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dest.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3529" name="Google Shape;3529;p62"/>
            <p:cNvSpPr txBox="1"/>
            <p:nvPr/>
          </p:nvSpPr>
          <p:spPr>
            <a:xfrm>
              <a:off x="2652391" y="5379038"/>
              <a:ext cx="844810" cy="32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3530" name="Google Shape;3530;p62"/>
            <p:cNvSpPr txBox="1"/>
            <p:nvPr/>
          </p:nvSpPr>
          <p:spPr>
            <a:xfrm>
              <a:off x="3969632" y="5447787"/>
              <a:ext cx="1377407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(payload)</a:t>
              </a:r>
              <a:endParaRPr/>
            </a:p>
          </p:txBody>
        </p:sp>
        <p:sp>
          <p:nvSpPr>
            <p:cNvPr id="3531" name="Google Shape;3531;p62"/>
            <p:cNvSpPr txBox="1"/>
            <p:nvPr/>
          </p:nvSpPr>
          <p:spPr>
            <a:xfrm>
              <a:off x="5941065" y="5431291"/>
              <a:ext cx="855572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CRC</a:t>
              </a:r>
              <a:endParaRPr/>
            </a:p>
          </p:txBody>
        </p:sp>
        <p:sp>
          <p:nvSpPr>
            <p:cNvPr id="3532" name="Google Shape;3532;p62"/>
            <p:cNvSpPr txBox="1"/>
            <p:nvPr/>
          </p:nvSpPr>
          <p:spPr>
            <a:xfrm>
              <a:off x="940711" y="5468237"/>
              <a:ext cx="1070128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preamble</a:t>
              </a:r>
              <a:endParaRPr/>
            </a:p>
          </p:txBody>
        </p:sp>
        <p:sp>
          <p:nvSpPr>
            <p:cNvPr id="3533" name="Google Shape;3533;p62"/>
            <p:cNvSpPr txBox="1"/>
            <p:nvPr/>
          </p:nvSpPr>
          <p:spPr>
            <a:xfrm>
              <a:off x="3321504" y="4902593"/>
              <a:ext cx="770260" cy="2923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type</a:t>
              </a:r>
              <a:endParaRPr/>
            </a:p>
          </p:txBody>
        </p:sp>
      </p:grpSp>
      <p:sp>
        <p:nvSpPr>
          <p:cNvPr id="3534" name="Google Shape;3534;p62"/>
          <p:cNvSpPr txBox="1"/>
          <p:nvPr/>
        </p:nvSpPr>
        <p:spPr>
          <a:xfrm>
            <a:off x="1057198" y="3867200"/>
            <a:ext cx="11134802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preamble: </a:t>
            </a:r>
            <a:endParaRPr/>
          </a:p>
          <a:p>
            <a:pPr indent="-233362" lvl="0" marL="4651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used to synchronize receiver, sender clock rates</a:t>
            </a:r>
            <a:endParaRPr/>
          </a:p>
          <a:p>
            <a:pPr indent="-233362" lvl="0" marL="4651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bytes of 10101010 followed by one byte of 10101011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9" name="Shape 3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0" name="Google Shape;3540;p6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Ethernet frame structure </a:t>
            </a:r>
            <a:r>
              <a:rPr b="0" lang="en-US" sz="36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(more)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1" name="Google Shape;3541;p6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542" name="Google Shape;3542;p63"/>
          <p:cNvGrpSpPr/>
          <p:nvPr/>
        </p:nvGrpSpPr>
        <p:grpSpPr>
          <a:xfrm>
            <a:off x="2190620" y="1294021"/>
            <a:ext cx="7867779" cy="1104405"/>
            <a:chOff x="940711" y="4902593"/>
            <a:chExt cx="6291001" cy="992895"/>
          </a:xfrm>
        </p:grpSpPr>
        <p:cxnSp>
          <p:nvCxnSpPr>
            <p:cNvPr id="3543" name="Google Shape;3543;p63"/>
            <p:cNvCxnSpPr/>
            <p:nvPr/>
          </p:nvCxnSpPr>
          <p:spPr>
            <a:xfrm>
              <a:off x="3570934" y="5199463"/>
              <a:ext cx="0" cy="204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44" name="Google Shape;3544;p63"/>
            <p:cNvSpPr/>
            <p:nvPr/>
          </p:nvSpPr>
          <p:spPr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45" name="Google Shape;3545;p63"/>
            <p:cNvCxnSpPr/>
            <p:nvPr/>
          </p:nvCxnSpPr>
          <p:spPr>
            <a:xfrm>
              <a:off x="1970955" y="5262636"/>
              <a:ext cx="0" cy="550375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6" name="Google Shape;3546;p63"/>
            <p:cNvCxnSpPr/>
            <p:nvPr/>
          </p:nvCxnSpPr>
          <p:spPr>
            <a:xfrm>
              <a:off x="2701175" y="5265808"/>
              <a:ext cx="0" cy="583683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7" name="Google Shape;3547;p63"/>
            <p:cNvCxnSpPr/>
            <p:nvPr/>
          </p:nvCxnSpPr>
          <p:spPr>
            <a:xfrm>
              <a:off x="3429808" y="5270567"/>
              <a:ext cx="0" cy="548789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8" name="Google Shape;3548;p63"/>
            <p:cNvCxnSpPr/>
            <p:nvPr/>
          </p:nvCxnSpPr>
          <p:spPr>
            <a:xfrm>
              <a:off x="3683797" y="5265808"/>
              <a:ext cx="0" cy="58051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9" name="Google Shape;3549;p63"/>
            <p:cNvCxnSpPr/>
            <p:nvPr/>
          </p:nvCxnSpPr>
          <p:spPr>
            <a:xfrm>
              <a:off x="5650628" y="5272152"/>
              <a:ext cx="0" cy="62333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50" name="Google Shape;3550;p63"/>
            <p:cNvSpPr txBox="1"/>
            <p:nvPr/>
          </p:nvSpPr>
          <p:spPr>
            <a:xfrm>
              <a:off x="1927355" y="5375236"/>
              <a:ext cx="844810" cy="32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dest.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3551" name="Google Shape;3551;p63"/>
            <p:cNvSpPr txBox="1"/>
            <p:nvPr/>
          </p:nvSpPr>
          <p:spPr>
            <a:xfrm>
              <a:off x="2652391" y="5379038"/>
              <a:ext cx="844810" cy="32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3552" name="Google Shape;3552;p63"/>
            <p:cNvSpPr txBox="1"/>
            <p:nvPr/>
          </p:nvSpPr>
          <p:spPr>
            <a:xfrm>
              <a:off x="3969632" y="5447787"/>
              <a:ext cx="1377407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(payload)</a:t>
              </a:r>
              <a:endParaRPr/>
            </a:p>
          </p:txBody>
        </p:sp>
        <p:sp>
          <p:nvSpPr>
            <p:cNvPr id="3553" name="Google Shape;3553;p63"/>
            <p:cNvSpPr txBox="1"/>
            <p:nvPr/>
          </p:nvSpPr>
          <p:spPr>
            <a:xfrm>
              <a:off x="5941065" y="5431291"/>
              <a:ext cx="855572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CRC</a:t>
              </a:r>
              <a:endParaRPr/>
            </a:p>
          </p:txBody>
        </p:sp>
        <p:sp>
          <p:nvSpPr>
            <p:cNvPr id="3554" name="Google Shape;3554;p63"/>
            <p:cNvSpPr txBox="1"/>
            <p:nvPr/>
          </p:nvSpPr>
          <p:spPr>
            <a:xfrm>
              <a:off x="940711" y="5468237"/>
              <a:ext cx="1070128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preamble</a:t>
              </a:r>
              <a:endParaRPr/>
            </a:p>
          </p:txBody>
        </p:sp>
        <p:sp>
          <p:nvSpPr>
            <p:cNvPr id="3555" name="Google Shape;3555;p63"/>
            <p:cNvSpPr txBox="1"/>
            <p:nvPr/>
          </p:nvSpPr>
          <p:spPr>
            <a:xfrm>
              <a:off x="3321504" y="4902593"/>
              <a:ext cx="770260" cy="2923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type</a:t>
              </a:r>
              <a:endParaRPr/>
            </a:p>
          </p:txBody>
        </p:sp>
      </p:grpSp>
      <p:sp>
        <p:nvSpPr>
          <p:cNvPr id="3556" name="Google Shape;3556;p63"/>
          <p:cNvSpPr txBox="1"/>
          <p:nvPr/>
        </p:nvSpPr>
        <p:spPr>
          <a:xfrm>
            <a:off x="918616" y="2738516"/>
            <a:ext cx="11273384" cy="41194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addresses: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byte source, destination MAC addresses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adapter receives frame with matching destination address, or with broadcast address (e.g., ARP packet), it passes data in frame to network layer protocol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otherwise, adapter discards frame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type: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indicates higher layer protocol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mostly IP but others possible, e.g., Novell IPX, AppleTalk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to demultiplex up at receiver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CRC: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cyclic redundancy check at receiver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detected: frame is dropped</a:t>
            </a:r>
            <a:endParaRPr/>
          </a:p>
        </p:txBody>
      </p:sp>
      <p:sp>
        <p:nvSpPr>
          <p:cNvPr id="3557" name="Google Shape;3557;p63"/>
          <p:cNvSpPr/>
          <p:nvPr/>
        </p:nvSpPr>
        <p:spPr>
          <a:xfrm>
            <a:off x="3414532" y="1446835"/>
            <a:ext cx="1898248" cy="1111170"/>
          </a:xfrm>
          <a:prstGeom prst="ellipse">
            <a:avLst/>
          </a:prstGeom>
          <a:noFill/>
          <a:ln cap="flat" cmpd="sng" w="349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8" name="Google Shape;3558;p63"/>
          <p:cNvSpPr/>
          <p:nvPr/>
        </p:nvSpPr>
        <p:spPr>
          <a:xfrm>
            <a:off x="8081059" y="1471913"/>
            <a:ext cx="1965766" cy="1111170"/>
          </a:xfrm>
          <a:prstGeom prst="ellipse">
            <a:avLst/>
          </a:prstGeom>
          <a:noFill/>
          <a:ln cap="flat" cmpd="sng" w="349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9" name="Google Shape;3559;p63"/>
          <p:cNvSpPr/>
          <p:nvPr/>
        </p:nvSpPr>
        <p:spPr>
          <a:xfrm rot="-5400000">
            <a:off x="4780345" y="1551006"/>
            <a:ext cx="1365815" cy="856525"/>
          </a:xfrm>
          <a:prstGeom prst="ellipse">
            <a:avLst/>
          </a:prstGeom>
          <a:noFill/>
          <a:ln cap="flat" cmpd="sng" w="349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4" name="Shape 3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5" name="Google Shape;3565;p6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Ethernet: unreliable, connectionless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6" name="Google Shape;3566;p6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7" name="Google Shape;3567;p64"/>
          <p:cNvSpPr txBox="1"/>
          <p:nvPr/>
        </p:nvSpPr>
        <p:spPr>
          <a:xfrm>
            <a:off x="989351" y="1600200"/>
            <a:ext cx="1023828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connectionless: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handshaking between sending and receiving NICs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unreliable: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receiving NIC doesn’t send ACKs or NAKs to sending NIC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in dropped frames recovered only if initial sender uses higher layer rdt (e.g., TCP), otherwise dropped data lost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Ethernet’s MAC protocol: unslotted </a:t>
            </a: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CSMA/CD with binary backoff</a:t>
            </a:r>
            <a:endParaRPr sz="32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2" name="Shape 3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" name="Google Shape;3573;p6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802.3 Ethernet standards: link &amp; physical layers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4" name="Google Shape;3574;p6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5" name="Google Shape;3575;p65"/>
          <p:cNvSpPr txBox="1"/>
          <p:nvPr/>
        </p:nvSpPr>
        <p:spPr>
          <a:xfrm>
            <a:off x="904153" y="3044936"/>
            <a:ext cx="11197652" cy="4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4163" lvl="1" marL="522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physical layer media: fiber, cable</a:t>
            </a:r>
            <a:endParaRPr/>
          </a:p>
          <a:p>
            <a:pPr indent="-1397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76" name="Google Shape;3576;p65"/>
          <p:cNvSpPr/>
          <p:nvPr/>
        </p:nvSpPr>
        <p:spPr>
          <a:xfrm>
            <a:off x="3847736" y="4045132"/>
            <a:ext cx="1393825" cy="1527175"/>
          </a:xfrm>
          <a:custGeom>
            <a:rect b="b" l="l" r="r" t="t"/>
            <a:pathLst>
              <a:path extrusionOk="0" h="962" w="878">
                <a:moveTo>
                  <a:pt x="851" y="0"/>
                </a:moveTo>
                <a:lnTo>
                  <a:pt x="0" y="622"/>
                </a:lnTo>
                <a:lnTo>
                  <a:pt x="7" y="962"/>
                </a:lnTo>
                <a:lnTo>
                  <a:pt x="878" y="960"/>
                </a:lnTo>
                <a:lnTo>
                  <a:pt x="851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77" name="Google Shape;3577;p65"/>
          <p:cNvGrpSpPr/>
          <p:nvPr/>
        </p:nvGrpSpPr>
        <p:grpSpPr>
          <a:xfrm>
            <a:off x="2552336" y="4178480"/>
            <a:ext cx="1300163" cy="1477962"/>
            <a:chOff x="921" y="797"/>
            <a:chExt cx="819" cy="931"/>
          </a:xfrm>
        </p:grpSpPr>
        <p:sp>
          <p:nvSpPr>
            <p:cNvPr id="3578" name="Google Shape;3578;p65"/>
            <p:cNvSpPr/>
            <p:nvPr/>
          </p:nvSpPr>
          <p:spPr>
            <a:xfrm>
              <a:off x="924" y="810"/>
              <a:ext cx="816" cy="86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9" name="Google Shape;3579;p65"/>
            <p:cNvSpPr txBox="1"/>
            <p:nvPr/>
          </p:nvSpPr>
          <p:spPr>
            <a:xfrm>
              <a:off x="937" y="797"/>
              <a:ext cx="773" cy="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  <p:cxnSp>
          <p:nvCxnSpPr>
            <p:cNvPr id="3580" name="Google Shape;3580;p65"/>
            <p:cNvCxnSpPr/>
            <p:nvPr/>
          </p:nvCxnSpPr>
          <p:spPr>
            <a:xfrm>
              <a:off x="924" y="993"/>
              <a:ext cx="816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81" name="Google Shape;3581;p65"/>
            <p:cNvCxnSpPr/>
            <p:nvPr/>
          </p:nvCxnSpPr>
          <p:spPr>
            <a:xfrm>
              <a:off x="924" y="1167"/>
              <a:ext cx="816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82" name="Google Shape;3582;p65"/>
            <p:cNvCxnSpPr/>
            <p:nvPr/>
          </p:nvCxnSpPr>
          <p:spPr>
            <a:xfrm>
              <a:off x="921" y="1344"/>
              <a:ext cx="816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83" name="Google Shape;3583;p65"/>
            <p:cNvCxnSpPr/>
            <p:nvPr/>
          </p:nvCxnSpPr>
          <p:spPr>
            <a:xfrm>
              <a:off x="926" y="1501"/>
              <a:ext cx="808" cy="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84" name="Google Shape;3584;p65"/>
            <p:cNvCxnSpPr/>
            <p:nvPr/>
          </p:nvCxnSpPr>
          <p:spPr>
            <a:xfrm>
              <a:off x="926" y="1552"/>
              <a:ext cx="0" cy="10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585" name="Google Shape;3585;p65"/>
            <p:cNvCxnSpPr/>
            <p:nvPr/>
          </p:nvCxnSpPr>
          <p:spPr>
            <a:xfrm>
              <a:off x="1739" y="1541"/>
              <a:ext cx="0" cy="10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3586" name="Google Shape;3586;p65"/>
          <p:cNvSpPr/>
          <p:nvPr/>
        </p:nvSpPr>
        <p:spPr>
          <a:xfrm>
            <a:off x="5205049" y="4008619"/>
            <a:ext cx="4195762" cy="1568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7" name="Google Shape;3587;p65"/>
          <p:cNvCxnSpPr/>
          <p:nvPr/>
        </p:nvCxnSpPr>
        <p:spPr>
          <a:xfrm>
            <a:off x="5219336" y="4673782"/>
            <a:ext cx="4178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8" name="Google Shape;3588;p65"/>
          <p:cNvSpPr txBox="1"/>
          <p:nvPr/>
        </p:nvSpPr>
        <p:spPr>
          <a:xfrm>
            <a:off x="6336078" y="4049894"/>
            <a:ext cx="183845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 protocol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frame format</a:t>
            </a:r>
            <a:endParaRPr/>
          </a:p>
        </p:txBody>
      </p:sp>
      <p:sp>
        <p:nvSpPr>
          <p:cNvPr id="3589" name="Google Shape;3589;p65"/>
          <p:cNvSpPr txBox="1"/>
          <p:nvPr/>
        </p:nvSpPr>
        <p:spPr>
          <a:xfrm>
            <a:off x="5373324" y="4764269"/>
            <a:ext cx="1191352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100BASE-TX</a:t>
            </a:r>
            <a:endParaRPr/>
          </a:p>
        </p:txBody>
      </p:sp>
      <p:sp>
        <p:nvSpPr>
          <p:cNvPr id="3590" name="Google Shape;3590;p65"/>
          <p:cNvSpPr txBox="1"/>
          <p:nvPr/>
        </p:nvSpPr>
        <p:spPr>
          <a:xfrm>
            <a:off x="5384436" y="5124632"/>
            <a:ext cx="1189749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100BASE-T4</a:t>
            </a:r>
            <a:endParaRPr/>
          </a:p>
        </p:txBody>
      </p:sp>
      <p:sp>
        <p:nvSpPr>
          <p:cNvPr id="3591" name="Google Shape;3591;p65"/>
          <p:cNvSpPr txBox="1"/>
          <p:nvPr/>
        </p:nvSpPr>
        <p:spPr>
          <a:xfrm>
            <a:off x="8056199" y="4759507"/>
            <a:ext cx="1186543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100BASE-FX</a:t>
            </a:r>
            <a:endParaRPr/>
          </a:p>
        </p:txBody>
      </p:sp>
      <p:sp>
        <p:nvSpPr>
          <p:cNvPr id="3592" name="Google Shape;3592;p65"/>
          <p:cNvSpPr/>
          <p:nvPr/>
        </p:nvSpPr>
        <p:spPr>
          <a:xfrm>
            <a:off x="3862024" y="4654732"/>
            <a:ext cx="1393825" cy="611187"/>
          </a:xfrm>
          <a:custGeom>
            <a:rect b="b" l="l" r="r" t="t"/>
            <a:pathLst>
              <a:path extrusionOk="0" h="385" w="878">
                <a:moveTo>
                  <a:pt x="0" y="385"/>
                </a:moveTo>
                <a:lnTo>
                  <a:pt x="878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3" name="Google Shape;3593;p65"/>
          <p:cNvSpPr txBox="1"/>
          <p:nvPr/>
        </p:nvSpPr>
        <p:spPr>
          <a:xfrm>
            <a:off x="6716349" y="4757919"/>
            <a:ext cx="1189749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100BASE-T2</a:t>
            </a:r>
            <a:endParaRPr/>
          </a:p>
        </p:txBody>
      </p:sp>
      <p:sp>
        <p:nvSpPr>
          <p:cNvPr id="3594" name="Google Shape;3594;p65"/>
          <p:cNvSpPr txBox="1"/>
          <p:nvPr/>
        </p:nvSpPr>
        <p:spPr>
          <a:xfrm>
            <a:off x="6698886" y="5118282"/>
            <a:ext cx="1186543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100BASE-SX</a:t>
            </a:r>
            <a:endParaRPr/>
          </a:p>
        </p:txBody>
      </p:sp>
      <p:sp>
        <p:nvSpPr>
          <p:cNvPr id="3595" name="Google Shape;3595;p65"/>
          <p:cNvSpPr txBox="1"/>
          <p:nvPr/>
        </p:nvSpPr>
        <p:spPr>
          <a:xfrm>
            <a:off x="8062549" y="5113519"/>
            <a:ext cx="1204176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100BASE-BX</a:t>
            </a:r>
            <a:endParaRPr/>
          </a:p>
        </p:txBody>
      </p:sp>
      <p:grpSp>
        <p:nvGrpSpPr>
          <p:cNvPr id="3596" name="Google Shape;3596;p65"/>
          <p:cNvGrpSpPr/>
          <p:nvPr/>
        </p:nvGrpSpPr>
        <p:grpSpPr>
          <a:xfrm>
            <a:off x="6656025" y="4713470"/>
            <a:ext cx="2798763" cy="1595438"/>
            <a:chOff x="3579" y="2988"/>
            <a:chExt cx="1763" cy="1005"/>
          </a:xfrm>
        </p:grpSpPr>
        <p:sp>
          <p:nvSpPr>
            <p:cNvPr id="3597" name="Google Shape;3597;p65"/>
            <p:cNvSpPr/>
            <p:nvPr/>
          </p:nvSpPr>
          <p:spPr>
            <a:xfrm>
              <a:off x="3579" y="2988"/>
              <a:ext cx="1709" cy="489"/>
            </a:xfrm>
            <a:custGeom>
              <a:rect b="b" l="l" r="r" t="t"/>
              <a:pathLst>
                <a:path extrusionOk="0" h="489" w="1709">
                  <a:moveTo>
                    <a:pt x="842" y="0"/>
                  </a:moveTo>
                  <a:lnTo>
                    <a:pt x="843" y="239"/>
                  </a:lnTo>
                  <a:lnTo>
                    <a:pt x="5" y="239"/>
                  </a:lnTo>
                  <a:lnTo>
                    <a:pt x="0" y="489"/>
                  </a:lnTo>
                  <a:lnTo>
                    <a:pt x="1709" y="489"/>
                  </a:lnTo>
                  <a:cubicBezTo>
                    <a:pt x="1707" y="330"/>
                    <a:pt x="1706" y="159"/>
                    <a:pt x="1704" y="0"/>
                  </a:cubicBezTo>
                  <a:lnTo>
                    <a:pt x="842" y="0"/>
                  </a:lnTo>
                  <a:close/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98" name="Google Shape;3598;p65"/>
            <p:cNvCxnSpPr/>
            <p:nvPr/>
          </p:nvCxnSpPr>
          <p:spPr>
            <a:xfrm>
              <a:off x="4410" y="3494"/>
              <a:ext cx="227" cy="291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99" name="Google Shape;3599;p65"/>
            <p:cNvSpPr txBox="1"/>
            <p:nvPr/>
          </p:nvSpPr>
          <p:spPr>
            <a:xfrm>
              <a:off x="4003" y="3741"/>
              <a:ext cx="1339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fiber physical layer</a:t>
              </a:r>
              <a:endParaRPr/>
            </a:p>
          </p:txBody>
        </p:sp>
      </p:grpSp>
      <p:grpSp>
        <p:nvGrpSpPr>
          <p:cNvPr id="3600" name="Google Shape;3600;p65"/>
          <p:cNvGrpSpPr/>
          <p:nvPr/>
        </p:nvGrpSpPr>
        <p:grpSpPr>
          <a:xfrm>
            <a:off x="2907936" y="4703945"/>
            <a:ext cx="5059363" cy="1628776"/>
            <a:chOff x="1218" y="2982"/>
            <a:chExt cx="3187" cy="1026"/>
          </a:xfrm>
        </p:grpSpPr>
        <p:sp>
          <p:nvSpPr>
            <p:cNvPr id="3601" name="Google Shape;3601;p65"/>
            <p:cNvSpPr/>
            <p:nvPr/>
          </p:nvSpPr>
          <p:spPr>
            <a:xfrm>
              <a:off x="2741" y="2982"/>
              <a:ext cx="1664" cy="495"/>
            </a:xfrm>
            <a:custGeom>
              <a:rect b="b" l="l" r="r" t="t"/>
              <a:pathLst>
                <a:path extrusionOk="0" h="495" w="1664">
                  <a:moveTo>
                    <a:pt x="1664" y="0"/>
                  </a:moveTo>
                  <a:lnTo>
                    <a:pt x="1652" y="233"/>
                  </a:lnTo>
                  <a:lnTo>
                    <a:pt x="820" y="233"/>
                  </a:lnTo>
                  <a:lnTo>
                    <a:pt x="814" y="495"/>
                  </a:lnTo>
                  <a:lnTo>
                    <a:pt x="0" y="495"/>
                  </a:lnTo>
                  <a:lnTo>
                    <a:pt x="0" y="0"/>
                  </a:lnTo>
                  <a:lnTo>
                    <a:pt x="1664" y="0"/>
                  </a:lnTo>
                  <a:close/>
                </a:path>
              </a:pathLst>
            </a:custGeom>
            <a:noFill/>
            <a:ln cap="flat" cmpd="sng" w="28575">
              <a:solidFill>
                <a:srgbClr val="3333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02" name="Google Shape;3602;p65"/>
            <p:cNvCxnSpPr/>
            <p:nvPr/>
          </p:nvCxnSpPr>
          <p:spPr>
            <a:xfrm flipH="1">
              <a:off x="2929" y="3503"/>
              <a:ext cx="227" cy="291"/>
            </a:xfrm>
            <a:prstGeom prst="straightConnector1">
              <a:avLst/>
            </a:prstGeom>
            <a:noFill/>
            <a:ln cap="flat" cmpd="sng" w="28575">
              <a:solidFill>
                <a:srgbClr val="3333C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03" name="Google Shape;3603;p65"/>
            <p:cNvSpPr txBox="1"/>
            <p:nvPr/>
          </p:nvSpPr>
          <p:spPr>
            <a:xfrm>
              <a:off x="1218" y="3756"/>
              <a:ext cx="2453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copper (twister pair) physical layer</a:t>
              </a:r>
              <a:endParaRPr/>
            </a:p>
          </p:txBody>
        </p:sp>
      </p:grpSp>
      <p:sp>
        <p:nvSpPr>
          <p:cNvPr id="3604" name="Google Shape;3604;p65"/>
          <p:cNvSpPr txBox="1"/>
          <p:nvPr/>
        </p:nvSpPr>
        <p:spPr>
          <a:xfrm>
            <a:off x="924898" y="1611604"/>
            <a:ext cx="11197652" cy="15945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i="1"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Ethernet standards</a:t>
            </a:r>
            <a:endParaRPr/>
          </a:p>
          <a:p>
            <a:pPr indent="-284163" lvl="1" marL="522288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MAC protocol and frame format</a:t>
            </a:r>
            <a:endParaRPr/>
          </a:p>
          <a:p>
            <a:pPr indent="-284163" lvl="1" marL="522288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speeds: 2 Mbps, 10 Mbps, 100 Mbps, 1Gbps, 10 Gbps, 40 Gbps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9" name="Shape 3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0" name="Google Shape;3610;p6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3611" name="Google Shape;361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3612" name="Google Shape;3612;p66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3" name="Google Shape;3613;p66"/>
          <p:cNvSpPr txBox="1"/>
          <p:nvPr/>
        </p:nvSpPr>
        <p:spPr>
          <a:xfrm>
            <a:off x="1006769" y="1374867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4" name="Google Shape;3614;p6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9" name="Shape 3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0" name="Google Shape;3620;p6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Ethernet switch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1" name="Google Shape;3621;p6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22" name="Google Shape;3622;p67"/>
          <p:cNvSpPr txBox="1"/>
          <p:nvPr/>
        </p:nvSpPr>
        <p:spPr>
          <a:xfrm>
            <a:off x="846268" y="1386357"/>
            <a:ext cx="10756119" cy="490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 is a </a:t>
            </a: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link-layer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device: takes an </a:t>
            </a:r>
            <a:r>
              <a:rPr i="1"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role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store, forward Ethernet frames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examine incoming frame’s MAC address, </a:t>
            </a: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selectively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forward  frame to one-or-more outgoing links when frame is to be forwarded on segment, uses CSMA/CD to access segment</a:t>
            </a:r>
            <a:endParaRPr/>
          </a:p>
          <a:p>
            <a:pPr indent="-273050" lvl="0" marL="4032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transparent: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unaware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presence of switches</a:t>
            </a:r>
            <a:endParaRPr/>
          </a:p>
          <a:p>
            <a:pPr indent="-273050" lvl="0" marL="4032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plug-and-play, self-learning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switches do not need to be configured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7" name="Shape 3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8" name="Google Shape;3628;p6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multiple simultaneous transmissions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9" name="Google Shape;3629;p6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630" name="Google Shape;3630;p68"/>
          <p:cNvGrpSpPr/>
          <p:nvPr/>
        </p:nvGrpSpPr>
        <p:grpSpPr>
          <a:xfrm>
            <a:off x="7160640" y="1920913"/>
            <a:ext cx="3884571" cy="3909974"/>
            <a:chOff x="7670306" y="1697644"/>
            <a:chExt cx="3884571" cy="3909974"/>
          </a:xfrm>
        </p:grpSpPr>
        <p:cxnSp>
          <p:nvCxnSpPr>
            <p:cNvPr id="3631" name="Google Shape;3631;p68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632" name="Google Shape;3632;p68"/>
            <p:cNvSpPr txBox="1"/>
            <p:nvPr/>
          </p:nvSpPr>
          <p:spPr>
            <a:xfrm>
              <a:off x="8855012" y="4899732"/>
              <a:ext cx="269986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switch with six interfaces (</a:t>
              </a:r>
              <a:r>
                <a:rPr b="0" i="0" lang="en-US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1,2,3,4,5,6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 </a:t>
              </a:r>
              <a:endParaRPr/>
            </a:p>
          </p:txBody>
        </p:sp>
        <p:sp>
          <p:nvSpPr>
            <p:cNvPr id="3633" name="Google Shape;3633;p68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3634" name="Google Shape;3634;p68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5" name="Google Shape;3635;p68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636" name="Google Shape;3636;p68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7" name="Google Shape;3637;p68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3638" name="Google Shape;3638;p68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3639" name="Google Shape;3639;p68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640" name="Google Shape;3640;p6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41" name="Google Shape;3641;p6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42" name="Google Shape;3642;p68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643" name="Google Shape;3643;p6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44" name="Google Shape;3644;p6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45" name="Google Shape;3645;p68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3646" name="Google Shape;3646;p68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647" name="Google Shape;3647;p68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3648" name="Google Shape;3648;p68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3649" name="Google Shape;3649;p68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3650" name="Google Shape;3650;p68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651" name="Google Shape;3651;p68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652" name="Google Shape;3652;p68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653" name="Google Shape;3653;p68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654" name="Google Shape;3654;p68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655" name="Google Shape;3655;p68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3656" name="Google Shape;3656;p6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57" name="Google Shape;3657;p6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3658" name="Google Shape;3658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9" name="Google Shape;3659;p68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60" name="Google Shape;3660;p68"/>
            <p:cNvCxnSpPr>
              <a:stCxn id="3651" idx="0"/>
              <a:endCxn id="3654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61" name="Google Shape;3661;p68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662" name="Google Shape;3662;p68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663" name="Google Shape;3663;p68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664" name="Google Shape;3664;p68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3665" name="Google Shape;3665;p6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6" name="Google Shape;3666;p6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67" name="Google Shape;3667;p68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668" name="Google Shape;3668;p6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9" name="Google Shape;3669;p6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0" name="Google Shape;3670;p6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1" name="Google Shape;3671;p6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672" name="Google Shape;3672;p68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673" name="Google Shape;3673;p6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74" name="Google Shape;3674;p6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75" name="Google Shape;3675;p68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676" name="Google Shape;3676;p6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77" name="Google Shape;3677;p6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678" name="Google Shape;3678;p68"/>
          <p:cNvSpPr txBox="1"/>
          <p:nvPr/>
        </p:nvSpPr>
        <p:spPr>
          <a:xfrm>
            <a:off x="929391" y="1533864"/>
            <a:ext cx="5846164" cy="3437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hosts have dedicated, direct connection to switch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switches buffer packets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 protocol used on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incoming link, so: </a:t>
            </a:r>
            <a:endParaRPr/>
          </a:p>
          <a:p>
            <a:pPr indent="-29368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collisions; full duplex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link is its own collision domain</a:t>
            </a:r>
            <a:endParaRPr/>
          </a:p>
        </p:txBody>
      </p:sp>
      <p:sp>
        <p:nvSpPr>
          <p:cNvPr id="3679" name="Google Shape;3679;p68"/>
          <p:cNvSpPr txBox="1"/>
          <p:nvPr/>
        </p:nvSpPr>
        <p:spPr>
          <a:xfrm>
            <a:off x="927244" y="4731250"/>
            <a:ext cx="6723621" cy="1489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switching: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A-to-A’ and B-to-B’ can transmit simultaneously, without collisions</a:t>
            </a:r>
            <a:endParaRPr/>
          </a:p>
        </p:txBody>
      </p:sp>
      <p:sp>
        <p:nvSpPr>
          <p:cNvPr id="3680" name="Google Shape;3680;p68"/>
          <p:cNvSpPr/>
          <p:nvPr/>
        </p:nvSpPr>
        <p:spPr>
          <a:xfrm rot="5400000">
            <a:off x="8417537" y="3356139"/>
            <a:ext cx="1352278" cy="177922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1" name="Google Shape;3681;p68"/>
          <p:cNvSpPr/>
          <p:nvPr/>
        </p:nvSpPr>
        <p:spPr>
          <a:xfrm rot="9282253">
            <a:off x="8060403" y="3378664"/>
            <a:ext cx="1986794" cy="199277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6" name="Shape 3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" name="Google Shape;3687;p6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multiple simultaneous transmissions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8" name="Google Shape;3688;p6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689" name="Google Shape;3689;p69"/>
          <p:cNvGrpSpPr/>
          <p:nvPr/>
        </p:nvGrpSpPr>
        <p:grpSpPr>
          <a:xfrm>
            <a:off x="7160640" y="1920913"/>
            <a:ext cx="3884571" cy="3909974"/>
            <a:chOff x="7670306" y="1697644"/>
            <a:chExt cx="3884571" cy="3909974"/>
          </a:xfrm>
        </p:grpSpPr>
        <p:cxnSp>
          <p:nvCxnSpPr>
            <p:cNvPr id="3690" name="Google Shape;3690;p69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691" name="Google Shape;3691;p69"/>
            <p:cNvSpPr txBox="1"/>
            <p:nvPr/>
          </p:nvSpPr>
          <p:spPr>
            <a:xfrm>
              <a:off x="8855012" y="4899732"/>
              <a:ext cx="269986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switch with six interfaces (</a:t>
              </a:r>
              <a:r>
                <a:rPr b="0" i="0" lang="en-US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1,2,3,4,5,6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 </a:t>
              </a:r>
              <a:endParaRPr/>
            </a:p>
          </p:txBody>
        </p:sp>
        <p:sp>
          <p:nvSpPr>
            <p:cNvPr id="3692" name="Google Shape;3692;p69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3693" name="Google Shape;3693;p69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4" name="Google Shape;3694;p69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695" name="Google Shape;3695;p69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6" name="Google Shape;3696;p69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3697" name="Google Shape;3697;p69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3698" name="Google Shape;3698;p69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699" name="Google Shape;3699;p6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00" name="Google Shape;3700;p6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01" name="Google Shape;3701;p69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702" name="Google Shape;3702;p6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03" name="Google Shape;3703;p6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04" name="Google Shape;3704;p69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3705" name="Google Shape;3705;p69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706" name="Google Shape;3706;p69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3707" name="Google Shape;3707;p69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3708" name="Google Shape;3708;p69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3709" name="Google Shape;3709;p69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710" name="Google Shape;3710;p69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711" name="Google Shape;3711;p69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712" name="Google Shape;3712;p69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713" name="Google Shape;3713;p69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714" name="Google Shape;3714;p69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3715" name="Google Shape;3715;p6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16" name="Google Shape;3716;p6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3717" name="Google Shape;3717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8" name="Google Shape;3718;p69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19" name="Google Shape;3719;p69"/>
            <p:cNvCxnSpPr>
              <a:stCxn id="3710" idx="0"/>
              <a:endCxn id="3713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20" name="Google Shape;3720;p69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721" name="Google Shape;3721;p69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722" name="Google Shape;3722;p69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723" name="Google Shape;3723;p69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3724" name="Google Shape;3724;p69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5" name="Google Shape;3725;p69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726" name="Google Shape;3726;p69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727" name="Google Shape;3727;p69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8" name="Google Shape;3728;p69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9" name="Google Shape;3729;p69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0" name="Google Shape;3730;p69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731" name="Google Shape;3731;p69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732" name="Google Shape;3732;p6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33" name="Google Shape;3733;p6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34" name="Google Shape;3734;p69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735" name="Google Shape;3735;p6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36" name="Google Shape;3736;p6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737" name="Google Shape;3737;p69"/>
          <p:cNvSpPr txBox="1"/>
          <p:nvPr/>
        </p:nvSpPr>
        <p:spPr>
          <a:xfrm>
            <a:off x="929391" y="1533864"/>
            <a:ext cx="5846164" cy="3437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hosts have dedicated, direct connection to switch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switches buffer packets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 protocol used on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incoming link, so: </a:t>
            </a:r>
            <a:endParaRPr/>
          </a:p>
          <a:p>
            <a:pPr indent="-29368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collisions; full duplex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link is its own collision domain</a:t>
            </a:r>
            <a:endParaRPr/>
          </a:p>
        </p:txBody>
      </p:sp>
      <p:sp>
        <p:nvSpPr>
          <p:cNvPr id="3738" name="Google Shape;3738;p69"/>
          <p:cNvSpPr txBox="1"/>
          <p:nvPr/>
        </p:nvSpPr>
        <p:spPr>
          <a:xfrm>
            <a:off x="927244" y="4731249"/>
            <a:ext cx="6723621" cy="175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switching: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A-to-A’ and B-to-B’ can transmit simultaneously, without collisions</a:t>
            </a:r>
            <a:endParaRPr/>
          </a:p>
          <a:p>
            <a:pPr indent="-29368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A-to-A’ and C to A’ can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happen simultaneously </a:t>
            </a:r>
            <a:endParaRPr/>
          </a:p>
        </p:txBody>
      </p:sp>
      <p:sp>
        <p:nvSpPr>
          <p:cNvPr id="3739" name="Google Shape;3739;p69"/>
          <p:cNvSpPr/>
          <p:nvPr/>
        </p:nvSpPr>
        <p:spPr>
          <a:xfrm rot="5400000">
            <a:off x="8324937" y="3356139"/>
            <a:ext cx="1352278" cy="177922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0" name="Google Shape;3740;p69"/>
          <p:cNvSpPr/>
          <p:nvPr/>
        </p:nvSpPr>
        <p:spPr>
          <a:xfrm>
            <a:off x="9120852" y="3472405"/>
            <a:ext cx="185194" cy="75235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41" name="Google Shape;3741;p69"/>
          <p:cNvCxnSpPr/>
          <p:nvPr/>
        </p:nvCxnSpPr>
        <p:spPr>
          <a:xfrm>
            <a:off x="9178725" y="3487837"/>
            <a:ext cx="717630" cy="366532"/>
          </a:xfrm>
          <a:prstGeom prst="straightConnector1">
            <a:avLst/>
          </a:prstGeom>
          <a:noFill/>
          <a:ln cap="flat" cmpd="sng" w="762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3742" name="Google Shape;3742;p69"/>
          <p:cNvPicPr preferRelativeResize="0"/>
          <p:nvPr/>
        </p:nvPicPr>
        <p:blipFill rotWithShape="1">
          <a:blip r:embed="rId5">
            <a:alphaModFix amt="81000"/>
          </a:blip>
          <a:srcRect b="0" l="0" r="0" t="0"/>
          <a:stretch/>
        </p:blipFill>
        <p:spPr>
          <a:xfrm>
            <a:off x="8310621" y="2697717"/>
            <a:ext cx="1577693" cy="1699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7" name="Shape 3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8" name="Google Shape;3748;p7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 forwarding table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9" name="Google Shape;3749;p7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750" name="Google Shape;3750;p70"/>
          <p:cNvGrpSpPr/>
          <p:nvPr/>
        </p:nvGrpSpPr>
        <p:grpSpPr>
          <a:xfrm>
            <a:off x="7160640" y="1916920"/>
            <a:ext cx="3578613" cy="3064134"/>
            <a:chOff x="7670306" y="1697644"/>
            <a:chExt cx="3578613" cy="3064134"/>
          </a:xfrm>
        </p:grpSpPr>
        <p:cxnSp>
          <p:nvCxnSpPr>
            <p:cNvPr id="3751" name="Google Shape;3751;p70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752" name="Google Shape;3752;p70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3753" name="Google Shape;3753;p70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4" name="Google Shape;3754;p70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755" name="Google Shape;3755;p70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6" name="Google Shape;3756;p70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3757" name="Google Shape;3757;p70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3758" name="Google Shape;3758;p70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759" name="Google Shape;3759;p7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60" name="Google Shape;3760;p7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61" name="Google Shape;3761;p70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762" name="Google Shape;3762;p7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63" name="Google Shape;3763;p7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64" name="Google Shape;3764;p70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3765" name="Google Shape;3765;p70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766" name="Google Shape;3766;p70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3767" name="Google Shape;3767;p70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3768" name="Google Shape;3768;p70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3769" name="Google Shape;3769;p70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770" name="Google Shape;3770;p70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771" name="Google Shape;3771;p70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772" name="Google Shape;3772;p70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773" name="Google Shape;3773;p70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774" name="Google Shape;3774;p70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3775" name="Google Shape;3775;p7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76" name="Google Shape;3776;p7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3777" name="Google Shape;3777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8" name="Google Shape;3778;p70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79" name="Google Shape;3779;p70"/>
            <p:cNvCxnSpPr>
              <a:stCxn id="3770" idx="0"/>
              <a:endCxn id="3773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80" name="Google Shape;3780;p70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781" name="Google Shape;3781;p70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782" name="Google Shape;3782;p70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783" name="Google Shape;3783;p70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3784" name="Google Shape;3784;p70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5" name="Google Shape;3785;p70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786" name="Google Shape;3786;p70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787" name="Google Shape;3787;p70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88" name="Google Shape;3788;p70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89" name="Google Shape;3789;p70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90" name="Google Shape;3790;p70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791" name="Google Shape;3791;p70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792" name="Google Shape;3792;p7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93" name="Google Shape;3793;p7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94" name="Google Shape;3794;p70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795" name="Google Shape;3795;p7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96" name="Google Shape;3796;p7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797" name="Google Shape;3797;p70"/>
          <p:cNvSpPr txBox="1"/>
          <p:nvPr/>
        </p:nvSpPr>
        <p:spPr>
          <a:xfrm>
            <a:off x="789457" y="1563480"/>
            <a:ext cx="6960458" cy="137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8938" lvl="0" marL="403225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i="1" lang="en-US" sz="2800" u="sng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does switch know A’ reachable via interface 4, B’ reachable via interface 5?</a:t>
            </a:r>
            <a:endParaRPr/>
          </a:p>
        </p:txBody>
      </p:sp>
      <p:sp>
        <p:nvSpPr>
          <p:cNvPr id="3798" name="Google Shape;3798;p70"/>
          <p:cNvSpPr txBox="1"/>
          <p:nvPr/>
        </p:nvSpPr>
        <p:spPr>
          <a:xfrm>
            <a:off x="1152393" y="2506650"/>
            <a:ext cx="5892981" cy="2132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i="1" lang="en-US" sz="2800" u="sng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switch has a 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switch table,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entry:</a:t>
            </a:r>
            <a:endParaRPr/>
          </a:p>
          <a:p>
            <a:pPr indent="-284163" lvl="1" marL="522288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(MAC address of host, interface to reach host, time stamp)</a:t>
            </a:r>
            <a:endParaRPr/>
          </a:p>
          <a:p>
            <a:pPr indent="-284163" lvl="1" marL="522288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looks like a routing table!</a:t>
            </a:r>
            <a:endParaRPr/>
          </a:p>
        </p:txBody>
      </p:sp>
      <p:sp>
        <p:nvSpPr>
          <p:cNvPr id="3799" name="Google Shape;3799;p70"/>
          <p:cNvSpPr txBox="1"/>
          <p:nvPr/>
        </p:nvSpPr>
        <p:spPr>
          <a:xfrm>
            <a:off x="719530" y="4863228"/>
            <a:ext cx="6100996" cy="16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3224" lvl="0" marL="4619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Noto Sans Symbols"/>
              <a:buNone/>
            </a:pPr>
            <a:r>
              <a:rPr i="1" lang="en-US" sz="3200" u="sng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are entries created, maintained in switch table?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163" lvl="1" marL="8064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something like a routing protocol?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4" name="Shape 3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5" name="Google Shape;3805;p7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self-learning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6" name="Google Shape;3806;p7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807" name="Google Shape;3807;p71"/>
          <p:cNvGrpSpPr/>
          <p:nvPr/>
        </p:nvGrpSpPr>
        <p:grpSpPr>
          <a:xfrm>
            <a:off x="7160640" y="1916920"/>
            <a:ext cx="3578613" cy="3064134"/>
            <a:chOff x="7670306" y="1697644"/>
            <a:chExt cx="3578613" cy="3064134"/>
          </a:xfrm>
        </p:grpSpPr>
        <p:cxnSp>
          <p:nvCxnSpPr>
            <p:cNvPr id="3808" name="Google Shape;3808;p71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809" name="Google Shape;3809;p71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3810" name="Google Shape;3810;p71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1" name="Google Shape;3811;p71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812" name="Google Shape;3812;p71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3" name="Google Shape;3813;p71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3814" name="Google Shape;3814;p71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3815" name="Google Shape;3815;p71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816" name="Google Shape;3816;p7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17" name="Google Shape;3817;p7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18" name="Google Shape;3818;p71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819" name="Google Shape;3819;p7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20" name="Google Shape;3820;p7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21" name="Google Shape;3821;p71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3822" name="Google Shape;3822;p71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823" name="Google Shape;3823;p71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3824" name="Google Shape;3824;p71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3825" name="Google Shape;3825;p71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3826" name="Google Shape;3826;p71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827" name="Google Shape;3827;p71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828" name="Google Shape;3828;p71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829" name="Google Shape;3829;p71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830" name="Google Shape;3830;p71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831" name="Google Shape;3831;p71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3832" name="Google Shape;3832;p7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33" name="Google Shape;3833;p7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3834" name="Google Shape;3834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35" name="Google Shape;3835;p71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36" name="Google Shape;3836;p71"/>
            <p:cNvCxnSpPr>
              <a:stCxn id="3827" idx="0"/>
              <a:endCxn id="3830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37" name="Google Shape;3837;p71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838" name="Google Shape;3838;p71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839" name="Google Shape;3839;p71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840" name="Google Shape;3840;p71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3841" name="Google Shape;3841;p71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2" name="Google Shape;3842;p71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43" name="Google Shape;3843;p71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844" name="Google Shape;3844;p71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5" name="Google Shape;3845;p71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6" name="Google Shape;3846;p71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7" name="Google Shape;3847;p71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848" name="Google Shape;3848;p71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849" name="Google Shape;3849;p7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50" name="Google Shape;3850;p7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51" name="Google Shape;3851;p71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852" name="Google Shape;3852;p7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53" name="Google Shape;3853;p7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54" name="Google Shape;3854;p71"/>
          <p:cNvSpPr txBox="1"/>
          <p:nvPr/>
        </p:nvSpPr>
        <p:spPr>
          <a:xfrm>
            <a:off x="976536" y="1261672"/>
            <a:ext cx="5123322" cy="4956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learns</a:t>
            </a: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hosts can be reached through which interfaces</a:t>
            </a:r>
            <a:endParaRPr/>
          </a:p>
        </p:txBody>
      </p:sp>
      <p:grpSp>
        <p:nvGrpSpPr>
          <p:cNvPr id="3855" name="Google Shape;3855;p71"/>
          <p:cNvGrpSpPr/>
          <p:nvPr/>
        </p:nvGrpSpPr>
        <p:grpSpPr>
          <a:xfrm>
            <a:off x="9401904" y="1700213"/>
            <a:ext cx="1428750" cy="369887"/>
            <a:chOff x="1750" y="3514"/>
            <a:chExt cx="900" cy="233"/>
          </a:xfrm>
        </p:grpSpPr>
        <p:sp>
          <p:nvSpPr>
            <p:cNvPr id="3856" name="Google Shape;3856;p71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7" name="Google Shape;3857;p71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58" name="Google Shape;3858;p71"/>
            <p:cNvCxnSpPr/>
            <p:nvPr/>
          </p:nvCxnSpPr>
          <p:spPr>
            <a:xfrm>
              <a:off x="1936" y="354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9" name="Google Shape;3859;p71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60" name="Google Shape;3860;p71"/>
          <p:cNvGrpSpPr/>
          <p:nvPr/>
        </p:nvGrpSpPr>
        <p:grpSpPr>
          <a:xfrm>
            <a:off x="9617804" y="1001713"/>
            <a:ext cx="1450975" cy="714375"/>
            <a:chOff x="4406" y="331"/>
            <a:chExt cx="914" cy="450"/>
          </a:xfrm>
        </p:grpSpPr>
        <p:cxnSp>
          <p:nvCxnSpPr>
            <p:cNvPr id="3861" name="Google Shape;3861;p71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862" name="Google Shape;3862;p71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3863" name="Google Shape;3863;p71"/>
            <p:cNvSpPr txBox="1"/>
            <p:nvPr/>
          </p:nvSpPr>
          <p:spPr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/>
            </a:p>
          </p:txBody>
        </p:sp>
        <p:sp>
          <p:nvSpPr>
            <p:cNvPr id="3864" name="Google Shape;3864;p71"/>
            <p:cNvSpPr txBox="1"/>
            <p:nvPr/>
          </p:nvSpPr>
          <p:spPr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65" name="Google Shape;3865;p71"/>
          <p:cNvGrpSpPr/>
          <p:nvPr/>
        </p:nvGrpSpPr>
        <p:grpSpPr>
          <a:xfrm>
            <a:off x="6859613" y="5161978"/>
            <a:ext cx="3017838" cy="1444625"/>
            <a:chOff x="3441" y="3154"/>
            <a:chExt cx="1901" cy="910"/>
          </a:xfrm>
        </p:grpSpPr>
        <p:sp>
          <p:nvSpPr>
            <p:cNvPr id="3866" name="Google Shape;3866;p71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7" name="Google Shape;3867;p71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/>
            </a:p>
          </p:txBody>
        </p:sp>
        <p:cxnSp>
          <p:nvCxnSpPr>
            <p:cNvPr id="3868" name="Google Shape;3868;p71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9" name="Google Shape;3869;p71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0" name="Google Shape;3870;p71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71" name="Google Shape;3871;p71"/>
          <p:cNvSpPr txBox="1"/>
          <p:nvPr/>
        </p:nvSpPr>
        <p:spPr>
          <a:xfrm>
            <a:off x="9971998" y="5026261"/>
            <a:ext cx="17240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 table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(initially empty)</a:t>
            </a:r>
            <a:endParaRPr/>
          </a:p>
        </p:txBody>
      </p:sp>
      <p:grpSp>
        <p:nvGrpSpPr>
          <p:cNvPr id="3872" name="Google Shape;3872;p71"/>
          <p:cNvGrpSpPr/>
          <p:nvPr/>
        </p:nvGrpSpPr>
        <p:grpSpPr>
          <a:xfrm>
            <a:off x="7294588" y="5595366"/>
            <a:ext cx="2471738" cy="376237"/>
            <a:chOff x="2376" y="3383"/>
            <a:chExt cx="1557" cy="237"/>
          </a:xfrm>
        </p:grpSpPr>
        <p:sp>
          <p:nvSpPr>
            <p:cNvPr id="3873" name="Google Shape;3873;p71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3874" name="Google Shape;3874;p71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875" name="Google Shape;3875;p71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/>
            </a:p>
          </p:txBody>
        </p:sp>
      </p:grpSp>
      <p:sp>
        <p:nvSpPr>
          <p:cNvPr id="3876" name="Google Shape;3876;p71"/>
          <p:cNvSpPr txBox="1"/>
          <p:nvPr/>
        </p:nvSpPr>
        <p:spPr>
          <a:xfrm>
            <a:off x="770121" y="2803034"/>
            <a:ext cx="5123322" cy="1410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frame received, switch “learns”  location of sender: incoming LAN segment</a:t>
            </a:r>
            <a:endParaRPr/>
          </a:p>
        </p:txBody>
      </p:sp>
      <p:sp>
        <p:nvSpPr>
          <p:cNvPr id="3877" name="Google Shape;3877;p71"/>
          <p:cNvSpPr txBox="1"/>
          <p:nvPr/>
        </p:nvSpPr>
        <p:spPr>
          <a:xfrm>
            <a:off x="783624" y="4101328"/>
            <a:ext cx="5123322" cy="103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records sender/location pair in switch table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2" name="Shape 3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3" name="Google Shape;3883;p72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frame filtering/forwarding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4" name="Google Shape;3884;p7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85" name="Google Shape;3885;p72"/>
          <p:cNvSpPr txBox="1"/>
          <p:nvPr/>
        </p:nvSpPr>
        <p:spPr>
          <a:xfrm>
            <a:off x="630237" y="1370013"/>
            <a:ext cx="10867219" cy="5095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 frame received at switch: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 incoming link, MAC address of sending host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index switch table using MAC destination address</a:t>
            </a:r>
            <a:endParaRPr b="1" i="0" sz="2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3. if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entry found for destination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then {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1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destination on segment from which frame arrived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drop frame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forward frame on interface indicated by entry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flood  /* forward on all interfaces except arriving interface */</a:t>
            </a:r>
            <a:endParaRPr/>
          </a:p>
          <a:p>
            <a:pPr indent="-228600" lvl="3" marL="1600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0" name="Shape 3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" name="Google Shape;3891;p73"/>
          <p:cNvGrpSpPr/>
          <p:nvPr/>
        </p:nvGrpSpPr>
        <p:grpSpPr>
          <a:xfrm>
            <a:off x="6860837" y="1886940"/>
            <a:ext cx="3578613" cy="3064134"/>
            <a:chOff x="7670306" y="1697644"/>
            <a:chExt cx="3578613" cy="3064134"/>
          </a:xfrm>
        </p:grpSpPr>
        <p:cxnSp>
          <p:nvCxnSpPr>
            <p:cNvPr id="3892" name="Google Shape;3892;p73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893" name="Google Shape;3893;p73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3894" name="Google Shape;3894;p73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5" name="Google Shape;3895;p73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896" name="Google Shape;3896;p73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7" name="Google Shape;3897;p73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3898" name="Google Shape;3898;p73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3899" name="Google Shape;3899;p73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900" name="Google Shape;3900;p7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01" name="Google Shape;3901;p7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2" name="Google Shape;3902;p73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903" name="Google Shape;3903;p7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04" name="Google Shape;3904;p7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05" name="Google Shape;3905;p73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3906" name="Google Shape;3906;p73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907" name="Google Shape;3907;p73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3908" name="Google Shape;3908;p73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3909" name="Google Shape;3909;p73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3910" name="Google Shape;3910;p73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911" name="Google Shape;3911;p73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912" name="Google Shape;3912;p73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913" name="Google Shape;3913;p73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914" name="Google Shape;3914;p73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915" name="Google Shape;3915;p73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3916" name="Google Shape;3916;p7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17" name="Google Shape;3917;p7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3918" name="Google Shape;3918;p7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9" name="Google Shape;3919;p73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20" name="Google Shape;3920;p73"/>
            <p:cNvCxnSpPr>
              <a:stCxn id="3911" idx="0"/>
              <a:endCxn id="3914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21" name="Google Shape;3921;p73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922" name="Google Shape;3922;p73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923" name="Google Shape;3923;p73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924" name="Google Shape;3924;p73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3925" name="Google Shape;3925;p73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6" name="Google Shape;3926;p73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27" name="Google Shape;3927;p73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928" name="Google Shape;3928;p73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9" name="Google Shape;3929;p73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0" name="Google Shape;3930;p73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1" name="Google Shape;3931;p73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32" name="Google Shape;3932;p73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933" name="Google Shape;3933;p7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34" name="Google Shape;3934;p7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35" name="Google Shape;3935;p73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936" name="Google Shape;3936;p7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37" name="Google Shape;3937;p7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938" name="Google Shape;3938;p7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Self-learning, forwarding: example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9" name="Google Shape;3939;p7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40" name="Google Shape;3940;p73"/>
          <p:cNvGrpSpPr/>
          <p:nvPr/>
        </p:nvGrpSpPr>
        <p:grpSpPr>
          <a:xfrm>
            <a:off x="9177051" y="1598718"/>
            <a:ext cx="1428750" cy="369887"/>
            <a:chOff x="1750" y="3514"/>
            <a:chExt cx="900" cy="233"/>
          </a:xfrm>
        </p:grpSpPr>
        <p:sp>
          <p:nvSpPr>
            <p:cNvPr id="3941" name="Google Shape;3941;p73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2" name="Google Shape;3942;p73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43" name="Google Shape;3943;p73"/>
            <p:cNvCxnSpPr/>
            <p:nvPr/>
          </p:nvCxnSpPr>
          <p:spPr>
            <a:xfrm>
              <a:off x="1936" y="3541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4" name="Google Shape;3944;p73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945" name="Google Shape;3945;p73"/>
          <p:cNvGrpSpPr/>
          <p:nvPr/>
        </p:nvGrpSpPr>
        <p:grpSpPr>
          <a:xfrm>
            <a:off x="9392951" y="900218"/>
            <a:ext cx="1450975" cy="714375"/>
            <a:chOff x="4406" y="331"/>
            <a:chExt cx="914" cy="450"/>
          </a:xfrm>
        </p:grpSpPr>
        <p:cxnSp>
          <p:nvCxnSpPr>
            <p:cNvPr id="3946" name="Google Shape;3946;p73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947" name="Google Shape;3947;p73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3948" name="Google Shape;3948;p73"/>
            <p:cNvSpPr txBox="1"/>
            <p:nvPr/>
          </p:nvSpPr>
          <p:spPr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/>
            </a:p>
          </p:txBody>
        </p:sp>
        <p:sp>
          <p:nvSpPr>
            <p:cNvPr id="3949" name="Google Shape;3949;p73"/>
            <p:cNvSpPr txBox="1"/>
            <p:nvPr/>
          </p:nvSpPr>
          <p:spPr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50" name="Google Shape;3950;p73"/>
          <p:cNvGrpSpPr/>
          <p:nvPr/>
        </p:nvGrpSpPr>
        <p:grpSpPr>
          <a:xfrm>
            <a:off x="6664038" y="5116671"/>
            <a:ext cx="3017838" cy="1444625"/>
            <a:chOff x="3441" y="3154"/>
            <a:chExt cx="1901" cy="910"/>
          </a:xfrm>
        </p:grpSpPr>
        <p:sp>
          <p:nvSpPr>
            <p:cNvPr id="3951" name="Google Shape;3951;p73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2" name="Google Shape;3952;p73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/>
            </a:p>
          </p:txBody>
        </p:sp>
        <p:cxnSp>
          <p:nvCxnSpPr>
            <p:cNvPr id="3953" name="Google Shape;3953;p73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4" name="Google Shape;3954;p73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5" name="Google Shape;3955;p73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56" name="Google Shape;3956;p73"/>
          <p:cNvSpPr txBox="1"/>
          <p:nvPr/>
        </p:nvSpPr>
        <p:spPr>
          <a:xfrm>
            <a:off x="9764426" y="5505609"/>
            <a:ext cx="1778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 table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(initially empty)</a:t>
            </a:r>
            <a:endParaRPr/>
          </a:p>
        </p:txBody>
      </p:sp>
      <p:grpSp>
        <p:nvGrpSpPr>
          <p:cNvPr id="3957" name="Google Shape;3957;p73"/>
          <p:cNvGrpSpPr/>
          <p:nvPr/>
        </p:nvGrpSpPr>
        <p:grpSpPr>
          <a:xfrm>
            <a:off x="7099013" y="5550059"/>
            <a:ext cx="2471738" cy="376237"/>
            <a:chOff x="2376" y="3383"/>
            <a:chExt cx="1557" cy="237"/>
          </a:xfrm>
        </p:grpSpPr>
        <p:sp>
          <p:nvSpPr>
            <p:cNvPr id="3958" name="Google Shape;3958;p73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3959" name="Google Shape;3959;p73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960" name="Google Shape;3960;p73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/>
            </a:p>
          </p:txBody>
        </p:sp>
      </p:grpSp>
      <p:grpSp>
        <p:nvGrpSpPr>
          <p:cNvPr id="3961" name="Google Shape;3961;p73"/>
          <p:cNvGrpSpPr/>
          <p:nvPr/>
        </p:nvGrpSpPr>
        <p:grpSpPr>
          <a:xfrm>
            <a:off x="8197564" y="3256068"/>
            <a:ext cx="1428750" cy="369887"/>
            <a:chOff x="1750" y="3514"/>
            <a:chExt cx="900" cy="233"/>
          </a:xfrm>
        </p:grpSpPr>
        <p:sp>
          <p:nvSpPr>
            <p:cNvPr id="3962" name="Google Shape;3962;p73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3" name="Google Shape;3963;p73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64" name="Google Shape;3964;p73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5" name="Google Shape;3965;p73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966" name="Google Shape;3966;p73"/>
          <p:cNvGrpSpPr/>
          <p:nvPr/>
        </p:nvGrpSpPr>
        <p:grpSpPr>
          <a:xfrm>
            <a:off x="8197564" y="3254480"/>
            <a:ext cx="1428750" cy="369888"/>
            <a:chOff x="1750" y="3514"/>
            <a:chExt cx="900" cy="233"/>
          </a:xfrm>
        </p:grpSpPr>
        <p:sp>
          <p:nvSpPr>
            <p:cNvPr id="3967" name="Google Shape;3967;p73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8" name="Google Shape;3968;p73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69" name="Google Shape;3969;p73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0" name="Google Shape;3970;p73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971" name="Google Shape;3971;p73"/>
          <p:cNvGrpSpPr/>
          <p:nvPr/>
        </p:nvGrpSpPr>
        <p:grpSpPr>
          <a:xfrm>
            <a:off x="8197564" y="3257655"/>
            <a:ext cx="1428750" cy="369888"/>
            <a:chOff x="1750" y="3514"/>
            <a:chExt cx="900" cy="233"/>
          </a:xfrm>
        </p:grpSpPr>
        <p:sp>
          <p:nvSpPr>
            <p:cNvPr id="3972" name="Google Shape;3972;p73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3" name="Google Shape;3973;p73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74" name="Google Shape;3974;p73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5" name="Google Shape;3975;p73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976" name="Google Shape;3976;p73"/>
          <p:cNvGrpSpPr/>
          <p:nvPr/>
        </p:nvGrpSpPr>
        <p:grpSpPr>
          <a:xfrm>
            <a:off x="8197564" y="3257655"/>
            <a:ext cx="1428750" cy="369888"/>
            <a:chOff x="1750" y="3514"/>
            <a:chExt cx="900" cy="233"/>
          </a:xfrm>
        </p:grpSpPr>
        <p:sp>
          <p:nvSpPr>
            <p:cNvPr id="3977" name="Google Shape;3977;p73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8" name="Google Shape;3978;p73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79" name="Google Shape;3979;p73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0" name="Google Shape;3980;p73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981" name="Google Shape;3981;p73"/>
          <p:cNvGrpSpPr/>
          <p:nvPr/>
        </p:nvGrpSpPr>
        <p:grpSpPr>
          <a:xfrm>
            <a:off x="8194389" y="3254480"/>
            <a:ext cx="1428750" cy="369888"/>
            <a:chOff x="1750" y="3514"/>
            <a:chExt cx="900" cy="233"/>
          </a:xfrm>
        </p:grpSpPr>
        <p:sp>
          <p:nvSpPr>
            <p:cNvPr id="3982" name="Google Shape;3982;p73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3" name="Google Shape;3983;p73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84" name="Google Shape;3984;p73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5" name="Google Shape;3985;p73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986" name="Google Shape;3986;p73"/>
          <p:cNvGrpSpPr/>
          <p:nvPr/>
        </p:nvGrpSpPr>
        <p:grpSpPr>
          <a:xfrm>
            <a:off x="8529351" y="4356205"/>
            <a:ext cx="1428750" cy="369888"/>
            <a:chOff x="730" y="2472"/>
            <a:chExt cx="900" cy="233"/>
          </a:xfrm>
        </p:grpSpPr>
        <p:sp>
          <p:nvSpPr>
            <p:cNvPr id="3987" name="Google Shape;3987;p73"/>
            <p:cNvSpPr/>
            <p:nvPr/>
          </p:nvSpPr>
          <p:spPr>
            <a:xfrm>
              <a:off x="751" y="2500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8" name="Google Shape;3988;p73"/>
            <p:cNvSpPr txBox="1"/>
            <p:nvPr/>
          </p:nvSpPr>
          <p:spPr>
            <a:xfrm>
              <a:off x="730" y="2472"/>
              <a:ext cx="35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A’ A</a:t>
              </a:r>
              <a:endParaRPr/>
            </a:p>
          </p:txBody>
        </p:sp>
        <p:cxnSp>
          <p:nvCxnSpPr>
            <p:cNvPr id="3989" name="Google Shape;3989;p73"/>
            <p:cNvCxnSpPr/>
            <p:nvPr/>
          </p:nvCxnSpPr>
          <p:spPr>
            <a:xfrm>
              <a:off x="937" y="2499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0" name="Google Shape;3990;p73"/>
            <p:cNvCxnSpPr/>
            <p:nvPr/>
          </p:nvCxnSpPr>
          <p:spPr>
            <a:xfrm>
              <a:off x="1096" y="2498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991" name="Google Shape;3991;p73"/>
          <p:cNvGrpSpPr/>
          <p:nvPr/>
        </p:nvGrpSpPr>
        <p:grpSpPr>
          <a:xfrm>
            <a:off x="7095838" y="5835809"/>
            <a:ext cx="2471738" cy="374650"/>
            <a:chOff x="2376" y="3383"/>
            <a:chExt cx="1557" cy="236"/>
          </a:xfrm>
        </p:grpSpPr>
        <p:sp>
          <p:nvSpPr>
            <p:cNvPr id="3992" name="Google Shape;3992;p73"/>
            <p:cNvSpPr txBox="1"/>
            <p:nvPr/>
          </p:nvSpPr>
          <p:spPr>
            <a:xfrm>
              <a:off x="2376" y="3388"/>
              <a:ext cx="24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i="1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3" name="Google Shape;3993;p73"/>
            <p:cNvSpPr txBox="1"/>
            <p:nvPr/>
          </p:nvSpPr>
          <p:spPr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3994" name="Google Shape;3994;p73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/>
            </a:p>
          </p:txBody>
        </p:sp>
      </p:grpSp>
      <p:sp>
        <p:nvSpPr>
          <p:cNvPr id="3995" name="Google Shape;3995;p73"/>
          <p:cNvSpPr txBox="1"/>
          <p:nvPr/>
        </p:nvSpPr>
        <p:spPr>
          <a:xfrm>
            <a:off x="870366" y="1583075"/>
            <a:ext cx="4044950" cy="94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 destination, A’, location unknown:</a:t>
            </a:r>
            <a:endParaRPr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6" name="Google Shape;3996;p73"/>
          <p:cNvSpPr txBox="1"/>
          <p:nvPr/>
        </p:nvSpPr>
        <p:spPr>
          <a:xfrm>
            <a:off x="4024181" y="1937790"/>
            <a:ext cx="9428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flood</a:t>
            </a:r>
            <a:endParaRPr/>
          </a:p>
        </p:txBody>
      </p:sp>
      <p:sp>
        <p:nvSpPr>
          <p:cNvPr id="3997" name="Google Shape;3997;p73"/>
          <p:cNvSpPr/>
          <p:nvPr/>
        </p:nvSpPr>
        <p:spPr>
          <a:xfrm>
            <a:off x="884654" y="2500650"/>
            <a:ext cx="4044950" cy="94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 A location known:</a:t>
            </a:r>
            <a:endParaRPr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8" name="Google Shape;3998;p73"/>
          <p:cNvSpPr/>
          <p:nvPr/>
        </p:nvSpPr>
        <p:spPr>
          <a:xfrm>
            <a:off x="1053835" y="2974429"/>
            <a:ext cx="4417575" cy="1252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           selectively send </a:t>
            </a:r>
            <a:endParaRPr/>
          </a:p>
          <a:p>
            <a:pPr indent="-342900" lvl="0" marL="342900" marR="0" rtl="0" algn="l">
              <a:lnSpc>
                <a:spcPct val="107142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on just one link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3" name="Shape 4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4" name="Google Shape;4004;p7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Interconnecting switches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5" name="Google Shape;4005;p7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06" name="Google Shape;4006;p74"/>
          <p:cNvSpPr txBox="1"/>
          <p:nvPr/>
        </p:nvSpPr>
        <p:spPr>
          <a:xfrm>
            <a:off x="1058264" y="1335790"/>
            <a:ext cx="7881938" cy="682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self-learning switches can be connected together:</a:t>
            </a:r>
            <a:endParaRPr/>
          </a:p>
        </p:txBody>
      </p:sp>
      <p:sp>
        <p:nvSpPr>
          <p:cNvPr id="4007" name="Google Shape;4007;p74"/>
          <p:cNvSpPr/>
          <p:nvPr/>
        </p:nvSpPr>
        <p:spPr>
          <a:xfrm>
            <a:off x="1080308" y="4550478"/>
            <a:ext cx="10746932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6875" lvl="0" marL="4603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from A to G - how does S</a:t>
            </a:r>
            <a:r>
              <a:rPr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know to forward frame destined to G via S</a:t>
            </a:r>
            <a:r>
              <a:rPr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S</a:t>
            </a:r>
            <a:r>
              <a:rPr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287338" lvl="0" marL="4572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 u="sng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self learning! (works exactly the same as in single-switch case!)</a:t>
            </a:r>
            <a:endParaRPr/>
          </a:p>
        </p:txBody>
      </p:sp>
      <p:grpSp>
        <p:nvGrpSpPr>
          <p:cNvPr id="4008" name="Google Shape;4008;p74"/>
          <p:cNvGrpSpPr/>
          <p:nvPr/>
        </p:nvGrpSpPr>
        <p:grpSpPr>
          <a:xfrm>
            <a:off x="2517827" y="2654612"/>
            <a:ext cx="2005135" cy="1358900"/>
            <a:chOff x="958850" y="2444750"/>
            <a:chExt cx="2005665" cy="1358710"/>
          </a:xfrm>
        </p:grpSpPr>
        <p:cxnSp>
          <p:nvCxnSpPr>
            <p:cNvPr id="4009" name="Google Shape;4009;p74"/>
            <p:cNvCxnSpPr/>
            <p:nvPr/>
          </p:nvCxnSpPr>
          <p:spPr>
            <a:xfrm rot="10800000">
              <a:off x="1582903" y="3030456"/>
              <a:ext cx="55577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0" name="Google Shape;4010;p74"/>
            <p:cNvCxnSpPr/>
            <p:nvPr/>
          </p:nvCxnSpPr>
          <p:spPr>
            <a:xfrm flipH="1">
              <a:off x="1970355" y="3078074"/>
              <a:ext cx="271534" cy="31428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1" name="Google Shape;4011;p74"/>
            <p:cNvCxnSpPr/>
            <p:nvPr/>
          </p:nvCxnSpPr>
          <p:spPr>
            <a:xfrm>
              <a:off x="2389566" y="3106645"/>
              <a:ext cx="73044" cy="29523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12" name="Google Shape;4012;p74"/>
            <p:cNvSpPr txBox="1"/>
            <p:nvPr/>
          </p:nvSpPr>
          <p:spPr>
            <a:xfrm>
              <a:off x="958850" y="2844744"/>
              <a:ext cx="317800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4013" name="Google Shape;4013;p74"/>
            <p:cNvSpPr txBox="1"/>
            <p:nvPr/>
          </p:nvSpPr>
          <p:spPr>
            <a:xfrm>
              <a:off x="1408232" y="3306642"/>
              <a:ext cx="309782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4014" name="Google Shape;4014;p74"/>
            <p:cNvSpPr txBox="1"/>
            <p:nvPr/>
          </p:nvSpPr>
          <p:spPr>
            <a:xfrm>
              <a:off x="2181548" y="2444750"/>
              <a:ext cx="369109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015" name="Google Shape;4015;p74"/>
            <p:cNvSpPr txBox="1"/>
            <p:nvPr/>
          </p:nvSpPr>
          <p:spPr>
            <a:xfrm>
              <a:off x="2656336" y="3298706"/>
              <a:ext cx="308179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grpSp>
          <p:nvGrpSpPr>
            <p:cNvPr id="4016" name="Google Shape;4016;p74"/>
            <p:cNvGrpSpPr/>
            <p:nvPr/>
          </p:nvGrpSpPr>
          <p:grpSpPr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4017" name="Google Shape;4017;p7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18" name="Google Shape;4018;p7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19" name="Google Shape;4019;p74"/>
            <p:cNvGrpSpPr/>
            <p:nvPr/>
          </p:nvGrpSpPr>
          <p:grpSpPr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4020" name="Google Shape;4020;p7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21" name="Google Shape;4021;p7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22" name="Google Shape;4022;p74"/>
            <p:cNvGrpSpPr/>
            <p:nvPr/>
          </p:nvGrpSpPr>
          <p:grpSpPr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4023" name="Google Shape;4023;p7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24" name="Google Shape;4024;p7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4025" name="Google Shape;4025;p7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26" name="Google Shape;4026;p74"/>
          <p:cNvGrpSpPr/>
          <p:nvPr/>
        </p:nvGrpSpPr>
        <p:grpSpPr>
          <a:xfrm>
            <a:off x="3950752" y="2194237"/>
            <a:ext cx="4856162" cy="2044145"/>
            <a:chOff x="3950752" y="2194237"/>
            <a:chExt cx="4856162" cy="2044145"/>
          </a:xfrm>
        </p:grpSpPr>
        <p:grpSp>
          <p:nvGrpSpPr>
            <p:cNvPr id="4027" name="Google Shape;4027;p74"/>
            <p:cNvGrpSpPr/>
            <p:nvPr/>
          </p:nvGrpSpPr>
          <p:grpSpPr>
            <a:xfrm>
              <a:off x="3950752" y="2194237"/>
              <a:ext cx="4856162" cy="2044145"/>
              <a:chOff x="2379663" y="1984375"/>
              <a:chExt cx="4855711" cy="2043590"/>
            </a:xfrm>
          </p:grpSpPr>
          <p:cxnSp>
            <p:nvCxnSpPr>
              <p:cNvPr id="4028" name="Google Shape;4028;p74"/>
              <p:cNvCxnSpPr/>
              <p:nvPr/>
            </p:nvCxnSpPr>
            <p:spPr>
              <a:xfrm flipH="1">
                <a:off x="3635258" y="3068344"/>
                <a:ext cx="346043" cy="21584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29" name="Google Shape;4029;p74"/>
              <p:cNvCxnSpPr/>
              <p:nvPr/>
            </p:nvCxnSpPr>
            <p:spPr>
              <a:xfrm flipH="1">
                <a:off x="3949554" y="3087389"/>
                <a:ext cx="125401" cy="58721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0" name="Google Shape;4030;p74"/>
              <p:cNvCxnSpPr/>
              <p:nvPr/>
            </p:nvCxnSpPr>
            <p:spPr>
              <a:xfrm>
                <a:off x="4254326" y="3030254"/>
                <a:ext cx="230167" cy="36185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1" name="Google Shape;4031;p74"/>
              <p:cNvCxnSpPr/>
              <p:nvPr/>
            </p:nvCxnSpPr>
            <p:spPr>
              <a:xfrm flipH="1">
                <a:off x="5532145" y="3106433"/>
                <a:ext cx="428585" cy="24440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2" name="Google Shape;4032;p74"/>
              <p:cNvCxnSpPr/>
              <p:nvPr/>
            </p:nvCxnSpPr>
            <p:spPr>
              <a:xfrm flipH="1">
                <a:off x="6035335" y="3077866"/>
                <a:ext cx="9524" cy="4697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3" name="Google Shape;4033;p74"/>
              <p:cNvCxnSpPr/>
              <p:nvPr/>
            </p:nvCxnSpPr>
            <p:spPr>
              <a:xfrm flipH="1">
                <a:off x="2379663" y="2355749"/>
                <a:ext cx="1517509" cy="53642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4" name="Google Shape;4034;p74"/>
              <p:cNvCxnSpPr/>
              <p:nvPr/>
            </p:nvCxnSpPr>
            <p:spPr>
              <a:xfrm>
                <a:off x="4200356" y="2322421"/>
                <a:ext cx="0" cy="59991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5" name="Google Shape;4035;p74"/>
              <p:cNvCxnSpPr/>
              <p:nvPr/>
            </p:nvCxnSpPr>
            <p:spPr>
              <a:xfrm rot="10800000">
                <a:off x="4449571" y="2306551"/>
                <a:ext cx="1406394" cy="68402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6" name="Google Shape;4036;p74"/>
              <p:cNvCxnSpPr/>
              <p:nvPr/>
            </p:nvCxnSpPr>
            <p:spPr>
              <a:xfrm>
                <a:off x="6411539" y="3131826"/>
                <a:ext cx="285723" cy="15870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037" name="Google Shape;4037;p74"/>
              <p:cNvSpPr txBox="1"/>
              <p:nvPr/>
            </p:nvSpPr>
            <p:spPr>
              <a:xfrm>
                <a:off x="3620973" y="3222289"/>
                <a:ext cx="327304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/>
              </a:p>
            </p:txBody>
          </p:sp>
          <p:sp>
            <p:nvSpPr>
              <p:cNvPr id="4038" name="Google Shape;4038;p74"/>
              <p:cNvSpPr txBox="1"/>
              <p:nvPr/>
            </p:nvSpPr>
            <p:spPr>
              <a:xfrm>
                <a:off x="4094004" y="3658733"/>
                <a:ext cx="29684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endParaRPr/>
              </a:p>
            </p:txBody>
          </p:sp>
          <p:sp>
            <p:nvSpPr>
              <p:cNvPr id="4039" name="Google Shape;4039;p74"/>
              <p:cNvSpPr txBox="1"/>
              <p:nvPr/>
            </p:nvSpPr>
            <p:spPr>
              <a:xfrm>
                <a:off x="4567035" y="3057234"/>
                <a:ext cx="290437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endParaRPr/>
              </a:p>
            </p:txBody>
          </p:sp>
          <p:sp>
            <p:nvSpPr>
              <p:cNvPr id="4040" name="Google Shape;4040;p74"/>
              <p:cNvSpPr txBox="1"/>
              <p:nvPr/>
            </p:nvSpPr>
            <p:spPr>
              <a:xfrm>
                <a:off x="3408267" y="2768387"/>
                <a:ext cx="36897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  <p:sp>
            <p:nvSpPr>
              <p:cNvPr id="4041" name="Google Shape;4041;p74"/>
              <p:cNvSpPr txBox="1"/>
              <p:nvPr/>
            </p:nvSpPr>
            <p:spPr>
              <a:xfrm>
                <a:off x="4635290" y="1984375"/>
                <a:ext cx="36897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  <p:sp>
            <p:nvSpPr>
              <p:cNvPr id="4042" name="Google Shape;4042;p74"/>
              <p:cNvSpPr txBox="1"/>
              <p:nvPr/>
            </p:nvSpPr>
            <p:spPr>
              <a:xfrm>
                <a:off x="6009938" y="2570004"/>
                <a:ext cx="36897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  <p:sp>
            <p:nvSpPr>
              <p:cNvPr id="4043" name="Google Shape;4043;p74"/>
              <p:cNvSpPr txBox="1"/>
              <p:nvPr/>
            </p:nvSpPr>
            <p:spPr>
              <a:xfrm>
                <a:off x="6240104" y="3541290"/>
                <a:ext cx="328905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endParaRPr/>
              </a:p>
            </p:txBody>
          </p:sp>
          <p:sp>
            <p:nvSpPr>
              <p:cNvPr id="4044" name="Google Shape;4044;p74"/>
              <p:cNvSpPr txBox="1"/>
              <p:nvPr/>
            </p:nvSpPr>
            <p:spPr>
              <a:xfrm>
                <a:off x="6986160" y="3179439"/>
                <a:ext cx="249214" cy="3697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</a:t>
                </a:r>
                <a:endParaRPr/>
              </a:p>
            </p:txBody>
          </p:sp>
          <p:sp>
            <p:nvSpPr>
              <p:cNvPr id="4045" name="Google Shape;4045;p74"/>
              <p:cNvSpPr txBox="1"/>
              <p:nvPr/>
            </p:nvSpPr>
            <p:spPr>
              <a:xfrm>
                <a:off x="5103560" y="3595251"/>
                <a:ext cx="330509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</a:t>
                </a:r>
                <a:endParaRPr/>
              </a:p>
            </p:txBody>
          </p:sp>
          <p:pic>
            <p:nvPicPr>
              <p:cNvPr id="4046" name="Google Shape;4046;p7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763899" y="2930268"/>
                <a:ext cx="677799" cy="299957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047" name="Google Shape;4047;p74"/>
              <p:cNvGrpSpPr/>
              <p:nvPr/>
            </p:nvGrpSpPr>
            <p:grpSpPr>
              <a:xfrm>
                <a:off x="3139440" y="318008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048" name="Google Shape;4048;p7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49" name="Google Shape;4049;p7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050" name="Google Shape;4050;p74"/>
              <p:cNvGrpSpPr/>
              <p:nvPr/>
            </p:nvGrpSpPr>
            <p:grpSpPr>
              <a:xfrm>
                <a:off x="3576320" y="352552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051" name="Google Shape;4051;p7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52" name="Google Shape;4052;p7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053" name="Google Shape;4053;p74"/>
              <p:cNvGrpSpPr/>
              <p:nvPr/>
            </p:nvGrpSpPr>
            <p:grpSpPr>
              <a:xfrm>
                <a:off x="4135120" y="328168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054" name="Google Shape;4054;p7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55" name="Google Shape;4055;p7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056" name="Google Shape;4056;p74"/>
              <p:cNvGrpSpPr/>
              <p:nvPr/>
            </p:nvGrpSpPr>
            <p:grpSpPr>
              <a:xfrm>
                <a:off x="5049520" y="326136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057" name="Google Shape;4057;p7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58" name="Google Shape;4058;p7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059" name="Google Shape;4059;p74"/>
              <p:cNvGrpSpPr/>
              <p:nvPr/>
            </p:nvGrpSpPr>
            <p:grpSpPr>
              <a:xfrm>
                <a:off x="5588000" y="343408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060" name="Google Shape;4060;p7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61" name="Google Shape;4061;p7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062" name="Google Shape;4062;p74"/>
              <p:cNvGrpSpPr/>
              <p:nvPr/>
            </p:nvGrpSpPr>
            <p:grpSpPr>
              <a:xfrm>
                <a:off x="6380480" y="314960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063" name="Google Shape;4063;p7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64" name="Google Shape;4064;p7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4065" name="Google Shape;4065;p7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854313" y="2847741"/>
                <a:ext cx="677800" cy="30154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66" name="Google Shape;4066;p7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874949" y="2116102"/>
                <a:ext cx="676212" cy="30154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067" name="Google Shape;4067;p74"/>
            <p:cNvGrpSpPr/>
            <p:nvPr/>
          </p:nvGrpSpPr>
          <p:grpSpPr>
            <a:xfrm>
              <a:off x="5398824" y="2310984"/>
              <a:ext cx="746763" cy="344773"/>
              <a:chOff x="3668110" y="2448910"/>
              <a:chExt cx="3794234" cy="2165130"/>
            </a:xfrm>
          </p:grpSpPr>
          <p:sp>
            <p:nvSpPr>
              <p:cNvPr id="4068" name="Google Shape;4068;p7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9" name="Google Shape;4069;p7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70" name="Google Shape;4070;p7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071" name="Google Shape;4071;p7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72" name="Google Shape;4072;p7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73" name="Google Shape;4073;p7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74" name="Google Shape;4074;p7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075" name="Google Shape;4075;p74"/>
            <p:cNvGrpSpPr/>
            <p:nvPr/>
          </p:nvGrpSpPr>
          <p:grpSpPr>
            <a:xfrm>
              <a:off x="7290083" y="3122951"/>
              <a:ext cx="746763" cy="344773"/>
              <a:chOff x="3668110" y="2448910"/>
              <a:chExt cx="3794234" cy="2165130"/>
            </a:xfrm>
          </p:grpSpPr>
          <p:sp>
            <p:nvSpPr>
              <p:cNvPr id="4076" name="Google Shape;4076;p7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7" name="Google Shape;4077;p7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78" name="Google Shape;4078;p7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079" name="Google Shape;4079;p7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80" name="Google Shape;4080;p7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81" name="Google Shape;4081;p7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82" name="Google Shape;4082;p7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083" name="Google Shape;4083;p74"/>
            <p:cNvGrpSpPr/>
            <p:nvPr/>
          </p:nvGrpSpPr>
          <p:grpSpPr>
            <a:xfrm>
              <a:off x="5371262" y="3020518"/>
              <a:ext cx="746763" cy="344773"/>
              <a:chOff x="3668110" y="2448910"/>
              <a:chExt cx="3794234" cy="2165130"/>
            </a:xfrm>
          </p:grpSpPr>
          <p:sp>
            <p:nvSpPr>
              <p:cNvPr id="4084" name="Google Shape;4084;p7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5" name="Google Shape;4085;p7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86" name="Google Shape;4086;p7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087" name="Google Shape;4087;p7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88" name="Google Shape;4088;p7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89" name="Google Shape;4089;p7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90" name="Google Shape;4090;p7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091" name="Google Shape;4091;p74"/>
          <p:cNvGrpSpPr/>
          <p:nvPr/>
        </p:nvGrpSpPr>
        <p:grpSpPr>
          <a:xfrm>
            <a:off x="3510443" y="3070406"/>
            <a:ext cx="746763" cy="344773"/>
            <a:chOff x="3668110" y="2448910"/>
            <a:chExt cx="3794234" cy="2165130"/>
          </a:xfrm>
        </p:grpSpPr>
        <p:sp>
          <p:nvSpPr>
            <p:cNvPr id="4092" name="Google Shape;4092;p7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3" name="Google Shape;4093;p7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94" name="Google Shape;4094;p7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095" name="Google Shape;4095;p7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6" name="Google Shape;4096;p7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7" name="Google Shape;4097;p7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8" name="Google Shape;4098;p7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3" name="Shape 4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Google Shape;4104;p7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Self-learning multi-switch example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5" name="Google Shape;4105;p7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06" name="Google Shape;4106;p75"/>
          <p:cNvSpPr txBox="1"/>
          <p:nvPr/>
        </p:nvSpPr>
        <p:spPr>
          <a:xfrm>
            <a:off x="1060528" y="1364678"/>
            <a:ext cx="8743038" cy="808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C sends frame to I, I responds to C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7" name="Google Shape;4107;p75"/>
          <p:cNvSpPr/>
          <p:nvPr/>
        </p:nvSpPr>
        <p:spPr>
          <a:xfrm>
            <a:off x="1239030" y="4858947"/>
            <a:ext cx="10952969" cy="1843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i="0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show switch tables and packet forwarding in S</a:t>
            </a:r>
            <a:r>
              <a:rPr baseline="-25000" i="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i="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</a:t>
            </a:r>
            <a:r>
              <a:rPr baseline="-25000" i="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i="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</a:t>
            </a:r>
            <a:r>
              <a:rPr baseline="-25000" i="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i="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</a:t>
            </a:r>
            <a:r>
              <a:rPr baseline="-25000" i="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i="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pSp>
        <p:nvGrpSpPr>
          <p:cNvPr id="4108" name="Google Shape;4108;p75"/>
          <p:cNvGrpSpPr/>
          <p:nvPr/>
        </p:nvGrpSpPr>
        <p:grpSpPr>
          <a:xfrm>
            <a:off x="2517827" y="2194237"/>
            <a:ext cx="6289087" cy="2044145"/>
            <a:chOff x="2517827" y="2194237"/>
            <a:chExt cx="6289087" cy="2044145"/>
          </a:xfrm>
        </p:grpSpPr>
        <p:grpSp>
          <p:nvGrpSpPr>
            <p:cNvPr id="4109" name="Google Shape;4109;p75"/>
            <p:cNvGrpSpPr/>
            <p:nvPr/>
          </p:nvGrpSpPr>
          <p:grpSpPr>
            <a:xfrm>
              <a:off x="2517827" y="2654612"/>
              <a:ext cx="2005135" cy="1358900"/>
              <a:chOff x="958850" y="2444750"/>
              <a:chExt cx="2005665" cy="1358710"/>
            </a:xfrm>
          </p:grpSpPr>
          <p:cxnSp>
            <p:nvCxnSpPr>
              <p:cNvPr id="4110" name="Google Shape;4110;p75"/>
              <p:cNvCxnSpPr/>
              <p:nvPr/>
            </p:nvCxnSpPr>
            <p:spPr>
              <a:xfrm rot="10800000">
                <a:off x="1582903" y="3030456"/>
                <a:ext cx="55577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11" name="Google Shape;4111;p75"/>
              <p:cNvCxnSpPr/>
              <p:nvPr/>
            </p:nvCxnSpPr>
            <p:spPr>
              <a:xfrm flipH="1">
                <a:off x="1970355" y="3078074"/>
                <a:ext cx="271534" cy="31428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12" name="Google Shape;4112;p75"/>
              <p:cNvCxnSpPr/>
              <p:nvPr/>
            </p:nvCxnSpPr>
            <p:spPr>
              <a:xfrm>
                <a:off x="2389566" y="3106645"/>
                <a:ext cx="73044" cy="29523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13" name="Google Shape;4113;p75"/>
              <p:cNvSpPr txBox="1"/>
              <p:nvPr/>
            </p:nvSpPr>
            <p:spPr>
              <a:xfrm>
                <a:off x="958850" y="2844744"/>
                <a:ext cx="317800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4114" name="Google Shape;4114;p75"/>
              <p:cNvSpPr txBox="1"/>
              <p:nvPr/>
            </p:nvSpPr>
            <p:spPr>
              <a:xfrm>
                <a:off x="1408232" y="3306642"/>
                <a:ext cx="309782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  <p:sp>
            <p:nvSpPr>
              <p:cNvPr id="4115" name="Google Shape;4115;p75"/>
              <p:cNvSpPr txBox="1"/>
              <p:nvPr/>
            </p:nvSpPr>
            <p:spPr>
              <a:xfrm>
                <a:off x="2181548" y="2444750"/>
                <a:ext cx="369109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  <p:sp>
            <p:nvSpPr>
              <p:cNvPr id="4116" name="Google Shape;4116;p75"/>
              <p:cNvSpPr txBox="1"/>
              <p:nvPr/>
            </p:nvSpPr>
            <p:spPr>
              <a:xfrm>
                <a:off x="2656336" y="3298706"/>
                <a:ext cx="308179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  <p:grpSp>
            <p:nvGrpSpPr>
              <p:cNvPr id="4117" name="Google Shape;4117;p75"/>
              <p:cNvGrpSpPr/>
              <p:nvPr/>
            </p:nvGrpSpPr>
            <p:grpSpPr>
              <a:xfrm>
                <a:off x="1127760" y="283464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118" name="Google Shape;4118;p7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119" name="Google Shape;4119;p7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120" name="Google Shape;4120;p75"/>
              <p:cNvGrpSpPr/>
              <p:nvPr/>
            </p:nvGrpSpPr>
            <p:grpSpPr>
              <a:xfrm>
                <a:off x="1534160" y="329184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121" name="Google Shape;4121;p7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122" name="Google Shape;4122;p7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123" name="Google Shape;4123;p75"/>
              <p:cNvGrpSpPr/>
              <p:nvPr/>
            </p:nvGrpSpPr>
            <p:grpSpPr>
              <a:xfrm>
                <a:off x="2062480" y="332232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124" name="Google Shape;4124;p7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125" name="Google Shape;4125;p7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4126" name="Google Shape;4126;p7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014817" y="2879664"/>
                <a:ext cx="678041" cy="2999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27" name="Google Shape;4127;p75"/>
            <p:cNvGrpSpPr/>
            <p:nvPr/>
          </p:nvGrpSpPr>
          <p:grpSpPr>
            <a:xfrm>
              <a:off x="3950752" y="2194237"/>
              <a:ext cx="4856162" cy="2044145"/>
              <a:chOff x="3950752" y="2194237"/>
              <a:chExt cx="4856162" cy="2044145"/>
            </a:xfrm>
          </p:grpSpPr>
          <p:grpSp>
            <p:nvGrpSpPr>
              <p:cNvPr id="4128" name="Google Shape;4128;p75"/>
              <p:cNvGrpSpPr/>
              <p:nvPr/>
            </p:nvGrpSpPr>
            <p:grpSpPr>
              <a:xfrm>
                <a:off x="3950752" y="2194237"/>
                <a:ext cx="4856162" cy="2044145"/>
                <a:chOff x="2379663" y="1984375"/>
                <a:chExt cx="4855711" cy="2043590"/>
              </a:xfrm>
            </p:grpSpPr>
            <p:cxnSp>
              <p:nvCxnSpPr>
                <p:cNvPr id="4129" name="Google Shape;4129;p75"/>
                <p:cNvCxnSpPr/>
                <p:nvPr/>
              </p:nvCxnSpPr>
              <p:spPr>
                <a:xfrm flipH="1">
                  <a:off x="3635258" y="3068344"/>
                  <a:ext cx="346043" cy="2158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30" name="Google Shape;4130;p75"/>
                <p:cNvCxnSpPr/>
                <p:nvPr/>
              </p:nvCxnSpPr>
              <p:spPr>
                <a:xfrm flipH="1">
                  <a:off x="3949554" y="3087389"/>
                  <a:ext cx="125401" cy="58721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31" name="Google Shape;4131;p75"/>
                <p:cNvCxnSpPr/>
                <p:nvPr/>
              </p:nvCxnSpPr>
              <p:spPr>
                <a:xfrm>
                  <a:off x="4254326" y="3030254"/>
                  <a:ext cx="230167" cy="36185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32" name="Google Shape;4132;p75"/>
                <p:cNvCxnSpPr/>
                <p:nvPr/>
              </p:nvCxnSpPr>
              <p:spPr>
                <a:xfrm flipH="1">
                  <a:off x="5532145" y="3106433"/>
                  <a:ext cx="428585" cy="2444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33" name="Google Shape;4133;p75"/>
                <p:cNvCxnSpPr/>
                <p:nvPr/>
              </p:nvCxnSpPr>
              <p:spPr>
                <a:xfrm flipH="1">
                  <a:off x="6035335" y="3077866"/>
                  <a:ext cx="9524" cy="4697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34" name="Google Shape;4134;p75"/>
                <p:cNvCxnSpPr/>
                <p:nvPr/>
              </p:nvCxnSpPr>
              <p:spPr>
                <a:xfrm flipH="1">
                  <a:off x="2379663" y="2355749"/>
                  <a:ext cx="1517509" cy="53642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35" name="Google Shape;4135;p75"/>
                <p:cNvCxnSpPr/>
                <p:nvPr/>
              </p:nvCxnSpPr>
              <p:spPr>
                <a:xfrm>
                  <a:off x="4200356" y="2322421"/>
                  <a:ext cx="0" cy="59991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36" name="Google Shape;4136;p75"/>
                <p:cNvCxnSpPr/>
                <p:nvPr/>
              </p:nvCxnSpPr>
              <p:spPr>
                <a:xfrm rot="10800000">
                  <a:off x="4449571" y="2306551"/>
                  <a:ext cx="1406394" cy="68402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37" name="Google Shape;4137;p75"/>
                <p:cNvCxnSpPr/>
                <p:nvPr/>
              </p:nvCxnSpPr>
              <p:spPr>
                <a:xfrm>
                  <a:off x="6411539" y="3131826"/>
                  <a:ext cx="285723" cy="15870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138" name="Google Shape;4138;p75"/>
                <p:cNvSpPr txBox="1"/>
                <p:nvPr/>
              </p:nvSpPr>
              <p:spPr>
                <a:xfrm>
                  <a:off x="3620973" y="3222289"/>
                  <a:ext cx="327304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/>
                </a:p>
              </p:txBody>
            </p:sp>
            <p:sp>
              <p:nvSpPr>
                <p:cNvPr id="4139" name="Google Shape;4139;p75"/>
                <p:cNvSpPr txBox="1"/>
                <p:nvPr/>
              </p:nvSpPr>
              <p:spPr>
                <a:xfrm>
                  <a:off x="4094004" y="3658733"/>
                  <a:ext cx="29684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</a:t>
                  </a:r>
                  <a:endParaRPr/>
                </a:p>
              </p:txBody>
            </p:sp>
            <p:sp>
              <p:nvSpPr>
                <p:cNvPr id="4140" name="Google Shape;4140;p75"/>
                <p:cNvSpPr txBox="1"/>
                <p:nvPr/>
              </p:nvSpPr>
              <p:spPr>
                <a:xfrm>
                  <a:off x="4567035" y="3057234"/>
                  <a:ext cx="290437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</a:t>
                  </a:r>
                  <a:endParaRPr/>
                </a:p>
              </p:txBody>
            </p:sp>
            <p:sp>
              <p:nvSpPr>
                <p:cNvPr id="4141" name="Google Shape;4141;p75"/>
                <p:cNvSpPr txBox="1"/>
                <p:nvPr/>
              </p:nvSpPr>
              <p:spPr>
                <a:xfrm>
                  <a:off x="3408267" y="2768387"/>
                  <a:ext cx="36897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2</a:t>
                  </a:r>
                  <a:endParaRPr/>
                </a:p>
              </p:txBody>
            </p:sp>
            <p:sp>
              <p:nvSpPr>
                <p:cNvPr id="4142" name="Google Shape;4142;p75"/>
                <p:cNvSpPr txBox="1"/>
                <p:nvPr/>
              </p:nvSpPr>
              <p:spPr>
                <a:xfrm>
                  <a:off x="4635290" y="1984375"/>
                  <a:ext cx="36897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4</a:t>
                  </a:r>
                  <a:endParaRPr/>
                </a:p>
              </p:txBody>
            </p:sp>
            <p:sp>
              <p:nvSpPr>
                <p:cNvPr id="4143" name="Google Shape;4143;p75"/>
                <p:cNvSpPr txBox="1"/>
                <p:nvPr/>
              </p:nvSpPr>
              <p:spPr>
                <a:xfrm>
                  <a:off x="6009938" y="2570004"/>
                  <a:ext cx="36897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3</a:t>
                  </a:r>
                  <a:endParaRPr/>
                </a:p>
              </p:txBody>
            </p:sp>
            <p:sp>
              <p:nvSpPr>
                <p:cNvPr id="4144" name="Google Shape;4144;p75"/>
                <p:cNvSpPr txBox="1"/>
                <p:nvPr/>
              </p:nvSpPr>
              <p:spPr>
                <a:xfrm>
                  <a:off x="6240104" y="3541290"/>
                  <a:ext cx="328905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H</a:t>
                  </a:r>
                  <a:endParaRPr/>
                </a:p>
              </p:txBody>
            </p:sp>
            <p:sp>
              <p:nvSpPr>
                <p:cNvPr id="4145" name="Google Shape;4145;p75"/>
                <p:cNvSpPr txBox="1"/>
                <p:nvPr/>
              </p:nvSpPr>
              <p:spPr>
                <a:xfrm>
                  <a:off x="6986160" y="3179439"/>
                  <a:ext cx="249214" cy="3697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</a:t>
                  </a:r>
                  <a:endParaRPr/>
                </a:p>
              </p:txBody>
            </p:sp>
            <p:sp>
              <p:nvSpPr>
                <p:cNvPr id="4146" name="Google Shape;4146;p75"/>
                <p:cNvSpPr txBox="1"/>
                <p:nvPr/>
              </p:nvSpPr>
              <p:spPr>
                <a:xfrm>
                  <a:off x="5103560" y="3595251"/>
                  <a:ext cx="330509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</a:t>
                  </a:r>
                  <a:endParaRPr/>
                </a:p>
              </p:txBody>
            </p:sp>
            <p:pic>
              <p:nvPicPr>
                <p:cNvPr id="4147" name="Google Shape;4147;p7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5763899" y="2930268"/>
                  <a:ext cx="677799" cy="2999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4148" name="Google Shape;4148;p75"/>
                <p:cNvGrpSpPr/>
                <p:nvPr/>
              </p:nvGrpSpPr>
              <p:grpSpPr>
                <a:xfrm>
                  <a:off x="3139440" y="318008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4149" name="Google Shape;4149;p7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50" name="Google Shape;4150;p75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51" name="Google Shape;4151;p75"/>
                <p:cNvGrpSpPr/>
                <p:nvPr/>
              </p:nvGrpSpPr>
              <p:grpSpPr>
                <a:xfrm>
                  <a:off x="3576320" y="352552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4152" name="Google Shape;4152;p7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53" name="Google Shape;4153;p75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54" name="Google Shape;4154;p75"/>
                <p:cNvGrpSpPr/>
                <p:nvPr/>
              </p:nvGrpSpPr>
              <p:grpSpPr>
                <a:xfrm>
                  <a:off x="4135120" y="328168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4155" name="Google Shape;4155;p7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56" name="Google Shape;4156;p75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57" name="Google Shape;4157;p75"/>
                <p:cNvGrpSpPr/>
                <p:nvPr/>
              </p:nvGrpSpPr>
              <p:grpSpPr>
                <a:xfrm>
                  <a:off x="5049520" y="326136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4158" name="Google Shape;4158;p7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59" name="Google Shape;4159;p75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60" name="Google Shape;4160;p75"/>
                <p:cNvGrpSpPr/>
                <p:nvPr/>
              </p:nvGrpSpPr>
              <p:grpSpPr>
                <a:xfrm>
                  <a:off x="5588000" y="343408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4161" name="Google Shape;4161;p7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62" name="Google Shape;4162;p75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63" name="Google Shape;4163;p75"/>
                <p:cNvGrpSpPr/>
                <p:nvPr/>
              </p:nvGrpSpPr>
              <p:grpSpPr>
                <a:xfrm>
                  <a:off x="6380480" y="314960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4164" name="Google Shape;4164;p7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65" name="Google Shape;4165;p75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pic>
              <p:nvPicPr>
                <p:cNvPr id="4166" name="Google Shape;4166;p7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3854313" y="2847741"/>
                  <a:ext cx="677800" cy="3015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167" name="Google Shape;4167;p7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3874949" y="2116102"/>
                  <a:ext cx="676212" cy="3015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4168" name="Google Shape;4168;p75"/>
              <p:cNvGrpSpPr/>
              <p:nvPr/>
            </p:nvGrpSpPr>
            <p:grpSpPr>
              <a:xfrm>
                <a:off x="5398824" y="2310984"/>
                <a:ext cx="746763" cy="344773"/>
                <a:chOff x="3668110" y="2448910"/>
                <a:chExt cx="3794234" cy="2165130"/>
              </a:xfrm>
            </p:grpSpPr>
            <p:sp>
              <p:nvSpPr>
                <p:cNvPr id="4169" name="Google Shape;4169;p75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70" name="Google Shape;4170;p75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71" name="Google Shape;4171;p75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4172" name="Google Shape;4172;p75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3" name="Google Shape;4173;p75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4" name="Google Shape;4174;p75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5" name="Google Shape;4175;p75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176" name="Google Shape;4176;p75"/>
              <p:cNvGrpSpPr/>
              <p:nvPr/>
            </p:nvGrpSpPr>
            <p:grpSpPr>
              <a:xfrm>
                <a:off x="7290083" y="3122951"/>
                <a:ext cx="746763" cy="344773"/>
                <a:chOff x="3668110" y="2448910"/>
                <a:chExt cx="3794234" cy="2165130"/>
              </a:xfrm>
            </p:grpSpPr>
            <p:sp>
              <p:nvSpPr>
                <p:cNvPr id="4177" name="Google Shape;4177;p75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78" name="Google Shape;4178;p75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79" name="Google Shape;4179;p75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4180" name="Google Shape;4180;p75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81" name="Google Shape;4181;p75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82" name="Google Shape;4182;p75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83" name="Google Shape;4183;p75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184" name="Google Shape;4184;p75"/>
              <p:cNvGrpSpPr/>
              <p:nvPr/>
            </p:nvGrpSpPr>
            <p:grpSpPr>
              <a:xfrm>
                <a:off x="5371262" y="3020518"/>
                <a:ext cx="746763" cy="344773"/>
                <a:chOff x="3668110" y="2448910"/>
                <a:chExt cx="3794234" cy="2165130"/>
              </a:xfrm>
            </p:grpSpPr>
            <p:sp>
              <p:nvSpPr>
                <p:cNvPr id="4185" name="Google Shape;4185;p75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86" name="Google Shape;4186;p75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87" name="Google Shape;4187;p75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4188" name="Google Shape;4188;p75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89" name="Google Shape;4189;p75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90" name="Google Shape;4190;p75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91" name="Google Shape;4191;p75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4192" name="Google Shape;4192;p75"/>
            <p:cNvGrpSpPr/>
            <p:nvPr/>
          </p:nvGrpSpPr>
          <p:grpSpPr>
            <a:xfrm>
              <a:off x="3510443" y="3070406"/>
              <a:ext cx="746763" cy="344773"/>
              <a:chOff x="3668110" y="2448910"/>
              <a:chExt cx="3794234" cy="2165130"/>
            </a:xfrm>
          </p:grpSpPr>
          <p:sp>
            <p:nvSpPr>
              <p:cNvPr id="4193" name="Google Shape;4193;p75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4" name="Google Shape;4194;p75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95" name="Google Shape;4195;p75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196" name="Google Shape;4196;p75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97" name="Google Shape;4197;p75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98" name="Google Shape;4198;p75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99" name="Google Shape;4199;p75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4" name="Shape 4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5" name="Google Shape;4205;p7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Small institutional network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6" name="Google Shape;4206;p7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07" name="Google Shape;4207;p76"/>
          <p:cNvSpPr/>
          <p:nvPr/>
        </p:nvSpPr>
        <p:spPr>
          <a:xfrm rot="5400000">
            <a:off x="4293252" y="225426"/>
            <a:ext cx="4321175" cy="7473950"/>
          </a:xfrm>
          <a:custGeom>
            <a:rect b="b" l="l" r="r" t="t"/>
            <a:pathLst>
              <a:path extrusionOk="0" h="9831" w="10000">
                <a:moveTo>
                  <a:pt x="3018" y="119"/>
                </a:moveTo>
                <a:cubicBezTo>
                  <a:pt x="2111" y="198"/>
                  <a:pt x="1047" y="-39"/>
                  <a:pt x="545" y="518"/>
                </a:cubicBezTo>
                <a:cubicBezTo>
                  <a:pt x="43" y="1076"/>
                  <a:pt x="40" y="2518"/>
                  <a:pt x="8" y="3464"/>
                </a:cubicBezTo>
                <a:cubicBezTo>
                  <a:pt x="-24" y="4411"/>
                  <a:pt x="32" y="5681"/>
                  <a:pt x="354" y="6198"/>
                </a:cubicBezTo>
                <a:cubicBezTo>
                  <a:pt x="677" y="6715"/>
                  <a:pt x="1127" y="6126"/>
                  <a:pt x="1947" y="6568"/>
                </a:cubicBezTo>
                <a:cubicBezTo>
                  <a:pt x="2769" y="7010"/>
                  <a:pt x="4247" y="8310"/>
                  <a:pt x="5285" y="8849"/>
                </a:cubicBezTo>
                <a:cubicBezTo>
                  <a:pt x="6321" y="9388"/>
                  <a:pt x="7408" y="9963"/>
                  <a:pt x="8172" y="9805"/>
                </a:cubicBezTo>
                <a:cubicBezTo>
                  <a:pt x="8934" y="9645"/>
                  <a:pt x="9588" y="8930"/>
                  <a:pt x="9864" y="7895"/>
                </a:cubicBezTo>
                <a:cubicBezTo>
                  <a:pt x="10140" y="6857"/>
                  <a:pt x="9927" y="4774"/>
                  <a:pt x="9830" y="3590"/>
                </a:cubicBezTo>
                <a:cubicBezTo>
                  <a:pt x="9733" y="2406"/>
                  <a:pt x="10004" y="1276"/>
                  <a:pt x="9282" y="788"/>
                </a:cubicBezTo>
                <a:cubicBezTo>
                  <a:pt x="8561" y="302"/>
                  <a:pt x="7028" y="160"/>
                  <a:pt x="5984" y="49"/>
                </a:cubicBezTo>
                <a:cubicBezTo>
                  <a:pt x="4940" y="-62"/>
                  <a:pt x="3924" y="41"/>
                  <a:pt x="3018" y="119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08" name="Google Shape;4208;p76"/>
          <p:cNvCxnSpPr/>
          <p:nvPr/>
        </p:nvCxnSpPr>
        <p:spPr>
          <a:xfrm flipH="1">
            <a:off x="4264678" y="3368675"/>
            <a:ext cx="2047875" cy="14160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9" name="Google Shape;4209;p76"/>
          <p:cNvCxnSpPr/>
          <p:nvPr/>
        </p:nvCxnSpPr>
        <p:spPr>
          <a:xfrm>
            <a:off x="6504640" y="3355975"/>
            <a:ext cx="0" cy="14668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0" name="Google Shape;4210;p76"/>
          <p:cNvCxnSpPr/>
          <p:nvPr/>
        </p:nvCxnSpPr>
        <p:spPr>
          <a:xfrm rot="10800000">
            <a:off x="6698315" y="3290888"/>
            <a:ext cx="1841500" cy="16224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1" name="Google Shape;4211;p76"/>
          <p:cNvCxnSpPr/>
          <p:nvPr/>
        </p:nvCxnSpPr>
        <p:spPr>
          <a:xfrm flipH="1" rot="10800000">
            <a:off x="6801503" y="2673350"/>
            <a:ext cx="1223962" cy="4238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2" name="Google Shape;4212;p76"/>
          <p:cNvCxnSpPr/>
          <p:nvPr/>
        </p:nvCxnSpPr>
        <p:spPr>
          <a:xfrm flipH="1" rot="10800000">
            <a:off x="6595128" y="2351088"/>
            <a:ext cx="669925" cy="7588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3" name="Google Shape;4213;p76"/>
          <p:cNvCxnSpPr/>
          <p:nvPr/>
        </p:nvCxnSpPr>
        <p:spPr>
          <a:xfrm>
            <a:off x="5501340" y="2505075"/>
            <a:ext cx="862013" cy="6445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4" name="Google Shape;4214;p76"/>
          <p:cNvCxnSpPr/>
          <p:nvPr/>
        </p:nvCxnSpPr>
        <p:spPr>
          <a:xfrm rot="10800000">
            <a:off x="4109103" y="2401888"/>
            <a:ext cx="850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5" name="Google Shape;4215;p76"/>
          <p:cNvSpPr txBox="1"/>
          <p:nvPr/>
        </p:nvSpPr>
        <p:spPr>
          <a:xfrm>
            <a:off x="2858153" y="2022475"/>
            <a:ext cx="1262062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external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sp>
        <p:nvSpPr>
          <p:cNvPr id="4216" name="Google Shape;4216;p76"/>
          <p:cNvSpPr txBox="1"/>
          <p:nvPr/>
        </p:nvSpPr>
        <p:spPr>
          <a:xfrm>
            <a:off x="4829828" y="2589213"/>
            <a:ext cx="787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router</a:t>
            </a:r>
            <a:endParaRPr/>
          </a:p>
        </p:txBody>
      </p:sp>
      <p:sp>
        <p:nvSpPr>
          <p:cNvPr id="4217" name="Google Shape;4217;p76"/>
          <p:cNvSpPr txBox="1"/>
          <p:nvPr/>
        </p:nvSpPr>
        <p:spPr>
          <a:xfrm>
            <a:off x="8549340" y="3497263"/>
            <a:ext cx="15494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IP subnet</a:t>
            </a:r>
            <a:endParaRPr/>
          </a:p>
        </p:txBody>
      </p:sp>
      <p:sp>
        <p:nvSpPr>
          <p:cNvPr id="4218" name="Google Shape;4218;p76"/>
          <p:cNvSpPr txBox="1"/>
          <p:nvPr/>
        </p:nvSpPr>
        <p:spPr>
          <a:xfrm>
            <a:off x="7546040" y="1816100"/>
            <a:ext cx="1365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mail server</a:t>
            </a:r>
            <a:endParaRPr/>
          </a:p>
        </p:txBody>
      </p:sp>
      <p:sp>
        <p:nvSpPr>
          <p:cNvPr id="4219" name="Google Shape;4219;p76"/>
          <p:cNvSpPr txBox="1"/>
          <p:nvPr/>
        </p:nvSpPr>
        <p:spPr>
          <a:xfrm>
            <a:off x="8344553" y="2486025"/>
            <a:ext cx="13620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server</a:t>
            </a:r>
            <a:endParaRPr/>
          </a:p>
        </p:txBody>
      </p:sp>
      <p:cxnSp>
        <p:nvCxnSpPr>
          <p:cNvPr id="4220" name="Google Shape;4220;p76"/>
          <p:cNvCxnSpPr/>
          <p:nvPr/>
        </p:nvCxnSpPr>
        <p:spPr>
          <a:xfrm rot="10800000">
            <a:off x="3578878" y="4735513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1" name="Google Shape;4221;p76"/>
          <p:cNvCxnSpPr/>
          <p:nvPr/>
        </p:nvCxnSpPr>
        <p:spPr>
          <a:xfrm flipH="1">
            <a:off x="3966228" y="4783138"/>
            <a:ext cx="271462" cy="3143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2" name="Google Shape;4222;p76"/>
          <p:cNvCxnSpPr/>
          <p:nvPr/>
        </p:nvCxnSpPr>
        <p:spPr>
          <a:xfrm>
            <a:off x="4385328" y="4811713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223" name="Google Shape;4223;p76"/>
          <p:cNvGrpSpPr/>
          <p:nvPr/>
        </p:nvGrpSpPr>
        <p:grpSpPr>
          <a:xfrm>
            <a:off x="3123265" y="4538663"/>
            <a:ext cx="568325" cy="481012"/>
            <a:chOff x="-44" y="1473"/>
            <a:chExt cx="981" cy="1105"/>
          </a:xfrm>
        </p:grpSpPr>
        <p:pic>
          <p:nvPicPr>
            <p:cNvPr descr="desktop_computer_stylized_medium" id="4224" name="Google Shape;4224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25" name="Google Shape;4225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26" name="Google Shape;4226;p76"/>
          <p:cNvGrpSpPr/>
          <p:nvPr/>
        </p:nvGrpSpPr>
        <p:grpSpPr>
          <a:xfrm>
            <a:off x="3529665" y="4995863"/>
            <a:ext cx="568325" cy="481012"/>
            <a:chOff x="-44" y="1473"/>
            <a:chExt cx="981" cy="1105"/>
          </a:xfrm>
        </p:grpSpPr>
        <p:pic>
          <p:nvPicPr>
            <p:cNvPr descr="desktop_computer_stylized_medium" id="4227" name="Google Shape;4227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28" name="Google Shape;4228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29" name="Google Shape;4229;p76"/>
          <p:cNvGrpSpPr/>
          <p:nvPr/>
        </p:nvGrpSpPr>
        <p:grpSpPr>
          <a:xfrm>
            <a:off x="4058303" y="5027613"/>
            <a:ext cx="568325" cy="481012"/>
            <a:chOff x="-44" y="1473"/>
            <a:chExt cx="981" cy="1105"/>
          </a:xfrm>
        </p:grpSpPr>
        <p:pic>
          <p:nvPicPr>
            <p:cNvPr descr="desktop_computer_stylized_medium" id="4230" name="Google Shape;4230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31" name="Google Shape;4231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232" name="Google Shape;4232;p76"/>
          <p:cNvCxnSpPr/>
          <p:nvPr/>
        </p:nvCxnSpPr>
        <p:spPr>
          <a:xfrm>
            <a:off x="4604403" y="4741863"/>
            <a:ext cx="377825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3" name="Google Shape;4233;p76"/>
          <p:cNvCxnSpPr/>
          <p:nvPr/>
        </p:nvCxnSpPr>
        <p:spPr>
          <a:xfrm flipH="1">
            <a:off x="4836178" y="5237163"/>
            <a:ext cx="120650" cy="2936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4" name="Google Shape;4234;p76"/>
          <p:cNvCxnSpPr/>
          <p:nvPr/>
        </p:nvCxnSpPr>
        <p:spPr>
          <a:xfrm>
            <a:off x="5240990" y="5248275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5" name="Google Shape;4235;p76"/>
          <p:cNvCxnSpPr/>
          <p:nvPr/>
        </p:nvCxnSpPr>
        <p:spPr>
          <a:xfrm rot="10800000">
            <a:off x="5139390" y="5129213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236" name="Google Shape;4236;p76"/>
          <p:cNvGrpSpPr/>
          <p:nvPr/>
        </p:nvGrpSpPr>
        <p:grpSpPr>
          <a:xfrm>
            <a:off x="4463115" y="5400675"/>
            <a:ext cx="568325" cy="481013"/>
            <a:chOff x="-44" y="1473"/>
            <a:chExt cx="981" cy="1105"/>
          </a:xfrm>
        </p:grpSpPr>
        <p:pic>
          <p:nvPicPr>
            <p:cNvPr descr="desktop_computer_stylized_medium" id="4237" name="Google Shape;4237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38" name="Google Shape;4238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39" name="Google Shape;4239;p76"/>
          <p:cNvGrpSpPr/>
          <p:nvPr/>
        </p:nvGrpSpPr>
        <p:grpSpPr>
          <a:xfrm>
            <a:off x="4920315" y="5468938"/>
            <a:ext cx="568325" cy="481012"/>
            <a:chOff x="-44" y="1473"/>
            <a:chExt cx="981" cy="1105"/>
          </a:xfrm>
        </p:grpSpPr>
        <p:pic>
          <p:nvPicPr>
            <p:cNvPr descr="desktop_computer_stylized_medium" id="4240" name="Google Shape;4240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41" name="Google Shape;4241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42" name="Google Shape;4242;p76"/>
          <p:cNvGrpSpPr/>
          <p:nvPr/>
        </p:nvGrpSpPr>
        <p:grpSpPr>
          <a:xfrm>
            <a:off x="5345765" y="4927600"/>
            <a:ext cx="568325" cy="481013"/>
            <a:chOff x="-44" y="1473"/>
            <a:chExt cx="981" cy="1105"/>
          </a:xfrm>
        </p:grpSpPr>
        <p:pic>
          <p:nvPicPr>
            <p:cNvPr descr="desktop_computer_stylized_medium" id="4243" name="Google Shape;4243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44" name="Google Shape;4244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245" name="Google Shape;4245;p76"/>
          <p:cNvCxnSpPr/>
          <p:nvPr/>
        </p:nvCxnSpPr>
        <p:spPr>
          <a:xfrm rot="10800000">
            <a:off x="7798453" y="5003800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6" name="Google Shape;4246;p76"/>
          <p:cNvCxnSpPr/>
          <p:nvPr/>
        </p:nvCxnSpPr>
        <p:spPr>
          <a:xfrm flipH="1">
            <a:off x="8185803" y="5051425"/>
            <a:ext cx="271462" cy="3143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7" name="Google Shape;4247;p76"/>
          <p:cNvCxnSpPr/>
          <p:nvPr/>
        </p:nvCxnSpPr>
        <p:spPr>
          <a:xfrm>
            <a:off x="8604903" y="5080000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248" name="Google Shape;4248;p76"/>
          <p:cNvGrpSpPr/>
          <p:nvPr/>
        </p:nvGrpSpPr>
        <p:grpSpPr>
          <a:xfrm>
            <a:off x="7490478" y="4818063"/>
            <a:ext cx="568325" cy="481012"/>
            <a:chOff x="-44" y="1473"/>
            <a:chExt cx="981" cy="1105"/>
          </a:xfrm>
        </p:grpSpPr>
        <p:pic>
          <p:nvPicPr>
            <p:cNvPr descr="desktop_computer_stylized_medium" id="4249" name="Google Shape;4249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50" name="Google Shape;4250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51" name="Google Shape;4251;p76"/>
          <p:cNvGrpSpPr/>
          <p:nvPr/>
        </p:nvGrpSpPr>
        <p:grpSpPr>
          <a:xfrm>
            <a:off x="7749240" y="5264150"/>
            <a:ext cx="569913" cy="481013"/>
            <a:chOff x="-44" y="1473"/>
            <a:chExt cx="981" cy="1105"/>
          </a:xfrm>
        </p:grpSpPr>
        <p:pic>
          <p:nvPicPr>
            <p:cNvPr descr="desktop_computer_stylized_medium" id="4252" name="Google Shape;4252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53" name="Google Shape;4253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54" name="Google Shape;4254;p76"/>
          <p:cNvGrpSpPr/>
          <p:nvPr/>
        </p:nvGrpSpPr>
        <p:grpSpPr>
          <a:xfrm>
            <a:off x="8277878" y="5294313"/>
            <a:ext cx="568325" cy="482600"/>
            <a:chOff x="-44" y="1473"/>
            <a:chExt cx="981" cy="1105"/>
          </a:xfrm>
        </p:grpSpPr>
        <p:pic>
          <p:nvPicPr>
            <p:cNvPr descr="desktop_computer_stylized_medium" id="4255" name="Google Shape;4255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56" name="Google Shape;4256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257" name="Google Shape;4257;p76"/>
          <p:cNvCxnSpPr/>
          <p:nvPr/>
        </p:nvCxnSpPr>
        <p:spPr>
          <a:xfrm rot="10800000">
            <a:off x="6772928" y="5049838"/>
            <a:ext cx="606425" cy="3127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8" name="Google Shape;4258;p76"/>
          <p:cNvCxnSpPr/>
          <p:nvPr/>
        </p:nvCxnSpPr>
        <p:spPr>
          <a:xfrm flipH="1">
            <a:off x="6309378" y="5003800"/>
            <a:ext cx="271462" cy="3143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9" name="Google Shape;4259;p76"/>
          <p:cNvCxnSpPr/>
          <p:nvPr/>
        </p:nvCxnSpPr>
        <p:spPr>
          <a:xfrm>
            <a:off x="6728478" y="5032375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260" name="Google Shape;4260;p76"/>
          <p:cNvGrpSpPr/>
          <p:nvPr/>
        </p:nvGrpSpPr>
        <p:grpSpPr>
          <a:xfrm>
            <a:off x="6917390" y="5211763"/>
            <a:ext cx="569913" cy="481012"/>
            <a:chOff x="-44" y="1473"/>
            <a:chExt cx="981" cy="1105"/>
          </a:xfrm>
        </p:grpSpPr>
        <p:pic>
          <p:nvPicPr>
            <p:cNvPr descr="desktop_computer_stylized_medium" id="4261" name="Google Shape;4261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2" name="Google Shape;4262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63" name="Google Shape;4263;p76"/>
          <p:cNvGrpSpPr/>
          <p:nvPr/>
        </p:nvGrpSpPr>
        <p:grpSpPr>
          <a:xfrm>
            <a:off x="5872815" y="5216525"/>
            <a:ext cx="569913" cy="482600"/>
            <a:chOff x="-44" y="1473"/>
            <a:chExt cx="981" cy="1105"/>
          </a:xfrm>
        </p:grpSpPr>
        <p:pic>
          <p:nvPicPr>
            <p:cNvPr descr="desktop_computer_stylized_medium" id="4264" name="Google Shape;4264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5" name="Google Shape;4265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66" name="Google Shape;4266;p76"/>
          <p:cNvGrpSpPr/>
          <p:nvPr/>
        </p:nvGrpSpPr>
        <p:grpSpPr>
          <a:xfrm>
            <a:off x="6401453" y="5248275"/>
            <a:ext cx="569912" cy="481013"/>
            <a:chOff x="-44" y="1473"/>
            <a:chExt cx="981" cy="1105"/>
          </a:xfrm>
        </p:grpSpPr>
        <p:pic>
          <p:nvPicPr>
            <p:cNvPr descr="desktop_computer_stylized_medium" id="4267" name="Google Shape;4267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8" name="Google Shape;4268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269" name="Google Shape;4269;p76"/>
          <p:cNvCxnSpPr/>
          <p:nvPr/>
        </p:nvCxnSpPr>
        <p:spPr>
          <a:xfrm rot="10800000">
            <a:off x="8633478" y="5081588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270" name="Google Shape;4270;p76"/>
          <p:cNvGrpSpPr/>
          <p:nvPr/>
        </p:nvGrpSpPr>
        <p:grpSpPr>
          <a:xfrm>
            <a:off x="8798578" y="4865688"/>
            <a:ext cx="569912" cy="481012"/>
            <a:chOff x="-44" y="1473"/>
            <a:chExt cx="981" cy="1105"/>
          </a:xfrm>
        </p:grpSpPr>
        <p:pic>
          <p:nvPicPr>
            <p:cNvPr descr="desktop_computer_stylized_medium" id="4271" name="Google Shape;4271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2" name="Google Shape;4272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73" name="Google Shape;4273;p76"/>
          <p:cNvGrpSpPr/>
          <p:nvPr/>
        </p:nvGrpSpPr>
        <p:grpSpPr>
          <a:xfrm>
            <a:off x="7253940" y="2092325"/>
            <a:ext cx="366713" cy="579438"/>
            <a:chOff x="4140" y="429"/>
            <a:chExt cx="1425" cy="2396"/>
          </a:xfrm>
        </p:grpSpPr>
        <p:sp>
          <p:nvSpPr>
            <p:cNvPr id="4274" name="Google Shape;4274;p7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5" name="Google Shape;4275;p76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6" name="Google Shape;4276;p7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7" name="Google Shape;4277;p7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8" name="Google Shape;4278;p76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79" name="Google Shape;4279;p76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4280" name="Google Shape;4280;p76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1" name="Google Shape;4281;p76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82" name="Google Shape;4282;p76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83" name="Google Shape;4283;p76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4284" name="Google Shape;4284;p76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5" name="Google Shape;4285;p76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86" name="Google Shape;4286;p76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7" name="Google Shape;4287;p76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88" name="Google Shape;4288;p76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4289" name="Google Shape;4289;p76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0" name="Google Shape;4290;p76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91" name="Google Shape;4291;p7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92" name="Google Shape;4292;p76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4293" name="Google Shape;4293;p76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4" name="Google Shape;4294;p76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95" name="Google Shape;4295;p76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6" name="Google Shape;4296;p7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7" name="Google Shape;4297;p7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8" name="Google Shape;4298;p76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9" name="Google Shape;4299;p7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0" name="Google Shape;4300;p76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1" name="Google Shape;4301;p76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2" name="Google Shape;4302;p76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3" name="Google Shape;4303;p76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4" name="Google Shape;4304;p76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5" name="Google Shape;4305;p76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06" name="Google Shape;4306;p76"/>
          <p:cNvGrpSpPr/>
          <p:nvPr/>
        </p:nvGrpSpPr>
        <p:grpSpPr>
          <a:xfrm>
            <a:off x="7858778" y="2601913"/>
            <a:ext cx="366712" cy="579437"/>
            <a:chOff x="4140" y="429"/>
            <a:chExt cx="1425" cy="2396"/>
          </a:xfrm>
        </p:grpSpPr>
        <p:sp>
          <p:nvSpPr>
            <p:cNvPr id="4307" name="Google Shape;4307;p7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8" name="Google Shape;4308;p76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9" name="Google Shape;4309;p7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0" name="Google Shape;4310;p7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1" name="Google Shape;4311;p76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12" name="Google Shape;4312;p76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4313" name="Google Shape;4313;p76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4" name="Google Shape;4314;p76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15" name="Google Shape;4315;p76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16" name="Google Shape;4316;p76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4317" name="Google Shape;4317;p76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8" name="Google Shape;4318;p76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19" name="Google Shape;4319;p76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0" name="Google Shape;4320;p76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21" name="Google Shape;4321;p76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4322" name="Google Shape;4322;p76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3" name="Google Shape;4323;p76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24" name="Google Shape;4324;p7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25" name="Google Shape;4325;p76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4326" name="Google Shape;4326;p76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7" name="Google Shape;4327;p76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28" name="Google Shape;4328;p76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9" name="Google Shape;4329;p7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0" name="Google Shape;4330;p7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1" name="Google Shape;4331;p76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2" name="Google Shape;4332;p7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3" name="Google Shape;4333;p76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4" name="Google Shape;4334;p76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5" name="Google Shape;4335;p76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6" name="Google Shape;4336;p76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7" name="Google Shape;4337;p76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8" name="Google Shape;4338;p76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39" name="Google Shape;4339;p76"/>
          <p:cNvGrpSpPr/>
          <p:nvPr/>
        </p:nvGrpSpPr>
        <p:grpSpPr>
          <a:xfrm>
            <a:off x="6081784" y="2929417"/>
            <a:ext cx="914400" cy="479686"/>
            <a:chOff x="3668110" y="2448910"/>
            <a:chExt cx="3794234" cy="2165130"/>
          </a:xfrm>
        </p:grpSpPr>
        <p:sp>
          <p:nvSpPr>
            <p:cNvPr id="4340" name="Google Shape;4340;p7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1" name="Google Shape;4341;p7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42" name="Google Shape;4342;p7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343" name="Google Shape;4343;p7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4" name="Google Shape;4344;p7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5" name="Google Shape;4345;p7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6" name="Google Shape;4346;p7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47" name="Google Shape;4347;p76"/>
          <p:cNvGrpSpPr/>
          <p:nvPr/>
        </p:nvGrpSpPr>
        <p:grpSpPr>
          <a:xfrm>
            <a:off x="4861367" y="2210765"/>
            <a:ext cx="894855" cy="442494"/>
            <a:chOff x="7493876" y="2774731"/>
            <a:chExt cx="1481958" cy="894622"/>
          </a:xfrm>
        </p:grpSpPr>
        <p:sp>
          <p:nvSpPr>
            <p:cNvPr id="4348" name="Google Shape;4348;p7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349" name="Google Shape;4349;p7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350" name="Google Shape;4350;p7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351" name="Google Shape;4351;p7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2" name="Google Shape;4352;p7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3" name="Google Shape;4353;p7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4" name="Google Shape;4354;p7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55" name="Google Shape;4355;p76"/>
          <p:cNvGrpSpPr/>
          <p:nvPr/>
        </p:nvGrpSpPr>
        <p:grpSpPr>
          <a:xfrm>
            <a:off x="4035095" y="4580587"/>
            <a:ext cx="652815" cy="339144"/>
            <a:chOff x="3668110" y="2448910"/>
            <a:chExt cx="3794234" cy="2165130"/>
          </a:xfrm>
        </p:grpSpPr>
        <p:sp>
          <p:nvSpPr>
            <p:cNvPr id="4356" name="Google Shape;4356;p7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7" name="Google Shape;4357;p7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58" name="Google Shape;4358;p7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359" name="Google Shape;4359;p7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0" name="Google Shape;4360;p7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1" name="Google Shape;4361;p7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2" name="Google Shape;4362;p7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63" name="Google Shape;4363;p76"/>
          <p:cNvGrpSpPr/>
          <p:nvPr/>
        </p:nvGrpSpPr>
        <p:grpSpPr>
          <a:xfrm>
            <a:off x="4730749" y="4991280"/>
            <a:ext cx="666096" cy="353718"/>
            <a:chOff x="3668110" y="2448910"/>
            <a:chExt cx="3794234" cy="2165130"/>
          </a:xfrm>
        </p:grpSpPr>
        <p:sp>
          <p:nvSpPr>
            <p:cNvPr id="4364" name="Google Shape;4364;p7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5" name="Google Shape;4365;p7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66" name="Google Shape;4366;p7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367" name="Google Shape;4367;p7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8" name="Google Shape;4368;p7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9" name="Google Shape;4369;p7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0" name="Google Shape;4370;p7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71" name="Google Shape;4371;p76"/>
          <p:cNvGrpSpPr/>
          <p:nvPr/>
        </p:nvGrpSpPr>
        <p:grpSpPr>
          <a:xfrm>
            <a:off x="6268889" y="4785461"/>
            <a:ext cx="666096" cy="353718"/>
            <a:chOff x="3668110" y="2448910"/>
            <a:chExt cx="3794234" cy="2165130"/>
          </a:xfrm>
        </p:grpSpPr>
        <p:sp>
          <p:nvSpPr>
            <p:cNvPr id="4372" name="Google Shape;4372;p7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3" name="Google Shape;4373;p7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74" name="Google Shape;4374;p7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375" name="Google Shape;4375;p7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6" name="Google Shape;4376;p7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7" name="Google Shape;4377;p7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8" name="Google Shape;4378;p7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79" name="Google Shape;4379;p76"/>
          <p:cNvGrpSpPr/>
          <p:nvPr/>
        </p:nvGrpSpPr>
        <p:grpSpPr>
          <a:xfrm>
            <a:off x="8198241" y="4810599"/>
            <a:ext cx="666096" cy="353718"/>
            <a:chOff x="3668110" y="2448910"/>
            <a:chExt cx="3794234" cy="2165130"/>
          </a:xfrm>
        </p:grpSpPr>
        <p:sp>
          <p:nvSpPr>
            <p:cNvPr id="4380" name="Google Shape;4380;p7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1" name="Google Shape;4381;p7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82" name="Google Shape;4382;p7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383" name="Google Shape;4383;p7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4" name="Google Shape;4384;p7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5" name="Google Shape;4385;p7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6" name="Google Shape;4386;p7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1" name="Shape 4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" name="Google Shape;4392;p7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Switches vs. routers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3" name="Google Shape;4393;p7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94" name="Google Shape;4394;p77"/>
          <p:cNvSpPr/>
          <p:nvPr/>
        </p:nvSpPr>
        <p:spPr>
          <a:xfrm flipH="1">
            <a:off x="9361825" y="2092325"/>
            <a:ext cx="638175" cy="803639"/>
          </a:xfrm>
          <a:custGeom>
            <a:rect b="b" l="l" r="r" t="t"/>
            <a:pathLst>
              <a:path extrusionOk="0" h="537" w="402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>
            <a:gsLst>
              <a:gs pos="0">
                <a:srgbClr val="BFBFB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5" name="Google Shape;4395;p77"/>
          <p:cNvSpPr/>
          <p:nvPr/>
        </p:nvSpPr>
        <p:spPr>
          <a:xfrm>
            <a:off x="9349126" y="844952"/>
            <a:ext cx="360363" cy="1517612"/>
          </a:xfrm>
          <a:custGeom>
            <a:rect b="b" l="l" r="r" t="t"/>
            <a:pathLst>
              <a:path extrusionOk="0" h="1186" w="267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>
            <a:gsLst>
              <a:gs pos="0">
                <a:srgbClr val="BFBFB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6" name="Google Shape;4396;p77"/>
          <p:cNvSpPr/>
          <p:nvPr/>
        </p:nvSpPr>
        <p:spPr>
          <a:xfrm>
            <a:off x="8077539" y="862377"/>
            <a:ext cx="1273175" cy="15367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97" name="Google Shape;4397;p77"/>
          <p:cNvCxnSpPr/>
          <p:nvPr/>
        </p:nvCxnSpPr>
        <p:spPr>
          <a:xfrm>
            <a:off x="8077539" y="117987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8" name="Google Shape;4398;p77"/>
          <p:cNvSpPr txBox="1"/>
          <p:nvPr/>
        </p:nvSpPr>
        <p:spPr>
          <a:xfrm>
            <a:off x="8056901" y="829039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/>
          </a:p>
        </p:txBody>
      </p:sp>
      <p:cxnSp>
        <p:nvCxnSpPr>
          <p:cNvPr id="4399" name="Google Shape;4399;p77"/>
          <p:cNvCxnSpPr/>
          <p:nvPr/>
        </p:nvCxnSpPr>
        <p:spPr>
          <a:xfrm>
            <a:off x="8085476" y="150055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0" name="Google Shape;4400;p77"/>
          <p:cNvCxnSpPr/>
          <p:nvPr/>
        </p:nvCxnSpPr>
        <p:spPr>
          <a:xfrm>
            <a:off x="8090239" y="178153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1" name="Google Shape;4401;p77"/>
          <p:cNvCxnSpPr/>
          <p:nvPr/>
        </p:nvCxnSpPr>
        <p:spPr>
          <a:xfrm>
            <a:off x="8090239" y="20577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02" name="Google Shape;4402;p77"/>
          <p:cNvGrpSpPr/>
          <p:nvPr/>
        </p:nvGrpSpPr>
        <p:grpSpPr>
          <a:xfrm>
            <a:off x="9518991" y="3463925"/>
            <a:ext cx="1328738" cy="996950"/>
            <a:chOff x="3593" y="192"/>
            <a:chExt cx="837" cy="628"/>
          </a:xfrm>
        </p:grpSpPr>
        <p:sp>
          <p:nvSpPr>
            <p:cNvPr id="4403" name="Google Shape;4403;p77"/>
            <p:cNvSpPr/>
            <p:nvPr/>
          </p:nvSpPr>
          <p:spPr>
            <a:xfrm>
              <a:off x="3628" y="213"/>
              <a:ext cx="802" cy="596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04" name="Google Shape;4404;p77"/>
            <p:cNvCxnSpPr/>
            <p:nvPr/>
          </p:nvCxnSpPr>
          <p:spPr>
            <a:xfrm>
              <a:off x="3628" y="413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05" name="Google Shape;4405;p77"/>
            <p:cNvSpPr txBox="1"/>
            <p:nvPr/>
          </p:nvSpPr>
          <p:spPr>
            <a:xfrm>
              <a:off x="3593" y="192"/>
              <a:ext cx="830" cy="6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  <p:cxnSp>
          <p:nvCxnSpPr>
            <p:cNvPr id="4406" name="Google Shape;4406;p77"/>
            <p:cNvCxnSpPr/>
            <p:nvPr/>
          </p:nvCxnSpPr>
          <p:spPr>
            <a:xfrm>
              <a:off x="3633" y="615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407" name="Google Shape;4407;p77"/>
          <p:cNvGrpSpPr/>
          <p:nvPr/>
        </p:nvGrpSpPr>
        <p:grpSpPr>
          <a:xfrm>
            <a:off x="9901576" y="2097452"/>
            <a:ext cx="1317625" cy="695325"/>
            <a:chOff x="4714" y="633"/>
            <a:chExt cx="830" cy="438"/>
          </a:xfrm>
        </p:grpSpPr>
        <p:sp>
          <p:nvSpPr>
            <p:cNvPr id="4408" name="Google Shape;4408;p77"/>
            <p:cNvSpPr/>
            <p:nvPr/>
          </p:nvSpPr>
          <p:spPr>
            <a:xfrm>
              <a:off x="4723" y="642"/>
              <a:ext cx="802" cy="4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09" name="Google Shape;4409;p77"/>
            <p:cNvCxnSpPr/>
            <p:nvPr/>
          </p:nvCxnSpPr>
          <p:spPr>
            <a:xfrm>
              <a:off x="4723" y="842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10" name="Google Shape;4410;p77"/>
            <p:cNvSpPr txBox="1"/>
            <p:nvPr/>
          </p:nvSpPr>
          <p:spPr>
            <a:xfrm>
              <a:off x="4714" y="633"/>
              <a:ext cx="830" cy="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</p:grpSp>
      <p:sp>
        <p:nvSpPr>
          <p:cNvPr id="4411" name="Google Shape;4411;p77"/>
          <p:cNvSpPr txBox="1"/>
          <p:nvPr/>
        </p:nvSpPr>
        <p:spPr>
          <a:xfrm>
            <a:off x="8672851" y="2943589"/>
            <a:ext cx="7992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/>
          </a:p>
        </p:txBody>
      </p:sp>
      <p:grpSp>
        <p:nvGrpSpPr>
          <p:cNvPr id="4412" name="Google Shape;4412;p77"/>
          <p:cNvGrpSpPr/>
          <p:nvPr/>
        </p:nvGrpSpPr>
        <p:grpSpPr>
          <a:xfrm>
            <a:off x="7270588" y="1487019"/>
            <a:ext cx="917575" cy="307975"/>
            <a:chOff x="1080" y="911"/>
            <a:chExt cx="578" cy="194"/>
          </a:xfrm>
        </p:grpSpPr>
        <p:sp>
          <p:nvSpPr>
            <p:cNvPr id="4413" name="Google Shape;4413;p77"/>
            <p:cNvSpPr/>
            <p:nvPr/>
          </p:nvSpPr>
          <p:spPr>
            <a:xfrm>
              <a:off x="1082" y="939"/>
              <a:ext cx="576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r" dir="135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4" name="Google Shape;4414;p77"/>
            <p:cNvSpPr txBox="1"/>
            <p:nvPr/>
          </p:nvSpPr>
          <p:spPr>
            <a:xfrm>
              <a:off x="1080" y="911"/>
              <a:ext cx="561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/>
            </a:p>
          </p:txBody>
        </p:sp>
      </p:grpSp>
      <p:sp>
        <p:nvSpPr>
          <p:cNvPr id="4415" name="Google Shape;4415;p77"/>
          <p:cNvSpPr/>
          <p:nvPr/>
        </p:nvSpPr>
        <p:spPr>
          <a:xfrm>
            <a:off x="7979114" y="4605702"/>
            <a:ext cx="1273175" cy="15367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16" name="Google Shape;4416;p77"/>
          <p:cNvCxnSpPr/>
          <p:nvPr/>
        </p:nvCxnSpPr>
        <p:spPr>
          <a:xfrm>
            <a:off x="7979114" y="492320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7" name="Google Shape;4417;p77"/>
          <p:cNvSpPr txBox="1"/>
          <p:nvPr/>
        </p:nvSpPr>
        <p:spPr>
          <a:xfrm>
            <a:off x="7958476" y="4578714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/>
          </a:p>
        </p:txBody>
      </p:sp>
      <p:cxnSp>
        <p:nvCxnSpPr>
          <p:cNvPr id="4418" name="Google Shape;4418;p77"/>
          <p:cNvCxnSpPr/>
          <p:nvPr/>
        </p:nvCxnSpPr>
        <p:spPr>
          <a:xfrm>
            <a:off x="7987051" y="524387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9" name="Google Shape;4419;p77"/>
          <p:cNvCxnSpPr/>
          <p:nvPr/>
        </p:nvCxnSpPr>
        <p:spPr>
          <a:xfrm>
            <a:off x="7991814" y="55248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0" name="Google Shape;4420;p77"/>
          <p:cNvCxnSpPr/>
          <p:nvPr/>
        </p:nvCxnSpPr>
        <p:spPr>
          <a:xfrm>
            <a:off x="7991814" y="580108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1" name="Google Shape;4421;p77"/>
          <p:cNvSpPr/>
          <p:nvPr/>
        </p:nvSpPr>
        <p:spPr>
          <a:xfrm>
            <a:off x="9264650" y="4613275"/>
            <a:ext cx="406739" cy="1784714"/>
          </a:xfrm>
          <a:custGeom>
            <a:rect b="b" l="l" r="r" t="t"/>
            <a:pathLst>
              <a:path extrusionOk="0" h="1170" w="240">
                <a:moveTo>
                  <a:pt x="0" y="960"/>
                </a:moveTo>
                <a:lnTo>
                  <a:pt x="6" y="0"/>
                </a:lnTo>
                <a:lnTo>
                  <a:pt x="240" y="1092"/>
                </a:lnTo>
                <a:lnTo>
                  <a:pt x="168" y="1170"/>
                </a:lnTo>
                <a:lnTo>
                  <a:pt x="0" y="960"/>
                </a:lnTo>
                <a:close/>
              </a:path>
            </a:pathLst>
          </a:custGeom>
          <a:gradFill>
            <a:gsLst>
              <a:gs pos="0">
                <a:srgbClr val="BFBFBF"/>
              </a:gs>
              <a:gs pos="1000">
                <a:srgbClr val="BFBFB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22" name="Google Shape;4422;p77"/>
          <p:cNvGrpSpPr/>
          <p:nvPr/>
        </p:nvGrpSpPr>
        <p:grpSpPr>
          <a:xfrm>
            <a:off x="7112339" y="1754552"/>
            <a:ext cx="1095375" cy="338137"/>
            <a:chOff x="998" y="1077"/>
            <a:chExt cx="690" cy="213"/>
          </a:xfrm>
        </p:grpSpPr>
        <p:sp>
          <p:nvSpPr>
            <p:cNvPr id="4423" name="Google Shape;4423;p77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r" dir="135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4" name="Google Shape;4424;p77"/>
            <p:cNvSpPr txBox="1"/>
            <p:nvPr/>
          </p:nvSpPr>
          <p:spPr>
            <a:xfrm>
              <a:off x="1107" y="1077"/>
              <a:ext cx="43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frame</a:t>
              </a:r>
              <a:endParaRPr/>
            </a:p>
          </p:txBody>
        </p:sp>
      </p:grpSp>
      <p:sp>
        <p:nvSpPr>
          <p:cNvPr id="4425" name="Google Shape;4425;p77"/>
          <p:cNvSpPr/>
          <p:nvPr/>
        </p:nvSpPr>
        <p:spPr>
          <a:xfrm>
            <a:off x="8099764" y="663939"/>
            <a:ext cx="2924175" cy="5314950"/>
          </a:xfrm>
          <a:custGeom>
            <a:rect b="b" l="l" r="r" t="t"/>
            <a:pathLst>
              <a:path extrusionOk="0" h="3348" w="1842">
                <a:moveTo>
                  <a:pt x="132" y="0"/>
                </a:moveTo>
                <a:lnTo>
                  <a:pt x="138" y="1200"/>
                </a:lnTo>
                <a:lnTo>
                  <a:pt x="1326" y="1200"/>
                </a:lnTo>
                <a:lnTo>
                  <a:pt x="1326" y="948"/>
                </a:lnTo>
                <a:lnTo>
                  <a:pt x="1830" y="948"/>
                </a:lnTo>
                <a:lnTo>
                  <a:pt x="1842" y="2496"/>
                </a:lnTo>
                <a:lnTo>
                  <a:pt x="1656" y="2340"/>
                </a:lnTo>
                <a:lnTo>
                  <a:pt x="1644" y="1896"/>
                </a:lnTo>
                <a:lnTo>
                  <a:pt x="1248" y="1902"/>
                </a:lnTo>
                <a:lnTo>
                  <a:pt x="1230" y="2430"/>
                </a:lnTo>
                <a:lnTo>
                  <a:pt x="774" y="3348"/>
                </a:lnTo>
                <a:lnTo>
                  <a:pt x="6" y="3348"/>
                </a:lnTo>
                <a:lnTo>
                  <a:pt x="0" y="2226"/>
                </a:lnTo>
              </a:path>
            </a:pathLst>
          </a:cu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26" name="Google Shape;4426;p77"/>
          <p:cNvGrpSpPr/>
          <p:nvPr/>
        </p:nvGrpSpPr>
        <p:grpSpPr>
          <a:xfrm>
            <a:off x="10884239" y="2106977"/>
            <a:ext cx="1095375" cy="338137"/>
            <a:chOff x="998" y="1077"/>
            <a:chExt cx="690" cy="213"/>
          </a:xfrm>
        </p:grpSpPr>
        <p:sp>
          <p:nvSpPr>
            <p:cNvPr id="4427" name="Google Shape;4427;p77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8" name="Google Shape;4428;p77"/>
            <p:cNvSpPr txBox="1"/>
            <p:nvPr/>
          </p:nvSpPr>
          <p:spPr>
            <a:xfrm>
              <a:off x="1107" y="1077"/>
              <a:ext cx="43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frame</a:t>
              </a:r>
              <a:endParaRPr/>
            </a:p>
          </p:txBody>
        </p:sp>
      </p:grpSp>
      <p:grpSp>
        <p:nvGrpSpPr>
          <p:cNvPr id="4429" name="Google Shape;4429;p77"/>
          <p:cNvGrpSpPr/>
          <p:nvPr/>
        </p:nvGrpSpPr>
        <p:grpSpPr>
          <a:xfrm>
            <a:off x="10560389" y="3854815"/>
            <a:ext cx="1095375" cy="338137"/>
            <a:chOff x="998" y="1074"/>
            <a:chExt cx="690" cy="213"/>
          </a:xfrm>
        </p:grpSpPr>
        <p:sp>
          <p:nvSpPr>
            <p:cNvPr id="4430" name="Google Shape;4430;p77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1" name="Google Shape;4431;p77"/>
            <p:cNvSpPr txBox="1"/>
            <p:nvPr/>
          </p:nvSpPr>
          <p:spPr>
            <a:xfrm>
              <a:off x="1107" y="1074"/>
              <a:ext cx="43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frame</a:t>
              </a:r>
              <a:endParaRPr/>
            </a:p>
          </p:txBody>
        </p:sp>
      </p:grpSp>
      <p:grpSp>
        <p:nvGrpSpPr>
          <p:cNvPr id="4432" name="Google Shape;4432;p77"/>
          <p:cNvGrpSpPr/>
          <p:nvPr/>
        </p:nvGrpSpPr>
        <p:grpSpPr>
          <a:xfrm>
            <a:off x="10646114" y="3580178"/>
            <a:ext cx="914400" cy="307975"/>
            <a:chOff x="1082" y="919"/>
            <a:chExt cx="576" cy="194"/>
          </a:xfrm>
        </p:grpSpPr>
        <p:sp>
          <p:nvSpPr>
            <p:cNvPr id="4433" name="Google Shape;4433;p77"/>
            <p:cNvSpPr/>
            <p:nvPr/>
          </p:nvSpPr>
          <p:spPr>
            <a:xfrm>
              <a:off x="1082" y="939"/>
              <a:ext cx="576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4" name="Google Shape;4434;p77"/>
            <p:cNvSpPr txBox="1"/>
            <p:nvPr/>
          </p:nvSpPr>
          <p:spPr>
            <a:xfrm>
              <a:off x="1082" y="919"/>
              <a:ext cx="561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/>
            </a:p>
          </p:txBody>
        </p:sp>
      </p:grpSp>
      <p:sp>
        <p:nvSpPr>
          <p:cNvPr id="4435" name="Google Shape;4435;p77"/>
          <p:cNvSpPr/>
          <p:nvPr/>
        </p:nvSpPr>
        <p:spPr>
          <a:xfrm>
            <a:off x="9242764" y="3479800"/>
            <a:ext cx="333036" cy="974725"/>
          </a:xfrm>
          <a:custGeom>
            <a:rect b="b" l="l" r="r" t="t"/>
            <a:pathLst>
              <a:path extrusionOk="0" h="582" w="228">
                <a:moveTo>
                  <a:pt x="228" y="0"/>
                </a:moveTo>
                <a:lnTo>
                  <a:pt x="228" y="582"/>
                </a:lnTo>
                <a:lnTo>
                  <a:pt x="12" y="360"/>
                </a:lnTo>
                <a:lnTo>
                  <a:pt x="0" y="222"/>
                </a:lnTo>
                <a:lnTo>
                  <a:pt x="228" y="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36" name="Google Shape;4436;p77"/>
          <p:cNvGrpSpPr/>
          <p:nvPr/>
        </p:nvGrpSpPr>
        <p:grpSpPr>
          <a:xfrm>
            <a:off x="9299914" y="1287827"/>
            <a:ext cx="762000" cy="693737"/>
            <a:chOff x="-44" y="1473"/>
            <a:chExt cx="981" cy="1105"/>
          </a:xfrm>
        </p:grpSpPr>
        <p:pic>
          <p:nvPicPr>
            <p:cNvPr descr="desktop_computer_stylized_medium" id="4437" name="Google Shape;4437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38" name="Google Shape;4438;p7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39" name="Google Shape;4439;p77"/>
          <p:cNvGrpSpPr/>
          <p:nvPr/>
        </p:nvGrpSpPr>
        <p:grpSpPr>
          <a:xfrm>
            <a:off x="9279276" y="5942377"/>
            <a:ext cx="762000" cy="693737"/>
            <a:chOff x="-44" y="1473"/>
            <a:chExt cx="981" cy="1105"/>
          </a:xfrm>
        </p:grpSpPr>
        <p:pic>
          <p:nvPicPr>
            <p:cNvPr descr="desktop_computer_stylized_medium" id="4440" name="Google Shape;4440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41" name="Google Shape;4441;p7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42" name="Google Shape;4442;p77"/>
          <p:cNvSpPr txBox="1"/>
          <p:nvPr/>
        </p:nvSpPr>
        <p:spPr>
          <a:xfrm>
            <a:off x="11274305" y="6462404"/>
            <a:ext cx="548655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6-</a:t>
            </a:r>
            <a:fld id="{00000000-1234-1234-1234-123412341234}" type="slidenum"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443" name="Google Shape;4443;p77"/>
          <p:cNvGrpSpPr/>
          <p:nvPr/>
        </p:nvGrpSpPr>
        <p:grpSpPr>
          <a:xfrm>
            <a:off x="8822377" y="2470342"/>
            <a:ext cx="914400" cy="479686"/>
            <a:chOff x="3668110" y="2448910"/>
            <a:chExt cx="3794234" cy="2165130"/>
          </a:xfrm>
        </p:grpSpPr>
        <p:sp>
          <p:nvSpPr>
            <p:cNvPr id="4444" name="Google Shape;4444;p7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5" name="Google Shape;4445;p7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46" name="Google Shape;4446;p7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447" name="Google Shape;4447;p7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8" name="Google Shape;4448;p7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9" name="Google Shape;4449;p7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0" name="Google Shape;4450;p7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451" name="Google Shape;4451;p77"/>
          <p:cNvGrpSpPr/>
          <p:nvPr/>
        </p:nvGrpSpPr>
        <p:grpSpPr>
          <a:xfrm>
            <a:off x="8461094" y="3741153"/>
            <a:ext cx="894855" cy="442494"/>
            <a:chOff x="7493876" y="2774731"/>
            <a:chExt cx="1481958" cy="894622"/>
          </a:xfrm>
        </p:grpSpPr>
        <p:sp>
          <p:nvSpPr>
            <p:cNvPr id="4452" name="Google Shape;4452;p7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453" name="Google Shape;4453;p7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454" name="Google Shape;4454;p7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455" name="Google Shape;4455;p7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6" name="Google Shape;4456;p7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7" name="Google Shape;4457;p7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8" name="Google Shape;4458;p7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59" name="Google Shape;4459;p77"/>
          <p:cNvSpPr txBox="1"/>
          <p:nvPr/>
        </p:nvSpPr>
        <p:spPr>
          <a:xfrm>
            <a:off x="859601" y="1465262"/>
            <a:ext cx="6270404" cy="2385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both are store-and-forward: 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routers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network-layer devices (examine network-layer headers)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switches: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link-layer devices (examine link-layer headers)</a:t>
            </a:r>
            <a:endParaRPr/>
          </a:p>
        </p:txBody>
      </p:sp>
      <p:sp>
        <p:nvSpPr>
          <p:cNvPr id="4460" name="Google Shape;4460;p77"/>
          <p:cNvSpPr txBox="1"/>
          <p:nvPr/>
        </p:nvSpPr>
        <p:spPr>
          <a:xfrm>
            <a:off x="857455" y="3613887"/>
            <a:ext cx="6270404" cy="2503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i="1" sz="24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both have forwarding tables:</a:t>
            </a:r>
            <a:endParaRPr/>
          </a:p>
          <a:p>
            <a:pPr indent="-231775" lvl="0" marL="2317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routers: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tables using routing algorithms, IP addresses</a:t>
            </a:r>
            <a:endParaRPr/>
          </a:p>
          <a:p>
            <a:pPr indent="-231775" lvl="0" marL="2317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switches: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forwarding table using flooding, learning, MAC addresses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5" name="Shape 4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6" name="Google Shape;4466;p7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4467" name="Google Shape;4467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4468" name="Google Shape;4468;p78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9" name="Google Shape;4469;p78"/>
          <p:cNvSpPr txBox="1"/>
          <p:nvPr/>
        </p:nvSpPr>
        <p:spPr>
          <a:xfrm>
            <a:off x="1006769" y="1374867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0" name="Google Shape;4470;p78"/>
          <p:cNvSpPr txBox="1"/>
          <p:nvPr>
            <p:ph idx="12" type="sldNum"/>
          </p:nvPr>
        </p:nvSpPr>
        <p:spPr>
          <a:xfrm>
            <a:off x="9219616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5" name="Shape 4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6" name="Google Shape;4476;p79"/>
          <p:cNvSpPr/>
          <p:nvPr/>
        </p:nvSpPr>
        <p:spPr>
          <a:xfrm rot="5400000">
            <a:off x="1384209" y="1352734"/>
            <a:ext cx="3296953" cy="5113490"/>
          </a:xfrm>
          <a:custGeom>
            <a:rect b="b" l="l" r="r" t="t"/>
            <a:pathLst>
              <a:path extrusionOk="0" h="10000" w="10281">
                <a:moveTo>
                  <a:pt x="3018" y="121"/>
                </a:moveTo>
                <a:cubicBezTo>
                  <a:pt x="2111" y="201"/>
                  <a:pt x="1047" y="-40"/>
                  <a:pt x="545" y="527"/>
                </a:cubicBezTo>
                <a:cubicBezTo>
                  <a:pt x="43" y="1094"/>
                  <a:pt x="40" y="2561"/>
                  <a:pt x="8" y="3524"/>
                </a:cubicBezTo>
                <a:cubicBezTo>
                  <a:pt x="-24" y="4487"/>
                  <a:pt x="32" y="5779"/>
                  <a:pt x="354" y="6305"/>
                </a:cubicBezTo>
                <a:cubicBezTo>
                  <a:pt x="677" y="6830"/>
                  <a:pt x="1127" y="6231"/>
                  <a:pt x="1947" y="6681"/>
                </a:cubicBezTo>
                <a:cubicBezTo>
                  <a:pt x="2769" y="7131"/>
                  <a:pt x="4247" y="8453"/>
                  <a:pt x="5285" y="9001"/>
                </a:cubicBezTo>
                <a:cubicBezTo>
                  <a:pt x="6321" y="9549"/>
                  <a:pt x="7408" y="10134"/>
                  <a:pt x="8172" y="9974"/>
                </a:cubicBezTo>
                <a:cubicBezTo>
                  <a:pt x="8934" y="9811"/>
                  <a:pt x="9531" y="9075"/>
                  <a:pt x="9864" y="8031"/>
                </a:cubicBezTo>
                <a:cubicBezTo>
                  <a:pt x="10197" y="6987"/>
                  <a:pt x="10171" y="4915"/>
                  <a:pt x="10169" y="3708"/>
                </a:cubicBezTo>
                <a:cubicBezTo>
                  <a:pt x="10167" y="2501"/>
                  <a:pt x="10574" y="1287"/>
                  <a:pt x="9852" y="791"/>
                </a:cubicBezTo>
                <a:cubicBezTo>
                  <a:pt x="9131" y="296"/>
                  <a:pt x="7123" y="162"/>
                  <a:pt x="5984" y="50"/>
                </a:cubicBezTo>
                <a:cubicBezTo>
                  <a:pt x="4845" y="-62"/>
                  <a:pt x="3924" y="42"/>
                  <a:pt x="3018" y="12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7" name="Google Shape;4477;p79"/>
          <p:cNvCxnSpPr/>
          <p:nvPr/>
        </p:nvCxnSpPr>
        <p:spPr>
          <a:xfrm>
            <a:off x="3067442" y="3407180"/>
            <a:ext cx="0" cy="108858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8" name="Google Shape;4478;p79"/>
          <p:cNvCxnSpPr/>
          <p:nvPr/>
        </p:nvCxnSpPr>
        <p:spPr>
          <a:xfrm rot="10800000">
            <a:off x="3199950" y="3358878"/>
            <a:ext cx="1259908" cy="12040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9" name="Google Shape;4479;p79"/>
          <p:cNvCxnSpPr/>
          <p:nvPr/>
        </p:nvCxnSpPr>
        <p:spPr>
          <a:xfrm flipH="1" rot="10800000">
            <a:off x="3270548" y="2900589"/>
            <a:ext cx="837404" cy="31455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0" name="Google Shape;4480;p79"/>
          <p:cNvCxnSpPr/>
          <p:nvPr/>
        </p:nvCxnSpPr>
        <p:spPr>
          <a:xfrm flipH="1" rot="10800000">
            <a:off x="3129352" y="2661431"/>
            <a:ext cx="458346" cy="56314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1" name="Google Shape;4481;p79"/>
          <p:cNvCxnSpPr/>
          <p:nvPr/>
        </p:nvCxnSpPr>
        <p:spPr>
          <a:xfrm>
            <a:off x="2381009" y="2775708"/>
            <a:ext cx="589768" cy="4783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82" name="Google Shape;4482;p79"/>
          <p:cNvGrpSpPr/>
          <p:nvPr/>
        </p:nvGrpSpPr>
        <p:grpSpPr>
          <a:xfrm>
            <a:off x="2778135" y="3090622"/>
            <a:ext cx="625610" cy="355986"/>
            <a:chOff x="3668110" y="2448910"/>
            <a:chExt cx="3794234" cy="2165130"/>
          </a:xfrm>
        </p:grpSpPr>
        <p:sp>
          <p:nvSpPr>
            <p:cNvPr id="4483" name="Google Shape;4483;p7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4" name="Google Shape;4484;p7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85" name="Google Shape;4485;p7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486" name="Google Shape;4486;p7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7" name="Google Shape;4487;p7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8" name="Google Shape;4488;p7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9" name="Google Shape;4489;p7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90" name="Google Shape;4490;p7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Virtual LANs (VLANs): motivation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1" name="Google Shape;4491;p79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492" name="Google Shape;4492;p79"/>
          <p:cNvCxnSpPr/>
          <p:nvPr/>
        </p:nvCxnSpPr>
        <p:spPr>
          <a:xfrm rot="10800000">
            <a:off x="1065709" y="4430966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3" name="Google Shape;4493;p79"/>
          <p:cNvCxnSpPr/>
          <p:nvPr/>
        </p:nvCxnSpPr>
        <p:spPr>
          <a:xfrm flipH="1">
            <a:off x="1330724" y="4466310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4" name="Google Shape;4494;p79"/>
          <p:cNvCxnSpPr/>
          <p:nvPr/>
        </p:nvCxnSpPr>
        <p:spPr>
          <a:xfrm>
            <a:off x="1617462" y="4487516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95" name="Google Shape;4495;p79"/>
          <p:cNvGrpSpPr/>
          <p:nvPr/>
        </p:nvGrpSpPr>
        <p:grpSpPr>
          <a:xfrm>
            <a:off x="753990" y="4284879"/>
            <a:ext cx="388834" cy="356970"/>
            <a:chOff x="-44" y="1473"/>
            <a:chExt cx="981" cy="1105"/>
          </a:xfrm>
        </p:grpSpPr>
        <p:pic>
          <p:nvPicPr>
            <p:cNvPr descr="desktop_computer_stylized_medium" id="4496" name="Google Shape;4496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7" name="Google Shape;4497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98" name="Google Shape;4498;p79"/>
          <p:cNvGrpSpPr/>
          <p:nvPr/>
        </p:nvGrpSpPr>
        <p:grpSpPr>
          <a:xfrm>
            <a:off x="1032038" y="4624177"/>
            <a:ext cx="388834" cy="356970"/>
            <a:chOff x="-44" y="1473"/>
            <a:chExt cx="981" cy="1105"/>
          </a:xfrm>
        </p:grpSpPr>
        <p:pic>
          <p:nvPicPr>
            <p:cNvPr descr="desktop_computer_stylized_medium" id="4499" name="Google Shape;4499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00" name="Google Shape;4500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01" name="Google Shape;4501;p79"/>
          <p:cNvGrpSpPr/>
          <p:nvPr/>
        </p:nvGrpSpPr>
        <p:grpSpPr>
          <a:xfrm>
            <a:off x="1393719" y="4647740"/>
            <a:ext cx="388834" cy="356970"/>
            <a:chOff x="-44" y="1473"/>
            <a:chExt cx="981" cy="1105"/>
          </a:xfrm>
        </p:grpSpPr>
        <p:pic>
          <p:nvPicPr>
            <p:cNvPr descr="desktop_computer_stylized_medium" id="4502" name="Google Shape;4502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03" name="Google Shape;4503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04" name="Google Shape;4504;p79"/>
          <p:cNvCxnSpPr/>
          <p:nvPr/>
        </p:nvCxnSpPr>
        <p:spPr>
          <a:xfrm>
            <a:off x="1767347" y="4435678"/>
            <a:ext cx="258498" cy="22619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5" name="Google Shape;4505;p79"/>
          <p:cNvCxnSpPr/>
          <p:nvPr/>
        </p:nvCxnSpPr>
        <p:spPr>
          <a:xfrm flipH="1">
            <a:off x="1925922" y="4803252"/>
            <a:ext cx="82546" cy="21795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6" name="Google Shape;4506;p79"/>
          <p:cNvCxnSpPr/>
          <p:nvPr/>
        </p:nvCxnSpPr>
        <p:spPr>
          <a:xfrm>
            <a:off x="2131694" y="4497705"/>
            <a:ext cx="1677" cy="22543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507" name="Google Shape;4507;p79"/>
          <p:cNvGrpSpPr/>
          <p:nvPr/>
        </p:nvGrpSpPr>
        <p:grpSpPr>
          <a:xfrm>
            <a:off x="1670682" y="4924597"/>
            <a:ext cx="388834" cy="356970"/>
            <a:chOff x="-44" y="1473"/>
            <a:chExt cx="981" cy="1105"/>
          </a:xfrm>
        </p:grpSpPr>
        <p:pic>
          <p:nvPicPr>
            <p:cNvPr descr="desktop_computer_stylized_medium" id="4508" name="Google Shape;4508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09" name="Google Shape;4509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10" name="Google Shape;4510;p79"/>
          <p:cNvGrpSpPr/>
          <p:nvPr/>
        </p:nvGrpSpPr>
        <p:grpSpPr>
          <a:xfrm>
            <a:off x="1920239" y="4247763"/>
            <a:ext cx="388834" cy="356970"/>
            <a:chOff x="-44" y="1473"/>
            <a:chExt cx="981" cy="1105"/>
          </a:xfrm>
        </p:grpSpPr>
        <p:pic>
          <p:nvPicPr>
            <p:cNvPr descr="desktop_computer_stylized_medium" id="4511" name="Google Shape;4511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2" name="Google Shape;4512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13" name="Google Shape;4513;p79"/>
          <p:cNvCxnSpPr/>
          <p:nvPr/>
        </p:nvCxnSpPr>
        <p:spPr>
          <a:xfrm rot="10800000">
            <a:off x="3952637" y="4630068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4" name="Google Shape;4514;p79"/>
          <p:cNvCxnSpPr/>
          <p:nvPr/>
        </p:nvCxnSpPr>
        <p:spPr>
          <a:xfrm flipH="1">
            <a:off x="4217652" y="4665411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5" name="Google Shape;4515;p79"/>
          <p:cNvCxnSpPr/>
          <p:nvPr/>
        </p:nvCxnSpPr>
        <p:spPr>
          <a:xfrm>
            <a:off x="4504390" y="4686617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516" name="Google Shape;4516;p79"/>
          <p:cNvGrpSpPr/>
          <p:nvPr/>
        </p:nvGrpSpPr>
        <p:grpSpPr>
          <a:xfrm>
            <a:off x="3741928" y="4492228"/>
            <a:ext cx="388834" cy="356970"/>
            <a:chOff x="-44" y="1473"/>
            <a:chExt cx="981" cy="1105"/>
          </a:xfrm>
        </p:grpSpPr>
        <p:pic>
          <p:nvPicPr>
            <p:cNvPr descr="desktop_computer_stylized_medium" id="4517" name="Google Shape;4517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8" name="Google Shape;4518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19" name="Google Shape;4519;p79"/>
          <p:cNvGrpSpPr/>
          <p:nvPr/>
        </p:nvGrpSpPr>
        <p:grpSpPr>
          <a:xfrm>
            <a:off x="3918966" y="4823279"/>
            <a:ext cx="389920" cy="356970"/>
            <a:chOff x="-44" y="1473"/>
            <a:chExt cx="981" cy="1105"/>
          </a:xfrm>
        </p:grpSpPr>
        <p:pic>
          <p:nvPicPr>
            <p:cNvPr descr="desktop_computer_stylized_medium" id="4520" name="Google Shape;4520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1" name="Google Shape;4521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22" name="Google Shape;4522;p79"/>
          <p:cNvGrpSpPr/>
          <p:nvPr/>
        </p:nvGrpSpPr>
        <p:grpSpPr>
          <a:xfrm>
            <a:off x="4280647" y="4845664"/>
            <a:ext cx="388834" cy="358148"/>
            <a:chOff x="-44" y="1473"/>
            <a:chExt cx="981" cy="1105"/>
          </a:xfrm>
        </p:grpSpPr>
        <p:pic>
          <p:nvPicPr>
            <p:cNvPr descr="desktop_computer_stylized_medium" id="4523" name="Google Shape;4523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4" name="Google Shape;4524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25" name="Google Shape;4525;p79"/>
          <p:cNvCxnSpPr/>
          <p:nvPr/>
        </p:nvCxnSpPr>
        <p:spPr>
          <a:xfrm rot="10800000">
            <a:off x="3250998" y="4664234"/>
            <a:ext cx="414901" cy="23208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6" name="Google Shape;4526;p79"/>
          <p:cNvCxnSpPr/>
          <p:nvPr/>
        </p:nvCxnSpPr>
        <p:spPr>
          <a:xfrm flipH="1">
            <a:off x="2933849" y="4630068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7" name="Google Shape;4527;p79"/>
          <p:cNvCxnSpPr/>
          <p:nvPr/>
        </p:nvCxnSpPr>
        <p:spPr>
          <a:xfrm>
            <a:off x="3220586" y="4651274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528" name="Google Shape;4528;p79"/>
          <p:cNvGrpSpPr/>
          <p:nvPr/>
        </p:nvGrpSpPr>
        <p:grpSpPr>
          <a:xfrm>
            <a:off x="3349835" y="4784402"/>
            <a:ext cx="389920" cy="356970"/>
            <a:chOff x="-44" y="1473"/>
            <a:chExt cx="981" cy="1105"/>
          </a:xfrm>
        </p:grpSpPr>
        <p:pic>
          <p:nvPicPr>
            <p:cNvPr descr="desktop_computer_stylized_medium" id="4529" name="Google Shape;4529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30" name="Google Shape;4530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31" name="Google Shape;4531;p79"/>
          <p:cNvGrpSpPr/>
          <p:nvPr/>
        </p:nvGrpSpPr>
        <p:grpSpPr>
          <a:xfrm>
            <a:off x="2635163" y="4787936"/>
            <a:ext cx="389920" cy="358148"/>
            <a:chOff x="-44" y="1473"/>
            <a:chExt cx="981" cy="1105"/>
          </a:xfrm>
        </p:grpSpPr>
        <p:pic>
          <p:nvPicPr>
            <p:cNvPr descr="desktop_computer_stylized_medium" id="4532" name="Google Shape;4532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33" name="Google Shape;4533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34" name="Google Shape;4534;p79"/>
          <p:cNvGrpSpPr/>
          <p:nvPr/>
        </p:nvGrpSpPr>
        <p:grpSpPr>
          <a:xfrm>
            <a:off x="2996844" y="4811498"/>
            <a:ext cx="389920" cy="356970"/>
            <a:chOff x="-44" y="1473"/>
            <a:chExt cx="981" cy="1105"/>
          </a:xfrm>
        </p:grpSpPr>
        <p:pic>
          <p:nvPicPr>
            <p:cNvPr descr="desktop_computer_stylized_medium" id="4535" name="Google Shape;4535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36" name="Google Shape;4536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37" name="Google Shape;4537;p79"/>
          <p:cNvCxnSpPr/>
          <p:nvPr/>
        </p:nvCxnSpPr>
        <p:spPr>
          <a:xfrm rot="10800000">
            <a:off x="4510426" y="4534645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538" name="Google Shape;4538;p79"/>
          <p:cNvGrpSpPr/>
          <p:nvPr/>
        </p:nvGrpSpPr>
        <p:grpSpPr>
          <a:xfrm>
            <a:off x="4622370" y="4306005"/>
            <a:ext cx="389920" cy="356970"/>
            <a:chOff x="-44" y="1487"/>
            <a:chExt cx="981" cy="1105"/>
          </a:xfrm>
        </p:grpSpPr>
        <p:pic>
          <p:nvPicPr>
            <p:cNvPr descr="desktop_computer_stylized_medium" id="4539" name="Google Shape;4539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40" name="Google Shape;4540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41" name="Google Shape;4541;p79"/>
          <p:cNvGrpSpPr/>
          <p:nvPr/>
        </p:nvGrpSpPr>
        <p:grpSpPr>
          <a:xfrm>
            <a:off x="3580094" y="2469397"/>
            <a:ext cx="250896" cy="430014"/>
            <a:chOff x="4140" y="429"/>
            <a:chExt cx="1425" cy="2396"/>
          </a:xfrm>
        </p:grpSpPr>
        <p:sp>
          <p:nvSpPr>
            <p:cNvPr id="4542" name="Google Shape;4542;p7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3" name="Google Shape;4543;p79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4" name="Google Shape;4544;p7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5" name="Google Shape;4545;p7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6" name="Google Shape;4546;p79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47" name="Google Shape;4547;p79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4548" name="Google Shape;4548;p79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9" name="Google Shape;4549;p79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0" name="Google Shape;4550;p79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51" name="Google Shape;4551;p79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4552" name="Google Shape;4552;p79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3" name="Google Shape;4553;p79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4" name="Google Shape;4554;p79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5" name="Google Shape;4555;p79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56" name="Google Shape;4556;p79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4557" name="Google Shape;4557;p79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8" name="Google Shape;4558;p79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9" name="Google Shape;4559;p7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60" name="Google Shape;4560;p79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4561" name="Google Shape;4561;p79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2" name="Google Shape;4562;p79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63" name="Google Shape;4563;p79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4" name="Google Shape;4564;p7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5" name="Google Shape;4565;p7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6" name="Google Shape;4566;p79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7" name="Google Shape;4567;p7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8" name="Google Shape;4568;p79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9" name="Google Shape;4569;p79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0" name="Google Shape;4570;p79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1" name="Google Shape;4571;p79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2" name="Google Shape;4572;p79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3" name="Google Shape;4573;p79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74" name="Google Shape;4574;p79"/>
          <p:cNvGrpSpPr/>
          <p:nvPr/>
        </p:nvGrpSpPr>
        <p:grpSpPr>
          <a:xfrm>
            <a:off x="3993910" y="2847574"/>
            <a:ext cx="250895" cy="430013"/>
            <a:chOff x="4140" y="429"/>
            <a:chExt cx="1425" cy="2396"/>
          </a:xfrm>
        </p:grpSpPr>
        <p:sp>
          <p:nvSpPr>
            <p:cNvPr id="4575" name="Google Shape;4575;p7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6" name="Google Shape;4576;p79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7" name="Google Shape;4577;p7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8" name="Google Shape;4578;p7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9" name="Google Shape;4579;p79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0" name="Google Shape;4580;p79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4581" name="Google Shape;4581;p79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2" name="Google Shape;4582;p79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3" name="Google Shape;4583;p79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4" name="Google Shape;4584;p79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4585" name="Google Shape;4585;p79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6" name="Google Shape;4586;p79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7" name="Google Shape;4587;p79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8" name="Google Shape;4588;p79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9" name="Google Shape;4589;p79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4590" name="Google Shape;4590;p79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1" name="Google Shape;4591;p79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92" name="Google Shape;4592;p7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93" name="Google Shape;4593;p79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4594" name="Google Shape;4594;p79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5" name="Google Shape;4595;p79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96" name="Google Shape;4596;p79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7" name="Google Shape;4597;p7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8" name="Google Shape;4598;p7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9" name="Google Shape;4599;p79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0" name="Google Shape;4600;p7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1" name="Google Shape;4601;p79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2" name="Google Shape;4602;p79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3" name="Google Shape;4603;p79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4" name="Google Shape;4604;p79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5" name="Google Shape;4605;p79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6" name="Google Shape;4606;p79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07" name="Google Shape;4607;p79"/>
          <p:cNvGrpSpPr/>
          <p:nvPr/>
        </p:nvGrpSpPr>
        <p:grpSpPr>
          <a:xfrm>
            <a:off x="1943156" y="2557294"/>
            <a:ext cx="612237" cy="328385"/>
            <a:chOff x="7493876" y="2774731"/>
            <a:chExt cx="1481958" cy="894622"/>
          </a:xfrm>
        </p:grpSpPr>
        <p:sp>
          <p:nvSpPr>
            <p:cNvPr id="4608" name="Google Shape;4608;p7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609" name="Google Shape;4609;p7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610" name="Google Shape;4610;p7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11" name="Google Shape;4611;p7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2" name="Google Shape;4612;p7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3" name="Google Shape;4613;p7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4" name="Google Shape;4614;p7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15" name="Google Shape;4615;p79"/>
          <p:cNvGrpSpPr/>
          <p:nvPr/>
        </p:nvGrpSpPr>
        <p:grpSpPr>
          <a:xfrm>
            <a:off x="1853790" y="4620776"/>
            <a:ext cx="455726" cy="262502"/>
            <a:chOff x="3668110" y="2448910"/>
            <a:chExt cx="3794234" cy="2165130"/>
          </a:xfrm>
        </p:grpSpPr>
        <p:sp>
          <p:nvSpPr>
            <p:cNvPr id="4616" name="Google Shape;4616;p7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7" name="Google Shape;4617;p7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18" name="Google Shape;4618;p7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619" name="Google Shape;4619;p7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0" name="Google Shape;4620;p7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1" name="Google Shape;4621;p7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2" name="Google Shape;4622;p7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23" name="Google Shape;4623;p79"/>
          <p:cNvGrpSpPr/>
          <p:nvPr/>
        </p:nvGrpSpPr>
        <p:grpSpPr>
          <a:xfrm>
            <a:off x="2906147" y="4468033"/>
            <a:ext cx="455726" cy="262502"/>
            <a:chOff x="3668110" y="2448910"/>
            <a:chExt cx="3794234" cy="2165130"/>
          </a:xfrm>
        </p:grpSpPr>
        <p:sp>
          <p:nvSpPr>
            <p:cNvPr id="4624" name="Google Shape;4624;p7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5" name="Google Shape;4625;p7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26" name="Google Shape;4626;p7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627" name="Google Shape;4627;p7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8" name="Google Shape;4628;p7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9" name="Google Shape;4629;p7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0" name="Google Shape;4630;p7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631" name="Google Shape;4631;p79"/>
          <p:cNvSpPr/>
          <p:nvPr/>
        </p:nvSpPr>
        <p:spPr>
          <a:xfrm>
            <a:off x="1023151" y="3962400"/>
            <a:ext cx="748665" cy="16954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2" name="Google Shape;4632;p79"/>
          <p:cNvSpPr txBox="1"/>
          <p:nvPr/>
        </p:nvSpPr>
        <p:spPr>
          <a:xfrm>
            <a:off x="979209" y="3735832"/>
            <a:ext cx="1068947" cy="512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endParaRPr/>
          </a:p>
        </p:txBody>
      </p:sp>
      <p:grpSp>
        <p:nvGrpSpPr>
          <p:cNvPr id="4633" name="Google Shape;4633;p79"/>
          <p:cNvGrpSpPr/>
          <p:nvPr/>
        </p:nvGrpSpPr>
        <p:grpSpPr>
          <a:xfrm>
            <a:off x="4561160" y="3962400"/>
            <a:ext cx="390965" cy="303481"/>
            <a:chOff x="3878580" y="5130446"/>
            <a:chExt cx="390965" cy="303481"/>
          </a:xfrm>
        </p:grpSpPr>
        <p:sp>
          <p:nvSpPr>
            <p:cNvPr id="4634" name="Google Shape;4634;p79"/>
            <p:cNvSpPr/>
            <p:nvPr/>
          </p:nvSpPr>
          <p:spPr>
            <a:xfrm>
              <a:off x="3878580" y="5172075"/>
              <a:ext cx="356235" cy="169545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5" name="Google Shape;4635;p79"/>
            <p:cNvSpPr txBox="1"/>
            <p:nvPr/>
          </p:nvSpPr>
          <p:spPr>
            <a:xfrm>
              <a:off x="3882901" y="5130446"/>
              <a:ext cx="386644" cy="303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EE</a:t>
              </a:r>
              <a:endParaRPr/>
            </a:p>
          </p:txBody>
        </p:sp>
      </p:grpSp>
      <p:grpSp>
        <p:nvGrpSpPr>
          <p:cNvPr id="4636" name="Google Shape;4636;p79"/>
          <p:cNvGrpSpPr/>
          <p:nvPr/>
        </p:nvGrpSpPr>
        <p:grpSpPr>
          <a:xfrm>
            <a:off x="4226162" y="4486689"/>
            <a:ext cx="455726" cy="262502"/>
            <a:chOff x="3668110" y="2448910"/>
            <a:chExt cx="3794234" cy="2165130"/>
          </a:xfrm>
        </p:grpSpPr>
        <p:sp>
          <p:nvSpPr>
            <p:cNvPr id="4637" name="Google Shape;4637;p7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8" name="Google Shape;4638;p7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39" name="Google Shape;4639;p7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640" name="Google Shape;4640;p7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1" name="Google Shape;4641;p7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2" name="Google Shape;4642;p7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3" name="Google Shape;4643;p7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44" name="Google Shape;4644;p79"/>
          <p:cNvGrpSpPr/>
          <p:nvPr/>
        </p:nvGrpSpPr>
        <p:grpSpPr>
          <a:xfrm>
            <a:off x="1377841" y="4315992"/>
            <a:ext cx="446640" cy="251686"/>
            <a:chOff x="3668110" y="2448910"/>
            <a:chExt cx="3794234" cy="2165130"/>
          </a:xfrm>
        </p:grpSpPr>
        <p:sp>
          <p:nvSpPr>
            <p:cNvPr id="4645" name="Google Shape;4645;p7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6" name="Google Shape;4646;p7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47" name="Google Shape;4647;p7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648" name="Google Shape;4648;p7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9" name="Google Shape;4649;p7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0" name="Google Shape;4650;p7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1" name="Google Shape;4651;p7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652" name="Google Shape;4652;p79"/>
          <p:cNvCxnSpPr/>
          <p:nvPr/>
        </p:nvCxnSpPr>
        <p:spPr>
          <a:xfrm flipH="1">
            <a:off x="1724471" y="3455082"/>
            <a:ext cx="1147604" cy="8591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3" name="Google Shape;4653;p79"/>
          <p:cNvCxnSpPr/>
          <p:nvPr/>
        </p:nvCxnSpPr>
        <p:spPr>
          <a:xfrm>
            <a:off x="4677507" y="4700953"/>
            <a:ext cx="223945" cy="794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654" name="Google Shape;4654;p79"/>
          <p:cNvGrpSpPr/>
          <p:nvPr/>
        </p:nvGrpSpPr>
        <p:grpSpPr>
          <a:xfrm>
            <a:off x="4647799" y="4698334"/>
            <a:ext cx="388834" cy="356970"/>
            <a:chOff x="-44" y="1473"/>
            <a:chExt cx="981" cy="1105"/>
          </a:xfrm>
        </p:grpSpPr>
        <p:pic>
          <p:nvPicPr>
            <p:cNvPr descr="desktop_computer_stylized_medium" id="4655" name="Google Shape;4655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6" name="Google Shape;4656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7" name="Google Shape;4657;p79"/>
          <p:cNvSpPr txBox="1"/>
          <p:nvPr/>
        </p:nvSpPr>
        <p:spPr>
          <a:xfrm>
            <a:off x="6130344" y="1365249"/>
            <a:ext cx="5589431" cy="5048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58" name="Google Shape;4658;p79"/>
          <p:cNvSpPr txBox="1"/>
          <p:nvPr/>
        </p:nvSpPr>
        <p:spPr>
          <a:xfrm>
            <a:off x="785611" y="1262130"/>
            <a:ext cx="105212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happens as LAN sizes scale, users change point of attachment?</a:t>
            </a:r>
            <a:endParaRPr/>
          </a:p>
        </p:txBody>
      </p:sp>
      <p:sp>
        <p:nvSpPr>
          <p:cNvPr id="4659" name="Google Shape;4659;p79"/>
          <p:cNvSpPr txBox="1"/>
          <p:nvPr/>
        </p:nvSpPr>
        <p:spPr>
          <a:xfrm>
            <a:off x="6001555" y="1957589"/>
            <a:ext cx="5782614" cy="25886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single broadcast domain:</a:t>
            </a:r>
            <a:endParaRPr/>
          </a:p>
          <a:p>
            <a:pPr indent="-230187" lvl="1" marL="5762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Noto Sans Symbols"/>
              <a:buChar char="▪"/>
            </a:pPr>
            <a:r>
              <a:rPr b="0" i="1" lang="en-US" sz="26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scaling: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layer-2 broadcast traffic (ARP, DHCP, unknown MAC) must cross entire LAN </a:t>
            </a:r>
            <a:endParaRPr/>
          </a:p>
          <a:p>
            <a:pPr indent="-230187" lvl="1" marL="5762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efficiency, security, privacy issues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4" name="Shape 4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5" name="Google Shape;4665;p80"/>
          <p:cNvSpPr/>
          <p:nvPr/>
        </p:nvSpPr>
        <p:spPr>
          <a:xfrm rot="5400000">
            <a:off x="1384209" y="1345534"/>
            <a:ext cx="3296953" cy="5113490"/>
          </a:xfrm>
          <a:custGeom>
            <a:rect b="b" l="l" r="r" t="t"/>
            <a:pathLst>
              <a:path extrusionOk="0" h="10000" w="10281">
                <a:moveTo>
                  <a:pt x="3018" y="121"/>
                </a:moveTo>
                <a:cubicBezTo>
                  <a:pt x="2111" y="201"/>
                  <a:pt x="1047" y="-40"/>
                  <a:pt x="545" y="527"/>
                </a:cubicBezTo>
                <a:cubicBezTo>
                  <a:pt x="43" y="1094"/>
                  <a:pt x="40" y="2561"/>
                  <a:pt x="8" y="3524"/>
                </a:cubicBezTo>
                <a:cubicBezTo>
                  <a:pt x="-24" y="4487"/>
                  <a:pt x="32" y="5779"/>
                  <a:pt x="354" y="6305"/>
                </a:cubicBezTo>
                <a:cubicBezTo>
                  <a:pt x="677" y="6830"/>
                  <a:pt x="1127" y="6231"/>
                  <a:pt x="1947" y="6681"/>
                </a:cubicBezTo>
                <a:cubicBezTo>
                  <a:pt x="2769" y="7131"/>
                  <a:pt x="4247" y="8453"/>
                  <a:pt x="5285" y="9001"/>
                </a:cubicBezTo>
                <a:cubicBezTo>
                  <a:pt x="6321" y="9549"/>
                  <a:pt x="7408" y="10134"/>
                  <a:pt x="8172" y="9974"/>
                </a:cubicBezTo>
                <a:cubicBezTo>
                  <a:pt x="8934" y="9811"/>
                  <a:pt x="9531" y="9075"/>
                  <a:pt x="9864" y="8031"/>
                </a:cubicBezTo>
                <a:cubicBezTo>
                  <a:pt x="10197" y="6987"/>
                  <a:pt x="10171" y="4915"/>
                  <a:pt x="10169" y="3708"/>
                </a:cubicBezTo>
                <a:cubicBezTo>
                  <a:pt x="10167" y="2501"/>
                  <a:pt x="10574" y="1287"/>
                  <a:pt x="9852" y="791"/>
                </a:cubicBezTo>
                <a:cubicBezTo>
                  <a:pt x="9131" y="296"/>
                  <a:pt x="7123" y="162"/>
                  <a:pt x="5984" y="50"/>
                </a:cubicBezTo>
                <a:cubicBezTo>
                  <a:pt x="4845" y="-62"/>
                  <a:pt x="3924" y="42"/>
                  <a:pt x="3018" y="12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66" name="Google Shape;4666;p80"/>
          <p:cNvCxnSpPr/>
          <p:nvPr/>
        </p:nvCxnSpPr>
        <p:spPr>
          <a:xfrm>
            <a:off x="3067442" y="3407180"/>
            <a:ext cx="0" cy="108858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7" name="Google Shape;4667;p80"/>
          <p:cNvCxnSpPr/>
          <p:nvPr/>
        </p:nvCxnSpPr>
        <p:spPr>
          <a:xfrm rot="10800000">
            <a:off x="3199950" y="3358878"/>
            <a:ext cx="1259908" cy="12040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8" name="Google Shape;4668;p80"/>
          <p:cNvCxnSpPr/>
          <p:nvPr/>
        </p:nvCxnSpPr>
        <p:spPr>
          <a:xfrm flipH="1" rot="10800000">
            <a:off x="3270548" y="2900589"/>
            <a:ext cx="837404" cy="31455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9" name="Google Shape;4669;p80"/>
          <p:cNvCxnSpPr/>
          <p:nvPr/>
        </p:nvCxnSpPr>
        <p:spPr>
          <a:xfrm flipH="1" rot="10800000">
            <a:off x="3129352" y="2661431"/>
            <a:ext cx="458346" cy="56314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0" name="Google Shape;4670;p80"/>
          <p:cNvCxnSpPr/>
          <p:nvPr/>
        </p:nvCxnSpPr>
        <p:spPr>
          <a:xfrm>
            <a:off x="2381009" y="2775708"/>
            <a:ext cx="589768" cy="4783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671" name="Google Shape;4671;p80"/>
          <p:cNvGrpSpPr/>
          <p:nvPr/>
        </p:nvGrpSpPr>
        <p:grpSpPr>
          <a:xfrm>
            <a:off x="2778135" y="3090622"/>
            <a:ext cx="625610" cy="355986"/>
            <a:chOff x="3668110" y="2448910"/>
            <a:chExt cx="3794234" cy="2165130"/>
          </a:xfrm>
        </p:grpSpPr>
        <p:sp>
          <p:nvSpPr>
            <p:cNvPr id="4672" name="Google Shape;4672;p8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3" name="Google Shape;4673;p8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74" name="Google Shape;4674;p8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675" name="Google Shape;4675;p8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6" name="Google Shape;4676;p8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7" name="Google Shape;4677;p8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8" name="Google Shape;4678;p8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679" name="Google Shape;4679;p8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Virtual LANs (VLANs): motivation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0" name="Google Shape;4680;p80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81" name="Google Shape;4681;p80"/>
          <p:cNvSpPr txBox="1"/>
          <p:nvPr/>
        </p:nvSpPr>
        <p:spPr>
          <a:xfrm>
            <a:off x="6284890" y="4378817"/>
            <a:ext cx="5589431" cy="232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administrative issues: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25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 user moves office to EE - </a:t>
            </a:r>
            <a:r>
              <a:rPr i="1" lang="en-US" sz="26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physically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attached to EE switch, but wants to remain</a:t>
            </a:r>
            <a:r>
              <a:rPr i="1" lang="en-US" sz="26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logically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attached to CS switch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4682" name="Google Shape;4682;p80"/>
          <p:cNvCxnSpPr/>
          <p:nvPr/>
        </p:nvCxnSpPr>
        <p:spPr>
          <a:xfrm rot="10800000">
            <a:off x="1065709" y="4430966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3" name="Google Shape;4683;p80"/>
          <p:cNvCxnSpPr/>
          <p:nvPr/>
        </p:nvCxnSpPr>
        <p:spPr>
          <a:xfrm flipH="1">
            <a:off x="1330724" y="4466310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4" name="Google Shape;4684;p80"/>
          <p:cNvCxnSpPr/>
          <p:nvPr/>
        </p:nvCxnSpPr>
        <p:spPr>
          <a:xfrm>
            <a:off x="1617462" y="4487516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685" name="Google Shape;4685;p80"/>
          <p:cNvGrpSpPr/>
          <p:nvPr/>
        </p:nvGrpSpPr>
        <p:grpSpPr>
          <a:xfrm>
            <a:off x="753990" y="4284879"/>
            <a:ext cx="388834" cy="356970"/>
            <a:chOff x="-44" y="1473"/>
            <a:chExt cx="981" cy="1105"/>
          </a:xfrm>
        </p:grpSpPr>
        <p:pic>
          <p:nvPicPr>
            <p:cNvPr descr="desktop_computer_stylized_medium" id="4686" name="Google Shape;4686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7" name="Google Shape;4687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88" name="Google Shape;4688;p80"/>
          <p:cNvGrpSpPr/>
          <p:nvPr/>
        </p:nvGrpSpPr>
        <p:grpSpPr>
          <a:xfrm>
            <a:off x="1032038" y="4624177"/>
            <a:ext cx="388834" cy="356970"/>
            <a:chOff x="-44" y="1473"/>
            <a:chExt cx="981" cy="1105"/>
          </a:xfrm>
        </p:grpSpPr>
        <p:pic>
          <p:nvPicPr>
            <p:cNvPr descr="desktop_computer_stylized_medium" id="4689" name="Google Shape;4689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0" name="Google Shape;4690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91" name="Google Shape;4691;p80"/>
          <p:cNvGrpSpPr/>
          <p:nvPr/>
        </p:nvGrpSpPr>
        <p:grpSpPr>
          <a:xfrm>
            <a:off x="1393719" y="4647740"/>
            <a:ext cx="388834" cy="356970"/>
            <a:chOff x="-44" y="1473"/>
            <a:chExt cx="981" cy="1105"/>
          </a:xfrm>
        </p:grpSpPr>
        <p:pic>
          <p:nvPicPr>
            <p:cNvPr descr="desktop_computer_stylized_medium" id="4692" name="Google Shape;4692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3" name="Google Shape;4693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94" name="Google Shape;4694;p80"/>
          <p:cNvCxnSpPr/>
          <p:nvPr/>
        </p:nvCxnSpPr>
        <p:spPr>
          <a:xfrm>
            <a:off x="1767347" y="4435678"/>
            <a:ext cx="258498" cy="22619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5" name="Google Shape;4695;p80"/>
          <p:cNvCxnSpPr/>
          <p:nvPr/>
        </p:nvCxnSpPr>
        <p:spPr>
          <a:xfrm flipH="1">
            <a:off x="1925922" y="4803252"/>
            <a:ext cx="82546" cy="21795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6" name="Google Shape;4696;p80"/>
          <p:cNvCxnSpPr/>
          <p:nvPr/>
        </p:nvCxnSpPr>
        <p:spPr>
          <a:xfrm>
            <a:off x="2202884" y="4811498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7" name="Google Shape;4697;p80"/>
          <p:cNvCxnSpPr/>
          <p:nvPr/>
        </p:nvCxnSpPr>
        <p:spPr>
          <a:xfrm>
            <a:off x="2131694" y="4497705"/>
            <a:ext cx="1677" cy="22543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698" name="Google Shape;4698;p80"/>
          <p:cNvGrpSpPr/>
          <p:nvPr/>
        </p:nvGrpSpPr>
        <p:grpSpPr>
          <a:xfrm>
            <a:off x="1670682" y="4924597"/>
            <a:ext cx="388834" cy="356970"/>
            <a:chOff x="-44" y="1473"/>
            <a:chExt cx="981" cy="1105"/>
          </a:xfrm>
        </p:grpSpPr>
        <p:pic>
          <p:nvPicPr>
            <p:cNvPr descr="desktop_computer_stylized_medium" id="4699" name="Google Shape;4699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00" name="Google Shape;4700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01" name="Google Shape;4701;p80"/>
          <p:cNvGrpSpPr/>
          <p:nvPr/>
        </p:nvGrpSpPr>
        <p:grpSpPr>
          <a:xfrm>
            <a:off x="1920239" y="4247763"/>
            <a:ext cx="388834" cy="356970"/>
            <a:chOff x="-44" y="1473"/>
            <a:chExt cx="981" cy="1105"/>
          </a:xfrm>
        </p:grpSpPr>
        <p:pic>
          <p:nvPicPr>
            <p:cNvPr descr="desktop_computer_stylized_medium" id="4702" name="Google Shape;4702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03" name="Google Shape;4703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704" name="Google Shape;4704;p80"/>
          <p:cNvCxnSpPr/>
          <p:nvPr/>
        </p:nvCxnSpPr>
        <p:spPr>
          <a:xfrm rot="10800000">
            <a:off x="3952637" y="4630068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5" name="Google Shape;4705;p80"/>
          <p:cNvCxnSpPr/>
          <p:nvPr/>
        </p:nvCxnSpPr>
        <p:spPr>
          <a:xfrm flipH="1">
            <a:off x="4217652" y="4665411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6" name="Google Shape;4706;p80"/>
          <p:cNvCxnSpPr/>
          <p:nvPr/>
        </p:nvCxnSpPr>
        <p:spPr>
          <a:xfrm>
            <a:off x="4504390" y="4686617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07" name="Google Shape;4707;p80"/>
          <p:cNvGrpSpPr/>
          <p:nvPr/>
        </p:nvGrpSpPr>
        <p:grpSpPr>
          <a:xfrm>
            <a:off x="3741928" y="4492228"/>
            <a:ext cx="388834" cy="356970"/>
            <a:chOff x="-44" y="1473"/>
            <a:chExt cx="981" cy="1105"/>
          </a:xfrm>
        </p:grpSpPr>
        <p:pic>
          <p:nvPicPr>
            <p:cNvPr descr="desktop_computer_stylized_medium" id="4708" name="Google Shape;4708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09" name="Google Shape;4709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10" name="Google Shape;4710;p80"/>
          <p:cNvGrpSpPr/>
          <p:nvPr/>
        </p:nvGrpSpPr>
        <p:grpSpPr>
          <a:xfrm>
            <a:off x="3918966" y="4823279"/>
            <a:ext cx="389920" cy="356970"/>
            <a:chOff x="-44" y="1473"/>
            <a:chExt cx="981" cy="1105"/>
          </a:xfrm>
        </p:grpSpPr>
        <p:pic>
          <p:nvPicPr>
            <p:cNvPr descr="desktop_computer_stylized_medium" id="4711" name="Google Shape;4711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2" name="Google Shape;4712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13" name="Google Shape;4713;p80"/>
          <p:cNvGrpSpPr/>
          <p:nvPr/>
        </p:nvGrpSpPr>
        <p:grpSpPr>
          <a:xfrm>
            <a:off x="4280647" y="4845664"/>
            <a:ext cx="388834" cy="358148"/>
            <a:chOff x="-44" y="1473"/>
            <a:chExt cx="981" cy="1105"/>
          </a:xfrm>
        </p:grpSpPr>
        <p:pic>
          <p:nvPicPr>
            <p:cNvPr descr="desktop_computer_stylized_medium" id="4714" name="Google Shape;4714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5" name="Google Shape;4715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716" name="Google Shape;4716;p80"/>
          <p:cNvCxnSpPr/>
          <p:nvPr/>
        </p:nvCxnSpPr>
        <p:spPr>
          <a:xfrm rot="10800000">
            <a:off x="3250998" y="4664234"/>
            <a:ext cx="414901" cy="23208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7" name="Google Shape;4717;p80"/>
          <p:cNvCxnSpPr/>
          <p:nvPr/>
        </p:nvCxnSpPr>
        <p:spPr>
          <a:xfrm flipH="1">
            <a:off x="2933849" y="4630068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8" name="Google Shape;4718;p80"/>
          <p:cNvCxnSpPr/>
          <p:nvPr/>
        </p:nvCxnSpPr>
        <p:spPr>
          <a:xfrm>
            <a:off x="3220586" y="4651274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19" name="Google Shape;4719;p80"/>
          <p:cNvGrpSpPr/>
          <p:nvPr/>
        </p:nvGrpSpPr>
        <p:grpSpPr>
          <a:xfrm>
            <a:off x="3349835" y="4784402"/>
            <a:ext cx="389920" cy="356970"/>
            <a:chOff x="-44" y="1473"/>
            <a:chExt cx="981" cy="1105"/>
          </a:xfrm>
        </p:grpSpPr>
        <p:pic>
          <p:nvPicPr>
            <p:cNvPr descr="desktop_computer_stylized_medium" id="4720" name="Google Shape;4720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1" name="Google Shape;4721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22" name="Google Shape;4722;p80"/>
          <p:cNvGrpSpPr/>
          <p:nvPr/>
        </p:nvGrpSpPr>
        <p:grpSpPr>
          <a:xfrm>
            <a:off x="2635163" y="4787936"/>
            <a:ext cx="389920" cy="358148"/>
            <a:chOff x="-44" y="1473"/>
            <a:chExt cx="981" cy="1105"/>
          </a:xfrm>
        </p:grpSpPr>
        <p:pic>
          <p:nvPicPr>
            <p:cNvPr descr="desktop_computer_stylized_medium" id="4723" name="Google Shape;4723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4" name="Google Shape;4724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25" name="Google Shape;4725;p80"/>
          <p:cNvGrpSpPr/>
          <p:nvPr/>
        </p:nvGrpSpPr>
        <p:grpSpPr>
          <a:xfrm>
            <a:off x="2996844" y="4811498"/>
            <a:ext cx="389920" cy="356970"/>
            <a:chOff x="-44" y="1473"/>
            <a:chExt cx="981" cy="1105"/>
          </a:xfrm>
        </p:grpSpPr>
        <p:pic>
          <p:nvPicPr>
            <p:cNvPr descr="desktop_computer_stylized_medium" id="4726" name="Google Shape;4726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7" name="Google Shape;4727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728" name="Google Shape;4728;p80"/>
          <p:cNvCxnSpPr/>
          <p:nvPr/>
        </p:nvCxnSpPr>
        <p:spPr>
          <a:xfrm rot="10800000">
            <a:off x="4510426" y="4534645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29" name="Google Shape;4729;p80"/>
          <p:cNvGrpSpPr/>
          <p:nvPr/>
        </p:nvGrpSpPr>
        <p:grpSpPr>
          <a:xfrm>
            <a:off x="4622370" y="4306005"/>
            <a:ext cx="389920" cy="356970"/>
            <a:chOff x="-44" y="1487"/>
            <a:chExt cx="981" cy="1105"/>
          </a:xfrm>
        </p:grpSpPr>
        <p:pic>
          <p:nvPicPr>
            <p:cNvPr descr="desktop_computer_stylized_medium" id="4730" name="Google Shape;4730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31" name="Google Shape;4731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32" name="Google Shape;4732;p80"/>
          <p:cNvGrpSpPr/>
          <p:nvPr/>
        </p:nvGrpSpPr>
        <p:grpSpPr>
          <a:xfrm>
            <a:off x="3580094" y="2469397"/>
            <a:ext cx="250896" cy="430014"/>
            <a:chOff x="4140" y="429"/>
            <a:chExt cx="1425" cy="2396"/>
          </a:xfrm>
        </p:grpSpPr>
        <p:sp>
          <p:nvSpPr>
            <p:cNvPr id="4733" name="Google Shape;4733;p8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4" name="Google Shape;4734;p80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5" name="Google Shape;4735;p8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6" name="Google Shape;4736;p8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7" name="Google Shape;4737;p80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38" name="Google Shape;4738;p80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4739" name="Google Shape;4739;p80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0" name="Google Shape;4740;p80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41" name="Google Shape;4741;p80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42" name="Google Shape;4742;p80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4743" name="Google Shape;4743;p80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4" name="Google Shape;4744;p80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45" name="Google Shape;4745;p80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6" name="Google Shape;4746;p80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47" name="Google Shape;4747;p80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4748" name="Google Shape;4748;p80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9" name="Google Shape;4749;p80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50" name="Google Shape;4750;p8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51" name="Google Shape;4751;p80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4752" name="Google Shape;4752;p80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3" name="Google Shape;4753;p80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54" name="Google Shape;4754;p80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5" name="Google Shape;4755;p8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6" name="Google Shape;4756;p8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7" name="Google Shape;4757;p80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8" name="Google Shape;4758;p8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9" name="Google Shape;4759;p80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0" name="Google Shape;4760;p80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1" name="Google Shape;4761;p80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2" name="Google Shape;4762;p80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3" name="Google Shape;4763;p80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4" name="Google Shape;4764;p80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65" name="Google Shape;4765;p80"/>
          <p:cNvGrpSpPr/>
          <p:nvPr/>
        </p:nvGrpSpPr>
        <p:grpSpPr>
          <a:xfrm>
            <a:off x="3993910" y="2847574"/>
            <a:ext cx="250895" cy="430013"/>
            <a:chOff x="4140" y="429"/>
            <a:chExt cx="1425" cy="2396"/>
          </a:xfrm>
        </p:grpSpPr>
        <p:sp>
          <p:nvSpPr>
            <p:cNvPr id="4766" name="Google Shape;4766;p8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7" name="Google Shape;4767;p80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8" name="Google Shape;4768;p8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9" name="Google Shape;4769;p8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0" name="Google Shape;4770;p80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71" name="Google Shape;4771;p80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4772" name="Google Shape;4772;p80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3" name="Google Shape;4773;p80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74" name="Google Shape;4774;p80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75" name="Google Shape;4775;p80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4776" name="Google Shape;4776;p80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7" name="Google Shape;4777;p80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78" name="Google Shape;4778;p80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9" name="Google Shape;4779;p80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80" name="Google Shape;4780;p80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4781" name="Google Shape;4781;p80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2" name="Google Shape;4782;p80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83" name="Google Shape;4783;p8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84" name="Google Shape;4784;p80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4785" name="Google Shape;4785;p80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6" name="Google Shape;4786;p80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87" name="Google Shape;4787;p80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8" name="Google Shape;4788;p8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9" name="Google Shape;4789;p8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0" name="Google Shape;4790;p80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1" name="Google Shape;4791;p8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2" name="Google Shape;4792;p80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3" name="Google Shape;4793;p80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4" name="Google Shape;4794;p80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5" name="Google Shape;4795;p80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6" name="Google Shape;4796;p80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7" name="Google Shape;4797;p80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98" name="Google Shape;4798;p80"/>
          <p:cNvGrpSpPr/>
          <p:nvPr/>
        </p:nvGrpSpPr>
        <p:grpSpPr>
          <a:xfrm>
            <a:off x="1943156" y="2557294"/>
            <a:ext cx="612237" cy="328385"/>
            <a:chOff x="7493876" y="2774731"/>
            <a:chExt cx="1481958" cy="894622"/>
          </a:xfrm>
        </p:grpSpPr>
        <p:sp>
          <p:nvSpPr>
            <p:cNvPr id="4799" name="Google Shape;4799;p8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800" name="Google Shape;4800;p8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801" name="Google Shape;4801;p8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02" name="Google Shape;4802;p8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3" name="Google Shape;4803;p8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4" name="Google Shape;4804;p8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5" name="Google Shape;4805;p8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06" name="Google Shape;4806;p80"/>
          <p:cNvGrpSpPr/>
          <p:nvPr/>
        </p:nvGrpSpPr>
        <p:grpSpPr>
          <a:xfrm>
            <a:off x="1853790" y="4620776"/>
            <a:ext cx="455726" cy="262502"/>
            <a:chOff x="3668110" y="2448910"/>
            <a:chExt cx="3794234" cy="2165130"/>
          </a:xfrm>
        </p:grpSpPr>
        <p:sp>
          <p:nvSpPr>
            <p:cNvPr id="4807" name="Google Shape;4807;p8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8" name="Google Shape;4808;p8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09" name="Google Shape;4809;p8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810" name="Google Shape;4810;p8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1" name="Google Shape;4811;p8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2" name="Google Shape;4812;p8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3" name="Google Shape;4813;p8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14" name="Google Shape;4814;p80"/>
          <p:cNvGrpSpPr/>
          <p:nvPr/>
        </p:nvGrpSpPr>
        <p:grpSpPr>
          <a:xfrm>
            <a:off x="2906147" y="4468033"/>
            <a:ext cx="455726" cy="262502"/>
            <a:chOff x="3668110" y="2448910"/>
            <a:chExt cx="3794234" cy="2165130"/>
          </a:xfrm>
        </p:grpSpPr>
        <p:sp>
          <p:nvSpPr>
            <p:cNvPr id="4815" name="Google Shape;4815;p8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6" name="Google Shape;4816;p8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17" name="Google Shape;4817;p8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818" name="Google Shape;4818;p8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9" name="Google Shape;4819;p8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0" name="Google Shape;4820;p8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1" name="Google Shape;4821;p8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822" name="Google Shape;4822;p80"/>
          <p:cNvSpPr/>
          <p:nvPr/>
        </p:nvSpPr>
        <p:spPr>
          <a:xfrm>
            <a:off x="3789045" y="4034790"/>
            <a:ext cx="1415415" cy="1343025"/>
          </a:xfrm>
          <a:prstGeom prst="ellipse">
            <a:avLst/>
          </a:prstGeom>
          <a:noFill/>
          <a:ln cap="flat" cmpd="sng" w="1905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3" name="Google Shape;4823;p80"/>
          <p:cNvSpPr/>
          <p:nvPr/>
        </p:nvSpPr>
        <p:spPr>
          <a:xfrm rot="1109789">
            <a:off x="775631" y="4032587"/>
            <a:ext cx="1945861" cy="1335721"/>
          </a:xfrm>
          <a:prstGeom prst="ellipse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4" name="Google Shape;4824;p80"/>
          <p:cNvSpPr/>
          <p:nvPr/>
        </p:nvSpPr>
        <p:spPr>
          <a:xfrm>
            <a:off x="1023151" y="3962400"/>
            <a:ext cx="748665" cy="16954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5" name="Google Shape;4825;p80"/>
          <p:cNvSpPr txBox="1"/>
          <p:nvPr/>
        </p:nvSpPr>
        <p:spPr>
          <a:xfrm>
            <a:off x="979209" y="3735832"/>
            <a:ext cx="1068947" cy="512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endParaRPr/>
          </a:p>
        </p:txBody>
      </p:sp>
      <p:grpSp>
        <p:nvGrpSpPr>
          <p:cNvPr id="4826" name="Google Shape;4826;p80"/>
          <p:cNvGrpSpPr/>
          <p:nvPr/>
        </p:nvGrpSpPr>
        <p:grpSpPr>
          <a:xfrm>
            <a:off x="4561160" y="3962400"/>
            <a:ext cx="390965" cy="303481"/>
            <a:chOff x="3878580" y="5130446"/>
            <a:chExt cx="390965" cy="303481"/>
          </a:xfrm>
        </p:grpSpPr>
        <p:sp>
          <p:nvSpPr>
            <p:cNvPr id="4827" name="Google Shape;4827;p80"/>
            <p:cNvSpPr/>
            <p:nvPr/>
          </p:nvSpPr>
          <p:spPr>
            <a:xfrm>
              <a:off x="3878580" y="5172075"/>
              <a:ext cx="356235" cy="169545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8" name="Google Shape;4828;p80"/>
            <p:cNvSpPr txBox="1"/>
            <p:nvPr/>
          </p:nvSpPr>
          <p:spPr>
            <a:xfrm>
              <a:off x="3882901" y="5130446"/>
              <a:ext cx="386644" cy="303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EE</a:t>
              </a:r>
              <a:endParaRPr/>
            </a:p>
          </p:txBody>
        </p:sp>
      </p:grpSp>
      <p:grpSp>
        <p:nvGrpSpPr>
          <p:cNvPr id="4829" name="Google Shape;4829;p80"/>
          <p:cNvGrpSpPr/>
          <p:nvPr/>
        </p:nvGrpSpPr>
        <p:grpSpPr>
          <a:xfrm>
            <a:off x="4226162" y="4486689"/>
            <a:ext cx="455726" cy="262502"/>
            <a:chOff x="3668110" y="2448910"/>
            <a:chExt cx="3794234" cy="2165130"/>
          </a:xfrm>
        </p:grpSpPr>
        <p:sp>
          <p:nvSpPr>
            <p:cNvPr id="4830" name="Google Shape;4830;p8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1" name="Google Shape;4831;p8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32" name="Google Shape;4832;p8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833" name="Google Shape;4833;p8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4" name="Google Shape;4834;p8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5" name="Google Shape;4835;p8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6" name="Google Shape;4836;p8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37" name="Google Shape;4837;p80"/>
          <p:cNvGrpSpPr/>
          <p:nvPr/>
        </p:nvGrpSpPr>
        <p:grpSpPr>
          <a:xfrm>
            <a:off x="1713595" y="3315547"/>
            <a:ext cx="3410855" cy="1758103"/>
            <a:chOff x="1713595" y="3315547"/>
            <a:chExt cx="3410855" cy="1758103"/>
          </a:xfrm>
        </p:grpSpPr>
        <p:grpSp>
          <p:nvGrpSpPr>
            <p:cNvPr id="4838" name="Google Shape;4838;p80"/>
            <p:cNvGrpSpPr/>
            <p:nvPr/>
          </p:nvGrpSpPr>
          <p:grpSpPr>
            <a:xfrm>
              <a:off x="4649795" y="4623478"/>
              <a:ext cx="474655" cy="450172"/>
              <a:chOff x="4649795" y="4623478"/>
              <a:chExt cx="474655" cy="450172"/>
            </a:xfrm>
          </p:grpSpPr>
          <p:sp>
            <p:nvSpPr>
              <p:cNvPr id="4839" name="Google Shape;4839;p80"/>
              <p:cNvSpPr/>
              <p:nvPr/>
            </p:nvSpPr>
            <p:spPr>
              <a:xfrm>
                <a:off x="4692650" y="4654550"/>
                <a:ext cx="431800" cy="419100"/>
              </a:xfrm>
              <a:prstGeom prst="ellipse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0" name="Google Shape;4840;p80"/>
              <p:cNvSpPr/>
              <p:nvPr/>
            </p:nvSpPr>
            <p:spPr>
              <a:xfrm rot="1672634">
                <a:off x="4708332" y="4630977"/>
                <a:ext cx="100405" cy="275301"/>
              </a:xfrm>
              <a:prstGeom prst="rect">
                <a:avLst/>
              </a:pr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41" name="Google Shape;4841;p80"/>
            <p:cNvGrpSpPr/>
            <p:nvPr/>
          </p:nvGrpSpPr>
          <p:grpSpPr>
            <a:xfrm>
              <a:off x="1713595" y="3315547"/>
              <a:ext cx="3145873" cy="1350613"/>
              <a:chOff x="1713595" y="3315547"/>
              <a:chExt cx="3145873" cy="1350613"/>
            </a:xfrm>
          </p:grpSpPr>
          <p:sp>
            <p:nvSpPr>
              <p:cNvPr id="4842" name="Google Shape;4842;p80"/>
              <p:cNvSpPr/>
              <p:nvPr/>
            </p:nvSpPr>
            <p:spPr>
              <a:xfrm rot="959039">
                <a:off x="1720833" y="4041748"/>
                <a:ext cx="595424" cy="136164"/>
              </a:xfrm>
              <a:prstGeom prst="rect">
                <a:avLst/>
              </a:pr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3" name="Google Shape;4843;p80"/>
              <p:cNvSpPr/>
              <p:nvPr/>
            </p:nvSpPr>
            <p:spPr>
              <a:xfrm>
                <a:off x="1831800" y="3315547"/>
                <a:ext cx="3027668" cy="1350613"/>
              </a:xfrm>
              <a:custGeom>
                <a:rect b="b" l="l" r="r" t="t"/>
                <a:pathLst>
                  <a:path extrusionOk="0" h="1350613" w="3027668">
                    <a:moveTo>
                      <a:pt x="3027668" y="1341548"/>
                    </a:moveTo>
                    <a:cubicBezTo>
                      <a:pt x="2853298" y="1402927"/>
                      <a:pt x="2569597" y="1136314"/>
                      <a:pt x="2481366" y="1032040"/>
                    </a:cubicBezTo>
                    <a:cubicBezTo>
                      <a:pt x="2185720" y="779811"/>
                      <a:pt x="1590333" y="-763"/>
                      <a:pt x="1253784" y="1"/>
                    </a:cubicBezTo>
                    <a:cubicBezTo>
                      <a:pt x="917235" y="765"/>
                      <a:pt x="216481" y="770689"/>
                      <a:pt x="0" y="714162"/>
                    </a:cubicBezTo>
                  </a:path>
                </a:pathLst>
              </a:cu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44" name="Google Shape;4844;p80"/>
            <p:cNvSpPr/>
            <p:nvPr/>
          </p:nvSpPr>
          <p:spPr>
            <a:xfrm>
              <a:off x="2277117" y="3425460"/>
              <a:ext cx="2420012" cy="1483426"/>
            </a:xfrm>
            <a:custGeom>
              <a:rect b="b" l="l" r="r" t="t"/>
              <a:pathLst>
                <a:path extrusionOk="0" h="1483426" w="2420012">
                  <a:moveTo>
                    <a:pt x="2420012" y="1483426"/>
                  </a:moveTo>
                  <a:cubicBezTo>
                    <a:pt x="2401354" y="1286387"/>
                    <a:pt x="2137532" y="1185427"/>
                    <a:pt x="2049301" y="1081153"/>
                  </a:cubicBezTo>
                  <a:cubicBezTo>
                    <a:pt x="1746098" y="841078"/>
                    <a:pt x="952480" y="-4290"/>
                    <a:pt x="797173" y="17"/>
                  </a:cubicBezTo>
                  <a:cubicBezTo>
                    <a:pt x="641866" y="4324"/>
                    <a:pt x="289883" y="346087"/>
                    <a:pt x="160106" y="481027"/>
                  </a:cubicBezTo>
                  <a:cubicBezTo>
                    <a:pt x="30329" y="615967"/>
                    <a:pt x="-34430" y="756719"/>
                    <a:pt x="18509" y="809658"/>
                  </a:cubicBez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45" name="Google Shape;4845;p80"/>
          <p:cNvGrpSpPr/>
          <p:nvPr/>
        </p:nvGrpSpPr>
        <p:grpSpPr>
          <a:xfrm>
            <a:off x="1377841" y="4315992"/>
            <a:ext cx="446640" cy="251686"/>
            <a:chOff x="3668110" y="2448910"/>
            <a:chExt cx="3794234" cy="2165130"/>
          </a:xfrm>
        </p:grpSpPr>
        <p:sp>
          <p:nvSpPr>
            <p:cNvPr id="4846" name="Google Shape;4846;p8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7" name="Google Shape;4847;p8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48" name="Google Shape;4848;p8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849" name="Google Shape;4849;p8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0" name="Google Shape;4850;p8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1" name="Google Shape;4851;p8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2" name="Google Shape;4852;p8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853" name="Google Shape;4853;p80"/>
          <p:cNvCxnSpPr/>
          <p:nvPr/>
        </p:nvCxnSpPr>
        <p:spPr>
          <a:xfrm flipH="1">
            <a:off x="1724471" y="3455082"/>
            <a:ext cx="1147604" cy="8591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4" name="Google Shape;4854;p80"/>
          <p:cNvCxnSpPr/>
          <p:nvPr/>
        </p:nvCxnSpPr>
        <p:spPr>
          <a:xfrm>
            <a:off x="4677507" y="4700953"/>
            <a:ext cx="223945" cy="794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855" name="Google Shape;4855;p80"/>
          <p:cNvGrpSpPr/>
          <p:nvPr/>
        </p:nvGrpSpPr>
        <p:grpSpPr>
          <a:xfrm>
            <a:off x="1996999" y="4952734"/>
            <a:ext cx="388834" cy="356970"/>
            <a:chOff x="-44" y="1473"/>
            <a:chExt cx="981" cy="1105"/>
          </a:xfrm>
        </p:grpSpPr>
        <p:pic>
          <p:nvPicPr>
            <p:cNvPr descr="desktop_computer_stylized_medium" id="4856" name="Google Shape;4856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57" name="Google Shape;4857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58" name="Google Shape;4858;p80"/>
          <p:cNvSpPr txBox="1"/>
          <p:nvPr/>
        </p:nvSpPr>
        <p:spPr>
          <a:xfrm>
            <a:off x="6001555" y="1957589"/>
            <a:ext cx="5782614" cy="25886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single broadcast domain:</a:t>
            </a:r>
            <a:endParaRPr/>
          </a:p>
          <a:p>
            <a:pPr indent="-230187" lvl="1" marL="5762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Noto Sans Symbols"/>
              <a:buChar char="▪"/>
            </a:pPr>
            <a:r>
              <a:rPr b="0" i="1" lang="en-US" sz="26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scaling: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layer-2 broadcast traffic (ARP, DHCP, unknown MAC) must cross entire LAN </a:t>
            </a:r>
            <a:endParaRPr/>
          </a:p>
          <a:p>
            <a:pPr indent="-230187" lvl="1" marL="5762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efficiency, security, privacy, efficiency issues</a:t>
            </a:r>
            <a:endParaRPr/>
          </a:p>
        </p:txBody>
      </p:sp>
      <p:sp>
        <p:nvSpPr>
          <p:cNvPr id="4859" name="Google Shape;4859;p80"/>
          <p:cNvSpPr txBox="1"/>
          <p:nvPr/>
        </p:nvSpPr>
        <p:spPr>
          <a:xfrm>
            <a:off x="785611" y="1262130"/>
            <a:ext cx="105212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happens as LAN sizes scale, users change point of attachment?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6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4" name="Shape 4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5" name="Google Shape;4865;p81"/>
          <p:cNvGrpSpPr/>
          <p:nvPr/>
        </p:nvGrpSpPr>
        <p:grpSpPr>
          <a:xfrm>
            <a:off x="7535443" y="2298503"/>
            <a:ext cx="1243611" cy="519112"/>
            <a:chOff x="9287864" y="4082048"/>
            <a:chExt cx="1243611" cy="519112"/>
          </a:xfrm>
        </p:grpSpPr>
        <p:sp>
          <p:nvSpPr>
            <p:cNvPr id="4866" name="Google Shape;4866;p81"/>
            <p:cNvSpPr/>
            <p:nvPr/>
          </p:nvSpPr>
          <p:spPr>
            <a:xfrm>
              <a:off x="9340181" y="4127584"/>
              <a:ext cx="1188897" cy="471997"/>
            </a:xfrm>
            <a:prstGeom prst="rect">
              <a:avLst/>
            </a:prstGeom>
            <a:solidFill>
              <a:srgbClr val="F56F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7" name="Google Shape;4867;p81"/>
            <p:cNvSpPr/>
            <p:nvPr/>
          </p:nvSpPr>
          <p:spPr>
            <a:xfrm>
              <a:off x="9349866" y="4128085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68" name="Google Shape;4868;p81"/>
            <p:cNvCxnSpPr/>
            <p:nvPr/>
          </p:nvCxnSpPr>
          <p:spPr>
            <a:xfrm flipH="1" rot="10800000">
              <a:off x="9351453" y="4342570"/>
              <a:ext cx="1179110" cy="141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869" name="Google Shape;4869;p81"/>
            <p:cNvSpPr txBox="1"/>
            <p:nvPr/>
          </p:nvSpPr>
          <p:spPr>
            <a:xfrm>
              <a:off x="9287864" y="4107358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cxnSp>
          <p:nvCxnSpPr>
            <p:cNvPr id="4870" name="Google Shape;4870;p81"/>
            <p:cNvCxnSpPr/>
            <p:nvPr/>
          </p:nvCxnSpPr>
          <p:spPr>
            <a:xfrm>
              <a:off x="9930891" y="413284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71" name="Google Shape;4871;p81"/>
            <p:cNvCxnSpPr/>
            <p:nvPr/>
          </p:nvCxnSpPr>
          <p:spPr>
            <a:xfrm>
              <a:off x="9640378" y="412967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72" name="Google Shape;4872;p81"/>
            <p:cNvCxnSpPr/>
            <p:nvPr/>
          </p:nvCxnSpPr>
          <p:spPr>
            <a:xfrm>
              <a:off x="10211878" y="4137610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873" name="Google Shape;4873;p81"/>
            <p:cNvSpPr txBox="1"/>
            <p:nvPr/>
          </p:nvSpPr>
          <p:spPr>
            <a:xfrm>
              <a:off x="10148378" y="4296360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4874" name="Google Shape;4874;p81"/>
            <p:cNvSpPr txBox="1"/>
            <p:nvPr/>
          </p:nvSpPr>
          <p:spPr>
            <a:xfrm>
              <a:off x="9290540" y="4300533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4875" name="Google Shape;4875;p81"/>
            <p:cNvSpPr txBox="1"/>
            <p:nvPr/>
          </p:nvSpPr>
          <p:spPr>
            <a:xfrm>
              <a:off x="10143616" y="4082048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4876" name="Google Shape;4876;p81"/>
            <p:cNvSpPr/>
            <p:nvPr/>
          </p:nvSpPr>
          <p:spPr>
            <a:xfrm>
              <a:off x="9465753" y="4442410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7" name="Google Shape;4877;p81"/>
            <p:cNvSpPr/>
            <p:nvPr/>
          </p:nvSpPr>
          <p:spPr>
            <a:xfrm>
              <a:off x="9757853" y="4439235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8" name="Google Shape;4878;p81"/>
            <p:cNvSpPr/>
            <p:nvPr/>
          </p:nvSpPr>
          <p:spPr>
            <a:xfrm>
              <a:off x="10345228" y="4443998"/>
              <a:ext cx="42863" cy="476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79" name="Google Shape;4879;p81"/>
          <p:cNvGrpSpPr/>
          <p:nvPr/>
        </p:nvGrpSpPr>
        <p:grpSpPr>
          <a:xfrm>
            <a:off x="8704311" y="2293748"/>
            <a:ext cx="1259780" cy="523875"/>
            <a:chOff x="10932220" y="4822113"/>
            <a:chExt cx="1259780" cy="523875"/>
          </a:xfrm>
        </p:grpSpPr>
        <p:sp>
          <p:nvSpPr>
            <p:cNvPr id="4880" name="Google Shape;4880;p81"/>
            <p:cNvSpPr/>
            <p:nvPr/>
          </p:nvSpPr>
          <p:spPr>
            <a:xfrm>
              <a:off x="11001071" y="4880851"/>
              <a:ext cx="1190929" cy="457200"/>
            </a:xfrm>
            <a:prstGeom prst="rect">
              <a:avLst/>
            </a:prstGeom>
            <a:solidFill>
              <a:srgbClr val="9C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1" name="Google Shape;4881;p81"/>
            <p:cNvSpPr/>
            <p:nvPr/>
          </p:nvSpPr>
          <p:spPr>
            <a:xfrm>
              <a:off x="11010391" y="4872913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82" name="Google Shape;4882;p81"/>
            <p:cNvCxnSpPr/>
            <p:nvPr/>
          </p:nvCxnSpPr>
          <p:spPr>
            <a:xfrm>
              <a:off x="11009376" y="5090714"/>
              <a:ext cx="1163270" cy="28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3" name="Google Shape;4883;p81"/>
            <p:cNvCxnSpPr/>
            <p:nvPr/>
          </p:nvCxnSpPr>
          <p:spPr>
            <a:xfrm>
              <a:off x="11601146" y="488243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4" name="Google Shape;4884;p81"/>
            <p:cNvCxnSpPr/>
            <p:nvPr/>
          </p:nvCxnSpPr>
          <p:spPr>
            <a:xfrm>
              <a:off x="11305871" y="4877676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5" name="Google Shape;4885;p81"/>
            <p:cNvCxnSpPr/>
            <p:nvPr/>
          </p:nvCxnSpPr>
          <p:spPr>
            <a:xfrm>
              <a:off x="11896421" y="487291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886" name="Google Shape;4886;p81"/>
            <p:cNvSpPr txBox="1"/>
            <p:nvPr/>
          </p:nvSpPr>
          <p:spPr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/>
            </a:p>
          </p:txBody>
        </p:sp>
        <p:sp>
          <p:nvSpPr>
            <p:cNvPr id="4887" name="Google Shape;4887;p81"/>
            <p:cNvSpPr txBox="1"/>
            <p:nvPr/>
          </p:nvSpPr>
          <p:spPr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/>
            </a:p>
          </p:txBody>
        </p:sp>
        <p:sp>
          <p:nvSpPr>
            <p:cNvPr id="4888" name="Google Shape;4888;p81"/>
            <p:cNvSpPr txBox="1"/>
            <p:nvPr/>
          </p:nvSpPr>
          <p:spPr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4889" name="Google Shape;4889;p81"/>
            <p:cNvSpPr txBox="1"/>
            <p:nvPr/>
          </p:nvSpPr>
          <p:spPr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/>
            </a:p>
          </p:txBody>
        </p:sp>
        <p:sp>
          <p:nvSpPr>
            <p:cNvPr id="4890" name="Google Shape;4890;p81"/>
            <p:cNvSpPr/>
            <p:nvPr/>
          </p:nvSpPr>
          <p:spPr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1" name="Google Shape;4891;p81"/>
            <p:cNvSpPr/>
            <p:nvPr/>
          </p:nvSpPr>
          <p:spPr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2" name="Google Shape;4892;p81"/>
            <p:cNvSpPr/>
            <p:nvPr/>
          </p:nvSpPr>
          <p:spPr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93" name="Google Shape;4893;p8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Port-based VLANs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4" name="Google Shape;4894;p81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95" name="Google Shape;4895;p81"/>
          <p:cNvSpPr txBox="1"/>
          <p:nvPr/>
        </p:nvSpPr>
        <p:spPr>
          <a:xfrm>
            <a:off x="1234828" y="2469025"/>
            <a:ext cx="369778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switch(es) supporting VLAN capabilities can be configured to define multiple </a:t>
            </a: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virtual </a:t>
            </a:r>
            <a:r>
              <a:rPr i="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LANS over single physical LAN infrastructure.</a:t>
            </a:r>
            <a:endParaRPr/>
          </a:p>
        </p:txBody>
      </p:sp>
      <p:sp>
        <p:nvSpPr>
          <p:cNvPr id="4896" name="Google Shape;4896;p81"/>
          <p:cNvSpPr/>
          <p:nvPr/>
        </p:nvSpPr>
        <p:spPr>
          <a:xfrm>
            <a:off x="907603" y="1867773"/>
            <a:ext cx="4140915" cy="3476960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7" name="Google Shape;4897;p81"/>
          <p:cNvSpPr txBox="1"/>
          <p:nvPr/>
        </p:nvSpPr>
        <p:spPr>
          <a:xfrm>
            <a:off x="1235365" y="1607445"/>
            <a:ext cx="3014663" cy="8280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Virtual Local Area Network (VLAN)</a:t>
            </a:r>
            <a:endParaRPr/>
          </a:p>
        </p:txBody>
      </p:sp>
      <p:grpSp>
        <p:nvGrpSpPr>
          <p:cNvPr id="4898" name="Google Shape;4898;p81"/>
          <p:cNvGrpSpPr/>
          <p:nvPr/>
        </p:nvGrpSpPr>
        <p:grpSpPr>
          <a:xfrm>
            <a:off x="7579415" y="1918955"/>
            <a:ext cx="2388836" cy="410624"/>
            <a:chOff x="7399107" y="1365161"/>
            <a:chExt cx="2388836" cy="732595"/>
          </a:xfrm>
        </p:grpSpPr>
        <p:sp>
          <p:nvSpPr>
            <p:cNvPr id="4899" name="Google Shape;4899;p81"/>
            <p:cNvSpPr/>
            <p:nvPr/>
          </p:nvSpPr>
          <p:spPr>
            <a:xfrm>
              <a:off x="7399107" y="1365161"/>
              <a:ext cx="2388836" cy="732595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00" name="Google Shape;4900;p81"/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4901" name="Google Shape;4901;p81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2" name="Google Shape;4902;p81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3" name="Google Shape;4903;p81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4" name="Google Shape;4904;p81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905" name="Google Shape;4905;p81"/>
          <p:cNvSpPr txBox="1"/>
          <p:nvPr/>
        </p:nvSpPr>
        <p:spPr>
          <a:xfrm>
            <a:off x="5943932" y="721723"/>
            <a:ext cx="5961059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port-based VLAN: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 ports grouped (by switch management software) so that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single</a:t>
            </a: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switch ……</a:t>
            </a:r>
            <a:endParaRPr/>
          </a:p>
          <a:p>
            <a:pPr indent="-215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4906" name="Google Shape;4906;p81"/>
          <p:cNvCxnSpPr/>
          <p:nvPr/>
        </p:nvCxnSpPr>
        <p:spPr>
          <a:xfrm flipH="1">
            <a:off x="6827193" y="2649273"/>
            <a:ext cx="901700" cy="27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7" name="Google Shape;4907;p81"/>
          <p:cNvCxnSpPr/>
          <p:nvPr/>
        </p:nvCxnSpPr>
        <p:spPr>
          <a:xfrm flipH="1">
            <a:off x="7212956" y="2649273"/>
            <a:ext cx="806450" cy="419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8" name="Google Shape;4908;p81"/>
          <p:cNvCxnSpPr/>
          <p:nvPr/>
        </p:nvCxnSpPr>
        <p:spPr>
          <a:xfrm flipH="1">
            <a:off x="7932092" y="2664199"/>
            <a:ext cx="672983" cy="3613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09" name="Google Shape;4909;p81"/>
          <p:cNvSpPr txBox="1"/>
          <p:nvPr/>
        </p:nvSpPr>
        <p:spPr>
          <a:xfrm>
            <a:off x="9721614" y="2864458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cxnSp>
        <p:nvCxnSpPr>
          <p:cNvPr id="4910" name="Google Shape;4910;p81"/>
          <p:cNvCxnSpPr/>
          <p:nvPr/>
        </p:nvCxnSpPr>
        <p:spPr>
          <a:xfrm>
            <a:off x="8940156" y="2652448"/>
            <a:ext cx="101600" cy="3778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1" name="Google Shape;4911;p81"/>
          <p:cNvCxnSpPr/>
          <p:nvPr/>
        </p:nvCxnSpPr>
        <p:spPr>
          <a:xfrm>
            <a:off x="8930631" y="2450835"/>
            <a:ext cx="479425" cy="6032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2" name="Google Shape;4912;p81"/>
          <p:cNvCxnSpPr/>
          <p:nvPr/>
        </p:nvCxnSpPr>
        <p:spPr>
          <a:xfrm>
            <a:off x="9786293" y="2395273"/>
            <a:ext cx="514350" cy="4841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13" name="Google Shape;4913;p81"/>
          <p:cNvSpPr txBox="1"/>
          <p:nvPr/>
        </p:nvSpPr>
        <p:spPr>
          <a:xfrm>
            <a:off x="6446520" y="3356023"/>
            <a:ext cx="17315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EE (VLAN ports 1-8)</a:t>
            </a:r>
            <a:endParaRPr/>
          </a:p>
        </p:txBody>
      </p:sp>
      <p:sp>
        <p:nvSpPr>
          <p:cNvPr id="4914" name="Google Shape;4914;p81"/>
          <p:cNvSpPr txBox="1"/>
          <p:nvPr/>
        </p:nvSpPr>
        <p:spPr>
          <a:xfrm>
            <a:off x="8387415" y="3356023"/>
            <a:ext cx="25725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 (VLAN ports 9-15)</a:t>
            </a:r>
            <a:endParaRPr/>
          </a:p>
        </p:txBody>
      </p:sp>
      <p:sp>
        <p:nvSpPr>
          <p:cNvPr id="4915" name="Google Shape;4915;p81"/>
          <p:cNvSpPr txBox="1"/>
          <p:nvPr/>
        </p:nvSpPr>
        <p:spPr>
          <a:xfrm>
            <a:off x="7475370" y="2827505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grpSp>
        <p:nvGrpSpPr>
          <p:cNvPr id="4916" name="Google Shape;4916;p81"/>
          <p:cNvGrpSpPr/>
          <p:nvPr/>
        </p:nvGrpSpPr>
        <p:grpSpPr>
          <a:xfrm>
            <a:off x="6290618" y="2835010"/>
            <a:ext cx="609600" cy="558800"/>
            <a:chOff x="-44" y="1473"/>
            <a:chExt cx="981" cy="1105"/>
          </a:xfrm>
        </p:grpSpPr>
        <p:pic>
          <p:nvPicPr>
            <p:cNvPr descr="desktop_computer_stylized_medium" id="4917" name="Google Shape;4917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8" name="Google Shape;4918;p8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19" name="Google Shape;4919;p81"/>
          <p:cNvGrpSpPr/>
          <p:nvPr/>
        </p:nvGrpSpPr>
        <p:grpSpPr>
          <a:xfrm>
            <a:off x="6855399" y="2840344"/>
            <a:ext cx="609600" cy="558800"/>
            <a:chOff x="-44" y="1473"/>
            <a:chExt cx="981" cy="1105"/>
          </a:xfrm>
        </p:grpSpPr>
        <p:pic>
          <p:nvPicPr>
            <p:cNvPr descr="desktop_computer_stylized_medium" id="4920" name="Google Shape;4920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1" name="Google Shape;4921;p8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22" name="Google Shape;4922;p81"/>
          <p:cNvGrpSpPr/>
          <p:nvPr/>
        </p:nvGrpSpPr>
        <p:grpSpPr>
          <a:xfrm>
            <a:off x="7612266" y="2835682"/>
            <a:ext cx="609600" cy="558800"/>
            <a:chOff x="-44" y="1473"/>
            <a:chExt cx="981" cy="1105"/>
          </a:xfrm>
        </p:grpSpPr>
        <p:pic>
          <p:nvPicPr>
            <p:cNvPr descr="desktop_computer_stylized_medium" id="4923" name="Google Shape;4923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4" name="Google Shape;4924;p8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25" name="Google Shape;4925;p81"/>
          <p:cNvGrpSpPr/>
          <p:nvPr/>
        </p:nvGrpSpPr>
        <p:grpSpPr>
          <a:xfrm>
            <a:off x="8577667" y="2831020"/>
            <a:ext cx="609600" cy="558800"/>
            <a:chOff x="-44" y="1473"/>
            <a:chExt cx="981" cy="1105"/>
          </a:xfrm>
        </p:grpSpPr>
        <p:pic>
          <p:nvPicPr>
            <p:cNvPr descr="desktop_computer_stylized_medium" id="4926" name="Google Shape;4926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7" name="Google Shape;4927;p8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28" name="Google Shape;4928;p81"/>
          <p:cNvGrpSpPr/>
          <p:nvPr/>
        </p:nvGrpSpPr>
        <p:grpSpPr>
          <a:xfrm>
            <a:off x="9092894" y="2836930"/>
            <a:ext cx="609600" cy="558800"/>
            <a:chOff x="-44" y="1473"/>
            <a:chExt cx="981" cy="1105"/>
          </a:xfrm>
        </p:grpSpPr>
        <p:pic>
          <p:nvPicPr>
            <p:cNvPr descr="desktop_computer_stylized_medium" id="4929" name="Google Shape;4929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30" name="Google Shape;4930;p8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31" name="Google Shape;4931;p81"/>
          <p:cNvGrpSpPr/>
          <p:nvPr/>
        </p:nvGrpSpPr>
        <p:grpSpPr>
          <a:xfrm>
            <a:off x="9956495" y="2845922"/>
            <a:ext cx="609600" cy="558800"/>
            <a:chOff x="-44" y="1473"/>
            <a:chExt cx="981" cy="1105"/>
          </a:xfrm>
        </p:grpSpPr>
        <p:pic>
          <p:nvPicPr>
            <p:cNvPr descr="desktop_computer_stylized_medium" id="4932" name="Google Shape;4932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33" name="Google Shape;4933;p8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34" name="Google Shape;4934;p81"/>
          <p:cNvGrpSpPr/>
          <p:nvPr/>
        </p:nvGrpSpPr>
        <p:grpSpPr>
          <a:xfrm>
            <a:off x="6211492" y="3817384"/>
            <a:ext cx="5305402" cy="2612342"/>
            <a:chOff x="6211492" y="3817384"/>
            <a:chExt cx="5305402" cy="2612342"/>
          </a:xfrm>
        </p:grpSpPr>
        <p:grpSp>
          <p:nvGrpSpPr>
            <p:cNvPr id="4935" name="Google Shape;4935;p81"/>
            <p:cNvGrpSpPr/>
            <p:nvPr/>
          </p:nvGrpSpPr>
          <p:grpSpPr>
            <a:xfrm>
              <a:off x="6540241" y="4410585"/>
              <a:ext cx="4725167" cy="1478151"/>
              <a:chOff x="6576817" y="3374265"/>
              <a:chExt cx="4310127" cy="1451015"/>
            </a:xfrm>
          </p:grpSpPr>
          <p:sp>
            <p:nvSpPr>
              <p:cNvPr id="4936" name="Google Shape;4936;p81"/>
              <p:cNvSpPr/>
              <p:nvPr/>
            </p:nvSpPr>
            <p:spPr>
              <a:xfrm>
                <a:off x="8691093" y="3384997"/>
                <a:ext cx="1094704" cy="528034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dir="162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7" name="Google Shape;4937;p81"/>
              <p:cNvSpPr/>
              <p:nvPr/>
            </p:nvSpPr>
            <p:spPr>
              <a:xfrm>
                <a:off x="9704233" y="3561007"/>
                <a:ext cx="1094704" cy="528034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8" name="Google Shape;4938;p81"/>
              <p:cNvSpPr/>
              <p:nvPr/>
            </p:nvSpPr>
            <p:spPr>
              <a:xfrm>
                <a:off x="9274940" y="4110502"/>
                <a:ext cx="1094704" cy="575259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9" name="Google Shape;4939;p81"/>
              <p:cNvSpPr/>
              <p:nvPr/>
            </p:nvSpPr>
            <p:spPr>
              <a:xfrm>
                <a:off x="8178090" y="4250021"/>
                <a:ext cx="1313640" cy="575259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0" name="Google Shape;4940;p81"/>
              <p:cNvSpPr/>
              <p:nvPr/>
            </p:nvSpPr>
            <p:spPr>
              <a:xfrm>
                <a:off x="7222907" y="4170602"/>
                <a:ext cx="1313640" cy="575259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1" name="Google Shape;4941;p81"/>
              <p:cNvSpPr/>
              <p:nvPr/>
            </p:nvSpPr>
            <p:spPr>
              <a:xfrm>
                <a:off x="7029724" y="3539536"/>
                <a:ext cx="1313640" cy="575259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r" dir="135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2" name="Google Shape;4942;p81"/>
              <p:cNvSpPr/>
              <p:nvPr/>
            </p:nvSpPr>
            <p:spPr>
              <a:xfrm>
                <a:off x="9792240" y="3842194"/>
                <a:ext cx="1094704" cy="575259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3" name="Google Shape;4943;p81"/>
              <p:cNvSpPr/>
              <p:nvPr/>
            </p:nvSpPr>
            <p:spPr>
              <a:xfrm>
                <a:off x="9358649" y="3395729"/>
                <a:ext cx="1094704" cy="528034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A5A5A5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4" name="Google Shape;4944;p81"/>
              <p:cNvSpPr/>
              <p:nvPr/>
            </p:nvSpPr>
            <p:spPr>
              <a:xfrm>
                <a:off x="7727324" y="3374265"/>
                <a:ext cx="1442434" cy="60530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dir="16200000" dist="38100">
                  <a:srgbClr val="A5A5A5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5" name="Google Shape;4945;p81"/>
              <p:cNvSpPr/>
              <p:nvPr/>
            </p:nvSpPr>
            <p:spPr>
              <a:xfrm>
                <a:off x="6576817" y="3859361"/>
                <a:ext cx="1313640" cy="575259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r" dir="13500000" dist="38100">
                  <a:srgbClr val="BFBFBF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6" name="Google Shape;4946;p81"/>
              <p:cNvSpPr/>
              <p:nvPr/>
            </p:nvSpPr>
            <p:spPr>
              <a:xfrm>
                <a:off x="7094483" y="3443189"/>
                <a:ext cx="3651294" cy="1248629"/>
              </a:xfrm>
              <a:custGeom>
                <a:rect b="b" l="l" r="r" t="t"/>
                <a:pathLst>
                  <a:path extrusionOk="0" h="1248629" w="3651294">
                    <a:moveTo>
                      <a:pt x="18918" y="327923"/>
                    </a:moveTo>
                    <a:lnTo>
                      <a:pt x="0" y="472965"/>
                    </a:lnTo>
                    <a:lnTo>
                      <a:pt x="75674" y="939625"/>
                    </a:lnTo>
                    <a:lnTo>
                      <a:pt x="176574" y="964850"/>
                    </a:lnTo>
                    <a:lnTo>
                      <a:pt x="214411" y="1034218"/>
                    </a:lnTo>
                    <a:lnTo>
                      <a:pt x="1072055" y="1248629"/>
                    </a:lnTo>
                    <a:lnTo>
                      <a:pt x="1210791" y="1179261"/>
                    </a:lnTo>
                    <a:lnTo>
                      <a:pt x="1311691" y="1248629"/>
                    </a:lnTo>
                    <a:lnTo>
                      <a:pt x="2238703" y="1242323"/>
                    </a:lnTo>
                    <a:lnTo>
                      <a:pt x="2352215" y="1072055"/>
                    </a:lnTo>
                    <a:lnTo>
                      <a:pt x="2453114" y="1109892"/>
                    </a:lnTo>
                    <a:lnTo>
                      <a:pt x="3165716" y="1021605"/>
                    </a:lnTo>
                    <a:lnTo>
                      <a:pt x="3272921" y="870257"/>
                    </a:lnTo>
                    <a:lnTo>
                      <a:pt x="3651294" y="567559"/>
                    </a:lnTo>
                    <a:lnTo>
                      <a:pt x="3600844" y="510803"/>
                    </a:lnTo>
                    <a:lnTo>
                      <a:pt x="3619763" y="416210"/>
                    </a:lnTo>
                    <a:lnTo>
                      <a:pt x="3436883" y="245942"/>
                    </a:lnTo>
                    <a:lnTo>
                      <a:pt x="3436883" y="245942"/>
                    </a:lnTo>
                    <a:lnTo>
                      <a:pt x="3285534" y="182880"/>
                    </a:lnTo>
                    <a:lnTo>
                      <a:pt x="2699056" y="18919"/>
                    </a:lnTo>
                    <a:lnTo>
                      <a:pt x="2440502" y="69368"/>
                    </a:lnTo>
                    <a:lnTo>
                      <a:pt x="2308071" y="6306"/>
                    </a:lnTo>
                    <a:lnTo>
                      <a:pt x="2011680" y="0"/>
                    </a:lnTo>
                    <a:lnTo>
                      <a:pt x="1828800" y="31531"/>
                    </a:lnTo>
                    <a:lnTo>
                      <a:pt x="775663" y="94593"/>
                    </a:lnTo>
                    <a:lnTo>
                      <a:pt x="599089" y="170268"/>
                    </a:lnTo>
                    <a:lnTo>
                      <a:pt x="283779" y="195492"/>
                    </a:lnTo>
                    <a:lnTo>
                      <a:pt x="18918" y="3279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47" name="Google Shape;4947;p81"/>
            <p:cNvSpPr/>
            <p:nvPr/>
          </p:nvSpPr>
          <p:spPr>
            <a:xfrm>
              <a:off x="6211492" y="3817384"/>
              <a:ext cx="5140325" cy="500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56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… operates as 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multiple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virtual switches</a:t>
              </a:r>
              <a:endParaRPr/>
            </a:p>
            <a:p>
              <a:pPr indent="-260350" lvl="0" marL="342900" marR="0" rtl="0" algn="l">
                <a:lnSpc>
                  <a:spcPct val="85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1300"/>
                <a:buFont typeface="Noto Sans Symbols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4948" name="Google Shape;4948;p81"/>
            <p:cNvGrpSpPr/>
            <p:nvPr/>
          </p:nvGrpSpPr>
          <p:grpSpPr>
            <a:xfrm>
              <a:off x="6371136" y="4706033"/>
              <a:ext cx="2504545" cy="1723693"/>
              <a:chOff x="6713475" y="4508715"/>
              <a:chExt cx="2504545" cy="1723693"/>
            </a:xfrm>
          </p:grpSpPr>
          <p:grpSp>
            <p:nvGrpSpPr>
              <p:cNvPr id="4949" name="Google Shape;4949;p81"/>
              <p:cNvGrpSpPr/>
              <p:nvPr/>
            </p:nvGrpSpPr>
            <p:grpSpPr>
              <a:xfrm>
                <a:off x="7956791" y="4882148"/>
                <a:ext cx="1253884" cy="519112"/>
                <a:chOff x="9277591" y="4082048"/>
                <a:chExt cx="1253884" cy="519112"/>
              </a:xfrm>
            </p:grpSpPr>
            <p:sp>
              <p:nvSpPr>
                <p:cNvPr id="4950" name="Google Shape;4950;p81"/>
                <p:cNvSpPr/>
                <p:nvPr/>
              </p:nvSpPr>
              <p:spPr>
                <a:xfrm>
                  <a:off x="9340181" y="4127584"/>
                  <a:ext cx="1188897" cy="471997"/>
                </a:xfrm>
                <a:prstGeom prst="rect">
                  <a:avLst/>
                </a:prstGeom>
                <a:solidFill>
                  <a:srgbClr val="F56F6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51" name="Google Shape;4951;p81"/>
                <p:cNvSpPr/>
                <p:nvPr/>
              </p:nvSpPr>
              <p:spPr>
                <a:xfrm>
                  <a:off x="9349866" y="4128085"/>
                  <a:ext cx="1181609" cy="468313"/>
                </a:xfrm>
                <a:prstGeom prst="rect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52" name="Google Shape;4952;p81"/>
                <p:cNvCxnSpPr/>
                <p:nvPr/>
              </p:nvCxnSpPr>
              <p:spPr>
                <a:xfrm flipH="1" rot="10800000">
                  <a:off x="9351453" y="4342570"/>
                  <a:ext cx="1179110" cy="141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53" name="Google Shape;4953;p81"/>
                <p:cNvSpPr txBox="1"/>
                <p:nvPr/>
              </p:nvSpPr>
              <p:spPr>
                <a:xfrm>
                  <a:off x="9277591" y="4097084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0" lang="en-US" sz="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cxnSp>
              <p:nvCxnSpPr>
                <p:cNvPr id="4954" name="Google Shape;4954;p81"/>
                <p:cNvCxnSpPr/>
                <p:nvPr/>
              </p:nvCxnSpPr>
              <p:spPr>
                <a:xfrm>
                  <a:off x="9930891" y="4132848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55" name="Google Shape;4955;p81"/>
                <p:cNvCxnSpPr/>
                <p:nvPr/>
              </p:nvCxnSpPr>
              <p:spPr>
                <a:xfrm>
                  <a:off x="9640378" y="4129673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56" name="Google Shape;4956;p81"/>
                <p:cNvCxnSpPr/>
                <p:nvPr/>
              </p:nvCxnSpPr>
              <p:spPr>
                <a:xfrm>
                  <a:off x="10211878" y="4137610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57" name="Google Shape;4957;p81"/>
                <p:cNvSpPr txBox="1"/>
                <p:nvPr/>
              </p:nvSpPr>
              <p:spPr>
                <a:xfrm>
                  <a:off x="10148378" y="4296360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0" lang="en-US" sz="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/>
                </a:p>
              </p:txBody>
            </p:sp>
            <p:sp>
              <p:nvSpPr>
                <p:cNvPr id="4958" name="Google Shape;4958;p81"/>
                <p:cNvSpPr txBox="1"/>
                <p:nvPr/>
              </p:nvSpPr>
              <p:spPr>
                <a:xfrm>
                  <a:off x="9287115" y="4297109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0" lang="en-US" sz="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/>
                </a:p>
              </p:txBody>
            </p:sp>
            <p:sp>
              <p:nvSpPr>
                <p:cNvPr id="4959" name="Google Shape;4959;p81"/>
                <p:cNvSpPr txBox="1"/>
                <p:nvPr/>
              </p:nvSpPr>
              <p:spPr>
                <a:xfrm>
                  <a:off x="10143616" y="4082048"/>
                  <a:ext cx="241300" cy="2143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0" lang="en-US" sz="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/>
                </a:p>
              </p:txBody>
            </p:sp>
            <p:sp>
              <p:nvSpPr>
                <p:cNvPr id="4960" name="Google Shape;4960;p81"/>
                <p:cNvSpPr/>
                <p:nvPr/>
              </p:nvSpPr>
              <p:spPr>
                <a:xfrm>
                  <a:off x="9465753" y="4442410"/>
                  <a:ext cx="42863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61" name="Google Shape;4961;p81"/>
                <p:cNvSpPr/>
                <p:nvPr/>
              </p:nvSpPr>
              <p:spPr>
                <a:xfrm>
                  <a:off x="9757853" y="4439235"/>
                  <a:ext cx="42863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62" name="Google Shape;4962;p81"/>
                <p:cNvSpPr/>
                <p:nvPr/>
              </p:nvSpPr>
              <p:spPr>
                <a:xfrm>
                  <a:off x="10345228" y="4443998"/>
                  <a:ext cx="42863" cy="47625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963" name="Google Shape;4963;p81"/>
              <p:cNvGrpSpPr/>
              <p:nvPr/>
            </p:nvGrpSpPr>
            <p:grpSpPr>
              <a:xfrm>
                <a:off x="8011898" y="4508715"/>
                <a:ext cx="1206122" cy="410624"/>
                <a:chOff x="7399107" y="1365161"/>
                <a:chExt cx="2388836" cy="732595"/>
              </a:xfrm>
            </p:grpSpPr>
            <p:sp>
              <p:nvSpPr>
                <p:cNvPr id="4964" name="Google Shape;4964;p81"/>
                <p:cNvSpPr/>
                <p:nvPr/>
              </p:nvSpPr>
              <p:spPr>
                <a:xfrm>
                  <a:off x="7399107" y="1365161"/>
                  <a:ext cx="2388836" cy="732595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965" name="Google Shape;4965;p81"/>
                <p:cNvGrpSpPr/>
                <p:nvPr/>
              </p:nvGrpSpPr>
              <p:grpSpPr>
                <a:xfrm>
                  <a:off x="7564998" y="1450537"/>
                  <a:ext cx="2021605" cy="589765"/>
                  <a:chOff x="7939341" y="3037317"/>
                  <a:chExt cx="897649" cy="353919"/>
                </a:xfrm>
              </p:grpSpPr>
              <p:sp>
                <p:nvSpPr>
                  <p:cNvPr id="4966" name="Google Shape;4966;p81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67" name="Google Shape;4967;p81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68" name="Google Shape;4968;p81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69" name="Google Shape;4969;p81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970" name="Google Shape;4970;p81"/>
              <p:cNvGrpSpPr/>
              <p:nvPr/>
            </p:nvGrpSpPr>
            <p:grpSpPr>
              <a:xfrm>
                <a:off x="6713475" y="5263098"/>
                <a:ext cx="2324083" cy="969310"/>
                <a:chOff x="6713475" y="5263098"/>
                <a:chExt cx="2324083" cy="969310"/>
              </a:xfrm>
            </p:grpSpPr>
            <p:cxnSp>
              <p:nvCxnSpPr>
                <p:cNvPr id="4971" name="Google Shape;4971;p81"/>
                <p:cNvCxnSpPr/>
                <p:nvPr/>
              </p:nvCxnSpPr>
              <p:spPr>
                <a:xfrm flipH="1">
                  <a:off x="7259676" y="5267911"/>
                  <a:ext cx="901700" cy="27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72" name="Google Shape;4972;p81"/>
                <p:cNvCxnSpPr/>
                <p:nvPr/>
              </p:nvCxnSpPr>
              <p:spPr>
                <a:xfrm flipH="1">
                  <a:off x="7645439" y="5263098"/>
                  <a:ext cx="806450" cy="419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73" name="Google Shape;4973;p81"/>
                <p:cNvCxnSpPr/>
                <p:nvPr/>
              </p:nvCxnSpPr>
              <p:spPr>
                <a:xfrm flipH="1">
                  <a:off x="8364575" y="5268398"/>
                  <a:ext cx="672983" cy="36131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74" name="Google Shape;4974;p81"/>
                <p:cNvSpPr txBox="1"/>
                <p:nvPr/>
              </p:nvSpPr>
              <p:spPr>
                <a:xfrm>
                  <a:off x="6869377" y="5955409"/>
                  <a:ext cx="1731567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0" lang="en-US" sz="12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EE (VLAN ports 1-8)</a:t>
                  </a:r>
                  <a:endParaRPr/>
                </a:p>
              </p:txBody>
            </p:sp>
            <p:sp>
              <p:nvSpPr>
                <p:cNvPr id="4975" name="Google Shape;4975;p81"/>
                <p:cNvSpPr txBox="1"/>
                <p:nvPr/>
              </p:nvSpPr>
              <p:spPr>
                <a:xfrm>
                  <a:off x="7898227" y="5426891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0" lang="en-US"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  <p:grpSp>
              <p:nvGrpSpPr>
                <p:cNvPr id="4976" name="Google Shape;4976;p81"/>
                <p:cNvGrpSpPr/>
                <p:nvPr/>
              </p:nvGrpSpPr>
              <p:grpSpPr>
                <a:xfrm>
                  <a:off x="6713475" y="5434396"/>
                  <a:ext cx="609600" cy="558800"/>
                  <a:chOff x="-44" y="1473"/>
                  <a:chExt cx="981" cy="1105"/>
                </a:xfrm>
              </p:grpSpPr>
              <p:pic>
                <p:nvPicPr>
                  <p:cNvPr descr="desktop_computer_stylized_medium" id="4977" name="Google Shape;4977;p8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978" name="Google Shape;4978;p81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979" name="Google Shape;4979;p81"/>
                <p:cNvGrpSpPr/>
                <p:nvPr/>
              </p:nvGrpSpPr>
              <p:grpSpPr>
                <a:xfrm>
                  <a:off x="7278256" y="5439730"/>
                  <a:ext cx="609600" cy="558800"/>
                  <a:chOff x="-44" y="1473"/>
                  <a:chExt cx="981" cy="1105"/>
                </a:xfrm>
              </p:grpSpPr>
              <p:pic>
                <p:nvPicPr>
                  <p:cNvPr descr="desktop_computer_stylized_medium" id="4980" name="Google Shape;4980;p8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981" name="Google Shape;4981;p81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982" name="Google Shape;4982;p81"/>
                <p:cNvGrpSpPr/>
                <p:nvPr/>
              </p:nvGrpSpPr>
              <p:grpSpPr>
                <a:xfrm>
                  <a:off x="8035123" y="5435068"/>
                  <a:ext cx="609600" cy="558800"/>
                  <a:chOff x="-44" y="1473"/>
                  <a:chExt cx="981" cy="1105"/>
                </a:xfrm>
              </p:grpSpPr>
              <p:pic>
                <p:nvPicPr>
                  <p:cNvPr descr="desktop_computer_stylized_medium" id="4983" name="Google Shape;4983;p8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984" name="Google Shape;4984;p81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4985" name="Google Shape;4985;p81"/>
            <p:cNvGrpSpPr/>
            <p:nvPr/>
          </p:nvGrpSpPr>
          <p:grpSpPr>
            <a:xfrm>
              <a:off x="8944384" y="4697880"/>
              <a:ext cx="2572510" cy="1717408"/>
              <a:chOff x="8810272" y="4515000"/>
              <a:chExt cx="2572510" cy="1717408"/>
            </a:xfrm>
          </p:grpSpPr>
          <p:grpSp>
            <p:nvGrpSpPr>
              <p:cNvPr id="4986" name="Google Shape;4986;p81"/>
              <p:cNvGrpSpPr/>
              <p:nvPr/>
            </p:nvGrpSpPr>
            <p:grpSpPr>
              <a:xfrm>
                <a:off x="9139356" y="4877393"/>
                <a:ext cx="1256356" cy="523875"/>
                <a:chOff x="10935644" y="4822113"/>
                <a:chExt cx="1256356" cy="523875"/>
              </a:xfrm>
            </p:grpSpPr>
            <p:sp>
              <p:nvSpPr>
                <p:cNvPr id="4987" name="Google Shape;4987;p81"/>
                <p:cNvSpPr/>
                <p:nvPr/>
              </p:nvSpPr>
              <p:spPr>
                <a:xfrm>
                  <a:off x="11001071" y="4880851"/>
                  <a:ext cx="1190929" cy="457200"/>
                </a:xfrm>
                <a:prstGeom prst="rect">
                  <a:avLst/>
                </a:prstGeom>
                <a:solidFill>
                  <a:srgbClr val="9CC2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88" name="Google Shape;4988;p81"/>
                <p:cNvSpPr/>
                <p:nvPr/>
              </p:nvSpPr>
              <p:spPr>
                <a:xfrm>
                  <a:off x="11010391" y="4872913"/>
                  <a:ext cx="1181609" cy="468313"/>
                </a:xfrm>
                <a:prstGeom prst="rect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89" name="Google Shape;4989;p81"/>
                <p:cNvCxnSpPr/>
                <p:nvPr/>
              </p:nvCxnSpPr>
              <p:spPr>
                <a:xfrm>
                  <a:off x="11009376" y="5090714"/>
                  <a:ext cx="1163270" cy="28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90" name="Google Shape;4990;p81"/>
                <p:cNvCxnSpPr/>
                <p:nvPr/>
              </p:nvCxnSpPr>
              <p:spPr>
                <a:xfrm>
                  <a:off x="11601146" y="4882438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91" name="Google Shape;4991;p81"/>
                <p:cNvCxnSpPr/>
                <p:nvPr/>
              </p:nvCxnSpPr>
              <p:spPr>
                <a:xfrm>
                  <a:off x="11305871" y="4877676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92" name="Google Shape;4992;p81"/>
                <p:cNvCxnSpPr/>
                <p:nvPr/>
              </p:nvCxnSpPr>
              <p:spPr>
                <a:xfrm>
                  <a:off x="11896421" y="4872913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93" name="Google Shape;4993;p81"/>
                <p:cNvSpPr txBox="1"/>
                <p:nvPr/>
              </p:nvSpPr>
              <p:spPr>
                <a:xfrm>
                  <a:off x="10954695" y="4830300"/>
                  <a:ext cx="241300" cy="2143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0" lang="en-US" sz="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9</a:t>
                  </a:r>
                  <a:endParaRPr/>
                </a:p>
              </p:txBody>
            </p:sp>
            <p:sp>
              <p:nvSpPr>
                <p:cNvPr id="4994" name="Google Shape;4994;p81"/>
                <p:cNvSpPr txBox="1"/>
                <p:nvPr/>
              </p:nvSpPr>
              <p:spPr>
                <a:xfrm>
                  <a:off x="11813871" y="5045951"/>
                  <a:ext cx="298450" cy="2143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0" lang="en-US" sz="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16</a:t>
                  </a:r>
                  <a:endParaRPr/>
                </a:p>
              </p:txBody>
            </p:sp>
            <p:sp>
              <p:nvSpPr>
                <p:cNvPr id="4995" name="Google Shape;4995;p81"/>
                <p:cNvSpPr txBox="1"/>
                <p:nvPr/>
              </p:nvSpPr>
              <p:spPr>
                <a:xfrm>
                  <a:off x="10935644" y="5045951"/>
                  <a:ext cx="298450" cy="2143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0" lang="en-US" sz="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/>
                </a:p>
              </p:txBody>
            </p:sp>
            <p:sp>
              <p:nvSpPr>
                <p:cNvPr id="4996" name="Google Shape;4996;p81"/>
                <p:cNvSpPr txBox="1"/>
                <p:nvPr/>
              </p:nvSpPr>
              <p:spPr>
                <a:xfrm>
                  <a:off x="11809108" y="4822113"/>
                  <a:ext cx="298450" cy="214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0" lang="en-US" sz="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15</a:t>
                  </a:r>
                  <a:endParaRPr/>
                </a:p>
              </p:txBody>
            </p:sp>
            <p:sp>
              <p:nvSpPr>
                <p:cNvPr id="4997" name="Google Shape;4997;p81"/>
                <p:cNvSpPr/>
                <p:nvPr/>
              </p:nvSpPr>
              <p:spPr>
                <a:xfrm>
                  <a:off x="11147121" y="5185651"/>
                  <a:ext cx="42862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98" name="Google Shape;4998;p81"/>
                <p:cNvSpPr/>
                <p:nvPr/>
              </p:nvSpPr>
              <p:spPr>
                <a:xfrm>
                  <a:off x="11134421" y="4971338"/>
                  <a:ext cx="42862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99" name="Google Shape;4999;p81"/>
                <p:cNvSpPr/>
                <p:nvPr/>
              </p:nvSpPr>
              <p:spPr>
                <a:xfrm>
                  <a:off x="12009133" y="4968163"/>
                  <a:ext cx="42863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000" name="Google Shape;5000;p81"/>
              <p:cNvSpPr txBox="1"/>
              <p:nvPr/>
            </p:nvSpPr>
            <p:spPr>
              <a:xfrm>
                <a:off x="10144471" y="5463844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cxnSp>
            <p:nvCxnSpPr>
              <p:cNvPr id="5001" name="Google Shape;5001;p81"/>
              <p:cNvCxnSpPr/>
              <p:nvPr/>
            </p:nvCxnSpPr>
            <p:spPr>
              <a:xfrm>
                <a:off x="9363013" y="5251834"/>
                <a:ext cx="101600" cy="37782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02" name="Google Shape;5002;p81"/>
              <p:cNvCxnSpPr/>
              <p:nvPr/>
            </p:nvCxnSpPr>
            <p:spPr>
              <a:xfrm>
                <a:off x="9353488" y="5050221"/>
                <a:ext cx="479425" cy="6032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03" name="Google Shape;5003;p81"/>
              <p:cNvSpPr txBox="1"/>
              <p:nvPr/>
            </p:nvSpPr>
            <p:spPr>
              <a:xfrm>
                <a:off x="8810272" y="5955409"/>
                <a:ext cx="257251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2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CS (VLAN ports 9-15)</a:t>
                </a:r>
                <a:endParaRPr/>
              </a:p>
            </p:txBody>
          </p:sp>
          <p:grpSp>
            <p:nvGrpSpPr>
              <p:cNvPr id="5004" name="Google Shape;5004;p81"/>
              <p:cNvGrpSpPr/>
              <p:nvPr/>
            </p:nvGrpSpPr>
            <p:grpSpPr>
              <a:xfrm>
                <a:off x="9000524" y="5430406"/>
                <a:ext cx="609600" cy="558800"/>
                <a:chOff x="-44" y="1473"/>
                <a:chExt cx="981" cy="1105"/>
              </a:xfrm>
            </p:grpSpPr>
            <p:pic>
              <p:nvPicPr>
                <p:cNvPr descr="desktop_computer_stylized_medium" id="5005" name="Google Shape;5005;p8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006" name="Google Shape;5006;p81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007" name="Google Shape;5007;p81"/>
              <p:cNvGrpSpPr/>
              <p:nvPr/>
            </p:nvGrpSpPr>
            <p:grpSpPr>
              <a:xfrm>
                <a:off x="9515751" y="5436316"/>
                <a:ext cx="609600" cy="558800"/>
                <a:chOff x="-44" y="1473"/>
                <a:chExt cx="981" cy="1105"/>
              </a:xfrm>
            </p:grpSpPr>
            <p:pic>
              <p:nvPicPr>
                <p:cNvPr descr="desktop_computer_stylized_medium" id="5008" name="Google Shape;5008;p8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009" name="Google Shape;5009;p81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010" name="Google Shape;5010;p81"/>
              <p:cNvGrpSpPr/>
              <p:nvPr/>
            </p:nvGrpSpPr>
            <p:grpSpPr>
              <a:xfrm>
                <a:off x="9202354" y="4515000"/>
                <a:ext cx="1206122" cy="410624"/>
                <a:chOff x="7399107" y="1365161"/>
                <a:chExt cx="2388836" cy="732595"/>
              </a:xfrm>
            </p:grpSpPr>
            <p:sp>
              <p:nvSpPr>
                <p:cNvPr id="5011" name="Google Shape;5011;p81"/>
                <p:cNvSpPr/>
                <p:nvPr/>
              </p:nvSpPr>
              <p:spPr>
                <a:xfrm>
                  <a:off x="7399107" y="1365161"/>
                  <a:ext cx="2388836" cy="732595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012" name="Google Shape;5012;p81"/>
                <p:cNvGrpSpPr/>
                <p:nvPr/>
              </p:nvGrpSpPr>
              <p:grpSpPr>
                <a:xfrm>
                  <a:off x="7564998" y="1450537"/>
                  <a:ext cx="2021605" cy="589765"/>
                  <a:chOff x="7939341" y="3037317"/>
                  <a:chExt cx="897649" cy="353919"/>
                </a:xfrm>
              </p:grpSpPr>
              <p:sp>
                <p:nvSpPr>
                  <p:cNvPr id="5013" name="Google Shape;5013;p81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14" name="Google Shape;5014;p81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15" name="Google Shape;5015;p81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16" name="Google Shape;5016;p81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cxnSp>
            <p:nvCxnSpPr>
              <p:cNvPr id="5017" name="Google Shape;5017;p81"/>
              <p:cNvCxnSpPr/>
              <p:nvPr/>
            </p:nvCxnSpPr>
            <p:spPr>
              <a:xfrm>
                <a:off x="10232595" y="5048617"/>
                <a:ext cx="479425" cy="6032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5018" name="Google Shape;5018;p81"/>
              <p:cNvGrpSpPr/>
              <p:nvPr/>
            </p:nvGrpSpPr>
            <p:grpSpPr>
              <a:xfrm>
                <a:off x="10379352" y="5445308"/>
                <a:ext cx="609600" cy="558800"/>
                <a:chOff x="-44" y="1473"/>
                <a:chExt cx="981" cy="1105"/>
              </a:xfrm>
            </p:grpSpPr>
            <p:pic>
              <p:nvPicPr>
                <p:cNvPr descr="desktop_computer_stylized_medium" id="5019" name="Google Shape;5019;p8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020" name="Google Shape;5020;p81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5" name="Shape 5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26" name="Google Shape;5026;p82"/>
          <p:cNvGrpSpPr/>
          <p:nvPr/>
        </p:nvGrpSpPr>
        <p:grpSpPr>
          <a:xfrm>
            <a:off x="8767518" y="3871809"/>
            <a:ext cx="1243611" cy="519112"/>
            <a:chOff x="9287864" y="4082048"/>
            <a:chExt cx="1243611" cy="519112"/>
          </a:xfrm>
        </p:grpSpPr>
        <p:sp>
          <p:nvSpPr>
            <p:cNvPr id="5027" name="Google Shape;5027;p82"/>
            <p:cNvSpPr/>
            <p:nvPr/>
          </p:nvSpPr>
          <p:spPr>
            <a:xfrm>
              <a:off x="9340181" y="4127584"/>
              <a:ext cx="1188897" cy="471997"/>
            </a:xfrm>
            <a:prstGeom prst="rect">
              <a:avLst/>
            </a:prstGeom>
            <a:solidFill>
              <a:srgbClr val="F56F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8" name="Google Shape;5028;p82"/>
            <p:cNvSpPr/>
            <p:nvPr/>
          </p:nvSpPr>
          <p:spPr>
            <a:xfrm>
              <a:off x="9349866" y="4128085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29" name="Google Shape;5029;p82"/>
            <p:cNvCxnSpPr/>
            <p:nvPr/>
          </p:nvCxnSpPr>
          <p:spPr>
            <a:xfrm flipH="1" rot="10800000">
              <a:off x="9351453" y="4342570"/>
              <a:ext cx="1179110" cy="141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030" name="Google Shape;5030;p82"/>
            <p:cNvSpPr txBox="1"/>
            <p:nvPr/>
          </p:nvSpPr>
          <p:spPr>
            <a:xfrm>
              <a:off x="9287864" y="4107358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cxnSp>
          <p:nvCxnSpPr>
            <p:cNvPr id="5031" name="Google Shape;5031;p82"/>
            <p:cNvCxnSpPr/>
            <p:nvPr/>
          </p:nvCxnSpPr>
          <p:spPr>
            <a:xfrm>
              <a:off x="9930891" y="413284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32" name="Google Shape;5032;p82"/>
            <p:cNvCxnSpPr/>
            <p:nvPr/>
          </p:nvCxnSpPr>
          <p:spPr>
            <a:xfrm>
              <a:off x="9640378" y="412967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33" name="Google Shape;5033;p82"/>
            <p:cNvCxnSpPr/>
            <p:nvPr/>
          </p:nvCxnSpPr>
          <p:spPr>
            <a:xfrm>
              <a:off x="10211878" y="4137610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034" name="Google Shape;5034;p82"/>
            <p:cNvSpPr txBox="1"/>
            <p:nvPr/>
          </p:nvSpPr>
          <p:spPr>
            <a:xfrm>
              <a:off x="10148378" y="4296360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5035" name="Google Shape;5035;p82"/>
            <p:cNvSpPr txBox="1"/>
            <p:nvPr/>
          </p:nvSpPr>
          <p:spPr>
            <a:xfrm>
              <a:off x="9290540" y="4300533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5036" name="Google Shape;5036;p82"/>
            <p:cNvSpPr txBox="1"/>
            <p:nvPr/>
          </p:nvSpPr>
          <p:spPr>
            <a:xfrm>
              <a:off x="10143616" y="4082048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5037" name="Google Shape;5037;p82"/>
            <p:cNvSpPr/>
            <p:nvPr/>
          </p:nvSpPr>
          <p:spPr>
            <a:xfrm>
              <a:off x="9465753" y="4442410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8" name="Google Shape;5038;p82"/>
            <p:cNvSpPr/>
            <p:nvPr/>
          </p:nvSpPr>
          <p:spPr>
            <a:xfrm>
              <a:off x="9757853" y="4439235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9" name="Google Shape;5039;p82"/>
            <p:cNvSpPr/>
            <p:nvPr/>
          </p:nvSpPr>
          <p:spPr>
            <a:xfrm>
              <a:off x="10345228" y="4443998"/>
              <a:ext cx="42863" cy="476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40" name="Google Shape;5040;p82"/>
          <p:cNvGrpSpPr/>
          <p:nvPr/>
        </p:nvGrpSpPr>
        <p:grpSpPr>
          <a:xfrm>
            <a:off x="9936386" y="3867054"/>
            <a:ext cx="1259780" cy="523875"/>
            <a:chOff x="10932220" y="4822113"/>
            <a:chExt cx="1259780" cy="523875"/>
          </a:xfrm>
        </p:grpSpPr>
        <p:sp>
          <p:nvSpPr>
            <p:cNvPr id="5041" name="Google Shape;5041;p82"/>
            <p:cNvSpPr/>
            <p:nvPr/>
          </p:nvSpPr>
          <p:spPr>
            <a:xfrm>
              <a:off x="11001071" y="4880851"/>
              <a:ext cx="1190929" cy="457200"/>
            </a:xfrm>
            <a:prstGeom prst="rect">
              <a:avLst/>
            </a:prstGeom>
            <a:solidFill>
              <a:srgbClr val="9C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2" name="Google Shape;5042;p82"/>
            <p:cNvSpPr/>
            <p:nvPr/>
          </p:nvSpPr>
          <p:spPr>
            <a:xfrm>
              <a:off x="11010391" y="4872913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43" name="Google Shape;5043;p82"/>
            <p:cNvCxnSpPr/>
            <p:nvPr/>
          </p:nvCxnSpPr>
          <p:spPr>
            <a:xfrm>
              <a:off x="11009376" y="5090714"/>
              <a:ext cx="1163270" cy="28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44" name="Google Shape;5044;p82"/>
            <p:cNvCxnSpPr/>
            <p:nvPr/>
          </p:nvCxnSpPr>
          <p:spPr>
            <a:xfrm>
              <a:off x="11601146" y="488243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45" name="Google Shape;5045;p82"/>
            <p:cNvCxnSpPr/>
            <p:nvPr/>
          </p:nvCxnSpPr>
          <p:spPr>
            <a:xfrm>
              <a:off x="11305871" y="4877676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46" name="Google Shape;5046;p82"/>
            <p:cNvCxnSpPr/>
            <p:nvPr/>
          </p:nvCxnSpPr>
          <p:spPr>
            <a:xfrm>
              <a:off x="11896421" y="487291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047" name="Google Shape;5047;p82"/>
            <p:cNvSpPr txBox="1"/>
            <p:nvPr/>
          </p:nvSpPr>
          <p:spPr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/>
            </a:p>
          </p:txBody>
        </p:sp>
        <p:sp>
          <p:nvSpPr>
            <p:cNvPr id="5048" name="Google Shape;5048;p82"/>
            <p:cNvSpPr txBox="1"/>
            <p:nvPr/>
          </p:nvSpPr>
          <p:spPr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/>
            </a:p>
          </p:txBody>
        </p:sp>
        <p:sp>
          <p:nvSpPr>
            <p:cNvPr id="5049" name="Google Shape;5049;p82"/>
            <p:cNvSpPr txBox="1"/>
            <p:nvPr/>
          </p:nvSpPr>
          <p:spPr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5050" name="Google Shape;5050;p82"/>
            <p:cNvSpPr txBox="1"/>
            <p:nvPr/>
          </p:nvSpPr>
          <p:spPr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/>
            </a:p>
          </p:txBody>
        </p:sp>
        <p:sp>
          <p:nvSpPr>
            <p:cNvPr id="5051" name="Google Shape;5051;p82"/>
            <p:cNvSpPr/>
            <p:nvPr/>
          </p:nvSpPr>
          <p:spPr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2" name="Google Shape;5052;p82"/>
            <p:cNvSpPr/>
            <p:nvPr/>
          </p:nvSpPr>
          <p:spPr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3" name="Google Shape;5053;p82"/>
            <p:cNvSpPr/>
            <p:nvPr/>
          </p:nvSpPr>
          <p:spPr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54" name="Google Shape;5054;p82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Port-based VLANs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5" name="Google Shape;5055;p82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056" name="Google Shape;5056;p82"/>
          <p:cNvGrpSpPr/>
          <p:nvPr/>
        </p:nvGrpSpPr>
        <p:grpSpPr>
          <a:xfrm>
            <a:off x="8811490" y="3492261"/>
            <a:ext cx="2388836" cy="410624"/>
            <a:chOff x="7399107" y="1365161"/>
            <a:chExt cx="2388836" cy="732595"/>
          </a:xfrm>
        </p:grpSpPr>
        <p:sp>
          <p:nvSpPr>
            <p:cNvPr id="5057" name="Google Shape;5057;p82"/>
            <p:cNvSpPr/>
            <p:nvPr/>
          </p:nvSpPr>
          <p:spPr>
            <a:xfrm>
              <a:off x="7399107" y="1365161"/>
              <a:ext cx="2388836" cy="732595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058" name="Google Shape;5058;p82"/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5059" name="Google Shape;5059;p82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0" name="Google Shape;5060;p82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1" name="Google Shape;5061;p82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2" name="Google Shape;5062;p82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063" name="Google Shape;5063;p82"/>
          <p:cNvCxnSpPr/>
          <p:nvPr/>
        </p:nvCxnSpPr>
        <p:spPr>
          <a:xfrm flipH="1">
            <a:off x="8059268" y="4222579"/>
            <a:ext cx="901700" cy="27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4" name="Google Shape;5064;p82"/>
          <p:cNvCxnSpPr/>
          <p:nvPr/>
        </p:nvCxnSpPr>
        <p:spPr>
          <a:xfrm flipH="1">
            <a:off x="8445031" y="4222579"/>
            <a:ext cx="806450" cy="419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5" name="Google Shape;5065;p82"/>
          <p:cNvCxnSpPr/>
          <p:nvPr/>
        </p:nvCxnSpPr>
        <p:spPr>
          <a:xfrm flipH="1">
            <a:off x="9164167" y="4237505"/>
            <a:ext cx="672983" cy="3613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6" name="Google Shape;5066;p82"/>
          <p:cNvSpPr txBox="1"/>
          <p:nvPr/>
        </p:nvSpPr>
        <p:spPr>
          <a:xfrm>
            <a:off x="10953689" y="4437764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cxnSp>
        <p:nvCxnSpPr>
          <p:cNvPr id="5067" name="Google Shape;5067;p82"/>
          <p:cNvCxnSpPr/>
          <p:nvPr/>
        </p:nvCxnSpPr>
        <p:spPr>
          <a:xfrm>
            <a:off x="10172231" y="4225754"/>
            <a:ext cx="101600" cy="3778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8" name="Google Shape;5068;p82"/>
          <p:cNvCxnSpPr/>
          <p:nvPr/>
        </p:nvCxnSpPr>
        <p:spPr>
          <a:xfrm>
            <a:off x="10162706" y="4024141"/>
            <a:ext cx="479425" cy="6032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9" name="Google Shape;5069;p82"/>
          <p:cNvCxnSpPr/>
          <p:nvPr/>
        </p:nvCxnSpPr>
        <p:spPr>
          <a:xfrm>
            <a:off x="11018368" y="3968579"/>
            <a:ext cx="514350" cy="4841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0" name="Google Shape;5070;p82"/>
          <p:cNvSpPr txBox="1"/>
          <p:nvPr/>
        </p:nvSpPr>
        <p:spPr>
          <a:xfrm>
            <a:off x="7678595" y="4929329"/>
            <a:ext cx="17315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EE (VLAN ports 1-8)</a:t>
            </a:r>
            <a:endParaRPr/>
          </a:p>
        </p:txBody>
      </p:sp>
      <p:sp>
        <p:nvSpPr>
          <p:cNvPr id="5071" name="Google Shape;5071;p82"/>
          <p:cNvSpPr txBox="1"/>
          <p:nvPr/>
        </p:nvSpPr>
        <p:spPr>
          <a:xfrm>
            <a:off x="9619490" y="4929329"/>
            <a:ext cx="25725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 (VLAN ports 9-15)</a:t>
            </a:r>
            <a:endParaRPr/>
          </a:p>
        </p:txBody>
      </p:sp>
      <p:sp>
        <p:nvSpPr>
          <p:cNvPr id="5072" name="Google Shape;5072;p82"/>
          <p:cNvSpPr txBox="1"/>
          <p:nvPr/>
        </p:nvSpPr>
        <p:spPr>
          <a:xfrm>
            <a:off x="8707445" y="4400811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grpSp>
        <p:nvGrpSpPr>
          <p:cNvPr id="5073" name="Google Shape;5073;p82"/>
          <p:cNvGrpSpPr/>
          <p:nvPr/>
        </p:nvGrpSpPr>
        <p:grpSpPr>
          <a:xfrm>
            <a:off x="7522693" y="4408316"/>
            <a:ext cx="609600" cy="558800"/>
            <a:chOff x="-44" y="1473"/>
            <a:chExt cx="981" cy="1105"/>
          </a:xfrm>
        </p:grpSpPr>
        <p:pic>
          <p:nvPicPr>
            <p:cNvPr descr="desktop_computer_stylized_medium" id="5074" name="Google Shape;5074;p8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75" name="Google Shape;5075;p8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76" name="Google Shape;5076;p82"/>
          <p:cNvGrpSpPr/>
          <p:nvPr/>
        </p:nvGrpSpPr>
        <p:grpSpPr>
          <a:xfrm>
            <a:off x="8087474" y="4413650"/>
            <a:ext cx="609600" cy="558800"/>
            <a:chOff x="-44" y="1473"/>
            <a:chExt cx="981" cy="1105"/>
          </a:xfrm>
        </p:grpSpPr>
        <p:pic>
          <p:nvPicPr>
            <p:cNvPr descr="desktop_computer_stylized_medium" id="5077" name="Google Shape;5077;p8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78" name="Google Shape;5078;p8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79" name="Google Shape;5079;p82"/>
          <p:cNvGrpSpPr/>
          <p:nvPr/>
        </p:nvGrpSpPr>
        <p:grpSpPr>
          <a:xfrm>
            <a:off x="8844341" y="4408988"/>
            <a:ext cx="609600" cy="558800"/>
            <a:chOff x="-44" y="1473"/>
            <a:chExt cx="981" cy="1105"/>
          </a:xfrm>
        </p:grpSpPr>
        <p:pic>
          <p:nvPicPr>
            <p:cNvPr descr="desktop_computer_stylized_medium" id="5080" name="Google Shape;5080;p8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81" name="Google Shape;5081;p8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82" name="Google Shape;5082;p82"/>
          <p:cNvGrpSpPr/>
          <p:nvPr/>
        </p:nvGrpSpPr>
        <p:grpSpPr>
          <a:xfrm>
            <a:off x="9809742" y="4404326"/>
            <a:ext cx="609600" cy="558800"/>
            <a:chOff x="-44" y="1473"/>
            <a:chExt cx="981" cy="1105"/>
          </a:xfrm>
        </p:grpSpPr>
        <p:pic>
          <p:nvPicPr>
            <p:cNvPr descr="desktop_computer_stylized_medium" id="5083" name="Google Shape;5083;p8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84" name="Google Shape;5084;p8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85" name="Google Shape;5085;p82"/>
          <p:cNvGrpSpPr/>
          <p:nvPr/>
        </p:nvGrpSpPr>
        <p:grpSpPr>
          <a:xfrm>
            <a:off x="10324969" y="4410236"/>
            <a:ext cx="609600" cy="558800"/>
            <a:chOff x="-44" y="1473"/>
            <a:chExt cx="981" cy="1105"/>
          </a:xfrm>
        </p:grpSpPr>
        <p:pic>
          <p:nvPicPr>
            <p:cNvPr descr="desktop_computer_stylized_medium" id="5086" name="Google Shape;5086;p8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87" name="Google Shape;5087;p8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88" name="Google Shape;5088;p82"/>
          <p:cNvGrpSpPr/>
          <p:nvPr/>
        </p:nvGrpSpPr>
        <p:grpSpPr>
          <a:xfrm>
            <a:off x="11188570" y="4419228"/>
            <a:ext cx="609600" cy="558800"/>
            <a:chOff x="-44" y="1473"/>
            <a:chExt cx="981" cy="1105"/>
          </a:xfrm>
        </p:grpSpPr>
        <p:pic>
          <p:nvPicPr>
            <p:cNvPr descr="desktop_computer_stylized_medium" id="5089" name="Google Shape;5089;p8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90" name="Google Shape;5090;p8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91" name="Google Shape;5091;p82"/>
          <p:cNvSpPr txBox="1"/>
          <p:nvPr/>
        </p:nvSpPr>
        <p:spPr>
          <a:xfrm>
            <a:off x="998537" y="1497947"/>
            <a:ext cx="6074615" cy="176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traffic isolation: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frames to/from ports 1-8 can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reach ports 1-8</a:t>
            </a:r>
            <a:endParaRPr/>
          </a:p>
          <a:p>
            <a:pPr indent="-223837" lvl="1" marL="6810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also define VLAN based on MAC addresses of endpoints, rather than switch port</a:t>
            </a:r>
            <a:endParaRPr/>
          </a:p>
        </p:txBody>
      </p:sp>
      <p:sp>
        <p:nvSpPr>
          <p:cNvPr id="5092" name="Google Shape;5092;p82"/>
          <p:cNvSpPr/>
          <p:nvPr/>
        </p:nvSpPr>
        <p:spPr>
          <a:xfrm>
            <a:off x="998444" y="3339914"/>
            <a:ext cx="5886450" cy="1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dynamic membership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ports can be dynamically assigned among VLANs</a:t>
            </a:r>
            <a:endParaRPr/>
          </a:p>
        </p:txBody>
      </p:sp>
      <p:grpSp>
        <p:nvGrpSpPr>
          <p:cNvPr id="5093" name="Google Shape;5093;p82"/>
          <p:cNvGrpSpPr/>
          <p:nvPr/>
        </p:nvGrpSpPr>
        <p:grpSpPr>
          <a:xfrm>
            <a:off x="994376" y="1896035"/>
            <a:ext cx="9669142" cy="4109104"/>
            <a:chOff x="994376" y="1896035"/>
            <a:chExt cx="9669142" cy="4109104"/>
          </a:xfrm>
        </p:grpSpPr>
        <p:sp>
          <p:nvSpPr>
            <p:cNvPr id="5094" name="Google Shape;5094;p82"/>
            <p:cNvSpPr/>
            <p:nvPr/>
          </p:nvSpPr>
          <p:spPr>
            <a:xfrm>
              <a:off x="994376" y="4392239"/>
              <a:ext cx="6199939" cy="16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forwarding between VLANS: 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done via routing (just as with separate switches)</a:t>
              </a:r>
              <a:endParaRPr/>
            </a:p>
            <a:p>
              <a:pPr indent="-223837" lvl="1" marL="681038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 practice vendors sell combined switches plus routers</a:t>
              </a:r>
              <a:endParaRPr/>
            </a:p>
          </p:txBody>
        </p:sp>
        <p:cxnSp>
          <p:nvCxnSpPr>
            <p:cNvPr id="5095" name="Google Shape;5095;p82"/>
            <p:cNvCxnSpPr/>
            <p:nvPr/>
          </p:nvCxnSpPr>
          <p:spPr>
            <a:xfrm>
              <a:off x="9829800" y="2216523"/>
              <a:ext cx="0" cy="1815353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96" name="Google Shape;5096;p82"/>
            <p:cNvCxnSpPr/>
            <p:nvPr/>
          </p:nvCxnSpPr>
          <p:spPr>
            <a:xfrm>
              <a:off x="10466294" y="2216523"/>
              <a:ext cx="0" cy="1815353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5097" name="Google Shape;5097;p82"/>
            <p:cNvGrpSpPr/>
            <p:nvPr/>
          </p:nvGrpSpPr>
          <p:grpSpPr>
            <a:xfrm>
              <a:off x="9594532" y="1896035"/>
              <a:ext cx="1068986" cy="551329"/>
              <a:chOff x="7493876" y="2774731"/>
              <a:chExt cx="1481958" cy="894622"/>
            </a:xfrm>
          </p:grpSpPr>
          <p:sp>
            <p:nvSpPr>
              <p:cNvPr id="5098" name="Google Shape;5098;p8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099" name="Google Shape;5099;p8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100" name="Google Shape;5100;p8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101" name="Google Shape;5101;p8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02" name="Google Shape;5102;p8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03" name="Google Shape;5103;p8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04" name="Google Shape;5104;p8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9" name="Shape 5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0" name="Google Shape;5110;p83"/>
          <p:cNvSpPr/>
          <p:nvPr/>
        </p:nvSpPr>
        <p:spPr>
          <a:xfrm>
            <a:off x="4402748" y="2279650"/>
            <a:ext cx="294061" cy="222307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1" name="Google Shape;5111;p83"/>
          <p:cNvSpPr/>
          <p:nvPr/>
        </p:nvSpPr>
        <p:spPr>
          <a:xfrm>
            <a:off x="6971200" y="2519374"/>
            <a:ext cx="302725" cy="252401"/>
          </a:xfrm>
          <a:prstGeom prst="rect">
            <a:avLst/>
          </a:prstGeom>
          <a:solidFill>
            <a:srgbClr val="F56F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2" name="Google Shape;5112;p83"/>
          <p:cNvSpPr/>
          <p:nvPr/>
        </p:nvSpPr>
        <p:spPr>
          <a:xfrm>
            <a:off x="7860323" y="2308273"/>
            <a:ext cx="294061" cy="247659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3" name="Google Shape;5113;p83"/>
          <p:cNvSpPr/>
          <p:nvPr/>
        </p:nvSpPr>
        <p:spPr>
          <a:xfrm>
            <a:off x="2324905" y="2276804"/>
            <a:ext cx="1188897" cy="471997"/>
          </a:xfrm>
          <a:prstGeom prst="rect">
            <a:avLst/>
          </a:prstGeom>
          <a:solidFill>
            <a:srgbClr val="F56F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4" name="Google Shape;5114;p83"/>
          <p:cNvSpPr/>
          <p:nvPr/>
        </p:nvSpPr>
        <p:spPr>
          <a:xfrm>
            <a:off x="2334590" y="2277305"/>
            <a:ext cx="1181609" cy="4683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15" name="Google Shape;5115;p83"/>
          <p:cNvCxnSpPr/>
          <p:nvPr/>
        </p:nvCxnSpPr>
        <p:spPr>
          <a:xfrm flipH="1" rot="10800000">
            <a:off x="2336177" y="2491790"/>
            <a:ext cx="1179110" cy="14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6" name="Google Shape;5116;p83"/>
          <p:cNvSpPr txBox="1"/>
          <p:nvPr/>
        </p:nvSpPr>
        <p:spPr>
          <a:xfrm>
            <a:off x="2272588" y="2256578"/>
            <a:ext cx="2413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5117" name="Google Shape;5117;p83"/>
          <p:cNvCxnSpPr/>
          <p:nvPr/>
        </p:nvCxnSpPr>
        <p:spPr>
          <a:xfrm>
            <a:off x="2915615" y="2282068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8" name="Google Shape;5118;p83"/>
          <p:cNvCxnSpPr/>
          <p:nvPr/>
        </p:nvCxnSpPr>
        <p:spPr>
          <a:xfrm>
            <a:off x="2625102" y="2278893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9" name="Google Shape;5119;p83"/>
          <p:cNvCxnSpPr/>
          <p:nvPr/>
        </p:nvCxnSpPr>
        <p:spPr>
          <a:xfrm>
            <a:off x="3196602" y="2286830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20" name="Google Shape;5120;p83"/>
          <p:cNvSpPr txBox="1"/>
          <p:nvPr/>
        </p:nvSpPr>
        <p:spPr>
          <a:xfrm>
            <a:off x="3133102" y="2445580"/>
            <a:ext cx="2413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5121" name="Google Shape;5121;p83"/>
          <p:cNvSpPr txBox="1"/>
          <p:nvPr/>
        </p:nvSpPr>
        <p:spPr>
          <a:xfrm>
            <a:off x="2275264" y="2449753"/>
            <a:ext cx="2413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122" name="Google Shape;5122;p83"/>
          <p:cNvSpPr txBox="1"/>
          <p:nvPr/>
        </p:nvSpPr>
        <p:spPr>
          <a:xfrm>
            <a:off x="3128340" y="2231268"/>
            <a:ext cx="241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5123" name="Google Shape;5123;p83"/>
          <p:cNvSpPr/>
          <p:nvPr/>
        </p:nvSpPr>
        <p:spPr>
          <a:xfrm>
            <a:off x="2450477" y="2591630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4" name="Google Shape;5124;p83"/>
          <p:cNvSpPr/>
          <p:nvPr/>
        </p:nvSpPr>
        <p:spPr>
          <a:xfrm>
            <a:off x="2742577" y="2588455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5" name="Google Shape;5125;p83"/>
          <p:cNvSpPr/>
          <p:nvPr/>
        </p:nvSpPr>
        <p:spPr>
          <a:xfrm>
            <a:off x="3329952" y="2593218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6" name="Google Shape;5126;p83"/>
          <p:cNvSpPr/>
          <p:nvPr/>
        </p:nvSpPr>
        <p:spPr>
          <a:xfrm>
            <a:off x="7269650" y="2300299"/>
            <a:ext cx="582125" cy="471997"/>
          </a:xfrm>
          <a:prstGeom prst="rect">
            <a:avLst/>
          </a:prstGeom>
          <a:solidFill>
            <a:srgbClr val="F56F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27" name="Google Shape;5127;p83"/>
          <p:cNvGrpSpPr/>
          <p:nvPr/>
        </p:nvGrpSpPr>
        <p:grpSpPr>
          <a:xfrm>
            <a:off x="3441456" y="2226513"/>
            <a:ext cx="1259780" cy="523875"/>
            <a:chOff x="10932220" y="4822113"/>
            <a:chExt cx="1259780" cy="523875"/>
          </a:xfrm>
        </p:grpSpPr>
        <p:sp>
          <p:nvSpPr>
            <p:cNvPr id="5128" name="Google Shape;5128;p83"/>
            <p:cNvSpPr/>
            <p:nvPr/>
          </p:nvSpPr>
          <p:spPr>
            <a:xfrm>
              <a:off x="11001071" y="4880851"/>
              <a:ext cx="896593" cy="457200"/>
            </a:xfrm>
            <a:prstGeom prst="rect">
              <a:avLst/>
            </a:prstGeom>
            <a:solidFill>
              <a:srgbClr val="9C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9" name="Google Shape;5129;p83"/>
            <p:cNvSpPr/>
            <p:nvPr/>
          </p:nvSpPr>
          <p:spPr>
            <a:xfrm>
              <a:off x="11010391" y="4872913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30" name="Google Shape;5130;p83"/>
            <p:cNvCxnSpPr/>
            <p:nvPr/>
          </p:nvCxnSpPr>
          <p:spPr>
            <a:xfrm>
              <a:off x="11009376" y="5090714"/>
              <a:ext cx="1163270" cy="28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1" name="Google Shape;5131;p83"/>
            <p:cNvCxnSpPr/>
            <p:nvPr/>
          </p:nvCxnSpPr>
          <p:spPr>
            <a:xfrm>
              <a:off x="11601146" y="488243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2" name="Google Shape;5132;p83"/>
            <p:cNvCxnSpPr/>
            <p:nvPr/>
          </p:nvCxnSpPr>
          <p:spPr>
            <a:xfrm>
              <a:off x="11305871" y="4877676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3" name="Google Shape;5133;p83"/>
            <p:cNvCxnSpPr/>
            <p:nvPr/>
          </p:nvCxnSpPr>
          <p:spPr>
            <a:xfrm>
              <a:off x="11896421" y="487291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34" name="Google Shape;5134;p83"/>
            <p:cNvSpPr txBox="1"/>
            <p:nvPr/>
          </p:nvSpPr>
          <p:spPr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/>
            </a:p>
          </p:txBody>
        </p:sp>
        <p:sp>
          <p:nvSpPr>
            <p:cNvPr id="5135" name="Google Shape;5135;p83"/>
            <p:cNvSpPr txBox="1"/>
            <p:nvPr/>
          </p:nvSpPr>
          <p:spPr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/>
            </a:p>
          </p:txBody>
        </p:sp>
        <p:sp>
          <p:nvSpPr>
            <p:cNvPr id="5136" name="Google Shape;5136;p83"/>
            <p:cNvSpPr txBox="1"/>
            <p:nvPr/>
          </p:nvSpPr>
          <p:spPr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5137" name="Google Shape;5137;p83"/>
            <p:cNvSpPr txBox="1"/>
            <p:nvPr/>
          </p:nvSpPr>
          <p:spPr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/>
            </a:p>
          </p:txBody>
        </p:sp>
        <p:sp>
          <p:nvSpPr>
            <p:cNvPr id="5138" name="Google Shape;5138;p83"/>
            <p:cNvSpPr/>
            <p:nvPr/>
          </p:nvSpPr>
          <p:spPr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9" name="Google Shape;5139;p83"/>
            <p:cNvSpPr/>
            <p:nvPr/>
          </p:nvSpPr>
          <p:spPr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0" name="Google Shape;5140;p83"/>
            <p:cNvSpPr/>
            <p:nvPr/>
          </p:nvSpPr>
          <p:spPr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41" name="Google Shape;5141;p8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VLANS spanning multiple switches</a:t>
            </a:r>
            <a:endParaRPr b="0"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2" name="Google Shape;5142;p83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143" name="Google Shape;5143;p83"/>
          <p:cNvGrpSpPr/>
          <p:nvPr/>
        </p:nvGrpSpPr>
        <p:grpSpPr>
          <a:xfrm>
            <a:off x="2316560" y="1851720"/>
            <a:ext cx="2388836" cy="410624"/>
            <a:chOff x="7399107" y="1365161"/>
            <a:chExt cx="2388836" cy="732595"/>
          </a:xfrm>
        </p:grpSpPr>
        <p:sp>
          <p:nvSpPr>
            <p:cNvPr id="5144" name="Google Shape;5144;p83"/>
            <p:cNvSpPr/>
            <p:nvPr/>
          </p:nvSpPr>
          <p:spPr>
            <a:xfrm>
              <a:off x="7399107" y="1365161"/>
              <a:ext cx="2388836" cy="732595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45" name="Google Shape;5145;p83"/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5146" name="Google Shape;5146;p83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7" name="Google Shape;5147;p83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8" name="Google Shape;5148;p83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9" name="Google Shape;5149;p83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150" name="Google Shape;5150;p83"/>
          <p:cNvCxnSpPr/>
          <p:nvPr/>
        </p:nvCxnSpPr>
        <p:spPr>
          <a:xfrm flipH="1">
            <a:off x="1564338" y="2582038"/>
            <a:ext cx="901700" cy="27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1" name="Google Shape;5151;p83"/>
          <p:cNvCxnSpPr/>
          <p:nvPr/>
        </p:nvCxnSpPr>
        <p:spPr>
          <a:xfrm flipH="1">
            <a:off x="1950101" y="2582038"/>
            <a:ext cx="806450" cy="419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2" name="Google Shape;5152;p83"/>
          <p:cNvCxnSpPr/>
          <p:nvPr/>
        </p:nvCxnSpPr>
        <p:spPr>
          <a:xfrm flipH="1">
            <a:off x="2669236" y="2619375"/>
            <a:ext cx="683563" cy="338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3" name="Google Shape;5153;p83"/>
          <p:cNvSpPr txBox="1"/>
          <p:nvPr/>
        </p:nvSpPr>
        <p:spPr>
          <a:xfrm>
            <a:off x="4458759" y="2797223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cxnSp>
        <p:nvCxnSpPr>
          <p:cNvPr id="5154" name="Google Shape;5154;p83"/>
          <p:cNvCxnSpPr/>
          <p:nvPr/>
        </p:nvCxnSpPr>
        <p:spPr>
          <a:xfrm>
            <a:off x="3679825" y="2613025"/>
            <a:ext cx="99076" cy="35001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5" name="Google Shape;5155;p83"/>
          <p:cNvCxnSpPr/>
          <p:nvPr/>
        </p:nvCxnSpPr>
        <p:spPr>
          <a:xfrm>
            <a:off x="3667126" y="2406650"/>
            <a:ext cx="480076" cy="580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6" name="Google Shape;5156;p83"/>
          <p:cNvCxnSpPr/>
          <p:nvPr/>
        </p:nvCxnSpPr>
        <p:spPr>
          <a:xfrm>
            <a:off x="4537074" y="2397125"/>
            <a:ext cx="500713" cy="415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7" name="Google Shape;5157;p83"/>
          <p:cNvSpPr txBox="1"/>
          <p:nvPr/>
        </p:nvSpPr>
        <p:spPr>
          <a:xfrm>
            <a:off x="1183665" y="3288788"/>
            <a:ext cx="17315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EE (VLAN ports 1-8)</a:t>
            </a:r>
            <a:endParaRPr/>
          </a:p>
        </p:txBody>
      </p:sp>
      <p:sp>
        <p:nvSpPr>
          <p:cNvPr id="5158" name="Google Shape;5158;p83"/>
          <p:cNvSpPr txBox="1"/>
          <p:nvPr/>
        </p:nvSpPr>
        <p:spPr>
          <a:xfrm>
            <a:off x="3124560" y="3288788"/>
            <a:ext cx="25725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 (VLAN ports 9-15)</a:t>
            </a:r>
            <a:endParaRPr/>
          </a:p>
        </p:txBody>
      </p:sp>
      <p:sp>
        <p:nvSpPr>
          <p:cNvPr id="5159" name="Google Shape;5159;p83"/>
          <p:cNvSpPr txBox="1"/>
          <p:nvPr/>
        </p:nvSpPr>
        <p:spPr>
          <a:xfrm>
            <a:off x="2212515" y="2760270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grpSp>
        <p:nvGrpSpPr>
          <p:cNvPr id="5160" name="Google Shape;5160;p83"/>
          <p:cNvGrpSpPr/>
          <p:nvPr/>
        </p:nvGrpSpPr>
        <p:grpSpPr>
          <a:xfrm>
            <a:off x="1027763" y="2767775"/>
            <a:ext cx="609600" cy="558800"/>
            <a:chOff x="-44" y="1473"/>
            <a:chExt cx="981" cy="1105"/>
          </a:xfrm>
        </p:grpSpPr>
        <p:pic>
          <p:nvPicPr>
            <p:cNvPr descr="desktop_computer_stylized_medium" id="5161" name="Google Shape;5161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62" name="Google Shape;5162;p8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63" name="Google Shape;5163;p83"/>
          <p:cNvGrpSpPr/>
          <p:nvPr/>
        </p:nvGrpSpPr>
        <p:grpSpPr>
          <a:xfrm>
            <a:off x="1592544" y="2773109"/>
            <a:ext cx="609600" cy="558800"/>
            <a:chOff x="-44" y="1473"/>
            <a:chExt cx="981" cy="1105"/>
          </a:xfrm>
        </p:grpSpPr>
        <p:pic>
          <p:nvPicPr>
            <p:cNvPr descr="desktop_computer_stylized_medium" id="5164" name="Google Shape;5164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65" name="Google Shape;5165;p8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66" name="Google Shape;5166;p83"/>
          <p:cNvGrpSpPr/>
          <p:nvPr/>
        </p:nvGrpSpPr>
        <p:grpSpPr>
          <a:xfrm>
            <a:off x="2349411" y="2768447"/>
            <a:ext cx="609600" cy="558800"/>
            <a:chOff x="-44" y="1473"/>
            <a:chExt cx="981" cy="1105"/>
          </a:xfrm>
        </p:grpSpPr>
        <p:pic>
          <p:nvPicPr>
            <p:cNvPr descr="desktop_computer_stylized_medium" id="5167" name="Google Shape;5167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68" name="Google Shape;5168;p8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69" name="Google Shape;5169;p83"/>
          <p:cNvGrpSpPr/>
          <p:nvPr/>
        </p:nvGrpSpPr>
        <p:grpSpPr>
          <a:xfrm>
            <a:off x="3314812" y="2763785"/>
            <a:ext cx="609600" cy="558800"/>
            <a:chOff x="-44" y="1473"/>
            <a:chExt cx="981" cy="1105"/>
          </a:xfrm>
        </p:grpSpPr>
        <p:pic>
          <p:nvPicPr>
            <p:cNvPr descr="desktop_computer_stylized_medium" id="5170" name="Google Shape;5170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1" name="Google Shape;5171;p8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72" name="Google Shape;5172;p83"/>
          <p:cNvGrpSpPr/>
          <p:nvPr/>
        </p:nvGrpSpPr>
        <p:grpSpPr>
          <a:xfrm>
            <a:off x="3830039" y="2769695"/>
            <a:ext cx="609600" cy="558800"/>
            <a:chOff x="-44" y="1473"/>
            <a:chExt cx="981" cy="1105"/>
          </a:xfrm>
        </p:grpSpPr>
        <p:pic>
          <p:nvPicPr>
            <p:cNvPr descr="desktop_computer_stylized_medium" id="5173" name="Google Shape;5173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4" name="Google Shape;5174;p8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75" name="Google Shape;5175;p83"/>
          <p:cNvGrpSpPr/>
          <p:nvPr/>
        </p:nvGrpSpPr>
        <p:grpSpPr>
          <a:xfrm>
            <a:off x="4693640" y="2778687"/>
            <a:ext cx="609600" cy="558800"/>
            <a:chOff x="-44" y="1473"/>
            <a:chExt cx="981" cy="1105"/>
          </a:xfrm>
        </p:grpSpPr>
        <p:pic>
          <p:nvPicPr>
            <p:cNvPr descr="desktop_computer_stylized_medium" id="5176" name="Google Shape;5176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7" name="Google Shape;5177;p8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78" name="Google Shape;5178;p83"/>
          <p:cNvSpPr/>
          <p:nvPr/>
        </p:nvSpPr>
        <p:spPr>
          <a:xfrm>
            <a:off x="7262446" y="2518116"/>
            <a:ext cx="887249" cy="247659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9" name="Google Shape;5179;p83"/>
          <p:cNvSpPr/>
          <p:nvPr/>
        </p:nvSpPr>
        <p:spPr>
          <a:xfrm>
            <a:off x="6968086" y="2300638"/>
            <a:ext cx="1181609" cy="4683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80" name="Google Shape;5180;p83"/>
          <p:cNvCxnSpPr/>
          <p:nvPr/>
        </p:nvCxnSpPr>
        <p:spPr>
          <a:xfrm>
            <a:off x="6967071" y="2518439"/>
            <a:ext cx="1163270" cy="28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1" name="Google Shape;5181;p83"/>
          <p:cNvCxnSpPr/>
          <p:nvPr/>
        </p:nvCxnSpPr>
        <p:spPr>
          <a:xfrm>
            <a:off x="7558841" y="2310163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2" name="Google Shape;5182;p83"/>
          <p:cNvCxnSpPr/>
          <p:nvPr/>
        </p:nvCxnSpPr>
        <p:spPr>
          <a:xfrm>
            <a:off x="7263566" y="2305401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3" name="Google Shape;5183;p83"/>
          <p:cNvCxnSpPr/>
          <p:nvPr/>
        </p:nvCxnSpPr>
        <p:spPr>
          <a:xfrm>
            <a:off x="7854116" y="2300638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84" name="Google Shape;5184;p83"/>
          <p:cNvSpPr txBox="1"/>
          <p:nvPr/>
        </p:nvSpPr>
        <p:spPr>
          <a:xfrm>
            <a:off x="7499716" y="2254508"/>
            <a:ext cx="241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5185" name="Google Shape;5185;p83"/>
          <p:cNvSpPr txBox="1"/>
          <p:nvPr/>
        </p:nvSpPr>
        <p:spPr>
          <a:xfrm>
            <a:off x="7785634" y="2478093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5186" name="Google Shape;5186;p83"/>
          <p:cNvSpPr txBox="1"/>
          <p:nvPr/>
        </p:nvSpPr>
        <p:spPr>
          <a:xfrm>
            <a:off x="6893339" y="2473676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187" name="Google Shape;5187;p83"/>
          <p:cNvSpPr txBox="1"/>
          <p:nvPr/>
        </p:nvSpPr>
        <p:spPr>
          <a:xfrm>
            <a:off x="7789706" y="2258673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5188" name="Google Shape;5188;p83"/>
          <p:cNvSpPr/>
          <p:nvPr/>
        </p:nvSpPr>
        <p:spPr>
          <a:xfrm>
            <a:off x="7104816" y="2613376"/>
            <a:ext cx="42862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9" name="Google Shape;5189;p83"/>
          <p:cNvSpPr/>
          <p:nvPr/>
        </p:nvSpPr>
        <p:spPr>
          <a:xfrm>
            <a:off x="7092116" y="2399063"/>
            <a:ext cx="42862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0" name="Google Shape;5190;p83"/>
          <p:cNvSpPr/>
          <p:nvPr/>
        </p:nvSpPr>
        <p:spPr>
          <a:xfrm>
            <a:off x="7971245" y="2607922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1" name="Google Shape;5191;p83"/>
          <p:cNvSpPr txBox="1"/>
          <p:nvPr/>
        </p:nvSpPr>
        <p:spPr>
          <a:xfrm>
            <a:off x="7898454" y="2836289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cxnSp>
        <p:nvCxnSpPr>
          <p:cNvPr id="5192" name="Google Shape;5192;p83"/>
          <p:cNvCxnSpPr/>
          <p:nvPr/>
        </p:nvCxnSpPr>
        <p:spPr>
          <a:xfrm>
            <a:off x="7116996" y="2624279"/>
            <a:ext cx="101600" cy="3778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3" name="Google Shape;5193;p83"/>
          <p:cNvCxnSpPr/>
          <p:nvPr/>
        </p:nvCxnSpPr>
        <p:spPr>
          <a:xfrm flipH="1">
            <a:off x="7586896" y="2641600"/>
            <a:ext cx="117034" cy="38431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194" name="Google Shape;5194;p83"/>
          <p:cNvGrpSpPr/>
          <p:nvPr/>
        </p:nvGrpSpPr>
        <p:grpSpPr>
          <a:xfrm>
            <a:off x="6754507" y="2802851"/>
            <a:ext cx="609600" cy="558800"/>
            <a:chOff x="-44" y="1473"/>
            <a:chExt cx="981" cy="1105"/>
          </a:xfrm>
        </p:grpSpPr>
        <p:pic>
          <p:nvPicPr>
            <p:cNvPr descr="desktop_computer_stylized_medium" id="5195" name="Google Shape;5195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96" name="Google Shape;5196;p8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97" name="Google Shape;5197;p83"/>
          <p:cNvGrpSpPr/>
          <p:nvPr/>
        </p:nvGrpSpPr>
        <p:grpSpPr>
          <a:xfrm>
            <a:off x="7269734" y="2808761"/>
            <a:ext cx="609600" cy="558800"/>
            <a:chOff x="-44" y="1473"/>
            <a:chExt cx="981" cy="1105"/>
          </a:xfrm>
        </p:grpSpPr>
        <p:pic>
          <p:nvPicPr>
            <p:cNvPr descr="desktop_computer_stylized_medium" id="5198" name="Google Shape;5198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99" name="Google Shape;5199;p8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00" name="Google Shape;5200;p83"/>
          <p:cNvGrpSpPr/>
          <p:nvPr/>
        </p:nvGrpSpPr>
        <p:grpSpPr>
          <a:xfrm>
            <a:off x="6951920" y="1887445"/>
            <a:ext cx="1206122" cy="410624"/>
            <a:chOff x="7399107" y="1365161"/>
            <a:chExt cx="2388836" cy="732595"/>
          </a:xfrm>
        </p:grpSpPr>
        <p:sp>
          <p:nvSpPr>
            <p:cNvPr id="5201" name="Google Shape;5201;p83"/>
            <p:cNvSpPr/>
            <p:nvPr/>
          </p:nvSpPr>
          <p:spPr>
            <a:xfrm>
              <a:off x="7399107" y="1365161"/>
              <a:ext cx="2388836" cy="732595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02" name="Google Shape;5202;p83"/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5203" name="Google Shape;5203;p83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4" name="Google Shape;5204;p83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5" name="Google Shape;5205;p83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6" name="Google Shape;5206;p83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207" name="Google Shape;5207;p83"/>
          <p:cNvCxnSpPr/>
          <p:nvPr/>
        </p:nvCxnSpPr>
        <p:spPr>
          <a:xfrm>
            <a:off x="7991061" y="2628348"/>
            <a:ext cx="474942" cy="39596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208" name="Google Shape;5208;p83"/>
          <p:cNvGrpSpPr/>
          <p:nvPr/>
        </p:nvGrpSpPr>
        <p:grpSpPr>
          <a:xfrm>
            <a:off x="8133335" y="2817753"/>
            <a:ext cx="609600" cy="558800"/>
            <a:chOff x="-44" y="1473"/>
            <a:chExt cx="981" cy="1105"/>
          </a:xfrm>
        </p:grpSpPr>
        <p:pic>
          <p:nvPicPr>
            <p:cNvPr descr="desktop_computer_stylized_medium" id="5209" name="Google Shape;5209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0" name="Google Shape;5210;p8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11" name="Google Shape;5211;p83"/>
          <p:cNvGrpSpPr/>
          <p:nvPr/>
        </p:nvGrpSpPr>
        <p:grpSpPr>
          <a:xfrm>
            <a:off x="4317661" y="2251388"/>
            <a:ext cx="2835275" cy="430213"/>
            <a:chOff x="2096" y="1154"/>
            <a:chExt cx="1786" cy="271"/>
          </a:xfrm>
        </p:grpSpPr>
        <p:sp>
          <p:nvSpPr>
            <p:cNvPr id="5212" name="Google Shape;5212;p83"/>
            <p:cNvSpPr/>
            <p:nvPr/>
          </p:nvSpPr>
          <p:spPr>
            <a:xfrm>
              <a:off x="2215" y="1381"/>
              <a:ext cx="27" cy="3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13" name="Google Shape;5213;p83"/>
            <p:cNvGrpSpPr/>
            <p:nvPr/>
          </p:nvGrpSpPr>
          <p:grpSpPr>
            <a:xfrm>
              <a:off x="2096" y="1154"/>
              <a:ext cx="1786" cy="271"/>
              <a:chOff x="2096" y="1154"/>
              <a:chExt cx="1786" cy="271"/>
            </a:xfrm>
          </p:grpSpPr>
          <p:sp>
            <p:nvSpPr>
              <p:cNvPr id="5214" name="Google Shape;5214;p83"/>
              <p:cNvSpPr txBox="1"/>
              <p:nvPr/>
            </p:nvSpPr>
            <p:spPr>
              <a:xfrm>
                <a:off x="2096" y="1290"/>
                <a:ext cx="188" cy="1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8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16</a:t>
                </a:r>
                <a:endParaRPr/>
              </a:p>
            </p:txBody>
          </p:sp>
          <p:sp>
            <p:nvSpPr>
              <p:cNvPr id="5215" name="Google Shape;5215;p83"/>
              <p:cNvSpPr txBox="1"/>
              <p:nvPr/>
            </p:nvSpPr>
            <p:spPr>
              <a:xfrm>
                <a:off x="3729" y="1154"/>
                <a:ext cx="152" cy="1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8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5216" name="Google Shape;5216;p83"/>
              <p:cNvSpPr/>
              <p:nvPr/>
            </p:nvSpPr>
            <p:spPr>
              <a:xfrm>
                <a:off x="3855" y="1247"/>
                <a:ext cx="27" cy="3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7" name="Google Shape;5217;p83"/>
              <p:cNvSpPr/>
              <p:nvPr/>
            </p:nvSpPr>
            <p:spPr>
              <a:xfrm>
                <a:off x="2226" y="1260"/>
                <a:ext cx="1644" cy="135"/>
              </a:xfrm>
              <a:custGeom>
                <a:rect b="b" l="l" r="r" t="t"/>
                <a:pathLst>
                  <a:path extrusionOk="0" h="135" w="1644">
                    <a:moveTo>
                      <a:pt x="0" y="135"/>
                    </a:moveTo>
                    <a:lnTo>
                      <a:pt x="852" y="132"/>
                    </a:lnTo>
                    <a:lnTo>
                      <a:pt x="1050" y="0"/>
                    </a:lnTo>
                    <a:lnTo>
                      <a:pt x="1644" y="0"/>
                    </a:lnTo>
                  </a:path>
                </a:pathLst>
              </a:custGeom>
              <a:noFill/>
              <a:ln cap="flat" cmpd="sng" w="2857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218" name="Google Shape;5218;p83"/>
          <p:cNvSpPr txBox="1"/>
          <p:nvPr/>
        </p:nvSpPr>
        <p:spPr>
          <a:xfrm>
            <a:off x="7500889" y="2475447"/>
            <a:ext cx="241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5219" name="Google Shape;5219;p83"/>
          <p:cNvSpPr txBox="1"/>
          <p:nvPr/>
        </p:nvSpPr>
        <p:spPr>
          <a:xfrm>
            <a:off x="7218068" y="2256799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220" name="Google Shape;5220;p83"/>
          <p:cNvSpPr txBox="1"/>
          <p:nvPr/>
        </p:nvSpPr>
        <p:spPr>
          <a:xfrm>
            <a:off x="7199854" y="2474305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5221" name="Google Shape;5221;p83"/>
          <p:cNvSpPr/>
          <p:nvPr/>
        </p:nvSpPr>
        <p:spPr>
          <a:xfrm>
            <a:off x="7682457" y="2619380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2" name="Google Shape;5222;p83"/>
          <p:cNvSpPr txBox="1"/>
          <p:nvPr/>
        </p:nvSpPr>
        <p:spPr>
          <a:xfrm>
            <a:off x="6441701" y="3325906"/>
            <a:ext cx="24082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Ports 2,3,5 belong to EE VLAN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Ports 4,6,7,8 belong to CS VLAN</a:t>
            </a:r>
            <a:endParaRPr/>
          </a:p>
        </p:txBody>
      </p:sp>
      <p:sp>
        <p:nvSpPr>
          <p:cNvPr id="5223" name="Google Shape;5223;p83"/>
          <p:cNvSpPr txBox="1"/>
          <p:nvPr/>
        </p:nvSpPr>
        <p:spPr>
          <a:xfrm>
            <a:off x="1379351" y="4052608"/>
            <a:ext cx="9983414" cy="2687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trunk port: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carries frames between VLANS defined over multiple physical switches</a:t>
            </a:r>
            <a:endParaRPr/>
          </a:p>
          <a:p>
            <a:pPr indent="-227013" lvl="1" marL="4667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frames forwarded within VLAN between switches can’t be vanilla 802.1 frames (must carry VLAN ID info)</a:t>
            </a:r>
            <a:endParaRPr/>
          </a:p>
          <a:p>
            <a:pPr indent="-227013" lvl="1" marL="4667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802.1q protocol adds/removed additional header fields for frames forwarded between trunk ports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8" name="Shape 5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9" name="Google Shape;5229;p8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802.1Q VLAN frame format</a:t>
            </a:r>
            <a:endParaRPr/>
          </a:p>
        </p:txBody>
      </p:sp>
      <p:sp>
        <p:nvSpPr>
          <p:cNvPr id="5230" name="Google Shape;5230;p84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31" name="Google Shape;5231;p84"/>
          <p:cNvSpPr txBox="1"/>
          <p:nvPr/>
        </p:nvSpPr>
        <p:spPr>
          <a:xfrm>
            <a:off x="9037266" y="1963177"/>
            <a:ext cx="285334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802.1 Ethernet frame</a:t>
            </a:r>
            <a:endParaRPr/>
          </a:p>
        </p:txBody>
      </p:sp>
      <p:grpSp>
        <p:nvGrpSpPr>
          <p:cNvPr id="5232" name="Google Shape;5232;p84"/>
          <p:cNvGrpSpPr/>
          <p:nvPr/>
        </p:nvGrpSpPr>
        <p:grpSpPr>
          <a:xfrm>
            <a:off x="970245" y="1413943"/>
            <a:ext cx="7867779" cy="1104405"/>
            <a:chOff x="940711" y="4902593"/>
            <a:chExt cx="6291001" cy="992895"/>
          </a:xfrm>
        </p:grpSpPr>
        <p:cxnSp>
          <p:nvCxnSpPr>
            <p:cNvPr id="5233" name="Google Shape;5233;p84"/>
            <p:cNvCxnSpPr/>
            <p:nvPr/>
          </p:nvCxnSpPr>
          <p:spPr>
            <a:xfrm>
              <a:off x="3570934" y="5199463"/>
              <a:ext cx="0" cy="204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34" name="Google Shape;5234;p84"/>
            <p:cNvSpPr/>
            <p:nvPr/>
          </p:nvSpPr>
          <p:spPr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235" name="Google Shape;5235;p84"/>
            <p:cNvCxnSpPr/>
            <p:nvPr/>
          </p:nvCxnSpPr>
          <p:spPr>
            <a:xfrm>
              <a:off x="1970955" y="5262636"/>
              <a:ext cx="0" cy="550375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36" name="Google Shape;5236;p84"/>
            <p:cNvCxnSpPr/>
            <p:nvPr/>
          </p:nvCxnSpPr>
          <p:spPr>
            <a:xfrm>
              <a:off x="2701175" y="5265808"/>
              <a:ext cx="0" cy="583683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37" name="Google Shape;5237;p84"/>
            <p:cNvCxnSpPr/>
            <p:nvPr/>
          </p:nvCxnSpPr>
          <p:spPr>
            <a:xfrm>
              <a:off x="3429808" y="5270567"/>
              <a:ext cx="0" cy="548789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38" name="Google Shape;5238;p84"/>
            <p:cNvCxnSpPr/>
            <p:nvPr/>
          </p:nvCxnSpPr>
          <p:spPr>
            <a:xfrm>
              <a:off x="3683797" y="5265808"/>
              <a:ext cx="0" cy="58051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39" name="Google Shape;5239;p84"/>
            <p:cNvCxnSpPr/>
            <p:nvPr/>
          </p:nvCxnSpPr>
          <p:spPr>
            <a:xfrm>
              <a:off x="5650628" y="5272152"/>
              <a:ext cx="0" cy="62333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40" name="Google Shape;5240;p84"/>
            <p:cNvSpPr txBox="1"/>
            <p:nvPr/>
          </p:nvSpPr>
          <p:spPr>
            <a:xfrm>
              <a:off x="1927355" y="5375236"/>
              <a:ext cx="844810" cy="32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dest.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5241" name="Google Shape;5241;p84"/>
            <p:cNvSpPr txBox="1"/>
            <p:nvPr/>
          </p:nvSpPr>
          <p:spPr>
            <a:xfrm>
              <a:off x="2652391" y="5379038"/>
              <a:ext cx="844810" cy="32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5242" name="Google Shape;5242;p84"/>
            <p:cNvSpPr txBox="1"/>
            <p:nvPr/>
          </p:nvSpPr>
          <p:spPr>
            <a:xfrm>
              <a:off x="3969632" y="5447787"/>
              <a:ext cx="1377407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(payload)</a:t>
              </a:r>
              <a:endParaRPr/>
            </a:p>
          </p:txBody>
        </p:sp>
        <p:sp>
          <p:nvSpPr>
            <p:cNvPr id="5243" name="Google Shape;5243;p84"/>
            <p:cNvSpPr txBox="1"/>
            <p:nvPr/>
          </p:nvSpPr>
          <p:spPr>
            <a:xfrm>
              <a:off x="5941065" y="5431291"/>
              <a:ext cx="855572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CRC</a:t>
              </a:r>
              <a:endParaRPr/>
            </a:p>
          </p:txBody>
        </p:sp>
        <p:sp>
          <p:nvSpPr>
            <p:cNvPr id="5244" name="Google Shape;5244;p84"/>
            <p:cNvSpPr txBox="1"/>
            <p:nvPr/>
          </p:nvSpPr>
          <p:spPr>
            <a:xfrm>
              <a:off x="940711" y="5468237"/>
              <a:ext cx="1070128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preamble</a:t>
              </a:r>
              <a:endParaRPr/>
            </a:p>
          </p:txBody>
        </p:sp>
        <p:sp>
          <p:nvSpPr>
            <p:cNvPr id="5245" name="Google Shape;5245;p84"/>
            <p:cNvSpPr txBox="1"/>
            <p:nvPr/>
          </p:nvSpPr>
          <p:spPr>
            <a:xfrm>
              <a:off x="3321504" y="4902593"/>
              <a:ext cx="770260" cy="2923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type</a:t>
              </a:r>
              <a:endParaRPr/>
            </a:p>
          </p:txBody>
        </p:sp>
      </p:grpSp>
      <p:cxnSp>
        <p:nvCxnSpPr>
          <p:cNvPr id="5246" name="Google Shape;5246;p84"/>
          <p:cNvCxnSpPr/>
          <p:nvPr/>
        </p:nvCxnSpPr>
        <p:spPr>
          <a:xfrm>
            <a:off x="4366933" y="3946525"/>
            <a:ext cx="0" cy="8572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47" name="Google Shape;5247;p84"/>
          <p:cNvSpPr/>
          <p:nvPr/>
        </p:nvSpPr>
        <p:spPr>
          <a:xfrm>
            <a:off x="1407459" y="4770209"/>
            <a:ext cx="3210879" cy="677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2-byte Tag Protocol Identifier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(value: 81-00) </a:t>
            </a:r>
            <a:endParaRPr/>
          </a:p>
        </p:txBody>
      </p:sp>
      <p:sp>
        <p:nvSpPr>
          <p:cNvPr id="5248" name="Google Shape;5248;p84"/>
          <p:cNvSpPr/>
          <p:nvPr/>
        </p:nvSpPr>
        <p:spPr>
          <a:xfrm>
            <a:off x="4702269" y="5148138"/>
            <a:ext cx="4818248" cy="769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Tag Control Information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(12 bit VLAN ID field, 3 bit priority field like IP TOS)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cxnSp>
        <p:nvCxnSpPr>
          <p:cNvPr id="5249" name="Google Shape;5249;p84"/>
          <p:cNvCxnSpPr/>
          <p:nvPr/>
        </p:nvCxnSpPr>
        <p:spPr>
          <a:xfrm>
            <a:off x="8942855" y="4032157"/>
            <a:ext cx="0" cy="8572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0" name="Google Shape;5250;p84"/>
          <p:cNvSpPr/>
          <p:nvPr/>
        </p:nvSpPr>
        <p:spPr>
          <a:xfrm>
            <a:off x="8485655" y="4887819"/>
            <a:ext cx="1238250" cy="48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Recomputed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CRC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pSp>
        <p:nvGrpSpPr>
          <p:cNvPr id="5251" name="Google Shape;5251;p84"/>
          <p:cNvGrpSpPr/>
          <p:nvPr/>
        </p:nvGrpSpPr>
        <p:grpSpPr>
          <a:xfrm>
            <a:off x="974727" y="2418509"/>
            <a:ext cx="10895172" cy="1664180"/>
            <a:chOff x="974727" y="2418509"/>
            <a:chExt cx="10895172" cy="1664180"/>
          </a:xfrm>
        </p:grpSpPr>
        <p:cxnSp>
          <p:nvCxnSpPr>
            <p:cNvPr id="5252" name="Google Shape;5252;p84"/>
            <p:cNvCxnSpPr/>
            <p:nvPr/>
          </p:nvCxnSpPr>
          <p:spPr>
            <a:xfrm>
              <a:off x="4089588" y="2418509"/>
              <a:ext cx="979954" cy="9567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5253" name="Google Shape;5253;p84"/>
            <p:cNvCxnSpPr/>
            <p:nvPr/>
          </p:nvCxnSpPr>
          <p:spPr>
            <a:xfrm>
              <a:off x="8803063" y="2441481"/>
              <a:ext cx="905714" cy="94717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5254" name="Google Shape;5254;p84"/>
            <p:cNvSpPr txBox="1"/>
            <p:nvPr/>
          </p:nvSpPr>
          <p:spPr>
            <a:xfrm>
              <a:off x="9968288" y="3478025"/>
              <a:ext cx="190161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802.1Q frame</a:t>
              </a:r>
              <a:endParaRPr/>
            </a:p>
          </p:txBody>
        </p:sp>
        <p:cxnSp>
          <p:nvCxnSpPr>
            <p:cNvPr id="5255" name="Google Shape;5255;p84"/>
            <p:cNvCxnSpPr/>
            <p:nvPr/>
          </p:nvCxnSpPr>
          <p:spPr>
            <a:xfrm>
              <a:off x="5272715" y="3308495"/>
              <a:ext cx="0" cy="22763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56" name="Google Shape;5256;p84"/>
            <p:cNvSpPr/>
            <p:nvPr/>
          </p:nvSpPr>
          <p:spPr>
            <a:xfrm>
              <a:off x="1020060" y="3389722"/>
              <a:ext cx="8796294" cy="609373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257" name="Google Shape;5257;p84"/>
            <p:cNvCxnSpPr/>
            <p:nvPr/>
          </p:nvCxnSpPr>
          <p:spPr>
            <a:xfrm>
              <a:off x="2263192" y="3378763"/>
              <a:ext cx="0" cy="61218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58" name="Google Shape;5258;p84"/>
            <p:cNvCxnSpPr/>
            <p:nvPr/>
          </p:nvCxnSpPr>
          <p:spPr>
            <a:xfrm>
              <a:off x="3176434" y="3382291"/>
              <a:ext cx="0" cy="649235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59" name="Google Shape;5259;p84"/>
            <p:cNvCxnSpPr/>
            <p:nvPr/>
          </p:nvCxnSpPr>
          <p:spPr>
            <a:xfrm>
              <a:off x="5096217" y="3387584"/>
              <a:ext cx="0" cy="61042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60" name="Google Shape;5260;p84"/>
            <p:cNvCxnSpPr/>
            <p:nvPr/>
          </p:nvCxnSpPr>
          <p:spPr>
            <a:xfrm>
              <a:off x="5413866" y="3382291"/>
              <a:ext cx="0" cy="64570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61" name="Google Shape;5261;p84"/>
            <p:cNvCxnSpPr/>
            <p:nvPr/>
          </p:nvCxnSpPr>
          <p:spPr>
            <a:xfrm>
              <a:off x="7873664" y="3389347"/>
              <a:ext cx="0" cy="69334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62" name="Google Shape;5262;p84"/>
            <p:cNvSpPr txBox="1"/>
            <p:nvPr/>
          </p:nvSpPr>
          <p:spPr>
            <a:xfrm>
              <a:off x="2208664" y="3504009"/>
              <a:ext cx="1056553" cy="36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dest.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5263" name="Google Shape;5263;p84"/>
            <p:cNvSpPr txBox="1"/>
            <p:nvPr/>
          </p:nvSpPr>
          <p:spPr>
            <a:xfrm>
              <a:off x="3115423" y="3508238"/>
              <a:ext cx="1056553" cy="36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5264" name="Google Shape;5264;p84"/>
            <p:cNvSpPr txBox="1"/>
            <p:nvPr/>
          </p:nvSpPr>
          <p:spPr>
            <a:xfrm>
              <a:off x="5771342" y="3584708"/>
              <a:ext cx="1722641" cy="236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(payload)</a:t>
              </a:r>
              <a:endParaRPr/>
            </a:p>
          </p:txBody>
        </p:sp>
        <p:sp>
          <p:nvSpPr>
            <p:cNvPr id="5265" name="Google Shape;5265;p84"/>
            <p:cNvSpPr txBox="1"/>
            <p:nvPr/>
          </p:nvSpPr>
          <p:spPr>
            <a:xfrm>
              <a:off x="8236896" y="3566359"/>
              <a:ext cx="1070013" cy="236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CRC</a:t>
              </a:r>
              <a:endParaRPr/>
            </a:p>
          </p:txBody>
        </p:sp>
        <p:sp>
          <p:nvSpPr>
            <p:cNvPr id="5266" name="Google Shape;5266;p84"/>
            <p:cNvSpPr txBox="1"/>
            <p:nvPr/>
          </p:nvSpPr>
          <p:spPr>
            <a:xfrm>
              <a:off x="974727" y="3607454"/>
              <a:ext cx="1338345" cy="236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preamble</a:t>
              </a:r>
              <a:endParaRPr/>
            </a:p>
          </p:txBody>
        </p:sp>
        <p:sp>
          <p:nvSpPr>
            <p:cNvPr id="5267" name="Google Shape;5267;p84"/>
            <p:cNvSpPr txBox="1"/>
            <p:nvPr/>
          </p:nvSpPr>
          <p:spPr>
            <a:xfrm>
              <a:off x="4960768" y="2978284"/>
              <a:ext cx="963318" cy="3251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type</a:t>
              </a:r>
              <a:endParaRPr/>
            </a:p>
          </p:txBody>
        </p:sp>
        <p:cxnSp>
          <p:nvCxnSpPr>
            <p:cNvPr id="5268" name="Google Shape;5268;p84"/>
            <p:cNvCxnSpPr/>
            <p:nvPr/>
          </p:nvCxnSpPr>
          <p:spPr>
            <a:xfrm>
              <a:off x="4092170" y="3405513"/>
              <a:ext cx="0" cy="61042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69" name="Google Shape;5269;p84"/>
            <p:cNvCxnSpPr/>
            <p:nvPr/>
          </p:nvCxnSpPr>
          <p:spPr>
            <a:xfrm>
              <a:off x="4594194" y="3383101"/>
              <a:ext cx="0" cy="61042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70" name="Google Shape;5270;p84"/>
            <p:cNvCxnSpPr/>
            <p:nvPr/>
          </p:nvCxnSpPr>
          <p:spPr>
            <a:xfrm flipH="1">
              <a:off x="1035424" y="2436437"/>
              <a:ext cx="19611" cy="96566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5271" name="Google Shape;5271;p84"/>
            <p:cNvCxnSpPr/>
            <p:nvPr/>
          </p:nvCxnSpPr>
          <p:spPr>
            <a:xfrm flipH="1">
              <a:off x="4065495" y="2440920"/>
              <a:ext cx="19611" cy="96566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5272" name="Google Shape;5272;p84"/>
          <p:cNvCxnSpPr/>
          <p:nvPr/>
        </p:nvCxnSpPr>
        <p:spPr>
          <a:xfrm>
            <a:off x="4827494" y="4034118"/>
            <a:ext cx="0" cy="115644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73" name="Google Shape;5273;p84"/>
          <p:cNvSpPr/>
          <p:nvPr/>
        </p:nvSpPr>
        <p:spPr>
          <a:xfrm>
            <a:off x="4101353" y="3334872"/>
            <a:ext cx="1008529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8" name="Shape 5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9" name="Google Shape;5279;p8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5280" name="Google Shape;5280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5281" name="Google Shape;5281;p85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2" name="Google Shape;5282;p85"/>
          <p:cNvSpPr txBox="1"/>
          <p:nvPr/>
        </p:nvSpPr>
        <p:spPr>
          <a:xfrm>
            <a:off x="1006769" y="1374867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3" name="Google Shape;5283;p8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8" name="Shape 5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9" name="Google Shape;5289;p86"/>
          <p:cNvGrpSpPr/>
          <p:nvPr/>
        </p:nvGrpSpPr>
        <p:grpSpPr>
          <a:xfrm>
            <a:off x="3301814" y="4666078"/>
            <a:ext cx="3122613" cy="1757363"/>
            <a:chOff x="3136714" y="4650581"/>
            <a:chExt cx="3122613" cy="1757363"/>
          </a:xfrm>
        </p:grpSpPr>
        <p:sp>
          <p:nvSpPr>
            <p:cNvPr id="5290" name="Google Shape;5290;p86"/>
            <p:cNvSpPr/>
            <p:nvPr/>
          </p:nvSpPr>
          <p:spPr>
            <a:xfrm>
              <a:off x="3168117" y="4650581"/>
              <a:ext cx="3081164" cy="788448"/>
            </a:xfrm>
            <a:custGeom>
              <a:rect b="b" l="l" r="r" t="t"/>
              <a:pathLst>
                <a:path extrusionOk="0" h="10000" w="10000">
                  <a:moveTo>
                    <a:pt x="1299" y="0"/>
                  </a:moveTo>
                  <a:cubicBezTo>
                    <a:pt x="907" y="5588"/>
                    <a:pt x="1044" y="5473"/>
                    <a:pt x="0" y="10000"/>
                  </a:cubicBezTo>
                  <a:lnTo>
                    <a:pt x="10000" y="9659"/>
                  </a:lnTo>
                  <a:cubicBezTo>
                    <a:pt x="7455" y="5586"/>
                    <a:pt x="7294" y="3703"/>
                    <a:pt x="6684" y="0"/>
                  </a:cubicBezTo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BFBFB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1" name="Google Shape;5291;p86"/>
            <p:cNvSpPr/>
            <p:nvPr/>
          </p:nvSpPr>
          <p:spPr>
            <a:xfrm>
              <a:off x="3136714" y="5395119"/>
              <a:ext cx="3122613" cy="679450"/>
            </a:xfrm>
            <a:prstGeom prst="rect">
              <a:avLst/>
            </a:prstGeom>
            <a:solidFill>
              <a:srgbClr val="F56F6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2" name="Google Shape;5292;p86"/>
            <p:cNvSpPr txBox="1"/>
            <p:nvPr/>
          </p:nvSpPr>
          <p:spPr>
            <a:xfrm>
              <a:off x="3649477" y="5563394"/>
              <a:ext cx="666750" cy="36671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label</a:t>
              </a:r>
              <a:endParaRPr/>
            </a:p>
          </p:txBody>
        </p:sp>
        <p:sp>
          <p:nvSpPr>
            <p:cNvPr id="5293" name="Google Shape;5293;p86"/>
            <p:cNvSpPr txBox="1"/>
            <p:nvPr/>
          </p:nvSpPr>
          <p:spPr>
            <a:xfrm>
              <a:off x="4832164" y="5571331"/>
              <a:ext cx="577850" cy="36671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Exp</a:t>
              </a:r>
              <a:endParaRPr/>
            </a:p>
          </p:txBody>
        </p:sp>
        <p:sp>
          <p:nvSpPr>
            <p:cNvPr id="5294" name="Google Shape;5294;p86"/>
            <p:cNvSpPr txBox="1"/>
            <p:nvPr/>
          </p:nvSpPr>
          <p:spPr>
            <a:xfrm>
              <a:off x="5389377" y="5579269"/>
              <a:ext cx="336550" cy="36671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/>
            </a:p>
          </p:txBody>
        </p:sp>
        <p:sp>
          <p:nvSpPr>
            <p:cNvPr id="5295" name="Google Shape;5295;p86"/>
            <p:cNvSpPr txBox="1"/>
            <p:nvPr/>
          </p:nvSpPr>
          <p:spPr>
            <a:xfrm>
              <a:off x="5659252" y="5576094"/>
              <a:ext cx="590550" cy="36671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TTL</a:t>
              </a:r>
              <a:endParaRPr/>
            </a:p>
          </p:txBody>
        </p:sp>
        <p:cxnSp>
          <p:nvCxnSpPr>
            <p:cNvPr id="5296" name="Google Shape;5296;p86"/>
            <p:cNvCxnSpPr/>
            <p:nvPr/>
          </p:nvCxnSpPr>
          <p:spPr>
            <a:xfrm>
              <a:off x="4868677" y="5404644"/>
              <a:ext cx="0" cy="6524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97" name="Google Shape;5297;p86"/>
            <p:cNvCxnSpPr/>
            <p:nvPr/>
          </p:nvCxnSpPr>
          <p:spPr>
            <a:xfrm>
              <a:off x="5438589" y="5425281"/>
              <a:ext cx="0" cy="652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98" name="Google Shape;5298;p86"/>
            <p:cNvCxnSpPr/>
            <p:nvPr/>
          </p:nvCxnSpPr>
          <p:spPr>
            <a:xfrm>
              <a:off x="5708464" y="5420519"/>
              <a:ext cx="0" cy="6524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99" name="Google Shape;5299;p86"/>
            <p:cNvSpPr txBox="1"/>
            <p:nvPr/>
          </p:nvSpPr>
          <p:spPr>
            <a:xfrm>
              <a:off x="3808227" y="6071394"/>
              <a:ext cx="4095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/>
            </a:p>
          </p:txBody>
        </p:sp>
        <p:sp>
          <p:nvSpPr>
            <p:cNvPr id="5300" name="Google Shape;5300;p86"/>
            <p:cNvSpPr txBox="1"/>
            <p:nvPr/>
          </p:nvSpPr>
          <p:spPr>
            <a:xfrm>
              <a:off x="4979802" y="6066631"/>
              <a:ext cx="296862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5301" name="Google Shape;5301;p86"/>
            <p:cNvSpPr txBox="1"/>
            <p:nvPr/>
          </p:nvSpPr>
          <p:spPr>
            <a:xfrm>
              <a:off x="5406839" y="6063456"/>
              <a:ext cx="29686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5302" name="Google Shape;5302;p86"/>
            <p:cNvSpPr txBox="1"/>
            <p:nvPr/>
          </p:nvSpPr>
          <p:spPr>
            <a:xfrm>
              <a:off x="5846577" y="6058694"/>
              <a:ext cx="296862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5303" name="Google Shape;5303;p8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Multiprotocol label switching (MPLS)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4" name="Google Shape;5304;p86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05" name="Google Shape;5305;p86"/>
          <p:cNvSpPr txBox="1"/>
          <p:nvPr/>
        </p:nvSpPr>
        <p:spPr>
          <a:xfrm>
            <a:off x="889560" y="1309781"/>
            <a:ext cx="11099240" cy="2468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8925" lvl="0" marL="2889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high-speed IP forwarding among network of MPLS-capable routers, using fixed length label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(instead of shortest prefix matching)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8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faster lookup using fixed length identifier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borrowing ideas from Virtual Circuit (VC) approach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IP datagram still keeps IP address!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306" name="Google Shape;5306;p86"/>
          <p:cNvSpPr txBox="1"/>
          <p:nvPr/>
        </p:nvSpPr>
        <p:spPr>
          <a:xfrm>
            <a:off x="5303652" y="4038600"/>
            <a:ext cx="50849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remainder of Ethernet frame, including IP header with IP source, destination addresses</a:t>
            </a:r>
            <a:endParaRPr/>
          </a:p>
        </p:txBody>
      </p:sp>
      <p:grpSp>
        <p:nvGrpSpPr>
          <p:cNvPr id="5307" name="Google Shape;5307;p86"/>
          <p:cNvGrpSpPr/>
          <p:nvPr/>
        </p:nvGrpSpPr>
        <p:grpSpPr>
          <a:xfrm>
            <a:off x="3735093" y="3993350"/>
            <a:ext cx="1665910" cy="657225"/>
            <a:chOff x="3557402" y="4006056"/>
            <a:chExt cx="1666875" cy="657225"/>
          </a:xfrm>
        </p:grpSpPr>
        <p:cxnSp>
          <p:nvCxnSpPr>
            <p:cNvPr id="5308" name="Google Shape;5308;p86"/>
            <p:cNvCxnSpPr/>
            <p:nvPr/>
          </p:nvCxnSpPr>
          <p:spPr>
            <a:xfrm>
              <a:off x="3568514" y="4010819"/>
              <a:ext cx="0" cy="6524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0800" rotWithShape="0" dir="16200000" dist="38100">
                <a:srgbClr val="000000">
                  <a:alpha val="40000"/>
                </a:srgbClr>
              </a:outerShdw>
            </a:effectLst>
          </p:spPr>
        </p:cxnSp>
        <p:cxnSp>
          <p:nvCxnSpPr>
            <p:cNvPr id="5309" name="Google Shape;5309;p86"/>
            <p:cNvCxnSpPr/>
            <p:nvPr/>
          </p:nvCxnSpPr>
          <p:spPr>
            <a:xfrm>
              <a:off x="5222689" y="4006056"/>
              <a:ext cx="0" cy="652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0800" rotWithShape="0" dir="162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5310" name="Google Shape;5310;p86"/>
            <p:cNvSpPr/>
            <p:nvPr/>
          </p:nvSpPr>
          <p:spPr>
            <a:xfrm>
              <a:off x="3557402" y="4009231"/>
              <a:ext cx="1660525" cy="639763"/>
            </a:xfrm>
            <a:prstGeom prst="rect">
              <a:avLst/>
            </a:prstGeom>
            <a:solidFill>
              <a:srgbClr val="F56F6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dir="162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1" name="Google Shape;5311;p86"/>
            <p:cNvSpPr txBox="1"/>
            <p:nvPr/>
          </p:nvSpPr>
          <p:spPr>
            <a:xfrm>
              <a:off x="3592327" y="4167981"/>
              <a:ext cx="1631950" cy="366713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dir="162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MPLS header</a:t>
              </a:r>
              <a:endParaRPr/>
            </a:p>
          </p:txBody>
        </p:sp>
      </p:grpSp>
      <p:grpSp>
        <p:nvGrpSpPr>
          <p:cNvPr id="5312" name="Google Shape;5312;p86"/>
          <p:cNvGrpSpPr/>
          <p:nvPr/>
        </p:nvGrpSpPr>
        <p:grpSpPr>
          <a:xfrm>
            <a:off x="2591501" y="3998009"/>
            <a:ext cx="1828099" cy="651093"/>
            <a:chOff x="1905701" y="7534275"/>
            <a:chExt cx="1828099" cy="651093"/>
          </a:xfrm>
        </p:grpSpPr>
        <p:sp>
          <p:nvSpPr>
            <p:cNvPr id="5313" name="Google Shape;5313;p86"/>
            <p:cNvSpPr/>
            <p:nvPr/>
          </p:nvSpPr>
          <p:spPr>
            <a:xfrm>
              <a:off x="1905701" y="7534275"/>
              <a:ext cx="1828099" cy="639762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4" name="Google Shape;5314;p86"/>
            <p:cNvSpPr txBox="1"/>
            <p:nvPr/>
          </p:nvSpPr>
          <p:spPr>
            <a:xfrm>
              <a:off x="2243816" y="7539037"/>
              <a:ext cx="112082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Ethernet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header</a:t>
              </a:r>
              <a:endParaRPr/>
            </a:p>
          </p:txBody>
        </p:sp>
      </p:grpSp>
      <p:grpSp>
        <p:nvGrpSpPr>
          <p:cNvPr id="5315" name="Google Shape;5315;p86"/>
          <p:cNvGrpSpPr/>
          <p:nvPr/>
        </p:nvGrpSpPr>
        <p:grpSpPr>
          <a:xfrm>
            <a:off x="4419600" y="3994834"/>
            <a:ext cx="5234874" cy="646331"/>
            <a:chOff x="4737100" y="6692900"/>
            <a:chExt cx="5234874" cy="646331"/>
          </a:xfrm>
        </p:grpSpPr>
        <p:sp>
          <p:nvSpPr>
            <p:cNvPr id="5316" name="Google Shape;5316;p86"/>
            <p:cNvSpPr/>
            <p:nvPr/>
          </p:nvSpPr>
          <p:spPr>
            <a:xfrm>
              <a:off x="4737100" y="6696075"/>
              <a:ext cx="5234874" cy="639762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7" name="Google Shape;5317;p86"/>
            <p:cNvSpPr txBox="1"/>
            <p:nvPr/>
          </p:nvSpPr>
          <p:spPr>
            <a:xfrm>
              <a:off x="4848926" y="6692900"/>
              <a:ext cx="50849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remainder of Ethernet frame, including IP header with IP source, destination addresses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2" name="Shape 5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3" name="Google Shape;5323;p8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MPLS capable routers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4" name="Google Shape;5324;p87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25" name="Google Shape;5325;p87"/>
          <p:cNvSpPr txBox="1"/>
          <p:nvPr/>
        </p:nvSpPr>
        <p:spPr>
          <a:xfrm>
            <a:off x="1004047" y="1371600"/>
            <a:ext cx="10304929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4963" lvl="0" marL="4651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a.k.a. label-switched router</a:t>
            </a:r>
            <a:endParaRPr/>
          </a:p>
          <a:p>
            <a:pPr indent="-334963" lvl="0" marL="4651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forward packets to outgoing interface based only on label value (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 inspect IP address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MPLS forwarding table distinct from IP forwarding tables</a:t>
            </a:r>
            <a:endParaRPr/>
          </a:p>
          <a:p>
            <a:pPr indent="-334963" lvl="0" marL="4651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i="1"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flexibility: 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MPLS forwarding decisions can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those of IP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destination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source addresses to route flows to same destination differently (traffic engineering)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re-route flows quickly if link fails: pre-computed backup paths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0" name="Shape 5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1" name="Google Shape;5331;p88"/>
          <p:cNvGrpSpPr/>
          <p:nvPr/>
        </p:nvGrpSpPr>
        <p:grpSpPr>
          <a:xfrm>
            <a:off x="3103897" y="2168711"/>
            <a:ext cx="800044" cy="416858"/>
            <a:chOff x="7493876" y="2774731"/>
            <a:chExt cx="1481958" cy="894622"/>
          </a:xfrm>
        </p:grpSpPr>
        <p:sp>
          <p:nvSpPr>
            <p:cNvPr id="5332" name="Google Shape;5332;p8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333" name="Google Shape;5333;p8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334" name="Google Shape;5334;p8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35" name="Google Shape;5335;p8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6" name="Google Shape;5336;p8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7" name="Google Shape;5337;p8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8" name="Google Shape;5338;p8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39" name="Google Shape;5339;p88"/>
          <p:cNvGrpSpPr/>
          <p:nvPr/>
        </p:nvGrpSpPr>
        <p:grpSpPr>
          <a:xfrm>
            <a:off x="4565518" y="2198594"/>
            <a:ext cx="800044" cy="416858"/>
            <a:chOff x="7493876" y="2774731"/>
            <a:chExt cx="1481958" cy="894622"/>
          </a:xfrm>
        </p:grpSpPr>
        <p:sp>
          <p:nvSpPr>
            <p:cNvPr id="5340" name="Google Shape;5340;p8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341" name="Google Shape;5341;p8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342" name="Google Shape;5342;p8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43" name="Google Shape;5343;p8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4" name="Google Shape;5344;p8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5" name="Google Shape;5345;p8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6" name="Google Shape;5346;p8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47" name="Google Shape;5347;p88"/>
          <p:cNvGrpSpPr/>
          <p:nvPr/>
        </p:nvGrpSpPr>
        <p:grpSpPr>
          <a:xfrm>
            <a:off x="4189561" y="3198907"/>
            <a:ext cx="800044" cy="416858"/>
            <a:chOff x="7493876" y="2774731"/>
            <a:chExt cx="1481958" cy="894622"/>
          </a:xfrm>
        </p:grpSpPr>
        <p:sp>
          <p:nvSpPr>
            <p:cNvPr id="5348" name="Google Shape;5348;p8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349" name="Google Shape;5349;p8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350" name="Google Shape;5350;p8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51" name="Google Shape;5351;p8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2" name="Google Shape;5352;p8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3" name="Google Shape;5353;p8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4" name="Google Shape;5354;p8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55" name="Google Shape;5355;p88"/>
          <p:cNvGrpSpPr/>
          <p:nvPr/>
        </p:nvGrpSpPr>
        <p:grpSpPr>
          <a:xfrm>
            <a:off x="6015747" y="3215157"/>
            <a:ext cx="800044" cy="416858"/>
            <a:chOff x="7493876" y="2774731"/>
            <a:chExt cx="1481958" cy="894622"/>
          </a:xfrm>
        </p:grpSpPr>
        <p:sp>
          <p:nvSpPr>
            <p:cNvPr id="5356" name="Google Shape;5356;p8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357" name="Google Shape;5357;p8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358" name="Google Shape;5358;p8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59" name="Google Shape;5359;p8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0" name="Google Shape;5360;p8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1" name="Google Shape;5361;p8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2" name="Google Shape;5362;p8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63" name="Google Shape;5363;p8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MPLS versus IP paths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4" name="Google Shape;5364;p88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365" name="Google Shape;5365;p88"/>
          <p:cNvCxnSpPr/>
          <p:nvPr/>
        </p:nvCxnSpPr>
        <p:spPr>
          <a:xfrm>
            <a:off x="2349594" y="1786592"/>
            <a:ext cx="752593" cy="5806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6" name="Google Shape;5366;p88"/>
          <p:cNvCxnSpPr/>
          <p:nvPr/>
        </p:nvCxnSpPr>
        <p:spPr>
          <a:xfrm flipH="1" rot="10800000">
            <a:off x="2410667" y="2445173"/>
            <a:ext cx="688134" cy="23452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7" name="Google Shape;5367;p88"/>
          <p:cNvCxnSpPr/>
          <p:nvPr/>
        </p:nvCxnSpPr>
        <p:spPr>
          <a:xfrm>
            <a:off x="3901223" y="2430780"/>
            <a:ext cx="66675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8" name="Google Shape;5368;p88"/>
          <p:cNvCxnSpPr/>
          <p:nvPr/>
        </p:nvCxnSpPr>
        <p:spPr>
          <a:xfrm>
            <a:off x="3693263" y="2567081"/>
            <a:ext cx="607804" cy="67734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9" name="Google Shape;5369;p88"/>
          <p:cNvCxnSpPr/>
          <p:nvPr/>
        </p:nvCxnSpPr>
        <p:spPr>
          <a:xfrm>
            <a:off x="4982416" y="3452068"/>
            <a:ext cx="10382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0" name="Google Shape;5370;p88"/>
          <p:cNvCxnSpPr/>
          <p:nvPr/>
        </p:nvCxnSpPr>
        <p:spPr>
          <a:xfrm>
            <a:off x="5268166" y="2565400"/>
            <a:ext cx="838200" cy="7143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1" name="Google Shape;5371;p88"/>
          <p:cNvCxnSpPr/>
          <p:nvPr/>
        </p:nvCxnSpPr>
        <p:spPr>
          <a:xfrm>
            <a:off x="6809737" y="3470275"/>
            <a:ext cx="7016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2" name="Google Shape;5372;p88"/>
          <p:cNvSpPr txBox="1"/>
          <p:nvPr/>
        </p:nvSpPr>
        <p:spPr>
          <a:xfrm>
            <a:off x="4368053" y="3648075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R2</a:t>
            </a:r>
            <a:endParaRPr/>
          </a:p>
        </p:txBody>
      </p:sp>
      <p:sp>
        <p:nvSpPr>
          <p:cNvPr id="5373" name="Google Shape;5373;p88"/>
          <p:cNvSpPr txBox="1"/>
          <p:nvPr/>
        </p:nvSpPr>
        <p:spPr>
          <a:xfrm>
            <a:off x="6046676" y="2254991"/>
            <a:ext cx="349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5374" name="Google Shape;5374;p88"/>
          <p:cNvSpPr txBox="1"/>
          <p:nvPr/>
        </p:nvSpPr>
        <p:spPr>
          <a:xfrm>
            <a:off x="4753816" y="2646363"/>
            <a:ext cx="476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R3</a:t>
            </a:r>
            <a:endParaRPr/>
          </a:p>
        </p:txBody>
      </p:sp>
      <p:sp>
        <p:nvSpPr>
          <p:cNvPr id="5375" name="Google Shape;5375;p88"/>
          <p:cNvSpPr txBox="1"/>
          <p:nvPr/>
        </p:nvSpPr>
        <p:spPr>
          <a:xfrm>
            <a:off x="1831228" y="2882900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R5</a:t>
            </a:r>
            <a:endParaRPr/>
          </a:p>
        </p:txBody>
      </p:sp>
      <p:sp>
        <p:nvSpPr>
          <p:cNvPr id="5376" name="Google Shape;5376;p88"/>
          <p:cNvSpPr txBox="1"/>
          <p:nvPr/>
        </p:nvSpPr>
        <p:spPr>
          <a:xfrm>
            <a:off x="7444628" y="3287713"/>
            <a:ext cx="336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377" name="Google Shape;5377;p88"/>
          <p:cNvSpPr txBox="1"/>
          <p:nvPr/>
        </p:nvSpPr>
        <p:spPr>
          <a:xfrm>
            <a:off x="1794716" y="1933575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R6</a:t>
            </a:r>
            <a:endParaRPr/>
          </a:p>
        </p:txBody>
      </p:sp>
      <p:sp>
        <p:nvSpPr>
          <p:cNvPr id="5378" name="Google Shape;5378;p88"/>
          <p:cNvSpPr txBox="1"/>
          <p:nvPr/>
        </p:nvSpPr>
        <p:spPr>
          <a:xfrm>
            <a:off x="3090116" y="2584450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R4</a:t>
            </a:r>
            <a:endParaRPr/>
          </a:p>
        </p:txBody>
      </p:sp>
      <p:grpSp>
        <p:nvGrpSpPr>
          <p:cNvPr id="5379" name="Google Shape;5379;p88"/>
          <p:cNvGrpSpPr/>
          <p:nvPr/>
        </p:nvGrpSpPr>
        <p:grpSpPr>
          <a:xfrm>
            <a:off x="1593531" y="1573305"/>
            <a:ext cx="800044" cy="416858"/>
            <a:chOff x="7493876" y="2774731"/>
            <a:chExt cx="1481958" cy="894622"/>
          </a:xfrm>
        </p:grpSpPr>
        <p:sp>
          <p:nvSpPr>
            <p:cNvPr id="5380" name="Google Shape;5380;p8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381" name="Google Shape;5381;p8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382" name="Google Shape;5382;p8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83" name="Google Shape;5383;p8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4" name="Google Shape;5384;p8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5" name="Google Shape;5385;p8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6" name="Google Shape;5386;p8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87" name="Google Shape;5387;p88"/>
          <p:cNvGrpSpPr/>
          <p:nvPr/>
        </p:nvGrpSpPr>
        <p:grpSpPr>
          <a:xfrm>
            <a:off x="1638354" y="2424952"/>
            <a:ext cx="800044" cy="416858"/>
            <a:chOff x="7493876" y="2774731"/>
            <a:chExt cx="1481958" cy="894622"/>
          </a:xfrm>
        </p:grpSpPr>
        <p:sp>
          <p:nvSpPr>
            <p:cNvPr id="5388" name="Google Shape;5388;p8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389" name="Google Shape;5389;p8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390" name="Google Shape;5390;p8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91" name="Google Shape;5391;p8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2" name="Google Shape;5392;p8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3" name="Google Shape;5393;p8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4" name="Google Shape;5394;p8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95" name="Google Shape;5395;p88"/>
          <p:cNvSpPr/>
          <p:nvPr/>
        </p:nvSpPr>
        <p:spPr>
          <a:xfrm>
            <a:off x="2527768" y="1765674"/>
            <a:ext cx="4873812" cy="1623545"/>
          </a:xfrm>
          <a:custGeom>
            <a:rect b="b" l="l" r="r" t="t"/>
            <a:pathLst>
              <a:path extrusionOk="0" h="1622945" w="4873812">
                <a:moveTo>
                  <a:pt x="0" y="0"/>
                </a:moveTo>
                <a:lnTo>
                  <a:pt x="600636" y="489562"/>
                </a:lnTo>
                <a:lnTo>
                  <a:pt x="1170173" y="614228"/>
                </a:lnTo>
                <a:lnTo>
                  <a:pt x="2039172" y="1622945"/>
                </a:lnTo>
                <a:lnTo>
                  <a:pt x="4873812" y="1622945"/>
                </a:lnTo>
              </a:path>
            </a:pathLst>
          </a:cu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6" name="Google Shape;5396;p88"/>
          <p:cNvSpPr/>
          <p:nvPr/>
        </p:nvSpPr>
        <p:spPr>
          <a:xfrm>
            <a:off x="2482945" y="2448206"/>
            <a:ext cx="4823572" cy="1117319"/>
          </a:xfrm>
          <a:custGeom>
            <a:rect b="b" l="l" r="r" t="t"/>
            <a:pathLst>
              <a:path extrusionOk="0" h="1116977" w="4824180">
                <a:moveTo>
                  <a:pt x="0" y="322147"/>
                </a:moveTo>
                <a:lnTo>
                  <a:pt x="980705" y="0"/>
                </a:lnTo>
                <a:lnTo>
                  <a:pt x="1989540" y="1116977"/>
                </a:lnTo>
                <a:lnTo>
                  <a:pt x="4824180" y="1116977"/>
                </a:lnTo>
              </a:path>
            </a:pathLst>
          </a:cu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7" name="Google Shape;5397;p88"/>
          <p:cNvSpPr txBox="1"/>
          <p:nvPr/>
        </p:nvSpPr>
        <p:spPr>
          <a:xfrm>
            <a:off x="905436" y="4121897"/>
            <a:ext cx="11125200" cy="571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i="0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IP routing: </a:t>
            </a:r>
            <a:r>
              <a:rPr i="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path to destination determined by destination address alone</a:t>
            </a:r>
            <a:endParaRPr i="0"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98" name="Google Shape;5398;p88"/>
          <p:cNvCxnSpPr/>
          <p:nvPr/>
        </p:nvCxnSpPr>
        <p:spPr>
          <a:xfrm>
            <a:off x="5367017" y="2433955"/>
            <a:ext cx="7016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99" name="Google Shape;5399;p88"/>
          <p:cNvSpPr txBox="1"/>
          <p:nvPr/>
        </p:nvSpPr>
        <p:spPr>
          <a:xfrm>
            <a:off x="9468037" y="2382741"/>
            <a:ext cx="10963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router</a:t>
            </a:r>
            <a:endParaRPr/>
          </a:p>
        </p:txBody>
      </p:sp>
      <p:grpSp>
        <p:nvGrpSpPr>
          <p:cNvPr id="5400" name="Google Shape;5400;p88"/>
          <p:cNvGrpSpPr/>
          <p:nvPr/>
        </p:nvGrpSpPr>
        <p:grpSpPr>
          <a:xfrm>
            <a:off x="8662202" y="2389088"/>
            <a:ext cx="800044" cy="475131"/>
            <a:chOff x="7493876" y="2774731"/>
            <a:chExt cx="1481958" cy="894622"/>
          </a:xfrm>
        </p:grpSpPr>
        <p:sp>
          <p:nvSpPr>
            <p:cNvPr id="5401" name="Google Shape;5401;p8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02" name="Google Shape;5402;p8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03" name="Google Shape;5403;p8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04" name="Google Shape;5404;p8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5" name="Google Shape;5405;p8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6" name="Google Shape;5406;p8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7" name="Google Shape;5407;p8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2" name="Shape 5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13" name="Google Shape;5413;p89"/>
          <p:cNvGrpSpPr/>
          <p:nvPr/>
        </p:nvGrpSpPr>
        <p:grpSpPr>
          <a:xfrm>
            <a:off x="3104084" y="2169457"/>
            <a:ext cx="800044" cy="416858"/>
            <a:chOff x="7493876" y="2774731"/>
            <a:chExt cx="1481958" cy="894622"/>
          </a:xfrm>
        </p:grpSpPr>
        <p:sp>
          <p:nvSpPr>
            <p:cNvPr id="5414" name="Google Shape;5414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7030A0"/>
                </a:gs>
                <a:gs pos="21000">
                  <a:schemeClr val="lt1"/>
                </a:gs>
                <a:gs pos="60000">
                  <a:srgbClr val="CDBDE8"/>
                </a:gs>
                <a:gs pos="100000">
                  <a:srgbClr val="7030A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15" name="Google Shape;5415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16" name="Google Shape;5416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17" name="Google Shape;5417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8" name="Google Shape;5418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9" name="Google Shape;5419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0" name="Google Shape;5420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CDBDE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21" name="Google Shape;5421;p89"/>
          <p:cNvGrpSpPr/>
          <p:nvPr/>
        </p:nvGrpSpPr>
        <p:grpSpPr>
          <a:xfrm>
            <a:off x="4564629" y="2204710"/>
            <a:ext cx="800044" cy="416858"/>
            <a:chOff x="7493876" y="2774731"/>
            <a:chExt cx="1481958" cy="894622"/>
          </a:xfrm>
        </p:grpSpPr>
        <p:sp>
          <p:nvSpPr>
            <p:cNvPr id="5422" name="Google Shape;5422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7030A0"/>
                </a:gs>
                <a:gs pos="21000">
                  <a:schemeClr val="lt1"/>
                </a:gs>
                <a:gs pos="60000">
                  <a:srgbClr val="CDBDE8"/>
                </a:gs>
                <a:gs pos="100000">
                  <a:srgbClr val="7030A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23" name="Google Shape;5423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24" name="Google Shape;5424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5" name="Google Shape;5425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6" name="Google Shape;5426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7" name="Google Shape;5427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8" name="Google Shape;5428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CDBDE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29" name="Google Shape;5429;p89"/>
          <p:cNvGrpSpPr/>
          <p:nvPr/>
        </p:nvGrpSpPr>
        <p:grpSpPr>
          <a:xfrm>
            <a:off x="4183358" y="3201117"/>
            <a:ext cx="800044" cy="416858"/>
            <a:chOff x="7493876" y="2774731"/>
            <a:chExt cx="1481958" cy="894622"/>
          </a:xfrm>
        </p:grpSpPr>
        <p:sp>
          <p:nvSpPr>
            <p:cNvPr id="5430" name="Google Shape;5430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7030A0"/>
                </a:gs>
                <a:gs pos="21000">
                  <a:schemeClr val="lt1"/>
                </a:gs>
                <a:gs pos="60000">
                  <a:srgbClr val="CDBDE8"/>
                </a:gs>
                <a:gs pos="100000">
                  <a:srgbClr val="7030A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31" name="Google Shape;5431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32" name="Google Shape;5432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33" name="Google Shape;5433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4" name="Google Shape;5434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5" name="Google Shape;5435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6" name="Google Shape;5436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CDBDE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37" name="Google Shape;5437;p89"/>
          <p:cNvGrpSpPr/>
          <p:nvPr/>
        </p:nvGrpSpPr>
        <p:grpSpPr>
          <a:xfrm>
            <a:off x="6014871" y="3215650"/>
            <a:ext cx="800044" cy="416858"/>
            <a:chOff x="7493876" y="2774731"/>
            <a:chExt cx="1481958" cy="894622"/>
          </a:xfrm>
        </p:grpSpPr>
        <p:sp>
          <p:nvSpPr>
            <p:cNvPr id="5438" name="Google Shape;5438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7030A0"/>
                </a:gs>
                <a:gs pos="21000">
                  <a:schemeClr val="lt1"/>
                </a:gs>
                <a:gs pos="60000">
                  <a:srgbClr val="CDBDE8"/>
                </a:gs>
                <a:gs pos="100000">
                  <a:srgbClr val="7030A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39" name="Google Shape;5439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40" name="Google Shape;5440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41" name="Google Shape;5441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2" name="Google Shape;5442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3" name="Google Shape;5443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4" name="Google Shape;5444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CDBDE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445" name="Google Shape;5445;p8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MPLS versus IP paths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6" name="Google Shape;5446;p89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447" name="Google Shape;5447;p89"/>
          <p:cNvCxnSpPr/>
          <p:nvPr/>
        </p:nvCxnSpPr>
        <p:spPr>
          <a:xfrm>
            <a:off x="2349594" y="1786592"/>
            <a:ext cx="752593" cy="5806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8" name="Google Shape;5448;p89"/>
          <p:cNvCxnSpPr/>
          <p:nvPr/>
        </p:nvCxnSpPr>
        <p:spPr>
          <a:xfrm flipH="1" rot="10800000">
            <a:off x="2410667" y="2445173"/>
            <a:ext cx="688134" cy="23452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9" name="Google Shape;5449;p89"/>
          <p:cNvCxnSpPr/>
          <p:nvPr/>
        </p:nvCxnSpPr>
        <p:spPr>
          <a:xfrm>
            <a:off x="3901223" y="2430780"/>
            <a:ext cx="66675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0" name="Google Shape;5450;p89"/>
          <p:cNvCxnSpPr/>
          <p:nvPr/>
        </p:nvCxnSpPr>
        <p:spPr>
          <a:xfrm>
            <a:off x="3693263" y="2567081"/>
            <a:ext cx="607804" cy="67734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1" name="Google Shape;5451;p89"/>
          <p:cNvCxnSpPr/>
          <p:nvPr/>
        </p:nvCxnSpPr>
        <p:spPr>
          <a:xfrm>
            <a:off x="4982416" y="3452068"/>
            <a:ext cx="10382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2" name="Google Shape;5452;p89"/>
          <p:cNvCxnSpPr/>
          <p:nvPr/>
        </p:nvCxnSpPr>
        <p:spPr>
          <a:xfrm>
            <a:off x="5268166" y="2565400"/>
            <a:ext cx="838200" cy="7143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3" name="Google Shape;5453;p89"/>
          <p:cNvCxnSpPr/>
          <p:nvPr/>
        </p:nvCxnSpPr>
        <p:spPr>
          <a:xfrm>
            <a:off x="6809737" y="3470275"/>
            <a:ext cx="7016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54" name="Google Shape;5454;p89"/>
          <p:cNvSpPr txBox="1"/>
          <p:nvPr/>
        </p:nvSpPr>
        <p:spPr>
          <a:xfrm>
            <a:off x="4368053" y="3648075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R2</a:t>
            </a:r>
            <a:endParaRPr/>
          </a:p>
        </p:txBody>
      </p:sp>
      <p:sp>
        <p:nvSpPr>
          <p:cNvPr id="5455" name="Google Shape;5455;p89"/>
          <p:cNvSpPr txBox="1"/>
          <p:nvPr/>
        </p:nvSpPr>
        <p:spPr>
          <a:xfrm>
            <a:off x="6046676" y="2254991"/>
            <a:ext cx="349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5456" name="Google Shape;5456;p89"/>
          <p:cNvSpPr txBox="1"/>
          <p:nvPr/>
        </p:nvSpPr>
        <p:spPr>
          <a:xfrm>
            <a:off x="4753816" y="2646363"/>
            <a:ext cx="476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R3</a:t>
            </a:r>
            <a:endParaRPr/>
          </a:p>
        </p:txBody>
      </p:sp>
      <p:sp>
        <p:nvSpPr>
          <p:cNvPr id="5457" name="Google Shape;5457;p89"/>
          <p:cNvSpPr txBox="1"/>
          <p:nvPr/>
        </p:nvSpPr>
        <p:spPr>
          <a:xfrm>
            <a:off x="1831228" y="2882900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R5</a:t>
            </a:r>
            <a:endParaRPr/>
          </a:p>
        </p:txBody>
      </p:sp>
      <p:sp>
        <p:nvSpPr>
          <p:cNvPr id="5458" name="Google Shape;5458;p89"/>
          <p:cNvSpPr txBox="1"/>
          <p:nvPr/>
        </p:nvSpPr>
        <p:spPr>
          <a:xfrm>
            <a:off x="7444628" y="3287713"/>
            <a:ext cx="336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459" name="Google Shape;5459;p89"/>
          <p:cNvSpPr txBox="1"/>
          <p:nvPr/>
        </p:nvSpPr>
        <p:spPr>
          <a:xfrm>
            <a:off x="1794716" y="1933575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R6</a:t>
            </a:r>
            <a:endParaRPr/>
          </a:p>
        </p:txBody>
      </p:sp>
      <p:sp>
        <p:nvSpPr>
          <p:cNvPr id="5460" name="Google Shape;5460;p89"/>
          <p:cNvSpPr txBox="1"/>
          <p:nvPr/>
        </p:nvSpPr>
        <p:spPr>
          <a:xfrm>
            <a:off x="9468037" y="2382741"/>
            <a:ext cx="10963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router</a:t>
            </a:r>
            <a:endParaRPr/>
          </a:p>
        </p:txBody>
      </p:sp>
      <p:sp>
        <p:nvSpPr>
          <p:cNvPr id="5461" name="Google Shape;5461;p89"/>
          <p:cNvSpPr txBox="1"/>
          <p:nvPr/>
        </p:nvSpPr>
        <p:spPr>
          <a:xfrm>
            <a:off x="3090116" y="2584450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R4</a:t>
            </a:r>
            <a:endParaRPr/>
          </a:p>
        </p:txBody>
      </p:sp>
      <p:grpSp>
        <p:nvGrpSpPr>
          <p:cNvPr id="5462" name="Google Shape;5462;p89"/>
          <p:cNvGrpSpPr/>
          <p:nvPr/>
        </p:nvGrpSpPr>
        <p:grpSpPr>
          <a:xfrm>
            <a:off x="1593531" y="1573305"/>
            <a:ext cx="800044" cy="416858"/>
            <a:chOff x="7493876" y="2774731"/>
            <a:chExt cx="1481958" cy="894622"/>
          </a:xfrm>
        </p:grpSpPr>
        <p:sp>
          <p:nvSpPr>
            <p:cNvPr id="5463" name="Google Shape;5463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64" name="Google Shape;5464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65" name="Google Shape;5465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66" name="Google Shape;5466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7" name="Google Shape;5467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8" name="Google Shape;5468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9" name="Google Shape;5469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70" name="Google Shape;5470;p89"/>
          <p:cNvGrpSpPr/>
          <p:nvPr/>
        </p:nvGrpSpPr>
        <p:grpSpPr>
          <a:xfrm>
            <a:off x="1638354" y="2424952"/>
            <a:ext cx="800044" cy="416858"/>
            <a:chOff x="7493876" y="2774731"/>
            <a:chExt cx="1481958" cy="894622"/>
          </a:xfrm>
        </p:grpSpPr>
        <p:sp>
          <p:nvSpPr>
            <p:cNvPr id="5471" name="Google Shape;5471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72" name="Google Shape;5472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73" name="Google Shape;5473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74" name="Google Shape;5474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5" name="Google Shape;5475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6" name="Google Shape;5476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7" name="Google Shape;5477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78" name="Google Shape;5478;p89"/>
          <p:cNvGrpSpPr/>
          <p:nvPr/>
        </p:nvGrpSpPr>
        <p:grpSpPr>
          <a:xfrm>
            <a:off x="8662202" y="2389088"/>
            <a:ext cx="800044" cy="475131"/>
            <a:chOff x="7493876" y="2774731"/>
            <a:chExt cx="1481958" cy="894622"/>
          </a:xfrm>
        </p:grpSpPr>
        <p:sp>
          <p:nvSpPr>
            <p:cNvPr id="5479" name="Google Shape;5479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80" name="Google Shape;5480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81" name="Google Shape;5481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82" name="Google Shape;5482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3" name="Google Shape;5483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4" name="Google Shape;5484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5" name="Google Shape;5485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486" name="Google Shape;5486;p89"/>
          <p:cNvSpPr txBox="1"/>
          <p:nvPr/>
        </p:nvSpPr>
        <p:spPr>
          <a:xfrm>
            <a:off x="905436" y="4121897"/>
            <a:ext cx="11125200" cy="571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i="0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IP routing: </a:t>
            </a:r>
            <a:r>
              <a:rPr i="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path to destination determined by destination address alone</a:t>
            </a:r>
            <a:endParaRPr i="0"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87" name="Google Shape;5487;p89"/>
          <p:cNvCxnSpPr/>
          <p:nvPr/>
        </p:nvCxnSpPr>
        <p:spPr>
          <a:xfrm>
            <a:off x="5367017" y="2433955"/>
            <a:ext cx="7016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488" name="Google Shape;5488;p89"/>
          <p:cNvGrpSpPr/>
          <p:nvPr/>
        </p:nvGrpSpPr>
        <p:grpSpPr>
          <a:xfrm>
            <a:off x="8697359" y="3042907"/>
            <a:ext cx="800044" cy="416858"/>
            <a:chOff x="7493876" y="2774731"/>
            <a:chExt cx="1481958" cy="894622"/>
          </a:xfrm>
        </p:grpSpPr>
        <p:sp>
          <p:nvSpPr>
            <p:cNvPr id="5489" name="Google Shape;5489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7030A0"/>
                </a:gs>
                <a:gs pos="21000">
                  <a:schemeClr val="lt1"/>
                </a:gs>
                <a:gs pos="60000">
                  <a:srgbClr val="CDBDE8"/>
                </a:gs>
                <a:gs pos="100000">
                  <a:srgbClr val="7030A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90" name="Google Shape;5490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91" name="Google Shape;5491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92" name="Google Shape;5492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3" name="Google Shape;5493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4" name="Google Shape;5494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5" name="Google Shape;5495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CDBDE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496" name="Google Shape;5496;p89"/>
          <p:cNvSpPr txBox="1"/>
          <p:nvPr/>
        </p:nvSpPr>
        <p:spPr>
          <a:xfrm>
            <a:off x="9485967" y="3046129"/>
            <a:ext cx="176086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IP/MPLS router</a:t>
            </a:r>
            <a:endParaRPr/>
          </a:p>
        </p:txBody>
      </p:sp>
      <p:sp>
        <p:nvSpPr>
          <p:cNvPr id="5497" name="Google Shape;5497;p89"/>
          <p:cNvSpPr/>
          <p:nvPr/>
        </p:nvSpPr>
        <p:spPr>
          <a:xfrm>
            <a:off x="2527768" y="1765674"/>
            <a:ext cx="4873812" cy="1623545"/>
          </a:xfrm>
          <a:custGeom>
            <a:rect b="b" l="l" r="r" t="t"/>
            <a:pathLst>
              <a:path extrusionOk="0" h="1622945" w="4873812">
                <a:moveTo>
                  <a:pt x="0" y="0"/>
                </a:moveTo>
                <a:lnTo>
                  <a:pt x="859593" y="589766"/>
                </a:lnTo>
                <a:lnTo>
                  <a:pt x="2689691" y="600785"/>
                </a:lnTo>
                <a:lnTo>
                  <a:pt x="3800737" y="1596061"/>
                </a:lnTo>
                <a:lnTo>
                  <a:pt x="4873812" y="1622945"/>
                </a:lnTo>
              </a:path>
            </a:pathLst>
          </a:cu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8" name="Google Shape;5498;p89"/>
          <p:cNvSpPr/>
          <p:nvPr/>
        </p:nvSpPr>
        <p:spPr>
          <a:xfrm>
            <a:off x="2482945" y="2448206"/>
            <a:ext cx="4823572" cy="1117319"/>
          </a:xfrm>
          <a:custGeom>
            <a:rect b="b" l="l" r="r" t="t"/>
            <a:pathLst>
              <a:path extrusionOk="0" h="1116977" w="4824180">
                <a:moveTo>
                  <a:pt x="0" y="322147"/>
                </a:moveTo>
                <a:lnTo>
                  <a:pt x="980705" y="0"/>
                </a:lnTo>
                <a:lnTo>
                  <a:pt x="1989540" y="1116977"/>
                </a:lnTo>
                <a:lnTo>
                  <a:pt x="4824180" y="1116977"/>
                </a:lnTo>
              </a:path>
            </a:pathLst>
          </a:cu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99" name="Google Shape;5499;p89"/>
          <p:cNvGrpSpPr/>
          <p:nvPr/>
        </p:nvGrpSpPr>
        <p:grpSpPr>
          <a:xfrm>
            <a:off x="3235467" y="1399148"/>
            <a:ext cx="7401156" cy="1675603"/>
            <a:chOff x="3235467" y="1399148"/>
            <a:chExt cx="7401156" cy="1675603"/>
          </a:xfrm>
        </p:grpSpPr>
        <p:cxnSp>
          <p:nvCxnSpPr>
            <p:cNvPr id="5500" name="Google Shape;5500;p89"/>
            <p:cNvCxnSpPr/>
            <p:nvPr/>
          </p:nvCxnSpPr>
          <p:spPr>
            <a:xfrm flipH="1" rot="10800000">
              <a:off x="3999006" y="1726547"/>
              <a:ext cx="323196" cy="397000"/>
            </a:xfrm>
            <a:prstGeom prst="straightConnector1">
              <a:avLst/>
            </a:prstGeom>
            <a:noFill/>
            <a:ln cap="flat" cmpd="sng" w="158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01" name="Google Shape;5501;p89"/>
            <p:cNvSpPr txBox="1"/>
            <p:nvPr/>
          </p:nvSpPr>
          <p:spPr>
            <a:xfrm>
              <a:off x="4296802" y="1399148"/>
              <a:ext cx="63398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IP/MPLS entry router (R4)  can use </a:t>
              </a:r>
              <a:r>
                <a:rPr i="1"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different</a:t>
              </a:r>
              <a:r>
                <a:rPr i="0"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MPLS routes to A based, e.g., on IP source address or other fields</a:t>
              </a:r>
              <a:endParaRPr/>
            </a:p>
          </p:txBody>
        </p:sp>
        <p:sp>
          <p:nvSpPr>
            <p:cNvPr id="5502" name="Google Shape;5502;p89"/>
            <p:cNvSpPr/>
            <p:nvPr/>
          </p:nvSpPr>
          <p:spPr>
            <a:xfrm rot="2263392">
              <a:off x="3568700" y="2000250"/>
              <a:ext cx="161925" cy="1144588"/>
            </a:xfrm>
            <a:prstGeom prst="ellipse">
              <a:avLst/>
            </a:prstGeom>
            <a:noFill/>
            <a:ln cap="flat" cmpd="sng" w="158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03" name="Google Shape;5503;p89"/>
          <p:cNvSpPr txBox="1"/>
          <p:nvPr/>
        </p:nvSpPr>
        <p:spPr>
          <a:xfrm>
            <a:off x="886851" y="4701896"/>
            <a:ext cx="10892772" cy="1541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MPLS routing: </a:t>
            </a:r>
            <a:r>
              <a:rPr i="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path to destination can be based on source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i="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destination address</a:t>
            </a:r>
            <a:endParaRPr/>
          </a:p>
          <a:p>
            <a:pPr indent="-293688" lvl="1" marL="69373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flavor of generalized forwarding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(MPLS 10 years earlier)</a:t>
            </a:r>
            <a:endParaRPr/>
          </a:p>
          <a:p>
            <a:pPr indent="-223837" lvl="1" marL="68103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fast reroute: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precompute backup routes in case of link failure</a:t>
            </a:r>
            <a:endParaRPr/>
          </a:p>
        </p:txBody>
      </p:sp>
      <p:sp>
        <p:nvSpPr>
          <p:cNvPr id="5504" name="Google Shape;5504;p89"/>
          <p:cNvSpPr txBox="1"/>
          <p:nvPr/>
        </p:nvSpPr>
        <p:spPr>
          <a:xfrm>
            <a:off x="6220759" y="3650037"/>
            <a:ext cx="476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R1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9" name="Shape 5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0" name="Google Shape;5510;p9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MPLS signaling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1" name="Google Shape;5511;p90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12" name="Google Shape;5512;p90"/>
          <p:cNvSpPr txBox="1"/>
          <p:nvPr/>
        </p:nvSpPr>
        <p:spPr>
          <a:xfrm>
            <a:off x="806263" y="1486367"/>
            <a:ext cx="11188513" cy="2142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4000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modify OSPF, IS-IS link-state flooding protocols to carry info used by MPLS routing: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link bandwidth, amount of “reserved” link bandwidth</a:t>
            </a:r>
            <a:endParaRPr/>
          </a:p>
        </p:txBody>
      </p:sp>
      <p:grpSp>
        <p:nvGrpSpPr>
          <p:cNvPr id="5513" name="Google Shape;5513;p90"/>
          <p:cNvGrpSpPr/>
          <p:nvPr/>
        </p:nvGrpSpPr>
        <p:grpSpPr>
          <a:xfrm>
            <a:off x="4502577" y="4805080"/>
            <a:ext cx="800044" cy="416858"/>
            <a:chOff x="7493876" y="2774731"/>
            <a:chExt cx="1481958" cy="894622"/>
          </a:xfrm>
        </p:grpSpPr>
        <p:sp>
          <p:nvSpPr>
            <p:cNvPr id="5514" name="Google Shape;5514;p9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7030A0"/>
                </a:gs>
                <a:gs pos="21000">
                  <a:schemeClr val="lt1"/>
                </a:gs>
                <a:gs pos="60000">
                  <a:srgbClr val="CDBDE8"/>
                </a:gs>
                <a:gs pos="100000">
                  <a:srgbClr val="7030A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15" name="Google Shape;5515;p9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16" name="Google Shape;5516;p9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17" name="Google Shape;5517;p9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8" name="Google Shape;5518;p9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9" name="Google Shape;5519;p9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0" name="Google Shape;5520;p9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CDBDE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21" name="Google Shape;5521;p90"/>
          <p:cNvGrpSpPr/>
          <p:nvPr/>
        </p:nvGrpSpPr>
        <p:grpSpPr>
          <a:xfrm>
            <a:off x="5963122" y="4840333"/>
            <a:ext cx="800044" cy="416858"/>
            <a:chOff x="7493876" y="2774731"/>
            <a:chExt cx="1481958" cy="894622"/>
          </a:xfrm>
        </p:grpSpPr>
        <p:sp>
          <p:nvSpPr>
            <p:cNvPr id="5522" name="Google Shape;5522;p9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7030A0"/>
                </a:gs>
                <a:gs pos="21000">
                  <a:schemeClr val="lt1"/>
                </a:gs>
                <a:gs pos="60000">
                  <a:srgbClr val="CDBDE8"/>
                </a:gs>
                <a:gs pos="100000">
                  <a:srgbClr val="7030A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23" name="Google Shape;5523;p9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24" name="Google Shape;5524;p9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25" name="Google Shape;5525;p9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6" name="Google Shape;5526;p9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7" name="Google Shape;5527;p9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8" name="Google Shape;5528;p9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CDBDE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29" name="Google Shape;5529;p90"/>
          <p:cNvGrpSpPr/>
          <p:nvPr/>
        </p:nvGrpSpPr>
        <p:grpSpPr>
          <a:xfrm>
            <a:off x="5581851" y="5836740"/>
            <a:ext cx="800044" cy="416858"/>
            <a:chOff x="7493876" y="2774731"/>
            <a:chExt cx="1481958" cy="894622"/>
          </a:xfrm>
        </p:grpSpPr>
        <p:sp>
          <p:nvSpPr>
            <p:cNvPr id="5530" name="Google Shape;5530;p9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7030A0"/>
                </a:gs>
                <a:gs pos="21000">
                  <a:schemeClr val="lt1"/>
                </a:gs>
                <a:gs pos="60000">
                  <a:srgbClr val="CDBDE8"/>
                </a:gs>
                <a:gs pos="100000">
                  <a:srgbClr val="7030A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31" name="Google Shape;5531;p9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32" name="Google Shape;5532;p9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33" name="Google Shape;5533;p9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4" name="Google Shape;5534;p9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5" name="Google Shape;5535;p9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6" name="Google Shape;5536;p9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CDBDE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37" name="Google Shape;5537;p90"/>
          <p:cNvGrpSpPr/>
          <p:nvPr/>
        </p:nvGrpSpPr>
        <p:grpSpPr>
          <a:xfrm>
            <a:off x="7413364" y="5851273"/>
            <a:ext cx="800044" cy="416858"/>
            <a:chOff x="7493876" y="2774731"/>
            <a:chExt cx="1481958" cy="894622"/>
          </a:xfrm>
        </p:grpSpPr>
        <p:sp>
          <p:nvSpPr>
            <p:cNvPr id="5538" name="Google Shape;5538;p9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7030A0"/>
                </a:gs>
                <a:gs pos="21000">
                  <a:schemeClr val="lt1"/>
                </a:gs>
                <a:gs pos="60000">
                  <a:srgbClr val="CDBDE8"/>
                </a:gs>
                <a:gs pos="100000">
                  <a:srgbClr val="7030A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39" name="Google Shape;5539;p9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40" name="Google Shape;5540;p9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41" name="Google Shape;5541;p9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2" name="Google Shape;5542;p9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3" name="Google Shape;5543;p9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4" name="Google Shape;5544;p9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CDBDE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545" name="Google Shape;5545;p90"/>
          <p:cNvCxnSpPr/>
          <p:nvPr/>
        </p:nvCxnSpPr>
        <p:spPr>
          <a:xfrm>
            <a:off x="3748087" y="4422215"/>
            <a:ext cx="752593" cy="5806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6" name="Google Shape;5546;p90"/>
          <p:cNvCxnSpPr/>
          <p:nvPr/>
        </p:nvCxnSpPr>
        <p:spPr>
          <a:xfrm flipH="1" rot="10800000">
            <a:off x="3809160" y="5080796"/>
            <a:ext cx="688134" cy="23452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7" name="Google Shape;5547;p90"/>
          <p:cNvCxnSpPr/>
          <p:nvPr/>
        </p:nvCxnSpPr>
        <p:spPr>
          <a:xfrm>
            <a:off x="5299716" y="5066403"/>
            <a:ext cx="66675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8" name="Google Shape;5548;p90"/>
          <p:cNvCxnSpPr/>
          <p:nvPr/>
        </p:nvCxnSpPr>
        <p:spPr>
          <a:xfrm>
            <a:off x="5091756" y="5202704"/>
            <a:ext cx="607804" cy="67734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9" name="Google Shape;5549;p90"/>
          <p:cNvCxnSpPr/>
          <p:nvPr/>
        </p:nvCxnSpPr>
        <p:spPr>
          <a:xfrm>
            <a:off x="6380909" y="6087691"/>
            <a:ext cx="10382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0" name="Google Shape;5550;p90"/>
          <p:cNvCxnSpPr/>
          <p:nvPr/>
        </p:nvCxnSpPr>
        <p:spPr>
          <a:xfrm>
            <a:off x="6666659" y="5201023"/>
            <a:ext cx="838200" cy="7143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1" name="Google Shape;5551;p90"/>
          <p:cNvCxnSpPr/>
          <p:nvPr/>
        </p:nvCxnSpPr>
        <p:spPr>
          <a:xfrm>
            <a:off x="8208230" y="6105898"/>
            <a:ext cx="7016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2" name="Google Shape;5552;p90"/>
          <p:cNvSpPr txBox="1"/>
          <p:nvPr/>
        </p:nvSpPr>
        <p:spPr>
          <a:xfrm>
            <a:off x="5766546" y="6283698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R2</a:t>
            </a:r>
            <a:endParaRPr/>
          </a:p>
        </p:txBody>
      </p:sp>
      <p:sp>
        <p:nvSpPr>
          <p:cNvPr id="5553" name="Google Shape;5553;p90"/>
          <p:cNvSpPr txBox="1"/>
          <p:nvPr/>
        </p:nvSpPr>
        <p:spPr>
          <a:xfrm>
            <a:off x="7445169" y="4890614"/>
            <a:ext cx="349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5554" name="Google Shape;5554;p90"/>
          <p:cNvSpPr txBox="1"/>
          <p:nvPr/>
        </p:nvSpPr>
        <p:spPr>
          <a:xfrm>
            <a:off x="6152309" y="5281986"/>
            <a:ext cx="476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R3</a:t>
            </a:r>
            <a:endParaRPr/>
          </a:p>
        </p:txBody>
      </p:sp>
      <p:sp>
        <p:nvSpPr>
          <p:cNvPr id="5555" name="Google Shape;5555;p90"/>
          <p:cNvSpPr txBox="1"/>
          <p:nvPr/>
        </p:nvSpPr>
        <p:spPr>
          <a:xfrm>
            <a:off x="3229721" y="5518523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R5</a:t>
            </a:r>
            <a:endParaRPr/>
          </a:p>
        </p:txBody>
      </p:sp>
      <p:sp>
        <p:nvSpPr>
          <p:cNvPr id="5556" name="Google Shape;5556;p90"/>
          <p:cNvSpPr txBox="1"/>
          <p:nvPr/>
        </p:nvSpPr>
        <p:spPr>
          <a:xfrm>
            <a:off x="8843121" y="5923336"/>
            <a:ext cx="336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557" name="Google Shape;5557;p90"/>
          <p:cNvSpPr txBox="1"/>
          <p:nvPr/>
        </p:nvSpPr>
        <p:spPr>
          <a:xfrm>
            <a:off x="3193209" y="4569198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R6</a:t>
            </a:r>
            <a:endParaRPr/>
          </a:p>
        </p:txBody>
      </p:sp>
      <p:sp>
        <p:nvSpPr>
          <p:cNvPr id="5558" name="Google Shape;5558;p90"/>
          <p:cNvSpPr txBox="1"/>
          <p:nvPr/>
        </p:nvSpPr>
        <p:spPr>
          <a:xfrm>
            <a:off x="4488609" y="5220073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R4</a:t>
            </a:r>
            <a:endParaRPr/>
          </a:p>
        </p:txBody>
      </p:sp>
      <p:grpSp>
        <p:nvGrpSpPr>
          <p:cNvPr id="5559" name="Google Shape;5559;p90"/>
          <p:cNvGrpSpPr/>
          <p:nvPr/>
        </p:nvGrpSpPr>
        <p:grpSpPr>
          <a:xfrm>
            <a:off x="2992024" y="4208928"/>
            <a:ext cx="800044" cy="416858"/>
            <a:chOff x="7493876" y="2774731"/>
            <a:chExt cx="1481958" cy="894622"/>
          </a:xfrm>
        </p:grpSpPr>
        <p:sp>
          <p:nvSpPr>
            <p:cNvPr id="5560" name="Google Shape;5560;p9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61" name="Google Shape;5561;p9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62" name="Google Shape;5562;p9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63" name="Google Shape;5563;p9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4" name="Google Shape;5564;p9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5" name="Google Shape;5565;p9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6" name="Google Shape;5566;p9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67" name="Google Shape;5567;p90"/>
          <p:cNvGrpSpPr/>
          <p:nvPr/>
        </p:nvGrpSpPr>
        <p:grpSpPr>
          <a:xfrm>
            <a:off x="3036847" y="5060575"/>
            <a:ext cx="800044" cy="416858"/>
            <a:chOff x="7493876" y="2774731"/>
            <a:chExt cx="1481958" cy="894622"/>
          </a:xfrm>
        </p:grpSpPr>
        <p:sp>
          <p:nvSpPr>
            <p:cNvPr id="5568" name="Google Shape;5568;p9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69" name="Google Shape;5569;p9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70" name="Google Shape;5570;p9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71" name="Google Shape;5571;p9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2" name="Google Shape;5572;p9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3" name="Google Shape;5573;p9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4" name="Google Shape;5574;p9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575" name="Google Shape;5575;p90"/>
          <p:cNvCxnSpPr/>
          <p:nvPr/>
        </p:nvCxnSpPr>
        <p:spPr>
          <a:xfrm>
            <a:off x="6765510" y="5069578"/>
            <a:ext cx="7016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76" name="Google Shape;5576;p90"/>
          <p:cNvGrpSpPr/>
          <p:nvPr/>
        </p:nvGrpSpPr>
        <p:grpSpPr>
          <a:xfrm>
            <a:off x="4254499" y="4756992"/>
            <a:ext cx="3084732" cy="1607891"/>
            <a:chOff x="2882348" y="4542181"/>
            <a:chExt cx="3084641" cy="1607226"/>
          </a:xfrm>
        </p:grpSpPr>
        <p:sp>
          <p:nvSpPr>
            <p:cNvPr id="5577" name="Google Shape;5577;p90"/>
            <p:cNvSpPr/>
            <p:nvPr/>
          </p:nvSpPr>
          <p:spPr>
            <a:xfrm rot="10800000">
              <a:off x="3876263" y="4542181"/>
              <a:ext cx="606286" cy="159027"/>
            </a:xfrm>
            <a:prstGeom prst="rightArrow">
              <a:avLst>
                <a:gd fmla="val 50000" name="adj1"/>
                <a:gd fmla="val 50003" name="adj2"/>
              </a:avLst>
            </a:prstGeom>
            <a:gradFill>
              <a:gsLst>
                <a:gs pos="0">
                  <a:srgbClr val="8CADEA"/>
                </a:gs>
                <a:gs pos="50000">
                  <a:srgbClr val="BACCF0"/>
                </a:gs>
                <a:gs pos="100000">
                  <a:srgbClr val="DEE6F7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8" name="Google Shape;5578;p90"/>
            <p:cNvSpPr/>
            <p:nvPr/>
          </p:nvSpPr>
          <p:spPr>
            <a:xfrm flipH="1" rot="3136672">
              <a:off x="3501914" y="5294505"/>
              <a:ext cx="790370" cy="144998"/>
            </a:xfrm>
            <a:prstGeom prst="rightArrow">
              <a:avLst>
                <a:gd fmla="val 50000" name="adj1"/>
                <a:gd fmla="val 49992" name="adj2"/>
              </a:avLst>
            </a:prstGeom>
            <a:gradFill>
              <a:gsLst>
                <a:gs pos="0">
                  <a:srgbClr val="8CADEA"/>
                </a:gs>
                <a:gs pos="50000">
                  <a:srgbClr val="BACCF0"/>
                </a:gs>
                <a:gs pos="100000">
                  <a:srgbClr val="DEE6F7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9" name="Google Shape;5579;p90"/>
            <p:cNvSpPr/>
            <p:nvPr/>
          </p:nvSpPr>
          <p:spPr>
            <a:xfrm flipH="1" rot="1101416">
              <a:off x="3896874" y="5246831"/>
              <a:ext cx="2095295" cy="178650"/>
            </a:xfrm>
            <a:prstGeom prst="rightArrow">
              <a:avLst>
                <a:gd fmla="val 50000" name="adj1"/>
                <a:gd fmla="val 50009" name="adj2"/>
              </a:avLst>
            </a:prstGeom>
            <a:gradFill>
              <a:gsLst>
                <a:gs pos="0">
                  <a:srgbClr val="8CADEA"/>
                </a:gs>
                <a:gs pos="50000">
                  <a:srgbClr val="BACCF0"/>
                </a:gs>
                <a:gs pos="100000">
                  <a:srgbClr val="DEE6F7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0" name="Google Shape;5580;p90"/>
            <p:cNvSpPr txBox="1"/>
            <p:nvPr/>
          </p:nvSpPr>
          <p:spPr>
            <a:xfrm>
              <a:off x="2882348" y="5396948"/>
              <a:ext cx="1081931" cy="7524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modified </a:t>
              </a:r>
              <a:endParaRPr/>
            </a:p>
            <a:p>
              <a:pPr indent="0" lvl="0" marL="0" marR="0" rtl="0" algn="l">
                <a:lnSpc>
                  <a:spcPct val="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link state </a:t>
              </a:r>
              <a:endParaRPr/>
            </a:p>
            <a:p>
              <a:pPr indent="0" lvl="0" marL="0" marR="0" rtl="0" algn="l">
                <a:lnSpc>
                  <a:spcPct val="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flooding</a:t>
              </a:r>
              <a:endParaRPr/>
            </a:p>
          </p:txBody>
        </p:sp>
      </p:grpSp>
      <p:grpSp>
        <p:nvGrpSpPr>
          <p:cNvPr id="5581" name="Google Shape;5581;p90"/>
          <p:cNvGrpSpPr/>
          <p:nvPr/>
        </p:nvGrpSpPr>
        <p:grpSpPr>
          <a:xfrm>
            <a:off x="5030831" y="4483662"/>
            <a:ext cx="2367742" cy="1514953"/>
            <a:chOff x="6650605" y="3135344"/>
            <a:chExt cx="2368433" cy="1515586"/>
          </a:xfrm>
        </p:grpSpPr>
        <p:sp>
          <p:nvSpPr>
            <p:cNvPr id="5582" name="Google Shape;5582;p90"/>
            <p:cNvSpPr/>
            <p:nvPr/>
          </p:nvSpPr>
          <p:spPr>
            <a:xfrm>
              <a:off x="6930889" y="3432312"/>
              <a:ext cx="606286" cy="159027"/>
            </a:xfrm>
            <a:prstGeom prst="rightArrow">
              <a:avLst>
                <a:gd fmla="val 50000" name="adj1"/>
                <a:gd fmla="val 50003" name="adj2"/>
              </a:avLst>
            </a:prstGeom>
            <a:gradFill>
              <a:gsLst>
                <a:gs pos="0">
                  <a:srgbClr val="EA8C8C"/>
                </a:gs>
                <a:gs pos="50000">
                  <a:srgbClr val="F0BABA"/>
                </a:gs>
                <a:gs pos="100000">
                  <a:srgbClr val="F7DEDE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3" name="Google Shape;5583;p90"/>
            <p:cNvSpPr/>
            <p:nvPr/>
          </p:nvSpPr>
          <p:spPr>
            <a:xfrm flipH="1" rot="-7688908">
              <a:off x="6556540" y="4184636"/>
              <a:ext cx="790370" cy="144998"/>
            </a:xfrm>
            <a:prstGeom prst="rightArrow">
              <a:avLst>
                <a:gd fmla="val 50000" name="adj1"/>
                <a:gd fmla="val 49992" name="adj2"/>
              </a:avLst>
            </a:prstGeom>
            <a:gradFill>
              <a:gsLst>
                <a:gs pos="0">
                  <a:srgbClr val="EA8C8C"/>
                </a:gs>
                <a:gs pos="50000">
                  <a:srgbClr val="F0BABA"/>
                </a:gs>
                <a:gs pos="100000">
                  <a:srgbClr val="F7DEDE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4" name="Google Shape;5584;p90"/>
            <p:cNvSpPr/>
            <p:nvPr/>
          </p:nvSpPr>
          <p:spPr>
            <a:xfrm flipH="1" rot="-9663202">
              <a:off x="6951500" y="4136962"/>
              <a:ext cx="2095295" cy="178650"/>
            </a:xfrm>
            <a:prstGeom prst="rightArrow">
              <a:avLst>
                <a:gd fmla="val 50000" name="adj1"/>
                <a:gd fmla="val 50009" name="adj2"/>
              </a:avLst>
            </a:prstGeom>
            <a:gradFill>
              <a:gsLst>
                <a:gs pos="0">
                  <a:srgbClr val="EA8C8C"/>
                </a:gs>
                <a:gs pos="50000">
                  <a:srgbClr val="F0BABA"/>
                </a:gs>
                <a:gs pos="100000">
                  <a:srgbClr val="F7DEDE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5" name="Google Shape;5585;p90"/>
            <p:cNvSpPr txBox="1"/>
            <p:nvPr/>
          </p:nvSpPr>
          <p:spPr>
            <a:xfrm>
              <a:off x="6863432" y="3135344"/>
              <a:ext cx="949319" cy="316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RSVP-TE</a:t>
              </a:r>
              <a:endParaRPr/>
            </a:p>
          </p:txBody>
        </p:sp>
      </p:grpSp>
      <p:sp>
        <p:nvSpPr>
          <p:cNvPr id="5586" name="Google Shape;5586;p90"/>
          <p:cNvSpPr txBox="1"/>
          <p:nvPr/>
        </p:nvSpPr>
        <p:spPr>
          <a:xfrm>
            <a:off x="899646" y="2941171"/>
            <a:ext cx="10947213" cy="1058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i="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entry MPLS router uses RSVP-TE signaling protocol to set up MPLS forwarding at downstream routers</a:t>
            </a:r>
            <a:endParaRPr/>
          </a:p>
        </p:txBody>
      </p:sp>
      <p:sp>
        <p:nvSpPr>
          <p:cNvPr id="5587" name="Google Shape;5587;p90"/>
          <p:cNvSpPr txBox="1"/>
          <p:nvPr/>
        </p:nvSpPr>
        <p:spPr>
          <a:xfrm>
            <a:off x="7619253" y="6298126"/>
            <a:ext cx="476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R1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5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2" name="Shape 5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3" name="Google Shape;5593;p9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MPLS forwarding tables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4" name="Google Shape;5594;p91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595" name="Google Shape;5595;p91"/>
          <p:cNvGrpSpPr/>
          <p:nvPr/>
        </p:nvGrpSpPr>
        <p:grpSpPr>
          <a:xfrm>
            <a:off x="6348319" y="4936097"/>
            <a:ext cx="2661899" cy="1319944"/>
            <a:chOff x="6348319" y="4936097"/>
            <a:chExt cx="2661899" cy="1319944"/>
          </a:xfrm>
        </p:grpSpPr>
        <p:sp>
          <p:nvSpPr>
            <p:cNvPr id="5596" name="Google Shape;5596;p91"/>
            <p:cNvSpPr/>
            <p:nvPr/>
          </p:nvSpPr>
          <p:spPr>
            <a:xfrm>
              <a:off x="6348319" y="4936097"/>
              <a:ext cx="2447925" cy="577850"/>
            </a:xfrm>
            <a:custGeom>
              <a:rect b="b" l="l" r="r" t="t"/>
              <a:pathLst>
                <a:path extrusionOk="0" h="364" w="1542">
                  <a:moveTo>
                    <a:pt x="839" y="8"/>
                  </a:moveTo>
                  <a:lnTo>
                    <a:pt x="0" y="364"/>
                  </a:lnTo>
                  <a:lnTo>
                    <a:pt x="1542" y="364"/>
                  </a:lnTo>
                  <a:lnTo>
                    <a:pt x="1127" y="0"/>
                  </a:lnTo>
                  <a:lnTo>
                    <a:pt x="839" y="8"/>
                  </a:lnTo>
                  <a:close/>
                </a:path>
              </a:pathLst>
            </a:custGeom>
            <a:gradFill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97" name="Google Shape;5597;p91"/>
            <p:cNvGrpSpPr/>
            <p:nvPr/>
          </p:nvGrpSpPr>
          <p:grpSpPr>
            <a:xfrm>
              <a:off x="6463868" y="5333703"/>
              <a:ext cx="2546350" cy="922338"/>
              <a:chOff x="679" y="3270"/>
              <a:chExt cx="1604" cy="581"/>
            </a:xfrm>
          </p:grpSpPr>
          <p:sp>
            <p:nvSpPr>
              <p:cNvPr id="5598" name="Google Shape;5598;p91"/>
              <p:cNvSpPr/>
              <p:nvPr/>
            </p:nvSpPr>
            <p:spPr>
              <a:xfrm>
                <a:off x="710" y="3296"/>
                <a:ext cx="1533" cy="55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9" name="Google Shape;5599;p91"/>
              <p:cNvSpPr txBox="1"/>
              <p:nvPr/>
            </p:nvSpPr>
            <p:spPr>
              <a:xfrm>
                <a:off x="679" y="3270"/>
                <a:ext cx="1604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in         out                 out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label     label   dest    interface</a:t>
                </a:r>
                <a:endParaRPr/>
              </a:p>
            </p:txBody>
          </p:sp>
          <p:cxnSp>
            <p:nvCxnSpPr>
              <p:cNvPr id="5600" name="Google Shape;5600;p91"/>
              <p:cNvCxnSpPr/>
              <p:nvPr/>
            </p:nvCxnSpPr>
            <p:spPr>
              <a:xfrm>
                <a:off x="719" y="3584"/>
                <a:ext cx="150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601" name="Google Shape;5601;p91"/>
              <p:cNvSpPr txBox="1"/>
              <p:nvPr/>
            </p:nvSpPr>
            <p:spPr>
              <a:xfrm>
                <a:off x="730" y="3588"/>
                <a:ext cx="150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6        -      A       0</a:t>
                </a:r>
                <a:endParaRPr/>
              </a:p>
            </p:txBody>
          </p:sp>
          <p:cxnSp>
            <p:nvCxnSpPr>
              <p:cNvPr id="5602" name="Google Shape;5602;p91"/>
              <p:cNvCxnSpPr/>
              <p:nvPr/>
            </p:nvCxnSpPr>
            <p:spPr>
              <a:xfrm>
                <a:off x="1042" y="3303"/>
                <a:ext cx="1" cy="5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03" name="Google Shape;5603;p91"/>
              <p:cNvCxnSpPr/>
              <p:nvPr/>
            </p:nvCxnSpPr>
            <p:spPr>
              <a:xfrm>
                <a:off x="1426" y="3306"/>
                <a:ext cx="1" cy="5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04" name="Google Shape;5604;p91"/>
              <p:cNvCxnSpPr/>
              <p:nvPr/>
            </p:nvCxnSpPr>
            <p:spPr>
              <a:xfrm>
                <a:off x="1750" y="3309"/>
                <a:ext cx="1" cy="5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605" name="Google Shape;5605;p91"/>
          <p:cNvGrpSpPr/>
          <p:nvPr/>
        </p:nvGrpSpPr>
        <p:grpSpPr>
          <a:xfrm>
            <a:off x="6341409" y="1863350"/>
            <a:ext cx="2622550" cy="1714500"/>
            <a:chOff x="6341409" y="1863350"/>
            <a:chExt cx="2622550" cy="1714500"/>
          </a:xfrm>
        </p:grpSpPr>
        <p:sp>
          <p:nvSpPr>
            <p:cNvPr id="5606" name="Google Shape;5606;p91"/>
            <p:cNvSpPr/>
            <p:nvPr/>
          </p:nvSpPr>
          <p:spPr>
            <a:xfrm>
              <a:off x="6341409" y="3066675"/>
              <a:ext cx="2589213" cy="511175"/>
            </a:xfrm>
            <a:custGeom>
              <a:rect b="b" l="l" r="r" t="t"/>
              <a:pathLst>
                <a:path extrusionOk="0" h="322" w="1631">
                  <a:moveTo>
                    <a:pt x="123" y="322"/>
                  </a:moveTo>
                  <a:lnTo>
                    <a:pt x="1631" y="0"/>
                  </a:lnTo>
                  <a:lnTo>
                    <a:pt x="89" y="0"/>
                  </a:lnTo>
                  <a:lnTo>
                    <a:pt x="0" y="300"/>
                  </a:lnTo>
                  <a:lnTo>
                    <a:pt x="123" y="322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969696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07" name="Google Shape;5607;p91"/>
            <p:cNvGrpSpPr/>
            <p:nvPr/>
          </p:nvGrpSpPr>
          <p:grpSpPr>
            <a:xfrm>
              <a:off x="6417609" y="1863350"/>
              <a:ext cx="2546350" cy="1239838"/>
              <a:chOff x="3494" y="291"/>
              <a:chExt cx="1604" cy="781"/>
            </a:xfrm>
          </p:grpSpPr>
          <p:sp>
            <p:nvSpPr>
              <p:cNvPr id="5608" name="Google Shape;5608;p91"/>
              <p:cNvSpPr/>
              <p:nvPr/>
            </p:nvSpPr>
            <p:spPr>
              <a:xfrm>
                <a:off x="3525" y="317"/>
                <a:ext cx="1533" cy="745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9" name="Google Shape;5609;p91"/>
              <p:cNvSpPr txBox="1"/>
              <p:nvPr/>
            </p:nvSpPr>
            <p:spPr>
              <a:xfrm>
                <a:off x="3494" y="291"/>
                <a:ext cx="1604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in         out                 out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label     label   dest    interface</a:t>
                </a:r>
                <a:endParaRPr/>
              </a:p>
            </p:txBody>
          </p:sp>
          <p:cxnSp>
            <p:nvCxnSpPr>
              <p:cNvPr id="5610" name="Google Shape;5610;p91"/>
              <p:cNvCxnSpPr/>
              <p:nvPr/>
            </p:nvCxnSpPr>
            <p:spPr>
              <a:xfrm>
                <a:off x="3534" y="605"/>
                <a:ext cx="150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611" name="Google Shape;5611;p91"/>
              <p:cNvSpPr txBox="1"/>
              <p:nvPr/>
            </p:nvSpPr>
            <p:spPr>
              <a:xfrm>
                <a:off x="3545" y="609"/>
                <a:ext cx="150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      6      A       1</a:t>
                </a:r>
                <a:endParaRPr/>
              </a:p>
            </p:txBody>
          </p:sp>
          <p:cxnSp>
            <p:nvCxnSpPr>
              <p:cNvPr id="5612" name="Google Shape;5612;p91"/>
              <p:cNvCxnSpPr/>
              <p:nvPr/>
            </p:nvCxnSpPr>
            <p:spPr>
              <a:xfrm>
                <a:off x="3857" y="324"/>
                <a:ext cx="1" cy="7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613" name="Google Shape;5613;p91"/>
              <p:cNvSpPr txBox="1"/>
              <p:nvPr/>
            </p:nvSpPr>
            <p:spPr>
              <a:xfrm>
                <a:off x="3540" y="830"/>
                <a:ext cx="150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12      9      D       0</a:t>
                </a:r>
                <a:endParaRPr/>
              </a:p>
            </p:txBody>
          </p:sp>
          <p:cxnSp>
            <p:nvCxnSpPr>
              <p:cNvPr id="5614" name="Google Shape;5614;p91"/>
              <p:cNvCxnSpPr/>
              <p:nvPr/>
            </p:nvCxnSpPr>
            <p:spPr>
              <a:xfrm>
                <a:off x="4215" y="335"/>
                <a:ext cx="1" cy="7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15" name="Google Shape;5615;p91"/>
              <p:cNvCxnSpPr/>
              <p:nvPr/>
            </p:nvCxnSpPr>
            <p:spPr>
              <a:xfrm>
                <a:off x="4573" y="329"/>
                <a:ext cx="1" cy="7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616" name="Google Shape;5616;p91"/>
          <p:cNvGrpSpPr/>
          <p:nvPr/>
        </p:nvGrpSpPr>
        <p:grpSpPr>
          <a:xfrm>
            <a:off x="3571782" y="4888472"/>
            <a:ext cx="2546350" cy="1304925"/>
            <a:chOff x="3571782" y="4888472"/>
            <a:chExt cx="2546350" cy="1304925"/>
          </a:xfrm>
        </p:grpSpPr>
        <p:sp>
          <p:nvSpPr>
            <p:cNvPr id="5617" name="Google Shape;5617;p91"/>
            <p:cNvSpPr/>
            <p:nvPr/>
          </p:nvSpPr>
          <p:spPr>
            <a:xfrm>
              <a:off x="3609882" y="4888472"/>
              <a:ext cx="2462212" cy="419100"/>
            </a:xfrm>
            <a:custGeom>
              <a:rect b="b" l="l" r="r" t="t"/>
              <a:pathLst>
                <a:path extrusionOk="0" h="264" w="1551">
                  <a:moveTo>
                    <a:pt x="1263" y="8"/>
                  </a:moveTo>
                  <a:lnTo>
                    <a:pt x="0" y="264"/>
                  </a:lnTo>
                  <a:lnTo>
                    <a:pt x="1536" y="264"/>
                  </a:lnTo>
                  <a:lnTo>
                    <a:pt x="1551" y="0"/>
                  </a:lnTo>
                  <a:lnTo>
                    <a:pt x="1263" y="8"/>
                  </a:lnTo>
                  <a:close/>
                </a:path>
              </a:pathLst>
            </a:custGeom>
            <a:gradFill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18" name="Google Shape;5618;p91"/>
            <p:cNvGrpSpPr/>
            <p:nvPr/>
          </p:nvGrpSpPr>
          <p:grpSpPr>
            <a:xfrm>
              <a:off x="3571782" y="5271059"/>
              <a:ext cx="2546350" cy="922338"/>
              <a:chOff x="679" y="3270"/>
              <a:chExt cx="1604" cy="581"/>
            </a:xfrm>
          </p:grpSpPr>
          <p:sp>
            <p:nvSpPr>
              <p:cNvPr id="5619" name="Google Shape;5619;p91"/>
              <p:cNvSpPr/>
              <p:nvPr/>
            </p:nvSpPr>
            <p:spPr>
              <a:xfrm>
                <a:off x="710" y="3296"/>
                <a:ext cx="1533" cy="55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0" name="Google Shape;5620;p91"/>
              <p:cNvSpPr txBox="1"/>
              <p:nvPr/>
            </p:nvSpPr>
            <p:spPr>
              <a:xfrm>
                <a:off x="679" y="3270"/>
                <a:ext cx="1604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in         out                 out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label     label   dest    interface</a:t>
                </a:r>
                <a:endParaRPr/>
              </a:p>
            </p:txBody>
          </p:sp>
          <p:cxnSp>
            <p:nvCxnSpPr>
              <p:cNvPr id="5621" name="Google Shape;5621;p91"/>
              <p:cNvCxnSpPr/>
              <p:nvPr/>
            </p:nvCxnSpPr>
            <p:spPr>
              <a:xfrm>
                <a:off x="719" y="3584"/>
                <a:ext cx="150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622" name="Google Shape;5622;p91"/>
              <p:cNvSpPr txBox="1"/>
              <p:nvPr/>
            </p:nvSpPr>
            <p:spPr>
              <a:xfrm>
                <a:off x="730" y="3588"/>
                <a:ext cx="150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8        6      A       0</a:t>
                </a:r>
                <a:endParaRPr/>
              </a:p>
            </p:txBody>
          </p:sp>
          <p:cxnSp>
            <p:nvCxnSpPr>
              <p:cNvPr id="5623" name="Google Shape;5623;p91"/>
              <p:cNvCxnSpPr/>
              <p:nvPr/>
            </p:nvCxnSpPr>
            <p:spPr>
              <a:xfrm>
                <a:off x="1042" y="3303"/>
                <a:ext cx="1" cy="5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24" name="Google Shape;5624;p91"/>
              <p:cNvCxnSpPr/>
              <p:nvPr/>
            </p:nvCxnSpPr>
            <p:spPr>
              <a:xfrm>
                <a:off x="1426" y="3306"/>
                <a:ext cx="1" cy="5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25" name="Google Shape;5625;p91"/>
              <p:cNvCxnSpPr/>
              <p:nvPr/>
            </p:nvCxnSpPr>
            <p:spPr>
              <a:xfrm>
                <a:off x="1750" y="3309"/>
                <a:ext cx="1" cy="5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626" name="Google Shape;5626;p91"/>
          <p:cNvGrpSpPr/>
          <p:nvPr/>
        </p:nvGrpSpPr>
        <p:grpSpPr>
          <a:xfrm>
            <a:off x="3582334" y="1260100"/>
            <a:ext cx="2546350" cy="2295525"/>
            <a:chOff x="1793875" y="1609725"/>
            <a:chExt cx="2546350" cy="2295525"/>
          </a:xfrm>
        </p:grpSpPr>
        <p:sp>
          <p:nvSpPr>
            <p:cNvPr id="5627" name="Google Shape;5627;p91"/>
            <p:cNvSpPr/>
            <p:nvPr/>
          </p:nvSpPr>
          <p:spPr>
            <a:xfrm>
              <a:off x="1884363" y="3106738"/>
              <a:ext cx="2433637" cy="798512"/>
            </a:xfrm>
            <a:custGeom>
              <a:rect b="b" l="l" r="r" t="t"/>
              <a:pathLst>
                <a:path extrusionOk="0" h="503" w="1533">
                  <a:moveTo>
                    <a:pt x="808" y="503"/>
                  </a:moveTo>
                  <a:lnTo>
                    <a:pt x="1533" y="0"/>
                  </a:lnTo>
                  <a:lnTo>
                    <a:pt x="0" y="0"/>
                  </a:lnTo>
                  <a:lnTo>
                    <a:pt x="685" y="481"/>
                  </a:lnTo>
                  <a:lnTo>
                    <a:pt x="808" y="503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969696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8" name="Google Shape;5628;p91"/>
            <p:cNvSpPr/>
            <p:nvPr/>
          </p:nvSpPr>
          <p:spPr>
            <a:xfrm>
              <a:off x="1843088" y="1651000"/>
              <a:ext cx="2433637" cy="1435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9" name="Google Shape;5629;p91"/>
            <p:cNvSpPr txBox="1"/>
            <p:nvPr/>
          </p:nvSpPr>
          <p:spPr>
            <a:xfrm>
              <a:off x="1793875" y="1609725"/>
              <a:ext cx="254635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in         out                 out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label     label   dest    interface</a:t>
              </a:r>
              <a:endParaRPr/>
            </a:p>
          </p:txBody>
        </p:sp>
        <p:cxnSp>
          <p:nvCxnSpPr>
            <p:cNvPr id="5630" name="Google Shape;5630;p91"/>
            <p:cNvCxnSpPr/>
            <p:nvPr/>
          </p:nvCxnSpPr>
          <p:spPr>
            <a:xfrm>
              <a:off x="1857375" y="2108200"/>
              <a:ext cx="23923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631" name="Google Shape;5631;p91"/>
            <p:cNvSpPr txBox="1"/>
            <p:nvPr/>
          </p:nvSpPr>
          <p:spPr>
            <a:xfrm>
              <a:off x="1874838" y="2114550"/>
              <a:ext cx="23812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10      A       0</a:t>
              </a:r>
              <a:endParaRPr/>
            </a:p>
          </p:txBody>
        </p:sp>
        <p:cxnSp>
          <p:nvCxnSpPr>
            <p:cNvPr id="5632" name="Google Shape;5632;p91"/>
            <p:cNvCxnSpPr/>
            <p:nvPr/>
          </p:nvCxnSpPr>
          <p:spPr>
            <a:xfrm>
              <a:off x="2370138" y="1662113"/>
              <a:ext cx="1587" cy="14128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633" name="Google Shape;5633;p91"/>
            <p:cNvSpPr txBox="1"/>
            <p:nvPr/>
          </p:nvSpPr>
          <p:spPr>
            <a:xfrm>
              <a:off x="1865313" y="2455863"/>
              <a:ext cx="23812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12      D       0</a:t>
              </a:r>
              <a:endParaRPr/>
            </a:p>
          </p:txBody>
        </p:sp>
        <p:cxnSp>
          <p:nvCxnSpPr>
            <p:cNvPr id="5634" name="Google Shape;5634;p91"/>
            <p:cNvCxnSpPr/>
            <p:nvPr/>
          </p:nvCxnSpPr>
          <p:spPr>
            <a:xfrm>
              <a:off x="2938463" y="1658938"/>
              <a:ext cx="1587" cy="1422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35" name="Google Shape;5635;p91"/>
            <p:cNvCxnSpPr/>
            <p:nvPr/>
          </p:nvCxnSpPr>
          <p:spPr>
            <a:xfrm>
              <a:off x="3506788" y="1670050"/>
              <a:ext cx="1587" cy="14017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636" name="Google Shape;5636;p91"/>
            <p:cNvSpPr txBox="1"/>
            <p:nvPr/>
          </p:nvSpPr>
          <p:spPr>
            <a:xfrm>
              <a:off x="1847850" y="2757488"/>
              <a:ext cx="23812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  8      A       1</a:t>
              </a:r>
              <a:endParaRPr/>
            </a:p>
          </p:txBody>
        </p:sp>
      </p:grpSp>
      <p:grpSp>
        <p:nvGrpSpPr>
          <p:cNvPr id="5637" name="Google Shape;5637;p91"/>
          <p:cNvGrpSpPr/>
          <p:nvPr/>
        </p:nvGrpSpPr>
        <p:grpSpPr>
          <a:xfrm>
            <a:off x="3005471" y="2904563"/>
            <a:ext cx="6187647" cy="2441483"/>
            <a:chOff x="2992024" y="3375211"/>
            <a:chExt cx="6187647" cy="2441483"/>
          </a:xfrm>
        </p:grpSpPr>
        <p:grpSp>
          <p:nvGrpSpPr>
            <p:cNvPr id="5638" name="Google Shape;5638;p91"/>
            <p:cNvGrpSpPr/>
            <p:nvPr/>
          </p:nvGrpSpPr>
          <p:grpSpPr>
            <a:xfrm>
              <a:off x="4502577" y="3971363"/>
              <a:ext cx="800044" cy="416858"/>
              <a:chOff x="7493876" y="2774731"/>
              <a:chExt cx="1481958" cy="894622"/>
            </a:xfrm>
          </p:grpSpPr>
          <p:sp>
            <p:nvSpPr>
              <p:cNvPr id="5639" name="Google Shape;5639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7030A0"/>
                  </a:gs>
                  <a:gs pos="21000">
                    <a:schemeClr val="lt1"/>
                  </a:gs>
                  <a:gs pos="60000">
                    <a:srgbClr val="CDBDE8"/>
                  </a:gs>
                  <a:gs pos="100000">
                    <a:srgbClr val="7030A0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640" name="Google Shape;5640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641" name="Google Shape;5641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642" name="Google Shape;5642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43" name="Google Shape;5643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44" name="Google Shape;5644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45" name="Google Shape;5645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CDBDE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46" name="Google Shape;5646;p91"/>
            <p:cNvGrpSpPr/>
            <p:nvPr/>
          </p:nvGrpSpPr>
          <p:grpSpPr>
            <a:xfrm>
              <a:off x="5963122" y="4006616"/>
              <a:ext cx="800044" cy="416858"/>
              <a:chOff x="7493876" y="2774731"/>
              <a:chExt cx="1481958" cy="894622"/>
            </a:xfrm>
          </p:grpSpPr>
          <p:sp>
            <p:nvSpPr>
              <p:cNvPr id="5647" name="Google Shape;5647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7030A0"/>
                  </a:gs>
                  <a:gs pos="21000">
                    <a:schemeClr val="lt1"/>
                  </a:gs>
                  <a:gs pos="60000">
                    <a:srgbClr val="CDBDE8"/>
                  </a:gs>
                  <a:gs pos="100000">
                    <a:srgbClr val="7030A0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648" name="Google Shape;5648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649" name="Google Shape;5649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650" name="Google Shape;5650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1" name="Google Shape;5651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2" name="Google Shape;5652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3" name="Google Shape;5653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CDBDE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54" name="Google Shape;5654;p91"/>
            <p:cNvGrpSpPr/>
            <p:nvPr/>
          </p:nvGrpSpPr>
          <p:grpSpPr>
            <a:xfrm>
              <a:off x="5581851" y="5003023"/>
              <a:ext cx="800044" cy="416858"/>
              <a:chOff x="7493876" y="2774731"/>
              <a:chExt cx="1481958" cy="894622"/>
            </a:xfrm>
          </p:grpSpPr>
          <p:sp>
            <p:nvSpPr>
              <p:cNvPr id="5655" name="Google Shape;5655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7030A0"/>
                  </a:gs>
                  <a:gs pos="21000">
                    <a:schemeClr val="lt1"/>
                  </a:gs>
                  <a:gs pos="60000">
                    <a:srgbClr val="CDBDE8"/>
                  </a:gs>
                  <a:gs pos="100000">
                    <a:srgbClr val="7030A0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656" name="Google Shape;5656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657" name="Google Shape;5657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658" name="Google Shape;5658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9" name="Google Shape;5659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60" name="Google Shape;5660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61" name="Google Shape;5661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CDBDE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62" name="Google Shape;5662;p91"/>
            <p:cNvGrpSpPr/>
            <p:nvPr/>
          </p:nvGrpSpPr>
          <p:grpSpPr>
            <a:xfrm>
              <a:off x="7413364" y="5017556"/>
              <a:ext cx="800044" cy="416858"/>
              <a:chOff x="7493876" y="2774731"/>
              <a:chExt cx="1481958" cy="894622"/>
            </a:xfrm>
          </p:grpSpPr>
          <p:sp>
            <p:nvSpPr>
              <p:cNvPr id="5663" name="Google Shape;5663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7030A0"/>
                  </a:gs>
                  <a:gs pos="21000">
                    <a:schemeClr val="lt1"/>
                  </a:gs>
                  <a:gs pos="60000">
                    <a:srgbClr val="CDBDE8"/>
                  </a:gs>
                  <a:gs pos="100000">
                    <a:srgbClr val="7030A0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664" name="Google Shape;5664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665" name="Google Shape;5665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666" name="Google Shape;5666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67" name="Google Shape;5667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68" name="Google Shape;5668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69" name="Google Shape;5669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CDBDE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cxnSp>
          <p:nvCxnSpPr>
            <p:cNvPr id="5670" name="Google Shape;5670;p91"/>
            <p:cNvCxnSpPr/>
            <p:nvPr/>
          </p:nvCxnSpPr>
          <p:spPr>
            <a:xfrm>
              <a:off x="3748087" y="3588498"/>
              <a:ext cx="752593" cy="5806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1" name="Google Shape;5671;p91"/>
            <p:cNvCxnSpPr/>
            <p:nvPr/>
          </p:nvCxnSpPr>
          <p:spPr>
            <a:xfrm flipH="1" rot="10800000">
              <a:off x="3809160" y="4247079"/>
              <a:ext cx="688134" cy="23452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2" name="Google Shape;5672;p91"/>
            <p:cNvCxnSpPr/>
            <p:nvPr/>
          </p:nvCxnSpPr>
          <p:spPr>
            <a:xfrm>
              <a:off x="5299716" y="4232686"/>
              <a:ext cx="66675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3" name="Google Shape;5673;p91"/>
            <p:cNvCxnSpPr/>
            <p:nvPr/>
          </p:nvCxnSpPr>
          <p:spPr>
            <a:xfrm>
              <a:off x="5091756" y="4368987"/>
              <a:ext cx="607804" cy="67734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4" name="Google Shape;5674;p91"/>
            <p:cNvCxnSpPr/>
            <p:nvPr/>
          </p:nvCxnSpPr>
          <p:spPr>
            <a:xfrm>
              <a:off x="6380909" y="5253974"/>
              <a:ext cx="103822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5" name="Google Shape;5675;p91"/>
            <p:cNvCxnSpPr/>
            <p:nvPr/>
          </p:nvCxnSpPr>
          <p:spPr>
            <a:xfrm>
              <a:off x="6666659" y="4367306"/>
              <a:ext cx="838200" cy="7143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6" name="Google Shape;5676;p91"/>
            <p:cNvCxnSpPr/>
            <p:nvPr/>
          </p:nvCxnSpPr>
          <p:spPr>
            <a:xfrm>
              <a:off x="8208230" y="5272181"/>
              <a:ext cx="7016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677" name="Google Shape;5677;p91"/>
            <p:cNvSpPr txBox="1"/>
            <p:nvPr/>
          </p:nvSpPr>
          <p:spPr>
            <a:xfrm>
              <a:off x="5766546" y="5449981"/>
              <a:ext cx="4762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R2</a:t>
              </a:r>
              <a:endParaRPr/>
            </a:p>
          </p:txBody>
        </p:sp>
        <p:sp>
          <p:nvSpPr>
            <p:cNvPr id="5678" name="Google Shape;5678;p91"/>
            <p:cNvSpPr txBox="1"/>
            <p:nvPr/>
          </p:nvSpPr>
          <p:spPr>
            <a:xfrm>
              <a:off x="7445169" y="4056897"/>
              <a:ext cx="3492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</p:txBody>
        </p:sp>
        <p:sp>
          <p:nvSpPr>
            <p:cNvPr id="5679" name="Google Shape;5679;p91"/>
            <p:cNvSpPr txBox="1"/>
            <p:nvPr/>
          </p:nvSpPr>
          <p:spPr>
            <a:xfrm>
              <a:off x="6152309" y="4448269"/>
              <a:ext cx="4762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R3</a:t>
              </a:r>
              <a:endParaRPr/>
            </a:p>
          </p:txBody>
        </p:sp>
        <p:sp>
          <p:nvSpPr>
            <p:cNvPr id="5680" name="Google Shape;5680;p91"/>
            <p:cNvSpPr txBox="1"/>
            <p:nvPr/>
          </p:nvSpPr>
          <p:spPr>
            <a:xfrm>
              <a:off x="3229721" y="4684806"/>
              <a:ext cx="4762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R5</a:t>
              </a:r>
              <a:endParaRPr/>
            </a:p>
          </p:txBody>
        </p:sp>
        <p:sp>
          <p:nvSpPr>
            <p:cNvPr id="5681" name="Google Shape;5681;p91"/>
            <p:cNvSpPr txBox="1"/>
            <p:nvPr/>
          </p:nvSpPr>
          <p:spPr>
            <a:xfrm>
              <a:off x="8843121" y="5089619"/>
              <a:ext cx="3365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5682" name="Google Shape;5682;p91"/>
            <p:cNvSpPr txBox="1"/>
            <p:nvPr/>
          </p:nvSpPr>
          <p:spPr>
            <a:xfrm>
              <a:off x="3193209" y="3735481"/>
              <a:ext cx="4762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R6</a:t>
              </a:r>
              <a:endParaRPr/>
            </a:p>
          </p:txBody>
        </p:sp>
        <p:sp>
          <p:nvSpPr>
            <p:cNvPr id="5683" name="Google Shape;5683;p91"/>
            <p:cNvSpPr txBox="1"/>
            <p:nvPr/>
          </p:nvSpPr>
          <p:spPr>
            <a:xfrm>
              <a:off x="4488609" y="4386356"/>
              <a:ext cx="4762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R4</a:t>
              </a:r>
              <a:endParaRPr/>
            </a:p>
          </p:txBody>
        </p:sp>
        <p:grpSp>
          <p:nvGrpSpPr>
            <p:cNvPr id="5684" name="Google Shape;5684;p91"/>
            <p:cNvGrpSpPr/>
            <p:nvPr/>
          </p:nvGrpSpPr>
          <p:grpSpPr>
            <a:xfrm>
              <a:off x="2992024" y="3375211"/>
              <a:ext cx="800044" cy="416858"/>
              <a:chOff x="7493876" y="2774731"/>
              <a:chExt cx="1481958" cy="894622"/>
            </a:xfrm>
          </p:grpSpPr>
          <p:sp>
            <p:nvSpPr>
              <p:cNvPr id="5685" name="Google Shape;5685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686" name="Google Shape;5686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687" name="Google Shape;5687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688" name="Google Shape;5688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89" name="Google Shape;5689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90" name="Google Shape;5690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91" name="Google Shape;5691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92" name="Google Shape;5692;p91"/>
            <p:cNvGrpSpPr/>
            <p:nvPr/>
          </p:nvGrpSpPr>
          <p:grpSpPr>
            <a:xfrm>
              <a:off x="3036847" y="4226858"/>
              <a:ext cx="800044" cy="416858"/>
              <a:chOff x="7493876" y="2774731"/>
              <a:chExt cx="1481958" cy="894622"/>
            </a:xfrm>
          </p:grpSpPr>
          <p:sp>
            <p:nvSpPr>
              <p:cNvPr id="5693" name="Google Shape;5693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694" name="Google Shape;5694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695" name="Google Shape;5695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696" name="Google Shape;5696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97" name="Google Shape;5697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98" name="Google Shape;5698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99" name="Google Shape;5699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cxnSp>
          <p:nvCxnSpPr>
            <p:cNvPr id="5700" name="Google Shape;5700;p91"/>
            <p:cNvCxnSpPr/>
            <p:nvPr/>
          </p:nvCxnSpPr>
          <p:spPr>
            <a:xfrm>
              <a:off x="6765510" y="4235861"/>
              <a:ext cx="7016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01" name="Google Shape;5701;p91"/>
          <p:cNvSpPr txBox="1"/>
          <p:nvPr/>
        </p:nvSpPr>
        <p:spPr>
          <a:xfrm>
            <a:off x="7659594" y="4994743"/>
            <a:ext cx="476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R1</a:t>
            </a:r>
            <a:endParaRPr/>
          </a:p>
        </p:txBody>
      </p:sp>
      <p:grpSp>
        <p:nvGrpSpPr>
          <p:cNvPr id="5702" name="Google Shape;5702;p91"/>
          <p:cNvGrpSpPr/>
          <p:nvPr/>
        </p:nvGrpSpPr>
        <p:grpSpPr>
          <a:xfrm>
            <a:off x="5231373" y="3473264"/>
            <a:ext cx="3230562" cy="1343025"/>
            <a:chOff x="3335338" y="3876675"/>
            <a:chExt cx="3230562" cy="1343025"/>
          </a:xfrm>
        </p:grpSpPr>
        <p:sp>
          <p:nvSpPr>
            <p:cNvPr id="5703" name="Google Shape;5703;p91"/>
            <p:cNvSpPr txBox="1"/>
            <p:nvPr/>
          </p:nvSpPr>
          <p:spPr>
            <a:xfrm>
              <a:off x="6283325" y="4897438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5704" name="Google Shape;5704;p91"/>
            <p:cNvSpPr txBox="1"/>
            <p:nvPr/>
          </p:nvSpPr>
          <p:spPr>
            <a:xfrm>
              <a:off x="4924425" y="4164013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5705" name="Google Shape;5705;p91"/>
            <p:cNvSpPr txBox="1"/>
            <p:nvPr/>
          </p:nvSpPr>
          <p:spPr>
            <a:xfrm>
              <a:off x="4849813" y="3889375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5706" name="Google Shape;5706;p91"/>
            <p:cNvSpPr txBox="1"/>
            <p:nvPr/>
          </p:nvSpPr>
          <p:spPr>
            <a:xfrm>
              <a:off x="3411538" y="3876675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5707" name="Google Shape;5707;p91"/>
            <p:cNvSpPr txBox="1"/>
            <p:nvPr/>
          </p:nvSpPr>
          <p:spPr>
            <a:xfrm>
              <a:off x="3335338" y="4198938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5708" name="Google Shape;5708;p91"/>
            <p:cNvSpPr txBox="1"/>
            <p:nvPr/>
          </p:nvSpPr>
          <p:spPr>
            <a:xfrm>
              <a:off x="4487863" y="4914900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sp>
        <p:nvSpPr>
          <p:cNvPr id="5709" name="Google Shape;5709;p91"/>
          <p:cNvSpPr/>
          <p:nvPr/>
        </p:nvSpPr>
        <p:spPr>
          <a:xfrm>
            <a:off x="3939709" y="3070038"/>
            <a:ext cx="4873812" cy="1623545"/>
          </a:xfrm>
          <a:custGeom>
            <a:rect b="b" l="l" r="r" t="t"/>
            <a:pathLst>
              <a:path extrusionOk="0" h="1622945" w="4873812">
                <a:moveTo>
                  <a:pt x="0" y="0"/>
                </a:moveTo>
                <a:lnTo>
                  <a:pt x="859593" y="589766"/>
                </a:lnTo>
                <a:lnTo>
                  <a:pt x="2689691" y="600785"/>
                </a:lnTo>
                <a:lnTo>
                  <a:pt x="3800737" y="1596061"/>
                </a:lnTo>
                <a:lnTo>
                  <a:pt x="4873812" y="1622945"/>
                </a:lnTo>
              </a:path>
            </a:pathLst>
          </a:cu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10" name="Google Shape;5710;p91"/>
          <p:cNvGrpSpPr/>
          <p:nvPr/>
        </p:nvGrpSpPr>
        <p:grpSpPr>
          <a:xfrm>
            <a:off x="3697941" y="1842247"/>
            <a:ext cx="5199529" cy="4298576"/>
            <a:chOff x="3697941" y="1842247"/>
            <a:chExt cx="5199529" cy="4298576"/>
          </a:xfrm>
        </p:grpSpPr>
        <p:sp>
          <p:nvSpPr>
            <p:cNvPr id="5711" name="Google Shape;5711;p91"/>
            <p:cNvSpPr/>
            <p:nvPr/>
          </p:nvSpPr>
          <p:spPr>
            <a:xfrm>
              <a:off x="3697941" y="1842247"/>
              <a:ext cx="2326341" cy="228600"/>
            </a:xfrm>
            <a:prstGeom prst="rect">
              <a:avLst/>
            </a:prstGeom>
            <a:solidFill>
              <a:srgbClr val="FFFF00">
                <a:alpha val="2470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2" name="Google Shape;5712;p91"/>
            <p:cNvSpPr/>
            <p:nvPr/>
          </p:nvSpPr>
          <p:spPr>
            <a:xfrm>
              <a:off x="6539753" y="2424953"/>
              <a:ext cx="2326341" cy="228600"/>
            </a:xfrm>
            <a:prstGeom prst="rect">
              <a:avLst/>
            </a:prstGeom>
            <a:solidFill>
              <a:srgbClr val="FFFF00">
                <a:alpha val="2470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3" name="Google Shape;5713;p91"/>
            <p:cNvSpPr/>
            <p:nvPr/>
          </p:nvSpPr>
          <p:spPr>
            <a:xfrm>
              <a:off x="6571129" y="5912223"/>
              <a:ext cx="2326341" cy="228600"/>
            </a:xfrm>
            <a:prstGeom prst="rect">
              <a:avLst/>
            </a:prstGeom>
            <a:solidFill>
              <a:srgbClr val="FFFF00">
                <a:alpha val="2470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8" name="Shape 5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9" name="Google Shape;5719;p9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5720" name="Google Shape;5720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5721" name="Google Shape;5721;p92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2" name="Google Shape;5722;p92"/>
          <p:cNvSpPr txBox="1"/>
          <p:nvPr/>
        </p:nvSpPr>
        <p:spPr>
          <a:xfrm>
            <a:off x="1006769" y="1374867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3" name="Google Shape;5723;p9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8" name="Shape 5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9" name="Google Shape;5729;p9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Datacenter networks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0" name="Google Shape;5730;p93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31" name="Google Shape;5731;p93"/>
          <p:cNvSpPr txBox="1"/>
          <p:nvPr/>
        </p:nvSpPr>
        <p:spPr>
          <a:xfrm>
            <a:off x="977152" y="1293906"/>
            <a:ext cx="10210800" cy="1973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10’s to 100’s of thousands of hosts, often closely coupled, in close proximity:</a:t>
            </a:r>
            <a:endParaRPr/>
          </a:p>
          <a:p>
            <a:pPr indent="-295275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e-business (e.g. Amazon)</a:t>
            </a:r>
            <a:endParaRPr/>
          </a:p>
          <a:p>
            <a:pPr indent="-295275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content-servers (e.g., YouTube, Akamai, Apple, Microsoft)</a:t>
            </a:r>
            <a:endParaRPr/>
          </a:p>
          <a:p>
            <a:pPr indent="-295275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engines, data mining (e.g., Google)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732" name="Google Shape;5732;p93"/>
          <p:cNvSpPr txBox="1"/>
          <p:nvPr/>
        </p:nvSpPr>
        <p:spPr>
          <a:xfrm>
            <a:off x="1219200" y="3478773"/>
            <a:ext cx="5772243" cy="305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i="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challenges:</a:t>
            </a:r>
            <a:endParaRPr/>
          </a:p>
          <a:p>
            <a:pPr indent="-280988" lvl="1" marL="46672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applications, each serving massive numbers of clients </a:t>
            </a:r>
            <a:endParaRPr/>
          </a:p>
          <a:p>
            <a:pPr indent="-280988" lvl="1" marL="46672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0988" lvl="1" marL="46672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managing/balancing load, avoiding processing, networking, data bottlenecks  </a:t>
            </a:r>
            <a:endParaRPr/>
          </a:p>
        </p:txBody>
      </p:sp>
      <p:pic>
        <p:nvPicPr>
          <p:cNvPr id="5733" name="Google Shape;5733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6079" y="3303307"/>
            <a:ext cx="3527425" cy="2522538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5734" name="Google Shape;5734;p93"/>
          <p:cNvSpPr txBox="1"/>
          <p:nvPr/>
        </p:nvSpPr>
        <p:spPr>
          <a:xfrm>
            <a:off x="7254035" y="5924644"/>
            <a:ext cx="479453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Inside a 40-ft Microsoft container, Chicago data center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9" name="Shape 5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40" name="Google Shape;5740;p94"/>
          <p:cNvGrpSpPr/>
          <p:nvPr/>
        </p:nvGrpSpPr>
        <p:grpSpPr>
          <a:xfrm>
            <a:off x="1479177" y="1790648"/>
            <a:ext cx="5700821" cy="1085228"/>
            <a:chOff x="1411941" y="1759320"/>
            <a:chExt cx="5700821" cy="1085228"/>
          </a:xfrm>
        </p:grpSpPr>
        <p:cxnSp>
          <p:nvCxnSpPr>
            <p:cNvPr id="5741" name="Google Shape;5741;p94"/>
            <p:cNvCxnSpPr>
              <a:endCxn id="5742" idx="9"/>
            </p:cNvCxnSpPr>
            <p:nvPr/>
          </p:nvCxnSpPr>
          <p:spPr>
            <a:xfrm flipH="1" rot="10800000">
              <a:off x="1411941" y="1792306"/>
              <a:ext cx="2243400" cy="924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43" name="Google Shape;5743;p94"/>
            <p:cNvCxnSpPr/>
            <p:nvPr/>
          </p:nvCxnSpPr>
          <p:spPr>
            <a:xfrm flipH="1" rot="10800000">
              <a:off x="1425388" y="1790700"/>
              <a:ext cx="4493570" cy="93905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44" name="Google Shape;5744;p94"/>
            <p:cNvCxnSpPr>
              <a:endCxn id="5742" idx="9"/>
            </p:cNvCxnSpPr>
            <p:nvPr/>
          </p:nvCxnSpPr>
          <p:spPr>
            <a:xfrm flipH="1" rot="10800000">
              <a:off x="3016624" y="1792518"/>
              <a:ext cx="638700" cy="102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45" name="Google Shape;5745;p94"/>
            <p:cNvCxnSpPr>
              <a:endCxn id="5742" idx="13"/>
            </p:cNvCxnSpPr>
            <p:nvPr/>
          </p:nvCxnSpPr>
          <p:spPr>
            <a:xfrm rot="10800000">
              <a:off x="3558266" y="1759320"/>
              <a:ext cx="1022700" cy="10539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46" name="Google Shape;5746;p94"/>
            <p:cNvCxnSpPr>
              <a:endCxn id="5742" idx="9"/>
            </p:cNvCxnSpPr>
            <p:nvPr/>
          </p:nvCxnSpPr>
          <p:spPr>
            <a:xfrm rot="10800000">
              <a:off x="3655262" y="1792448"/>
              <a:ext cx="3457500" cy="1052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47" name="Google Shape;5747;p94"/>
            <p:cNvCxnSpPr/>
            <p:nvPr/>
          </p:nvCxnSpPr>
          <p:spPr>
            <a:xfrm flipH="1" rot="10800000">
              <a:off x="2985160" y="1759372"/>
              <a:ext cx="2906904" cy="100257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48" name="Google Shape;5748;p94"/>
            <p:cNvCxnSpPr>
              <a:endCxn id="5749" idx="6"/>
            </p:cNvCxnSpPr>
            <p:nvPr/>
          </p:nvCxnSpPr>
          <p:spPr>
            <a:xfrm rot="10800000">
              <a:off x="6032103" y="1818876"/>
              <a:ext cx="1009500" cy="974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50" name="Google Shape;5750;p94"/>
            <p:cNvCxnSpPr>
              <a:endCxn id="5749" idx="12"/>
            </p:cNvCxnSpPr>
            <p:nvPr/>
          </p:nvCxnSpPr>
          <p:spPr>
            <a:xfrm flipH="1" rot="10800000">
              <a:off x="4549326" y="1819176"/>
              <a:ext cx="1290300" cy="974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751" name="Google Shape;5751;p9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Datacenter networks: network elements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2" name="Google Shape;5752;p94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53" name="Google Shape;5753;p94"/>
          <p:cNvSpPr txBox="1"/>
          <p:nvPr/>
        </p:nvSpPr>
        <p:spPr>
          <a:xfrm>
            <a:off x="8168548" y="5355232"/>
            <a:ext cx="348223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Server racks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837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Noto Sans Symbols"/>
              <a:buChar char="▪"/>
            </a:pPr>
            <a:r>
              <a:rPr i="0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20- 40 server blades: hosts </a:t>
            </a:r>
            <a:endParaRPr/>
          </a:p>
        </p:txBody>
      </p:sp>
      <p:sp>
        <p:nvSpPr>
          <p:cNvPr id="5754" name="Google Shape;5754;p94"/>
          <p:cNvSpPr txBox="1"/>
          <p:nvPr/>
        </p:nvSpPr>
        <p:spPr>
          <a:xfrm>
            <a:off x="8085439" y="4357127"/>
            <a:ext cx="377486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Top of Rack (TOR) switch</a:t>
            </a:r>
            <a:endParaRPr/>
          </a:p>
          <a:p>
            <a:pPr indent="-223837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Noto Sans Symbols"/>
              <a:buChar char="▪"/>
            </a:pPr>
            <a:r>
              <a:rPr i="0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per rack</a:t>
            </a:r>
            <a:endParaRPr/>
          </a:p>
          <a:p>
            <a:pPr indent="-223837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40-100Gbps Ethernet to blades      </a:t>
            </a:r>
            <a:endParaRPr i="0"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5" name="Google Shape;5755;p94"/>
          <p:cNvSpPr txBox="1"/>
          <p:nvPr/>
        </p:nvSpPr>
        <p:spPr>
          <a:xfrm>
            <a:off x="8130262" y="3460657"/>
            <a:ext cx="377486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Tier-2 switches</a:t>
            </a:r>
            <a:endParaRPr/>
          </a:p>
          <a:p>
            <a:pPr indent="-223837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connecting to  ~16 TORs below</a:t>
            </a:r>
            <a:endParaRPr i="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56" name="Google Shape;5756;p94"/>
          <p:cNvGrpSpPr/>
          <p:nvPr/>
        </p:nvGrpSpPr>
        <p:grpSpPr>
          <a:xfrm>
            <a:off x="7582334" y="4489205"/>
            <a:ext cx="267206" cy="997245"/>
            <a:chOff x="6424315" y="4488570"/>
            <a:chExt cx="267206" cy="997245"/>
          </a:xfrm>
        </p:grpSpPr>
        <p:grpSp>
          <p:nvGrpSpPr>
            <p:cNvPr id="5757" name="Google Shape;5757;p94"/>
            <p:cNvGrpSpPr/>
            <p:nvPr/>
          </p:nvGrpSpPr>
          <p:grpSpPr>
            <a:xfrm>
              <a:off x="6424315" y="4636502"/>
              <a:ext cx="237939" cy="849312"/>
              <a:chOff x="6396366" y="3061857"/>
              <a:chExt cx="570079" cy="838094"/>
            </a:xfrm>
          </p:grpSpPr>
          <p:sp>
            <p:nvSpPr>
              <p:cNvPr id="5758" name="Google Shape;5758;p94"/>
              <p:cNvSpPr/>
              <p:nvPr/>
            </p:nvSpPr>
            <p:spPr>
              <a:xfrm>
                <a:off x="6509786" y="3061857"/>
                <a:ext cx="447707" cy="74253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759" name="Google Shape;5759;p94"/>
              <p:cNvCxnSpPr/>
              <p:nvPr/>
            </p:nvCxnSpPr>
            <p:spPr>
              <a:xfrm flipH="1" rot="10800000">
                <a:off x="6847057" y="3061857"/>
                <a:ext cx="113419" cy="924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5760" name="Google Shape;5760;p94"/>
              <p:cNvSpPr/>
              <p:nvPr/>
            </p:nvSpPr>
            <p:spPr>
              <a:xfrm>
                <a:off x="6476953" y="3071256"/>
                <a:ext cx="131327" cy="115923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761" name="Google Shape;5761;p94"/>
              <p:cNvCxnSpPr/>
              <p:nvPr/>
            </p:nvCxnSpPr>
            <p:spPr>
              <a:xfrm flipH="1" rot="10800000">
                <a:off x="6396367" y="3061857"/>
                <a:ext cx="113419" cy="924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5762" name="Google Shape;5762;p94"/>
              <p:cNvSpPr/>
              <p:nvPr/>
            </p:nvSpPr>
            <p:spPr>
              <a:xfrm>
                <a:off x="6817210" y="3702567"/>
                <a:ext cx="131327" cy="115923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3" name="Google Shape;5763;p94"/>
              <p:cNvSpPr/>
              <p:nvPr/>
            </p:nvSpPr>
            <p:spPr>
              <a:xfrm>
                <a:off x="6405320" y="3157415"/>
                <a:ext cx="444723" cy="742536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764" name="Google Shape;5764;p94"/>
              <p:cNvCxnSpPr/>
              <p:nvPr/>
            </p:nvCxnSpPr>
            <p:spPr>
              <a:xfrm flipH="1" rot="10800000">
                <a:off x="6847057" y="3804392"/>
                <a:ext cx="113419" cy="924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5765" name="Google Shape;5765;p94"/>
              <p:cNvGrpSpPr/>
              <p:nvPr/>
            </p:nvGrpSpPr>
            <p:grpSpPr>
              <a:xfrm>
                <a:off x="6399350" y="3137050"/>
                <a:ext cx="561125" cy="92425"/>
                <a:chOff x="6581076" y="2845711"/>
                <a:chExt cx="561125" cy="92425"/>
              </a:xfrm>
            </p:grpSpPr>
            <p:cxnSp>
              <p:nvCxnSpPr>
                <p:cNvPr id="5766" name="Google Shape;5766;p94"/>
                <p:cNvCxnSpPr/>
                <p:nvPr/>
              </p:nvCxnSpPr>
              <p:spPr>
                <a:xfrm flipH="1" rot="10800000">
                  <a:off x="7028782" y="2845711"/>
                  <a:ext cx="113419" cy="9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767" name="Google Shape;5767;p94"/>
                <p:cNvCxnSpPr/>
                <p:nvPr/>
              </p:nvCxnSpPr>
              <p:spPr>
                <a:xfrm>
                  <a:off x="6581076" y="2938136"/>
                  <a:ext cx="45367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768" name="Google Shape;5768;p94"/>
              <p:cNvGrpSpPr/>
              <p:nvPr/>
            </p:nvGrpSpPr>
            <p:grpSpPr>
              <a:xfrm>
                <a:off x="6399351" y="3202845"/>
                <a:ext cx="567094" cy="89292"/>
                <a:chOff x="6581557" y="2845642"/>
                <a:chExt cx="567094" cy="89292"/>
              </a:xfrm>
            </p:grpSpPr>
            <p:cxnSp>
              <p:nvCxnSpPr>
                <p:cNvPr id="5769" name="Google Shape;5769;p94"/>
                <p:cNvCxnSpPr/>
                <p:nvPr/>
              </p:nvCxnSpPr>
              <p:spPr>
                <a:xfrm flipH="1" rot="10800000">
                  <a:off x="7029263" y="2845642"/>
                  <a:ext cx="119388" cy="892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770" name="Google Shape;5770;p94"/>
                <p:cNvCxnSpPr/>
                <p:nvPr/>
              </p:nvCxnSpPr>
              <p:spPr>
                <a:xfrm>
                  <a:off x="6581557" y="2934934"/>
                  <a:ext cx="45367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771" name="Google Shape;5771;p94"/>
              <p:cNvGrpSpPr/>
              <p:nvPr/>
            </p:nvGrpSpPr>
            <p:grpSpPr>
              <a:xfrm>
                <a:off x="6399350" y="3268639"/>
                <a:ext cx="558142" cy="89292"/>
                <a:chOff x="6582036" y="2845572"/>
                <a:chExt cx="558142" cy="89292"/>
              </a:xfrm>
            </p:grpSpPr>
            <p:cxnSp>
              <p:nvCxnSpPr>
                <p:cNvPr id="5772" name="Google Shape;5772;p94"/>
                <p:cNvCxnSpPr/>
                <p:nvPr/>
              </p:nvCxnSpPr>
              <p:spPr>
                <a:xfrm flipH="1" rot="10800000">
                  <a:off x="7026759" y="2845572"/>
                  <a:ext cx="113419" cy="892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773" name="Google Shape;5773;p94"/>
                <p:cNvCxnSpPr/>
                <p:nvPr/>
              </p:nvCxnSpPr>
              <p:spPr>
                <a:xfrm>
                  <a:off x="6582036" y="2934864"/>
                  <a:ext cx="45069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774" name="Google Shape;5774;p94"/>
              <p:cNvGrpSpPr/>
              <p:nvPr/>
            </p:nvGrpSpPr>
            <p:grpSpPr>
              <a:xfrm>
                <a:off x="6399350" y="3334433"/>
                <a:ext cx="558141" cy="89292"/>
                <a:chOff x="6582516" y="2845502"/>
                <a:chExt cx="558141" cy="89292"/>
              </a:xfrm>
            </p:grpSpPr>
            <p:cxnSp>
              <p:nvCxnSpPr>
                <p:cNvPr id="5775" name="Google Shape;5775;p94"/>
                <p:cNvCxnSpPr/>
                <p:nvPr/>
              </p:nvCxnSpPr>
              <p:spPr>
                <a:xfrm flipH="1" rot="10800000">
                  <a:off x="7027238" y="2845502"/>
                  <a:ext cx="113419" cy="892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776" name="Google Shape;5776;p94"/>
                <p:cNvCxnSpPr/>
                <p:nvPr/>
              </p:nvCxnSpPr>
              <p:spPr>
                <a:xfrm>
                  <a:off x="6582516" y="2934794"/>
                  <a:ext cx="45069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777" name="Google Shape;5777;p94"/>
              <p:cNvGrpSpPr/>
              <p:nvPr/>
            </p:nvGrpSpPr>
            <p:grpSpPr>
              <a:xfrm>
                <a:off x="6399349" y="3400228"/>
                <a:ext cx="558142" cy="89292"/>
                <a:chOff x="6582995" y="2845433"/>
                <a:chExt cx="558142" cy="89292"/>
              </a:xfrm>
            </p:grpSpPr>
            <p:cxnSp>
              <p:nvCxnSpPr>
                <p:cNvPr id="5778" name="Google Shape;5778;p94"/>
                <p:cNvCxnSpPr/>
                <p:nvPr/>
              </p:nvCxnSpPr>
              <p:spPr>
                <a:xfrm flipH="1" rot="10800000">
                  <a:off x="7027718" y="2845433"/>
                  <a:ext cx="113419" cy="892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779" name="Google Shape;5779;p94"/>
                <p:cNvCxnSpPr/>
                <p:nvPr/>
              </p:nvCxnSpPr>
              <p:spPr>
                <a:xfrm>
                  <a:off x="6582995" y="2934724"/>
                  <a:ext cx="45069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780" name="Google Shape;5780;p94"/>
              <p:cNvGrpSpPr/>
              <p:nvPr/>
            </p:nvGrpSpPr>
            <p:grpSpPr>
              <a:xfrm>
                <a:off x="6399351" y="3466022"/>
                <a:ext cx="558141" cy="93992"/>
                <a:chOff x="6583477" y="2845363"/>
                <a:chExt cx="558141" cy="93992"/>
              </a:xfrm>
            </p:grpSpPr>
            <p:cxnSp>
              <p:nvCxnSpPr>
                <p:cNvPr id="5781" name="Google Shape;5781;p94"/>
                <p:cNvCxnSpPr/>
                <p:nvPr/>
              </p:nvCxnSpPr>
              <p:spPr>
                <a:xfrm flipH="1" rot="10800000">
                  <a:off x="7028199" y="2845363"/>
                  <a:ext cx="113419" cy="939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782" name="Google Shape;5782;p94"/>
                <p:cNvCxnSpPr/>
                <p:nvPr/>
              </p:nvCxnSpPr>
              <p:spPr>
                <a:xfrm>
                  <a:off x="6583477" y="2939355"/>
                  <a:ext cx="45069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783" name="Google Shape;5783;p94"/>
              <p:cNvGrpSpPr/>
              <p:nvPr/>
            </p:nvGrpSpPr>
            <p:grpSpPr>
              <a:xfrm>
                <a:off x="6396366" y="3528683"/>
                <a:ext cx="561126" cy="97125"/>
                <a:chOff x="6580972" y="2842160"/>
                <a:chExt cx="561126" cy="97125"/>
              </a:xfrm>
            </p:grpSpPr>
            <p:cxnSp>
              <p:nvCxnSpPr>
                <p:cNvPr id="5784" name="Google Shape;5784;p94"/>
                <p:cNvCxnSpPr/>
                <p:nvPr/>
              </p:nvCxnSpPr>
              <p:spPr>
                <a:xfrm flipH="1" rot="10800000">
                  <a:off x="7028679" y="2842160"/>
                  <a:ext cx="113419" cy="971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785" name="Google Shape;5785;p94"/>
                <p:cNvCxnSpPr/>
                <p:nvPr/>
              </p:nvCxnSpPr>
              <p:spPr>
                <a:xfrm>
                  <a:off x="6580972" y="2939284"/>
                  <a:ext cx="45367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786" name="Google Shape;5786;p94"/>
              <p:cNvGrpSpPr/>
              <p:nvPr/>
            </p:nvGrpSpPr>
            <p:grpSpPr>
              <a:xfrm>
                <a:off x="6396366" y="3594477"/>
                <a:ext cx="561125" cy="97125"/>
                <a:chOff x="6581452" y="2842090"/>
                <a:chExt cx="561125" cy="97125"/>
              </a:xfrm>
            </p:grpSpPr>
            <p:cxnSp>
              <p:nvCxnSpPr>
                <p:cNvPr id="5787" name="Google Shape;5787;p94"/>
                <p:cNvCxnSpPr/>
                <p:nvPr/>
              </p:nvCxnSpPr>
              <p:spPr>
                <a:xfrm flipH="1" rot="10800000">
                  <a:off x="7029158" y="2842090"/>
                  <a:ext cx="113419" cy="971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788" name="Google Shape;5788;p94"/>
                <p:cNvCxnSpPr/>
                <p:nvPr/>
              </p:nvCxnSpPr>
              <p:spPr>
                <a:xfrm>
                  <a:off x="6581452" y="2939215"/>
                  <a:ext cx="45367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789" name="Google Shape;5789;p94"/>
              <p:cNvGrpSpPr/>
              <p:nvPr/>
            </p:nvGrpSpPr>
            <p:grpSpPr>
              <a:xfrm>
                <a:off x="6396367" y="3664970"/>
                <a:ext cx="558140" cy="92426"/>
                <a:chOff x="6581933" y="2846719"/>
                <a:chExt cx="558140" cy="92426"/>
              </a:xfrm>
            </p:grpSpPr>
            <p:cxnSp>
              <p:nvCxnSpPr>
                <p:cNvPr id="5790" name="Google Shape;5790;p94"/>
                <p:cNvCxnSpPr/>
                <p:nvPr/>
              </p:nvCxnSpPr>
              <p:spPr>
                <a:xfrm flipH="1" rot="10800000">
                  <a:off x="7026654" y="2846719"/>
                  <a:ext cx="113419" cy="9242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791" name="Google Shape;5791;p94"/>
                <p:cNvCxnSpPr/>
                <p:nvPr/>
              </p:nvCxnSpPr>
              <p:spPr>
                <a:xfrm>
                  <a:off x="6581933" y="2939145"/>
                  <a:ext cx="45069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792" name="Google Shape;5792;p94"/>
              <p:cNvGrpSpPr/>
              <p:nvPr/>
            </p:nvGrpSpPr>
            <p:grpSpPr>
              <a:xfrm>
                <a:off x="6396367" y="3730765"/>
                <a:ext cx="558139" cy="92426"/>
                <a:chOff x="6582413" y="2846650"/>
                <a:chExt cx="558139" cy="92426"/>
              </a:xfrm>
            </p:grpSpPr>
            <p:cxnSp>
              <p:nvCxnSpPr>
                <p:cNvPr id="5793" name="Google Shape;5793;p94"/>
                <p:cNvCxnSpPr/>
                <p:nvPr/>
              </p:nvCxnSpPr>
              <p:spPr>
                <a:xfrm flipH="1" rot="10800000">
                  <a:off x="7027133" y="2846650"/>
                  <a:ext cx="113419" cy="9242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794" name="Google Shape;5794;p94"/>
                <p:cNvCxnSpPr/>
                <p:nvPr/>
              </p:nvCxnSpPr>
              <p:spPr>
                <a:xfrm>
                  <a:off x="6582413" y="2939076"/>
                  <a:ext cx="45069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5795" name="Google Shape;5795;p94"/>
            <p:cNvCxnSpPr/>
            <p:nvPr/>
          </p:nvCxnSpPr>
          <p:spPr>
            <a:xfrm flipH="1">
              <a:off x="6685171" y="4525377"/>
              <a:ext cx="4763" cy="855662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96" name="Google Shape;5796;p94"/>
            <p:cNvCxnSpPr/>
            <p:nvPr/>
          </p:nvCxnSpPr>
          <p:spPr>
            <a:xfrm>
              <a:off x="6632784" y="4706352"/>
              <a:ext cx="5873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97" name="Google Shape;5797;p94"/>
            <p:cNvCxnSpPr/>
            <p:nvPr/>
          </p:nvCxnSpPr>
          <p:spPr>
            <a:xfrm>
              <a:off x="6631196" y="4771439"/>
              <a:ext cx="587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98" name="Google Shape;5798;p94"/>
            <p:cNvCxnSpPr/>
            <p:nvPr/>
          </p:nvCxnSpPr>
          <p:spPr>
            <a:xfrm>
              <a:off x="6631196" y="4849227"/>
              <a:ext cx="587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99" name="Google Shape;5799;p94"/>
            <p:cNvCxnSpPr/>
            <p:nvPr/>
          </p:nvCxnSpPr>
          <p:spPr>
            <a:xfrm>
              <a:off x="6629609" y="4914314"/>
              <a:ext cx="5873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00" name="Google Shape;5800;p94"/>
            <p:cNvCxnSpPr/>
            <p:nvPr/>
          </p:nvCxnSpPr>
          <p:spPr>
            <a:xfrm>
              <a:off x="6628021" y="4976227"/>
              <a:ext cx="603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01" name="Google Shape;5801;p94"/>
            <p:cNvCxnSpPr/>
            <p:nvPr/>
          </p:nvCxnSpPr>
          <p:spPr>
            <a:xfrm>
              <a:off x="6628021" y="5044489"/>
              <a:ext cx="587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02" name="Google Shape;5802;p94"/>
            <p:cNvCxnSpPr/>
            <p:nvPr/>
          </p:nvCxnSpPr>
          <p:spPr>
            <a:xfrm>
              <a:off x="6626434" y="5114339"/>
              <a:ext cx="5873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03" name="Google Shape;5803;p94"/>
            <p:cNvCxnSpPr/>
            <p:nvPr/>
          </p:nvCxnSpPr>
          <p:spPr>
            <a:xfrm>
              <a:off x="6629609" y="5184189"/>
              <a:ext cx="5873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04" name="Google Shape;5804;p94"/>
            <p:cNvCxnSpPr/>
            <p:nvPr/>
          </p:nvCxnSpPr>
          <p:spPr>
            <a:xfrm>
              <a:off x="6631196" y="5252452"/>
              <a:ext cx="587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05" name="Google Shape;5805;p94"/>
            <p:cNvCxnSpPr/>
            <p:nvPr/>
          </p:nvCxnSpPr>
          <p:spPr>
            <a:xfrm>
              <a:off x="6631196" y="5322302"/>
              <a:ext cx="587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06" name="Google Shape;5806;p94"/>
            <p:cNvCxnSpPr/>
            <p:nvPr/>
          </p:nvCxnSpPr>
          <p:spPr>
            <a:xfrm>
              <a:off x="6632784" y="5387389"/>
              <a:ext cx="5873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07" name="Google Shape;5807;p94"/>
            <p:cNvCxnSpPr/>
            <p:nvPr/>
          </p:nvCxnSpPr>
          <p:spPr>
            <a:xfrm rot="10800000">
              <a:off x="6632784" y="4531727"/>
              <a:ext cx="58737" cy="0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5808" name="Google Shape;5808;p94"/>
            <p:cNvGrpSpPr/>
            <p:nvPr/>
          </p:nvGrpSpPr>
          <p:grpSpPr>
            <a:xfrm>
              <a:off x="6434171" y="4488570"/>
              <a:ext cx="224203" cy="179034"/>
              <a:chOff x="3668110" y="2448910"/>
              <a:chExt cx="3794234" cy="2165130"/>
            </a:xfrm>
          </p:grpSpPr>
          <p:sp>
            <p:nvSpPr>
              <p:cNvPr id="5809" name="Google Shape;5809;p9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0" name="Google Shape;5810;p9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811" name="Google Shape;5811;p9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812" name="Google Shape;5812;p9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13" name="Google Shape;5813;p9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14" name="Google Shape;5814;p9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15" name="Google Shape;5815;p9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5816" name="Google Shape;5816;p94"/>
          <p:cNvGrpSpPr/>
          <p:nvPr/>
        </p:nvGrpSpPr>
        <p:grpSpPr>
          <a:xfrm>
            <a:off x="5974431" y="3377682"/>
            <a:ext cx="1055390" cy="275739"/>
            <a:chOff x="5974431" y="3377682"/>
            <a:chExt cx="1055390" cy="275739"/>
          </a:xfrm>
        </p:grpSpPr>
        <p:cxnSp>
          <p:nvCxnSpPr>
            <p:cNvPr id="5817" name="Google Shape;5817;p94"/>
            <p:cNvCxnSpPr/>
            <p:nvPr/>
          </p:nvCxnSpPr>
          <p:spPr>
            <a:xfrm rot="10800000">
              <a:off x="5974431" y="3483429"/>
              <a:ext cx="1055390" cy="16999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18" name="Google Shape;5818;p94"/>
            <p:cNvCxnSpPr>
              <a:stCxn id="5819" idx="8"/>
            </p:cNvCxnSpPr>
            <p:nvPr/>
          </p:nvCxnSpPr>
          <p:spPr>
            <a:xfrm rot="10800000">
              <a:off x="6223243" y="3427578"/>
              <a:ext cx="671700" cy="173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20" name="Google Shape;5820;p94"/>
            <p:cNvCxnSpPr/>
            <p:nvPr/>
          </p:nvCxnSpPr>
          <p:spPr>
            <a:xfrm rot="10800000">
              <a:off x="6465843" y="3377682"/>
              <a:ext cx="562839" cy="201824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821" name="Google Shape;5821;p94"/>
          <p:cNvGrpSpPr/>
          <p:nvPr/>
        </p:nvGrpSpPr>
        <p:grpSpPr>
          <a:xfrm flipH="1" rot="10800000">
            <a:off x="5989981" y="3036336"/>
            <a:ext cx="1055390" cy="275739"/>
            <a:chOff x="6920204" y="3530082"/>
            <a:chExt cx="1055390" cy="275739"/>
          </a:xfrm>
        </p:grpSpPr>
        <p:cxnSp>
          <p:nvCxnSpPr>
            <p:cNvPr id="5822" name="Google Shape;5822;p94"/>
            <p:cNvCxnSpPr/>
            <p:nvPr/>
          </p:nvCxnSpPr>
          <p:spPr>
            <a:xfrm rot="10800000">
              <a:off x="6920204" y="3635829"/>
              <a:ext cx="1055390" cy="16999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23" name="Google Shape;5823;p94"/>
            <p:cNvCxnSpPr/>
            <p:nvPr/>
          </p:nvCxnSpPr>
          <p:spPr>
            <a:xfrm rot="10800000">
              <a:off x="7169020" y="3579845"/>
              <a:ext cx="671696" cy="17383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24" name="Google Shape;5824;p94"/>
            <p:cNvCxnSpPr/>
            <p:nvPr/>
          </p:nvCxnSpPr>
          <p:spPr>
            <a:xfrm rot="10800000">
              <a:off x="7411616" y="3530082"/>
              <a:ext cx="562839" cy="201824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825" name="Google Shape;5825;p94"/>
          <p:cNvGrpSpPr/>
          <p:nvPr/>
        </p:nvGrpSpPr>
        <p:grpSpPr>
          <a:xfrm>
            <a:off x="6657747" y="2537293"/>
            <a:ext cx="5251865" cy="1075110"/>
            <a:chOff x="6657747" y="2537293"/>
            <a:chExt cx="5251865" cy="1075110"/>
          </a:xfrm>
        </p:grpSpPr>
        <p:cxnSp>
          <p:nvCxnSpPr>
            <p:cNvPr id="5826" name="Google Shape;5826;p94"/>
            <p:cNvCxnSpPr/>
            <p:nvPr/>
          </p:nvCxnSpPr>
          <p:spPr>
            <a:xfrm flipH="1">
              <a:off x="7111851" y="3098053"/>
              <a:ext cx="1587" cy="51435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5827" name="Google Shape;5827;p94"/>
            <p:cNvGrpSpPr/>
            <p:nvPr/>
          </p:nvGrpSpPr>
          <p:grpSpPr>
            <a:xfrm>
              <a:off x="6657747" y="2637514"/>
              <a:ext cx="914400" cy="479686"/>
              <a:chOff x="3668110" y="2448910"/>
              <a:chExt cx="3794234" cy="2165130"/>
            </a:xfrm>
          </p:grpSpPr>
          <p:sp>
            <p:nvSpPr>
              <p:cNvPr id="5828" name="Google Shape;5828;p9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9" name="Google Shape;5829;p9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830" name="Google Shape;5830;p9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831" name="Google Shape;5831;p9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32" name="Google Shape;5832;p9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33" name="Google Shape;5833;p9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34" name="Google Shape;5834;p9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835" name="Google Shape;5835;p94"/>
            <p:cNvSpPr txBox="1"/>
            <p:nvPr/>
          </p:nvSpPr>
          <p:spPr>
            <a:xfrm>
              <a:off x="8134745" y="2537293"/>
              <a:ext cx="3774867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Tier-1 switches</a:t>
              </a:r>
              <a:endParaRPr/>
            </a:p>
            <a:p>
              <a:pPr indent="-223837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Noto Sans Symbols"/>
                <a:buChar char="▪"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connecting to  ~16 T-2s below</a:t>
              </a:r>
              <a:endParaRPr i="0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36" name="Google Shape;5836;p94"/>
          <p:cNvGrpSpPr/>
          <p:nvPr/>
        </p:nvGrpSpPr>
        <p:grpSpPr>
          <a:xfrm>
            <a:off x="3209365" y="1435878"/>
            <a:ext cx="8735897" cy="769441"/>
            <a:chOff x="3209365" y="1435878"/>
            <a:chExt cx="8735897" cy="769441"/>
          </a:xfrm>
        </p:grpSpPr>
        <p:grpSp>
          <p:nvGrpSpPr>
            <p:cNvPr id="5837" name="Google Shape;5837;p94"/>
            <p:cNvGrpSpPr/>
            <p:nvPr/>
          </p:nvGrpSpPr>
          <p:grpSpPr>
            <a:xfrm>
              <a:off x="3209365" y="1621000"/>
              <a:ext cx="894855" cy="442494"/>
              <a:chOff x="7493876" y="2774731"/>
              <a:chExt cx="1481958" cy="894622"/>
            </a:xfrm>
          </p:grpSpPr>
          <p:sp>
            <p:nvSpPr>
              <p:cNvPr id="5838" name="Google Shape;5838;p94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839" name="Google Shape;5839;p94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840" name="Google Shape;5840;p94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41" name="Google Shape;5841;p94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42" name="Google Shape;5842;p94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43" name="Google Shape;5843;p94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42" name="Google Shape;5742;p94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844" name="Google Shape;5844;p94"/>
            <p:cNvGrpSpPr/>
            <p:nvPr/>
          </p:nvGrpSpPr>
          <p:grpSpPr>
            <a:xfrm>
              <a:off x="5489296" y="1629965"/>
              <a:ext cx="894855" cy="442494"/>
              <a:chOff x="7493876" y="2774731"/>
              <a:chExt cx="1481958" cy="894622"/>
            </a:xfrm>
          </p:grpSpPr>
          <p:sp>
            <p:nvSpPr>
              <p:cNvPr id="5845" name="Google Shape;5845;p94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846" name="Google Shape;5846;p94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847" name="Google Shape;5847;p94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48" name="Google Shape;5848;p94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49" name="Google Shape;5849;p94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50" name="Google Shape;5850;p94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49" name="Google Shape;5749;p94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851" name="Google Shape;5851;p94"/>
            <p:cNvSpPr txBox="1"/>
            <p:nvPr/>
          </p:nvSpPr>
          <p:spPr>
            <a:xfrm>
              <a:off x="8092348" y="1435878"/>
              <a:ext cx="3852914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Border routers</a:t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3837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Noto Sans Symbols"/>
                <a:buChar char="▪"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connections outside datacenter</a:t>
              </a:r>
              <a:endParaRPr i="0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52" name="Google Shape;5852;p94"/>
          <p:cNvGrpSpPr/>
          <p:nvPr/>
        </p:nvGrpSpPr>
        <p:grpSpPr>
          <a:xfrm>
            <a:off x="6424315" y="3564953"/>
            <a:ext cx="1277231" cy="1928806"/>
            <a:chOff x="6424315" y="3564953"/>
            <a:chExt cx="1277231" cy="1928806"/>
          </a:xfrm>
        </p:grpSpPr>
        <p:cxnSp>
          <p:nvCxnSpPr>
            <p:cNvPr id="5853" name="Google Shape;5853;p94"/>
            <p:cNvCxnSpPr>
              <a:endCxn id="5812" idx="4"/>
            </p:cNvCxnSpPr>
            <p:nvPr/>
          </p:nvCxnSpPr>
          <p:spPr>
            <a:xfrm>
              <a:off x="7386846" y="3996739"/>
              <a:ext cx="314700" cy="55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5854" name="Google Shape;5854;p94"/>
            <p:cNvGrpSpPr/>
            <p:nvPr/>
          </p:nvGrpSpPr>
          <p:grpSpPr>
            <a:xfrm>
              <a:off x="6424315" y="3564953"/>
              <a:ext cx="1189752" cy="1928806"/>
              <a:chOff x="6424315" y="3564953"/>
              <a:chExt cx="1189752" cy="1928806"/>
            </a:xfrm>
          </p:grpSpPr>
          <p:cxnSp>
            <p:nvCxnSpPr>
              <p:cNvPr id="5855" name="Google Shape;5855;p94"/>
              <p:cNvCxnSpPr>
                <a:endCxn id="5856" idx="4"/>
              </p:cNvCxnSpPr>
              <p:nvPr/>
            </p:nvCxnSpPr>
            <p:spPr>
              <a:xfrm flipH="1">
                <a:off x="6543647" y="3958639"/>
                <a:ext cx="436800" cy="59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857" name="Google Shape;5857;p94"/>
              <p:cNvCxnSpPr>
                <a:endCxn id="5858" idx="9"/>
              </p:cNvCxnSpPr>
              <p:nvPr/>
            </p:nvCxnSpPr>
            <p:spPr>
              <a:xfrm>
                <a:off x="7130402" y="3966699"/>
                <a:ext cx="32700" cy="57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5859" name="Google Shape;5859;p94"/>
              <p:cNvGrpSpPr/>
              <p:nvPr/>
            </p:nvGrpSpPr>
            <p:grpSpPr>
              <a:xfrm>
                <a:off x="6424315" y="3564953"/>
                <a:ext cx="1155347" cy="1928806"/>
                <a:chOff x="6424315" y="3564953"/>
                <a:chExt cx="1155347" cy="1928806"/>
              </a:xfrm>
            </p:grpSpPr>
            <p:cxnSp>
              <p:nvCxnSpPr>
                <p:cNvPr id="5860" name="Google Shape;5860;p94"/>
                <p:cNvCxnSpPr>
                  <a:endCxn id="5861" idx="2"/>
                </p:cNvCxnSpPr>
                <p:nvPr/>
              </p:nvCxnSpPr>
              <p:spPr>
                <a:xfrm flipH="1">
                  <a:off x="6853172" y="3968164"/>
                  <a:ext cx="264900" cy="586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5862" name="Google Shape;5862;p94"/>
                <p:cNvGrpSpPr/>
                <p:nvPr/>
              </p:nvGrpSpPr>
              <p:grpSpPr>
                <a:xfrm>
                  <a:off x="6424315" y="4488570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5863" name="Google Shape;5863;p94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5864" name="Google Shape;5864;p94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5865" name="Google Shape;5865;p94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5866" name="Google Shape;5866;p94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5867" name="Google Shape;5867;p94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5868" name="Google Shape;5868;p94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869" name="Google Shape;5869;p94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5870" name="Google Shape;5870;p94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5871" name="Google Shape;5871;p94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5872" name="Google Shape;5872;p94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873" name="Google Shape;5873;p94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874" name="Google Shape;5874;p94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5875" name="Google Shape;5875;p94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876" name="Google Shape;5876;p94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877" name="Google Shape;5877;p94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5878" name="Google Shape;5878;p94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879" name="Google Shape;5879;p94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880" name="Google Shape;5880;p94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5881" name="Google Shape;5881;p94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882" name="Google Shape;5882;p94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883" name="Google Shape;5883;p94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5884" name="Google Shape;5884;p94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885" name="Google Shape;5885;p94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886" name="Google Shape;5886;p94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5887" name="Google Shape;5887;p94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888" name="Google Shape;5888;p94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889" name="Google Shape;5889;p94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5890" name="Google Shape;5890;p94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891" name="Google Shape;5891;p94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892" name="Google Shape;5892;p94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5893" name="Google Shape;5893;p94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894" name="Google Shape;5894;p94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895" name="Google Shape;5895;p94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5896" name="Google Shape;5896;p94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897" name="Google Shape;5897;p94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898" name="Google Shape;5898;p94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5899" name="Google Shape;5899;p94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00" name="Google Shape;5900;p94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5901" name="Google Shape;5901;p94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02" name="Google Shape;5902;p94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03" name="Google Shape;5903;p94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04" name="Google Shape;5904;p94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05" name="Google Shape;5905;p94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06" name="Google Shape;5906;p94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07" name="Google Shape;5907;p94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08" name="Google Shape;5908;p94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09" name="Google Shape;5909;p94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10" name="Google Shape;5910;p94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11" name="Google Shape;5911;p94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12" name="Google Shape;5912;p94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13" name="Google Shape;5913;p94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5914" name="Google Shape;5914;p94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5915" name="Google Shape;5915;p94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916" name="Google Shape;5916;p94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917" name="Google Shape;5917;p94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5856" name="Google Shape;5856;p94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918" name="Google Shape;5918;p94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919" name="Google Shape;5919;p94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920" name="Google Shape;5920;p94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5921" name="Google Shape;5921;p94"/>
                <p:cNvGrpSpPr/>
                <p:nvPr/>
              </p:nvGrpSpPr>
              <p:grpSpPr>
                <a:xfrm>
                  <a:off x="6665262" y="3564953"/>
                  <a:ext cx="914400" cy="479686"/>
                  <a:chOff x="3668110" y="2448910"/>
                  <a:chExt cx="3794234" cy="2165130"/>
                </a:xfrm>
              </p:grpSpPr>
              <p:sp>
                <p:nvSpPr>
                  <p:cNvPr id="5922" name="Google Shape;5922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23" name="Google Shape;5923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5924" name="Google Shape;5924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5819" name="Google Shape;5819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925" name="Google Shape;5925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926" name="Google Shape;5926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927" name="Google Shape;5927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928" name="Google Shape;5928;p94"/>
                <p:cNvGrpSpPr/>
                <p:nvPr/>
              </p:nvGrpSpPr>
              <p:grpSpPr>
                <a:xfrm>
                  <a:off x="6733565" y="4492542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5929" name="Google Shape;5929;p94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5930" name="Google Shape;5930;p94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5931" name="Google Shape;5931;p94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5932" name="Google Shape;5932;p94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5933" name="Google Shape;5933;p94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5934" name="Google Shape;5934;p94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935" name="Google Shape;5935;p94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5936" name="Google Shape;5936;p94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5937" name="Google Shape;5937;p94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5938" name="Google Shape;5938;p94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39" name="Google Shape;5939;p94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940" name="Google Shape;5940;p94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5941" name="Google Shape;5941;p94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42" name="Google Shape;5942;p94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943" name="Google Shape;5943;p94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5944" name="Google Shape;5944;p94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45" name="Google Shape;5945;p94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946" name="Google Shape;5946;p94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5947" name="Google Shape;5947;p94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48" name="Google Shape;5948;p94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949" name="Google Shape;5949;p94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5950" name="Google Shape;5950;p94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51" name="Google Shape;5951;p94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952" name="Google Shape;5952;p94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5953" name="Google Shape;5953;p94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54" name="Google Shape;5954;p94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955" name="Google Shape;5955;p94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5956" name="Google Shape;5956;p94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57" name="Google Shape;5957;p94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958" name="Google Shape;5958;p94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5959" name="Google Shape;5959;p94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60" name="Google Shape;5960;p94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961" name="Google Shape;5961;p94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5962" name="Google Shape;5962;p94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63" name="Google Shape;5963;p94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964" name="Google Shape;5964;p94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5965" name="Google Shape;5965;p94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66" name="Google Shape;5966;p94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5967" name="Google Shape;5967;p94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68" name="Google Shape;5968;p94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69" name="Google Shape;5969;p94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0" name="Google Shape;5970;p94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1" name="Google Shape;5971;p94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2" name="Google Shape;5972;p94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3" name="Google Shape;5973;p94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4" name="Google Shape;5974;p94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5" name="Google Shape;5975;p94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6" name="Google Shape;5976;p94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7" name="Google Shape;5977;p94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8" name="Google Shape;5978;p94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9" name="Google Shape;5979;p94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5980" name="Google Shape;5980;p94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5981" name="Google Shape;5981;p94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982" name="Google Shape;5982;p94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983" name="Google Shape;5983;p94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5984" name="Google Shape;5984;p94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985" name="Google Shape;5985;p94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986" name="Google Shape;5986;p94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861" name="Google Shape;5861;p94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5987" name="Google Shape;5987;p94"/>
                <p:cNvGrpSpPr/>
                <p:nvPr/>
              </p:nvGrpSpPr>
              <p:grpSpPr>
                <a:xfrm>
                  <a:off x="7042815" y="4496514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5988" name="Google Shape;5988;p94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5989" name="Google Shape;5989;p94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5990" name="Google Shape;5990;p94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5991" name="Google Shape;5991;p94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5992" name="Google Shape;5992;p94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5993" name="Google Shape;5993;p94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994" name="Google Shape;5994;p94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5995" name="Google Shape;5995;p94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5996" name="Google Shape;5996;p94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5997" name="Google Shape;5997;p94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98" name="Google Shape;5998;p94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999" name="Google Shape;5999;p94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6000" name="Google Shape;6000;p94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001" name="Google Shape;6001;p94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6002" name="Google Shape;6002;p94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6003" name="Google Shape;6003;p94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004" name="Google Shape;6004;p94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6005" name="Google Shape;6005;p94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6006" name="Google Shape;6006;p94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007" name="Google Shape;6007;p94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6008" name="Google Shape;6008;p94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6009" name="Google Shape;6009;p94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010" name="Google Shape;6010;p94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6011" name="Google Shape;6011;p94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6012" name="Google Shape;6012;p94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013" name="Google Shape;6013;p94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6014" name="Google Shape;6014;p94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6015" name="Google Shape;6015;p94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016" name="Google Shape;6016;p94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6017" name="Google Shape;6017;p94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6018" name="Google Shape;6018;p94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019" name="Google Shape;6019;p94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6020" name="Google Shape;6020;p94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6021" name="Google Shape;6021;p94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022" name="Google Shape;6022;p94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6023" name="Google Shape;6023;p94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6024" name="Google Shape;6024;p94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025" name="Google Shape;6025;p94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6026" name="Google Shape;6026;p94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27" name="Google Shape;6027;p94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28" name="Google Shape;6028;p94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29" name="Google Shape;6029;p94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30" name="Google Shape;6030;p94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31" name="Google Shape;6031;p94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32" name="Google Shape;6032;p94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33" name="Google Shape;6033;p94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34" name="Google Shape;6034;p94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35" name="Google Shape;6035;p94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36" name="Google Shape;6036;p94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37" name="Google Shape;6037;p94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38" name="Google Shape;6038;p94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039" name="Google Shape;6039;p94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6040" name="Google Shape;6040;p94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41" name="Google Shape;6041;p94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042" name="Google Shape;6042;p94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5858" name="Google Shape;5858;p94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043" name="Google Shape;6043;p94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044" name="Google Shape;6044;p94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045" name="Google Shape;6045;p94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6046" name="Google Shape;6046;p94"/>
                <p:cNvSpPr txBox="1"/>
                <p:nvPr/>
              </p:nvSpPr>
              <p:spPr>
                <a:xfrm>
                  <a:off x="7175036" y="4021359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</p:grpSp>
          <p:sp>
            <p:nvSpPr>
              <p:cNvPr id="6047" name="Google Shape;6047;p94"/>
              <p:cNvSpPr txBox="1"/>
              <p:nvPr/>
            </p:nvSpPr>
            <p:spPr>
              <a:xfrm>
                <a:off x="7270703" y="4827855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</p:grpSp>
      </p:grpSp>
      <p:grpSp>
        <p:nvGrpSpPr>
          <p:cNvPr id="6048" name="Google Shape;6048;p94"/>
          <p:cNvGrpSpPr/>
          <p:nvPr/>
        </p:nvGrpSpPr>
        <p:grpSpPr>
          <a:xfrm>
            <a:off x="1017496" y="2600174"/>
            <a:ext cx="4405604" cy="990932"/>
            <a:chOff x="788896" y="6230880"/>
            <a:chExt cx="4405604" cy="990932"/>
          </a:xfrm>
        </p:grpSpPr>
        <p:grpSp>
          <p:nvGrpSpPr>
            <p:cNvPr id="6049" name="Google Shape;6049;p94"/>
            <p:cNvGrpSpPr/>
            <p:nvPr/>
          </p:nvGrpSpPr>
          <p:grpSpPr>
            <a:xfrm>
              <a:off x="1244508" y="6689164"/>
              <a:ext cx="3949992" cy="532648"/>
              <a:chOff x="1432767" y="3085352"/>
              <a:chExt cx="3949992" cy="532648"/>
            </a:xfrm>
          </p:grpSpPr>
          <p:cxnSp>
            <p:nvCxnSpPr>
              <p:cNvPr id="6050" name="Google Shape;6050;p94"/>
              <p:cNvCxnSpPr/>
              <p:nvPr/>
            </p:nvCxnSpPr>
            <p:spPr>
              <a:xfrm>
                <a:off x="3264355" y="3086100"/>
                <a:ext cx="1269273" cy="5190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51" name="Google Shape;6051;p94"/>
              <p:cNvCxnSpPr/>
              <p:nvPr/>
            </p:nvCxnSpPr>
            <p:spPr>
              <a:xfrm flipH="1">
                <a:off x="1432767" y="3085352"/>
                <a:ext cx="1588" cy="51435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52" name="Google Shape;6052;p94"/>
              <p:cNvCxnSpPr/>
              <p:nvPr/>
            </p:nvCxnSpPr>
            <p:spPr>
              <a:xfrm>
                <a:off x="3010952" y="3094877"/>
                <a:ext cx="0" cy="51435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53" name="Google Shape;6053;p94"/>
              <p:cNvCxnSpPr/>
              <p:nvPr/>
            </p:nvCxnSpPr>
            <p:spPr>
              <a:xfrm flipH="1">
                <a:off x="4588152" y="3086100"/>
                <a:ext cx="1587" cy="51435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54" name="Google Shape;6054;p94"/>
              <p:cNvCxnSpPr/>
              <p:nvPr/>
            </p:nvCxnSpPr>
            <p:spPr>
              <a:xfrm flipH="1">
                <a:off x="1502755" y="3091702"/>
                <a:ext cx="1269273" cy="5190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55" name="Google Shape;6055;p94"/>
              <p:cNvCxnSpPr/>
              <p:nvPr/>
            </p:nvCxnSpPr>
            <p:spPr>
              <a:xfrm flipH="1">
                <a:off x="3050155" y="3091702"/>
                <a:ext cx="1417185" cy="5262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56" name="Google Shape;6056;p94"/>
              <p:cNvCxnSpPr/>
              <p:nvPr/>
            </p:nvCxnSpPr>
            <p:spPr>
              <a:xfrm flipH="1">
                <a:off x="4780206" y="3340359"/>
                <a:ext cx="565231" cy="25215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57" name="Google Shape;6057;p94"/>
              <p:cNvCxnSpPr/>
              <p:nvPr/>
            </p:nvCxnSpPr>
            <p:spPr>
              <a:xfrm flipH="1">
                <a:off x="1632664" y="3086100"/>
                <a:ext cx="2609091" cy="473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58" name="Google Shape;6058;p94"/>
              <p:cNvCxnSpPr/>
              <p:nvPr/>
            </p:nvCxnSpPr>
            <p:spPr>
              <a:xfrm flipH="1">
                <a:off x="3230270" y="3253273"/>
                <a:ext cx="2052963" cy="33434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59" name="Google Shape;6059;p94"/>
              <p:cNvCxnSpPr>
                <a:endCxn id="6060" idx="3"/>
              </p:cNvCxnSpPr>
              <p:nvPr/>
            </p:nvCxnSpPr>
            <p:spPr>
              <a:xfrm flipH="1">
                <a:off x="1802897" y="3147527"/>
                <a:ext cx="3530100" cy="407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61" name="Google Shape;6061;p94"/>
              <p:cNvCxnSpPr/>
              <p:nvPr/>
            </p:nvCxnSpPr>
            <p:spPr>
              <a:xfrm>
                <a:off x="1444739" y="3093289"/>
                <a:ext cx="1552575" cy="51752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62" name="Google Shape;6062;p94"/>
              <p:cNvCxnSpPr/>
              <p:nvPr/>
            </p:nvCxnSpPr>
            <p:spPr>
              <a:xfrm>
                <a:off x="1585177" y="3086100"/>
                <a:ext cx="3014662" cy="52546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63" name="Google Shape;6063;p94"/>
              <p:cNvCxnSpPr/>
              <p:nvPr/>
            </p:nvCxnSpPr>
            <p:spPr>
              <a:xfrm>
                <a:off x="1650240" y="3086100"/>
                <a:ext cx="3682756" cy="48441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64" name="Google Shape;6064;p94"/>
              <p:cNvCxnSpPr/>
              <p:nvPr/>
            </p:nvCxnSpPr>
            <p:spPr>
              <a:xfrm rot="10800000">
                <a:off x="4665026" y="3086101"/>
                <a:ext cx="674190" cy="20449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65" name="Google Shape;6065;p94"/>
              <p:cNvCxnSpPr/>
              <p:nvPr/>
            </p:nvCxnSpPr>
            <p:spPr>
              <a:xfrm>
                <a:off x="3419946" y="3086100"/>
                <a:ext cx="1962813" cy="3662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066" name="Google Shape;6066;p94"/>
            <p:cNvGrpSpPr/>
            <p:nvPr/>
          </p:nvGrpSpPr>
          <p:grpSpPr>
            <a:xfrm>
              <a:off x="788896" y="6230951"/>
              <a:ext cx="914400" cy="479686"/>
              <a:chOff x="3668110" y="2448910"/>
              <a:chExt cx="3794234" cy="2165130"/>
            </a:xfrm>
          </p:grpSpPr>
          <p:sp>
            <p:nvSpPr>
              <p:cNvPr id="6067" name="Google Shape;6067;p9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8" name="Google Shape;6068;p9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69" name="Google Shape;6069;p9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6070" name="Google Shape;6070;p9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71" name="Google Shape;6071;p9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72" name="Google Shape;6072;p9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73" name="Google Shape;6073;p9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074" name="Google Shape;6074;p94"/>
            <p:cNvGrpSpPr/>
            <p:nvPr/>
          </p:nvGrpSpPr>
          <p:grpSpPr>
            <a:xfrm>
              <a:off x="2375579" y="6230880"/>
              <a:ext cx="914400" cy="479686"/>
              <a:chOff x="3668110" y="2448910"/>
              <a:chExt cx="3794234" cy="2165130"/>
            </a:xfrm>
          </p:grpSpPr>
          <p:sp>
            <p:nvSpPr>
              <p:cNvPr id="6075" name="Google Shape;6075;p9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6" name="Google Shape;6076;p9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77" name="Google Shape;6077;p9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6078" name="Google Shape;6078;p9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79" name="Google Shape;6079;p9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0" name="Google Shape;6080;p9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1" name="Google Shape;6081;p9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082" name="Google Shape;6082;p94"/>
            <p:cNvGrpSpPr/>
            <p:nvPr/>
          </p:nvGrpSpPr>
          <p:grpSpPr>
            <a:xfrm>
              <a:off x="3946379" y="6235680"/>
              <a:ext cx="914400" cy="479686"/>
              <a:chOff x="3668110" y="2448910"/>
              <a:chExt cx="3794234" cy="2165130"/>
            </a:xfrm>
          </p:grpSpPr>
          <p:sp>
            <p:nvSpPr>
              <p:cNvPr id="6083" name="Google Shape;6083;p9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4" name="Google Shape;6084;p9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85" name="Google Shape;6085;p9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6086" name="Google Shape;6086;p9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7" name="Google Shape;6087;p9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8" name="Google Shape;6088;p9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9" name="Google Shape;6089;p9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6090" name="Google Shape;6090;p94"/>
          <p:cNvGrpSpPr/>
          <p:nvPr/>
        </p:nvGrpSpPr>
        <p:grpSpPr>
          <a:xfrm>
            <a:off x="628632" y="3550503"/>
            <a:ext cx="4630108" cy="1935947"/>
            <a:chOff x="628632" y="3550503"/>
            <a:chExt cx="4630108" cy="1935947"/>
          </a:xfrm>
        </p:grpSpPr>
        <p:grpSp>
          <p:nvGrpSpPr>
            <p:cNvPr id="6091" name="Google Shape;6091;p94"/>
            <p:cNvGrpSpPr/>
            <p:nvPr/>
          </p:nvGrpSpPr>
          <p:grpSpPr>
            <a:xfrm>
              <a:off x="3833515" y="3951330"/>
              <a:ext cx="1425225" cy="1535120"/>
              <a:chOff x="6576715" y="4111039"/>
              <a:chExt cx="1425225" cy="1535120"/>
            </a:xfrm>
          </p:grpSpPr>
          <p:cxnSp>
            <p:nvCxnSpPr>
              <p:cNvPr id="6092" name="Google Shape;6092;p94"/>
              <p:cNvCxnSpPr>
                <a:endCxn id="6093" idx="4"/>
              </p:cNvCxnSpPr>
              <p:nvPr/>
            </p:nvCxnSpPr>
            <p:spPr>
              <a:xfrm flipH="1">
                <a:off x="6696047" y="4111039"/>
                <a:ext cx="436800" cy="59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94" name="Google Shape;6094;p94"/>
              <p:cNvCxnSpPr>
                <a:endCxn id="6095" idx="2"/>
              </p:cNvCxnSpPr>
              <p:nvPr/>
            </p:nvCxnSpPr>
            <p:spPr>
              <a:xfrm flipH="1">
                <a:off x="7005572" y="4120564"/>
                <a:ext cx="264900" cy="5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96" name="Google Shape;6096;p94"/>
              <p:cNvCxnSpPr>
                <a:endCxn id="6097" idx="4"/>
              </p:cNvCxnSpPr>
              <p:nvPr/>
            </p:nvCxnSpPr>
            <p:spPr>
              <a:xfrm>
                <a:off x="7539246" y="4149139"/>
                <a:ext cx="314700" cy="55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6098" name="Google Shape;6098;p94"/>
              <p:cNvGrpSpPr/>
              <p:nvPr/>
            </p:nvGrpSpPr>
            <p:grpSpPr>
              <a:xfrm>
                <a:off x="6576715" y="4640970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099" name="Google Shape;6099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100" name="Google Shape;6100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101" name="Google Shape;6101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102" name="Google Shape;6102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103" name="Google Shape;6103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104" name="Google Shape;6104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05" name="Google Shape;6105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106" name="Google Shape;6106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107" name="Google Shape;6107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108" name="Google Shape;6108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09" name="Google Shape;6109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10" name="Google Shape;6110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111" name="Google Shape;6111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12" name="Google Shape;6112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13" name="Google Shape;6113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114" name="Google Shape;6114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15" name="Google Shape;6115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16" name="Google Shape;6116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117" name="Google Shape;6117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18" name="Google Shape;6118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19" name="Google Shape;6119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120" name="Google Shape;6120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21" name="Google Shape;6121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22" name="Google Shape;6122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123" name="Google Shape;6123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24" name="Google Shape;6124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25" name="Google Shape;6125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126" name="Google Shape;6126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27" name="Google Shape;6127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28" name="Google Shape;6128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129" name="Google Shape;6129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30" name="Google Shape;6130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31" name="Google Shape;6131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132" name="Google Shape;6132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33" name="Google Shape;6133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34" name="Google Shape;6134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135" name="Google Shape;6135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36" name="Google Shape;6136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137" name="Google Shape;6137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38" name="Google Shape;6138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39" name="Google Shape;6139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40" name="Google Shape;6140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41" name="Google Shape;6141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42" name="Google Shape;6142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43" name="Google Shape;6143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44" name="Google Shape;6144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45" name="Google Shape;6145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46" name="Google Shape;6146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47" name="Google Shape;6147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48" name="Google Shape;6148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49" name="Google Shape;6149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150" name="Google Shape;6150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151" name="Google Shape;6151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52" name="Google Shape;6152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153" name="Google Shape;6153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093" name="Google Shape;6093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54" name="Google Shape;6154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55" name="Google Shape;6155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56" name="Google Shape;6156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cxnSp>
            <p:nvCxnSpPr>
              <p:cNvPr id="6157" name="Google Shape;6157;p94"/>
              <p:cNvCxnSpPr>
                <a:endCxn id="6158" idx="9"/>
              </p:cNvCxnSpPr>
              <p:nvPr/>
            </p:nvCxnSpPr>
            <p:spPr>
              <a:xfrm>
                <a:off x="7282802" y="4119099"/>
                <a:ext cx="32700" cy="57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6159" name="Google Shape;6159;p94"/>
              <p:cNvGrpSpPr/>
              <p:nvPr/>
            </p:nvGrpSpPr>
            <p:grpSpPr>
              <a:xfrm>
                <a:off x="6885965" y="4644942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160" name="Google Shape;6160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161" name="Google Shape;6161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162" name="Google Shape;6162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163" name="Google Shape;6163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164" name="Google Shape;6164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165" name="Google Shape;6165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66" name="Google Shape;6166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167" name="Google Shape;6167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168" name="Google Shape;6168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169" name="Google Shape;6169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70" name="Google Shape;6170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71" name="Google Shape;6171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172" name="Google Shape;6172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73" name="Google Shape;6173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74" name="Google Shape;6174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175" name="Google Shape;6175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76" name="Google Shape;6176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77" name="Google Shape;6177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178" name="Google Shape;6178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79" name="Google Shape;6179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80" name="Google Shape;6180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181" name="Google Shape;6181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82" name="Google Shape;6182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83" name="Google Shape;6183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184" name="Google Shape;6184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85" name="Google Shape;6185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86" name="Google Shape;6186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187" name="Google Shape;6187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88" name="Google Shape;6188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89" name="Google Shape;6189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190" name="Google Shape;6190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91" name="Google Shape;6191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92" name="Google Shape;6192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193" name="Google Shape;6193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94" name="Google Shape;6194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95" name="Google Shape;6195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196" name="Google Shape;6196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97" name="Google Shape;6197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198" name="Google Shape;6198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99" name="Google Shape;6199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00" name="Google Shape;6200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01" name="Google Shape;6201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02" name="Google Shape;6202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03" name="Google Shape;6203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04" name="Google Shape;6204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05" name="Google Shape;6205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06" name="Google Shape;6206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07" name="Google Shape;6207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08" name="Google Shape;6208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09" name="Google Shape;6209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10" name="Google Shape;6210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211" name="Google Shape;6211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212" name="Google Shape;6212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13" name="Google Shape;6213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214" name="Google Shape;6214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215" name="Google Shape;6215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16" name="Google Shape;6216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17" name="Google Shape;6217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95" name="Google Shape;6095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6218" name="Google Shape;6218;p94"/>
              <p:cNvGrpSpPr/>
              <p:nvPr/>
            </p:nvGrpSpPr>
            <p:grpSpPr>
              <a:xfrm>
                <a:off x="7195215" y="4648914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219" name="Google Shape;6219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220" name="Google Shape;6220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221" name="Google Shape;6221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222" name="Google Shape;6222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223" name="Google Shape;6223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224" name="Google Shape;6224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25" name="Google Shape;6225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226" name="Google Shape;6226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227" name="Google Shape;6227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228" name="Google Shape;6228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29" name="Google Shape;6229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30" name="Google Shape;6230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231" name="Google Shape;6231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32" name="Google Shape;6232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33" name="Google Shape;6233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234" name="Google Shape;6234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35" name="Google Shape;6235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36" name="Google Shape;6236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237" name="Google Shape;6237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38" name="Google Shape;6238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39" name="Google Shape;6239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240" name="Google Shape;6240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41" name="Google Shape;6241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42" name="Google Shape;6242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243" name="Google Shape;6243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44" name="Google Shape;6244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45" name="Google Shape;6245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246" name="Google Shape;6246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47" name="Google Shape;6247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48" name="Google Shape;6248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249" name="Google Shape;6249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50" name="Google Shape;6250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51" name="Google Shape;6251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252" name="Google Shape;6252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53" name="Google Shape;6253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54" name="Google Shape;6254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255" name="Google Shape;6255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56" name="Google Shape;6256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257" name="Google Shape;6257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58" name="Google Shape;6258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59" name="Google Shape;6259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60" name="Google Shape;6260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61" name="Google Shape;6261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62" name="Google Shape;6262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63" name="Google Shape;6263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64" name="Google Shape;6264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65" name="Google Shape;6265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66" name="Google Shape;6266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67" name="Google Shape;6267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68" name="Google Shape;6268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69" name="Google Shape;6269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270" name="Google Shape;6270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271" name="Google Shape;6271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72" name="Google Shape;6272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273" name="Google Shape;6273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158" name="Google Shape;6158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74" name="Google Shape;6274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75" name="Google Shape;6275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76" name="Google Shape;6276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6277" name="Google Shape;6277;p94"/>
              <p:cNvGrpSpPr/>
              <p:nvPr/>
            </p:nvGrpSpPr>
            <p:grpSpPr>
              <a:xfrm>
                <a:off x="7734734" y="4641605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278" name="Google Shape;6278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279" name="Google Shape;6279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280" name="Google Shape;6280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281" name="Google Shape;6281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282" name="Google Shape;6282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283" name="Google Shape;6283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84" name="Google Shape;6284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285" name="Google Shape;6285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286" name="Google Shape;6286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287" name="Google Shape;6287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88" name="Google Shape;6288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89" name="Google Shape;6289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290" name="Google Shape;6290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91" name="Google Shape;6291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92" name="Google Shape;6292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293" name="Google Shape;6293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94" name="Google Shape;6294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95" name="Google Shape;6295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296" name="Google Shape;6296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97" name="Google Shape;6297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98" name="Google Shape;6298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299" name="Google Shape;6299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00" name="Google Shape;6300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01" name="Google Shape;6301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302" name="Google Shape;6302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03" name="Google Shape;6303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04" name="Google Shape;6304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305" name="Google Shape;6305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06" name="Google Shape;6306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07" name="Google Shape;6307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308" name="Google Shape;6308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09" name="Google Shape;6309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10" name="Google Shape;6310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311" name="Google Shape;6311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12" name="Google Shape;6312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13" name="Google Shape;6313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314" name="Google Shape;6314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15" name="Google Shape;6315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316" name="Google Shape;6316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17" name="Google Shape;6317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18" name="Google Shape;6318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19" name="Google Shape;6319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20" name="Google Shape;6320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21" name="Google Shape;6321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22" name="Google Shape;6322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23" name="Google Shape;6323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24" name="Google Shape;6324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25" name="Google Shape;6325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26" name="Google Shape;6326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27" name="Google Shape;6327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28" name="Google Shape;6328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329" name="Google Shape;6329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330" name="Google Shape;6330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31" name="Google Shape;6331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332" name="Google Shape;6332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097" name="Google Shape;6097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33" name="Google Shape;6333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34" name="Google Shape;6334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35" name="Google Shape;6335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6336" name="Google Shape;6336;p94"/>
              <p:cNvSpPr txBox="1"/>
              <p:nvPr/>
            </p:nvSpPr>
            <p:spPr>
              <a:xfrm>
                <a:off x="7327436" y="4173759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sp>
            <p:nvSpPr>
              <p:cNvPr id="6337" name="Google Shape;6337;p94"/>
              <p:cNvSpPr txBox="1"/>
              <p:nvPr/>
            </p:nvSpPr>
            <p:spPr>
              <a:xfrm>
                <a:off x="7423103" y="4980255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</p:grpSp>
        <p:grpSp>
          <p:nvGrpSpPr>
            <p:cNvPr id="6338" name="Google Shape;6338;p94"/>
            <p:cNvGrpSpPr/>
            <p:nvPr/>
          </p:nvGrpSpPr>
          <p:grpSpPr>
            <a:xfrm>
              <a:off x="2237797" y="3951330"/>
              <a:ext cx="1425225" cy="1535120"/>
              <a:chOff x="6576715" y="4111039"/>
              <a:chExt cx="1425225" cy="1535120"/>
            </a:xfrm>
          </p:grpSpPr>
          <p:cxnSp>
            <p:nvCxnSpPr>
              <p:cNvPr id="6339" name="Google Shape;6339;p94"/>
              <p:cNvCxnSpPr>
                <a:endCxn id="6340" idx="4"/>
              </p:cNvCxnSpPr>
              <p:nvPr/>
            </p:nvCxnSpPr>
            <p:spPr>
              <a:xfrm flipH="1">
                <a:off x="6696047" y="4111039"/>
                <a:ext cx="436800" cy="59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341" name="Google Shape;6341;p94"/>
              <p:cNvCxnSpPr>
                <a:endCxn id="6342" idx="2"/>
              </p:cNvCxnSpPr>
              <p:nvPr/>
            </p:nvCxnSpPr>
            <p:spPr>
              <a:xfrm flipH="1">
                <a:off x="7005572" y="4120564"/>
                <a:ext cx="264900" cy="5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343" name="Google Shape;6343;p94"/>
              <p:cNvCxnSpPr>
                <a:endCxn id="6344" idx="4"/>
              </p:cNvCxnSpPr>
              <p:nvPr/>
            </p:nvCxnSpPr>
            <p:spPr>
              <a:xfrm>
                <a:off x="7539246" y="4149139"/>
                <a:ext cx="314700" cy="55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6345" name="Google Shape;6345;p94"/>
              <p:cNvGrpSpPr/>
              <p:nvPr/>
            </p:nvGrpSpPr>
            <p:grpSpPr>
              <a:xfrm>
                <a:off x="6576715" y="4640970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346" name="Google Shape;6346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347" name="Google Shape;6347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348" name="Google Shape;6348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349" name="Google Shape;6349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350" name="Google Shape;6350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351" name="Google Shape;6351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52" name="Google Shape;6352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353" name="Google Shape;6353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354" name="Google Shape;6354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355" name="Google Shape;6355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56" name="Google Shape;6356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57" name="Google Shape;6357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358" name="Google Shape;6358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59" name="Google Shape;6359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60" name="Google Shape;6360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361" name="Google Shape;6361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62" name="Google Shape;6362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63" name="Google Shape;6363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364" name="Google Shape;6364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65" name="Google Shape;6365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66" name="Google Shape;6366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367" name="Google Shape;6367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68" name="Google Shape;6368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69" name="Google Shape;6369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370" name="Google Shape;6370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71" name="Google Shape;6371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72" name="Google Shape;6372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373" name="Google Shape;6373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74" name="Google Shape;6374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75" name="Google Shape;6375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376" name="Google Shape;6376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77" name="Google Shape;6377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78" name="Google Shape;6378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379" name="Google Shape;6379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80" name="Google Shape;6380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81" name="Google Shape;6381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382" name="Google Shape;6382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83" name="Google Shape;6383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384" name="Google Shape;6384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85" name="Google Shape;6385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86" name="Google Shape;6386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87" name="Google Shape;6387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88" name="Google Shape;6388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89" name="Google Shape;6389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90" name="Google Shape;6390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91" name="Google Shape;6391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92" name="Google Shape;6392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93" name="Google Shape;6393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94" name="Google Shape;6394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95" name="Google Shape;6395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96" name="Google Shape;6396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397" name="Google Shape;6397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398" name="Google Shape;6398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9" name="Google Shape;6399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400" name="Google Shape;6400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340" name="Google Shape;6340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01" name="Google Shape;6401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02" name="Google Shape;6402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03" name="Google Shape;6403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cxnSp>
            <p:nvCxnSpPr>
              <p:cNvPr id="6404" name="Google Shape;6404;p94"/>
              <p:cNvCxnSpPr>
                <a:endCxn id="6405" idx="9"/>
              </p:cNvCxnSpPr>
              <p:nvPr/>
            </p:nvCxnSpPr>
            <p:spPr>
              <a:xfrm>
                <a:off x="7282802" y="4119099"/>
                <a:ext cx="32700" cy="57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6406" name="Google Shape;6406;p94"/>
              <p:cNvGrpSpPr/>
              <p:nvPr/>
            </p:nvGrpSpPr>
            <p:grpSpPr>
              <a:xfrm>
                <a:off x="6885965" y="4644942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407" name="Google Shape;6407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408" name="Google Shape;6408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409" name="Google Shape;6409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410" name="Google Shape;6410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411" name="Google Shape;6411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412" name="Google Shape;6412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13" name="Google Shape;6413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414" name="Google Shape;6414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415" name="Google Shape;6415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416" name="Google Shape;6416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17" name="Google Shape;6417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18" name="Google Shape;6418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419" name="Google Shape;6419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20" name="Google Shape;6420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21" name="Google Shape;6421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422" name="Google Shape;6422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23" name="Google Shape;6423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24" name="Google Shape;6424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425" name="Google Shape;6425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26" name="Google Shape;6426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27" name="Google Shape;6427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428" name="Google Shape;6428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29" name="Google Shape;6429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30" name="Google Shape;6430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431" name="Google Shape;6431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32" name="Google Shape;6432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33" name="Google Shape;6433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434" name="Google Shape;6434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35" name="Google Shape;6435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36" name="Google Shape;6436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437" name="Google Shape;6437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38" name="Google Shape;6438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39" name="Google Shape;6439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440" name="Google Shape;6440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41" name="Google Shape;6441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42" name="Google Shape;6442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443" name="Google Shape;6443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44" name="Google Shape;6444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445" name="Google Shape;6445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46" name="Google Shape;6446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47" name="Google Shape;6447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48" name="Google Shape;6448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49" name="Google Shape;6449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50" name="Google Shape;6450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51" name="Google Shape;6451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52" name="Google Shape;6452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53" name="Google Shape;6453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54" name="Google Shape;6454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55" name="Google Shape;6455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56" name="Google Shape;6456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57" name="Google Shape;6457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458" name="Google Shape;6458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459" name="Google Shape;6459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60" name="Google Shape;6460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461" name="Google Shape;6461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462" name="Google Shape;6462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63" name="Google Shape;6463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64" name="Google Shape;6464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42" name="Google Shape;6342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6465" name="Google Shape;6465;p94"/>
              <p:cNvGrpSpPr/>
              <p:nvPr/>
            </p:nvGrpSpPr>
            <p:grpSpPr>
              <a:xfrm>
                <a:off x="7195215" y="4648914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466" name="Google Shape;6466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467" name="Google Shape;6467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468" name="Google Shape;6468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469" name="Google Shape;6469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470" name="Google Shape;6470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471" name="Google Shape;6471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72" name="Google Shape;6472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473" name="Google Shape;6473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474" name="Google Shape;6474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475" name="Google Shape;6475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76" name="Google Shape;6476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77" name="Google Shape;6477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478" name="Google Shape;6478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79" name="Google Shape;6479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80" name="Google Shape;6480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481" name="Google Shape;6481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82" name="Google Shape;6482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83" name="Google Shape;6483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484" name="Google Shape;6484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85" name="Google Shape;6485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86" name="Google Shape;6486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487" name="Google Shape;6487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88" name="Google Shape;6488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89" name="Google Shape;6489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490" name="Google Shape;6490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91" name="Google Shape;6491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92" name="Google Shape;6492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493" name="Google Shape;6493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94" name="Google Shape;6494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95" name="Google Shape;6495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496" name="Google Shape;6496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97" name="Google Shape;6497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98" name="Google Shape;6498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499" name="Google Shape;6499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00" name="Google Shape;6500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501" name="Google Shape;6501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502" name="Google Shape;6502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03" name="Google Shape;6503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504" name="Google Shape;6504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05" name="Google Shape;6505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06" name="Google Shape;6506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07" name="Google Shape;6507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08" name="Google Shape;6508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09" name="Google Shape;6509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10" name="Google Shape;6510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11" name="Google Shape;6511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12" name="Google Shape;6512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13" name="Google Shape;6513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14" name="Google Shape;6514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15" name="Google Shape;6515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16" name="Google Shape;6516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517" name="Google Shape;6517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518" name="Google Shape;6518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19" name="Google Shape;6519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520" name="Google Shape;6520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405" name="Google Shape;6405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521" name="Google Shape;6521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522" name="Google Shape;6522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523" name="Google Shape;6523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6524" name="Google Shape;6524;p94"/>
              <p:cNvGrpSpPr/>
              <p:nvPr/>
            </p:nvGrpSpPr>
            <p:grpSpPr>
              <a:xfrm>
                <a:off x="7734734" y="4641605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525" name="Google Shape;6525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526" name="Google Shape;6526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527" name="Google Shape;6527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528" name="Google Shape;6528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529" name="Google Shape;6529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530" name="Google Shape;6530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31" name="Google Shape;6531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532" name="Google Shape;6532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533" name="Google Shape;6533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534" name="Google Shape;6534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35" name="Google Shape;6535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536" name="Google Shape;6536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537" name="Google Shape;6537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38" name="Google Shape;6538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539" name="Google Shape;6539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540" name="Google Shape;6540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41" name="Google Shape;6541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542" name="Google Shape;6542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543" name="Google Shape;6543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44" name="Google Shape;6544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545" name="Google Shape;6545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546" name="Google Shape;6546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47" name="Google Shape;6547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548" name="Google Shape;6548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549" name="Google Shape;6549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50" name="Google Shape;6550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551" name="Google Shape;6551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552" name="Google Shape;6552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53" name="Google Shape;6553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554" name="Google Shape;6554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555" name="Google Shape;6555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56" name="Google Shape;6556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557" name="Google Shape;6557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558" name="Google Shape;6558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59" name="Google Shape;6559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560" name="Google Shape;6560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561" name="Google Shape;6561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62" name="Google Shape;6562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563" name="Google Shape;6563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64" name="Google Shape;6564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65" name="Google Shape;6565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66" name="Google Shape;6566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67" name="Google Shape;6567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68" name="Google Shape;6568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69" name="Google Shape;6569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70" name="Google Shape;6570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71" name="Google Shape;6571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72" name="Google Shape;6572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73" name="Google Shape;6573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74" name="Google Shape;6574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75" name="Google Shape;6575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576" name="Google Shape;6576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577" name="Google Shape;6577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78" name="Google Shape;6578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579" name="Google Shape;6579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344" name="Google Shape;6344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580" name="Google Shape;6580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581" name="Google Shape;6581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582" name="Google Shape;6582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6583" name="Google Shape;6583;p94"/>
              <p:cNvSpPr txBox="1"/>
              <p:nvPr/>
            </p:nvSpPr>
            <p:spPr>
              <a:xfrm>
                <a:off x="7327436" y="4173759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sp>
            <p:nvSpPr>
              <p:cNvPr id="6584" name="Google Shape;6584;p94"/>
              <p:cNvSpPr txBox="1"/>
              <p:nvPr/>
            </p:nvSpPr>
            <p:spPr>
              <a:xfrm>
                <a:off x="7423103" y="4980255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</p:grpSp>
        <p:grpSp>
          <p:nvGrpSpPr>
            <p:cNvPr id="6585" name="Google Shape;6585;p94"/>
            <p:cNvGrpSpPr/>
            <p:nvPr/>
          </p:nvGrpSpPr>
          <p:grpSpPr>
            <a:xfrm>
              <a:off x="628632" y="3951330"/>
              <a:ext cx="1425225" cy="1535120"/>
              <a:chOff x="6576715" y="4111039"/>
              <a:chExt cx="1425225" cy="1535120"/>
            </a:xfrm>
          </p:grpSpPr>
          <p:cxnSp>
            <p:nvCxnSpPr>
              <p:cNvPr id="6586" name="Google Shape;6586;p94"/>
              <p:cNvCxnSpPr>
                <a:endCxn id="6587" idx="4"/>
              </p:cNvCxnSpPr>
              <p:nvPr/>
            </p:nvCxnSpPr>
            <p:spPr>
              <a:xfrm flipH="1">
                <a:off x="6696047" y="4111039"/>
                <a:ext cx="436800" cy="59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88" name="Google Shape;6588;p94"/>
              <p:cNvCxnSpPr>
                <a:endCxn id="6589" idx="2"/>
              </p:cNvCxnSpPr>
              <p:nvPr/>
            </p:nvCxnSpPr>
            <p:spPr>
              <a:xfrm flipH="1">
                <a:off x="7005572" y="4120564"/>
                <a:ext cx="264900" cy="5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90" name="Google Shape;6590;p94"/>
              <p:cNvCxnSpPr>
                <a:endCxn id="6591" idx="4"/>
              </p:cNvCxnSpPr>
              <p:nvPr/>
            </p:nvCxnSpPr>
            <p:spPr>
              <a:xfrm>
                <a:off x="7539246" y="4149139"/>
                <a:ext cx="314700" cy="55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6592" name="Google Shape;6592;p94"/>
              <p:cNvGrpSpPr/>
              <p:nvPr/>
            </p:nvGrpSpPr>
            <p:grpSpPr>
              <a:xfrm>
                <a:off x="6576715" y="4640970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593" name="Google Shape;6593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594" name="Google Shape;6594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595" name="Google Shape;6595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596" name="Google Shape;6596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597" name="Google Shape;6597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598" name="Google Shape;6598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99" name="Google Shape;6599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600" name="Google Shape;6600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601" name="Google Shape;6601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602" name="Google Shape;6602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03" name="Google Shape;6603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04" name="Google Shape;6604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605" name="Google Shape;6605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06" name="Google Shape;6606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07" name="Google Shape;6607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608" name="Google Shape;6608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09" name="Google Shape;6609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10" name="Google Shape;6610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611" name="Google Shape;6611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12" name="Google Shape;6612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13" name="Google Shape;6613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614" name="Google Shape;6614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15" name="Google Shape;6615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16" name="Google Shape;6616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617" name="Google Shape;6617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18" name="Google Shape;6618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19" name="Google Shape;6619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620" name="Google Shape;6620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21" name="Google Shape;6621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22" name="Google Shape;6622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623" name="Google Shape;6623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24" name="Google Shape;6624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25" name="Google Shape;6625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626" name="Google Shape;6626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27" name="Google Shape;6627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28" name="Google Shape;6628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629" name="Google Shape;6629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30" name="Google Shape;6630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631" name="Google Shape;6631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32" name="Google Shape;6632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33" name="Google Shape;6633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34" name="Google Shape;6634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35" name="Google Shape;6635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36" name="Google Shape;6636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37" name="Google Shape;6637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38" name="Google Shape;6638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39" name="Google Shape;6639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40" name="Google Shape;6640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41" name="Google Shape;6641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42" name="Google Shape;6642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43" name="Google Shape;6643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644" name="Google Shape;6644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645" name="Google Shape;6645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46" name="Google Shape;6646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647" name="Google Shape;6647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587" name="Google Shape;6587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48" name="Google Shape;6648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49" name="Google Shape;6649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50" name="Google Shape;6650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cxnSp>
            <p:nvCxnSpPr>
              <p:cNvPr id="6651" name="Google Shape;6651;p94"/>
              <p:cNvCxnSpPr>
                <a:endCxn id="6652" idx="9"/>
              </p:cNvCxnSpPr>
              <p:nvPr/>
            </p:nvCxnSpPr>
            <p:spPr>
              <a:xfrm>
                <a:off x="7282802" y="4119099"/>
                <a:ext cx="32700" cy="57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6653" name="Google Shape;6653;p94"/>
              <p:cNvGrpSpPr/>
              <p:nvPr/>
            </p:nvGrpSpPr>
            <p:grpSpPr>
              <a:xfrm>
                <a:off x="6885965" y="4644942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654" name="Google Shape;6654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655" name="Google Shape;6655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656" name="Google Shape;6656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657" name="Google Shape;6657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658" name="Google Shape;6658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659" name="Google Shape;6659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60" name="Google Shape;6660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661" name="Google Shape;6661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662" name="Google Shape;6662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663" name="Google Shape;6663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64" name="Google Shape;6664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65" name="Google Shape;6665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666" name="Google Shape;6666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67" name="Google Shape;6667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68" name="Google Shape;6668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669" name="Google Shape;6669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70" name="Google Shape;6670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71" name="Google Shape;6671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672" name="Google Shape;6672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73" name="Google Shape;6673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74" name="Google Shape;6674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675" name="Google Shape;6675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76" name="Google Shape;6676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77" name="Google Shape;6677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678" name="Google Shape;6678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79" name="Google Shape;6679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80" name="Google Shape;6680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681" name="Google Shape;6681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82" name="Google Shape;6682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83" name="Google Shape;6683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684" name="Google Shape;6684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85" name="Google Shape;6685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86" name="Google Shape;6686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687" name="Google Shape;6687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88" name="Google Shape;6688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89" name="Google Shape;6689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690" name="Google Shape;6690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91" name="Google Shape;6691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692" name="Google Shape;6692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93" name="Google Shape;6693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94" name="Google Shape;6694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95" name="Google Shape;6695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96" name="Google Shape;6696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97" name="Google Shape;6697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98" name="Google Shape;6698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99" name="Google Shape;6699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00" name="Google Shape;6700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01" name="Google Shape;6701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02" name="Google Shape;6702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03" name="Google Shape;6703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04" name="Google Shape;6704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705" name="Google Shape;6705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706" name="Google Shape;6706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07" name="Google Shape;6707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708" name="Google Shape;6708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709" name="Google Shape;6709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10" name="Google Shape;6710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11" name="Google Shape;6711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589" name="Google Shape;6589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6712" name="Google Shape;6712;p94"/>
              <p:cNvGrpSpPr/>
              <p:nvPr/>
            </p:nvGrpSpPr>
            <p:grpSpPr>
              <a:xfrm>
                <a:off x="7195215" y="4648914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713" name="Google Shape;6713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714" name="Google Shape;6714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715" name="Google Shape;6715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716" name="Google Shape;6716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717" name="Google Shape;6717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718" name="Google Shape;6718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19" name="Google Shape;6719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720" name="Google Shape;6720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721" name="Google Shape;6721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722" name="Google Shape;6722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23" name="Google Shape;6723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24" name="Google Shape;6724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725" name="Google Shape;6725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26" name="Google Shape;6726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27" name="Google Shape;6727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728" name="Google Shape;6728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29" name="Google Shape;6729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30" name="Google Shape;6730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731" name="Google Shape;6731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32" name="Google Shape;6732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33" name="Google Shape;6733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734" name="Google Shape;6734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35" name="Google Shape;6735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36" name="Google Shape;6736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737" name="Google Shape;6737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38" name="Google Shape;6738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39" name="Google Shape;6739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740" name="Google Shape;6740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41" name="Google Shape;6741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42" name="Google Shape;6742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743" name="Google Shape;6743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44" name="Google Shape;6744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45" name="Google Shape;6745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746" name="Google Shape;6746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47" name="Google Shape;6747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48" name="Google Shape;6748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749" name="Google Shape;6749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50" name="Google Shape;6750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751" name="Google Shape;6751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52" name="Google Shape;6752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53" name="Google Shape;6753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54" name="Google Shape;6754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55" name="Google Shape;6755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56" name="Google Shape;6756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57" name="Google Shape;6757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58" name="Google Shape;6758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59" name="Google Shape;6759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60" name="Google Shape;6760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61" name="Google Shape;6761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62" name="Google Shape;6762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63" name="Google Shape;6763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764" name="Google Shape;6764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765" name="Google Shape;6765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66" name="Google Shape;6766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767" name="Google Shape;6767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652" name="Google Shape;6652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68" name="Google Shape;6768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69" name="Google Shape;6769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70" name="Google Shape;6770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6771" name="Google Shape;6771;p94"/>
              <p:cNvGrpSpPr/>
              <p:nvPr/>
            </p:nvGrpSpPr>
            <p:grpSpPr>
              <a:xfrm>
                <a:off x="7734734" y="4641605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772" name="Google Shape;6772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773" name="Google Shape;6773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774" name="Google Shape;6774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775" name="Google Shape;6775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776" name="Google Shape;6776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777" name="Google Shape;6777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78" name="Google Shape;6778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779" name="Google Shape;6779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780" name="Google Shape;6780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781" name="Google Shape;6781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82" name="Google Shape;6782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83" name="Google Shape;6783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784" name="Google Shape;6784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85" name="Google Shape;6785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86" name="Google Shape;6786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787" name="Google Shape;6787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88" name="Google Shape;6788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89" name="Google Shape;6789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790" name="Google Shape;6790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91" name="Google Shape;6791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92" name="Google Shape;6792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793" name="Google Shape;6793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94" name="Google Shape;6794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95" name="Google Shape;6795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796" name="Google Shape;6796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97" name="Google Shape;6797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98" name="Google Shape;6798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799" name="Google Shape;6799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800" name="Google Shape;6800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801" name="Google Shape;6801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802" name="Google Shape;6802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803" name="Google Shape;6803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804" name="Google Shape;6804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805" name="Google Shape;6805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806" name="Google Shape;6806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807" name="Google Shape;6807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808" name="Google Shape;6808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809" name="Google Shape;6809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810" name="Google Shape;6810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11" name="Google Shape;6811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12" name="Google Shape;6812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13" name="Google Shape;6813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14" name="Google Shape;6814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15" name="Google Shape;6815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16" name="Google Shape;6816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17" name="Google Shape;6817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18" name="Google Shape;6818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19" name="Google Shape;6819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20" name="Google Shape;6820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21" name="Google Shape;6821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22" name="Google Shape;6822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823" name="Google Shape;6823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824" name="Google Shape;6824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25" name="Google Shape;6825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826" name="Google Shape;6826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591" name="Google Shape;6591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27" name="Google Shape;6827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28" name="Google Shape;6828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29" name="Google Shape;6829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6830" name="Google Shape;6830;p94"/>
              <p:cNvSpPr txBox="1"/>
              <p:nvPr/>
            </p:nvSpPr>
            <p:spPr>
              <a:xfrm>
                <a:off x="7327436" y="4173759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sp>
            <p:nvSpPr>
              <p:cNvPr id="6831" name="Google Shape;6831;p94"/>
              <p:cNvSpPr txBox="1"/>
              <p:nvPr/>
            </p:nvSpPr>
            <p:spPr>
              <a:xfrm>
                <a:off x="7423103" y="4980255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</p:grpSp>
        <p:grpSp>
          <p:nvGrpSpPr>
            <p:cNvPr id="6832" name="Google Shape;6832;p94"/>
            <p:cNvGrpSpPr/>
            <p:nvPr/>
          </p:nvGrpSpPr>
          <p:grpSpPr>
            <a:xfrm>
              <a:off x="977155" y="3550503"/>
              <a:ext cx="914400" cy="479686"/>
              <a:chOff x="3668110" y="2448910"/>
              <a:chExt cx="3794234" cy="2165130"/>
            </a:xfrm>
          </p:grpSpPr>
          <p:sp>
            <p:nvSpPr>
              <p:cNvPr id="6833" name="Google Shape;6833;p9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0" name="Google Shape;6060;p9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834" name="Google Shape;6834;p9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6835" name="Google Shape;6835;p9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6" name="Google Shape;6836;p9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7" name="Google Shape;6837;p9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8" name="Google Shape;6838;p9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839" name="Google Shape;6839;p94"/>
            <p:cNvGrpSpPr/>
            <p:nvPr/>
          </p:nvGrpSpPr>
          <p:grpSpPr>
            <a:xfrm>
              <a:off x="2554943" y="3564953"/>
              <a:ext cx="914400" cy="479686"/>
              <a:chOff x="3668110" y="2448910"/>
              <a:chExt cx="3794234" cy="2165130"/>
            </a:xfrm>
          </p:grpSpPr>
          <p:sp>
            <p:nvSpPr>
              <p:cNvPr id="6840" name="Google Shape;6840;p9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1" name="Google Shape;6841;p9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842" name="Google Shape;6842;p9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6843" name="Google Shape;6843;p9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44" name="Google Shape;6844;p9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45" name="Google Shape;6845;p9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46" name="Google Shape;6846;p9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847" name="Google Shape;6847;p94"/>
            <p:cNvGrpSpPr/>
            <p:nvPr/>
          </p:nvGrpSpPr>
          <p:grpSpPr>
            <a:xfrm>
              <a:off x="4132731" y="3579403"/>
              <a:ext cx="914400" cy="479686"/>
              <a:chOff x="3668110" y="2448910"/>
              <a:chExt cx="3794234" cy="2165130"/>
            </a:xfrm>
          </p:grpSpPr>
          <p:sp>
            <p:nvSpPr>
              <p:cNvPr id="6848" name="Google Shape;6848;p9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9" name="Google Shape;6849;p9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850" name="Google Shape;6850;p9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6851" name="Google Shape;6851;p9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52" name="Google Shape;6852;p9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53" name="Google Shape;6853;p9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54" name="Google Shape;6854;p9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9" name="Shape 6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" name="Google Shape;6860;p9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Datacenter networks: network elements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1" name="Google Shape;6861;p95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862" name="Google Shape;6862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9034" y="1653147"/>
            <a:ext cx="8440271" cy="4747652"/>
          </a:xfrm>
          <a:prstGeom prst="rect">
            <a:avLst/>
          </a:prstGeom>
          <a:noFill/>
          <a:ln>
            <a:noFill/>
          </a:ln>
        </p:spPr>
      </p:pic>
      <p:sp>
        <p:nvSpPr>
          <p:cNvPr id="6863" name="Google Shape;6863;p95"/>
          <p:cNvSpPr txBox="1"/>
          <p:nvPr/>
        </p:nvSpPr>
        <p:spPr>
          <a:xfrm>
            <a:off x="874058" y="1371600"/>
            <a:ext cx="669003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Facebook F16 data center network topology:</a:t>
            </a:r>
            <a:endParaRPr/>
          </a:p>
        </p:txBody>
      </p:sp>
      <p:sp>
        <p:nvSpPr>
          <p:cNvPr id="6864" name="Google Shape;6864;p95"/>
          <p:cNvSpPr txBox="1"/>
          <p:nvPr/>
        </p:nvSpPr>
        <p:spPr>
          <a:xfrm>
            <a:off x="1905000" y="6252882"/>
            <a:ext cx="8214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https://engineering.fb.com/data-center-engineering/f16-minipack/    (posted 3/2019)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9" name="Shape 6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0" name="Google Shape;6870;p9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Datacenter networks: multipath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1" name="Google Shape;6871;p96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872" name="Google Shape;6872;p96"/>
          <p:cNvGrpSpPr/>
          <p:nvPr/>
        </p:nvGrpSpPr>
        <p:grpSpPr>
          <a:xfrm>
            <a:off x="1358152" y="2378040"/>
            <a:ext cx="9601201" cy="4184782"/>
            <a:chOff x="1344706" y="2006080"/>
            <a:chExt cx="6858000" cy="2801542"/>
          </a:xfrm>
        </p:grpSpPr>
        <p:pic>
          <p:nvPicPr>
            <p:cNvPr id="6873" name="Google Shape;6873;p9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44706" y="2006080"/>
              <a:ext cx="6858000" cy="27740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74" name="Google Shape;6874;p96"/>
            <p:cNvSpPr/>
            <p:nvPr/>
          </p:nvSpPr>
          <p:spPr>
            <a:xfrm>
              <a:off x="1562964" y="3208452"/>
              <a:ext cx="5345622" cy="2264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75" name="Google Shape;6875;p96"/>
            <p:cNvGrpSpPr/>
            <p:nvPr/>
          </p:nvGrpSpPr>
          <p:grpSpPr>
            <a:xfrm>
              <a:off x="1707882" y="3208452"/>
              <a:ext cx="1877813" cy="232782"/>
              <a:chOff x="430412" y="3248793"/>
              <a:chExt cx="1877813" cy="232782"/>
            </a:xfrm>
          </p:grpSpPr>
          <p:cxnSp>
            <p:nvCxnSpPr>
              <p:cNvPr id="6876" name="Google Shape;6876;p96"/>
              <p:cNvCxnSpPr/>
              <p:nvPr/>
            </p:nvCxnSpPr>
            <p:spPr>
              <a:xfrm flipH="1" rot="10800000">
                <a:off x="430412" y="3248793"/>
                <a:ext cx="1738110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77" name="Google Shape;6877;p96"/>
              <p:cNvCxnSpPr/>
              <p:nvPr/>
            </p:nvCxnSpPr>
            <p:spPr>
              <a:xfrm flipH="1" rot="10800000">
                <a:off x="760625" y="3248793"/>
                <a:ext cx="1439650" cy="23278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78" name="Google Shape;6878;p96"/>
              <p:cNvCxnSpPr/>
              <p:nvPr/>
            </p:nvCxnSpPr>
            <p:spPr>
              <a:xfrm flipH="1" rot="10800000">
                <a:off x="1098582" y="3248793"/>
                <a:ext cx="1146632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79" name="Google Shape;6879;p96"/>
              <p:cNvCxnSpPr/>
              <p:nvPr/>
            </p:nvCxnSpPr>
            <p:spPr>
              <a:xfrm flipH="1" rot="10800000">
                <a:off x="1465090" y="3248793"/>
                <a:ext cx="843135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880" name="Google Shape;6880;p96"/>
            <p:cNvGrpSpPr/>
            <p:nvPr/>
          </p:nvGrpSpPr>
          <p:grpSpPr>
            <a:xfrm>
              <a:off x="3101707" y="3208452"/>
              <a:ext cx="1877813" cy="232782"/>
              <a:chOff x="430412" y="3248793"/>
              <a:chExt cx="1877813" cy="232782"/>
            </a:xfrm>
          </p:grpSpPr>
          <p:cxnSp>
            <p:nvCxnSpPr>
              <p:cNvPr id="6881" name="Google Shape;6881;p96"/>
              <p:cNvCxnSpPr/>
              <p:nvPr/>
            </p:nvCxnSpPr>
            <p:spPr>
              <a:xfrm flipH="1" rot="10800000">
                <a:off x="430412" y="3248793"/>
                <a:ext cx="1738110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82" name="Google Shape;6882;p96"/>
              <p:cNvCxnSpPr/>
              <p:nvPr/>
            </p:nvCxnSpPr>
            <p:spPr>
              <a:xfrm flipH="1" rot="10800000">
                <a:off x="760625" y="3248793"/>
                <a:ext cx="1439650" cy="23278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83" name="Google Shape;6883;p96"/>
              <p:cNvCxnSpPr/>
              <p:nvPr/>
            </p:nvCxnSpPr>
            <p:spPr>
              <a:xfrm flipH="1" rot="10800000">
                <a:off x="1098582" y="3248793"/>
                <a:ext cx="1146632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84" name="Google Shape;6884;p96"/>
              <p:cNvCxnSpPr/>
              <p:nvPr/>
            </p:nvCxnSpPr>
            <p:spPr>
              <a:xfrm flipH="1" rot="10800000">
                <a:off x="1465090" y="3248793"/>
                <a:ext cx="843135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885" name="Google Shape;6885;p96"/>
            <p:cNvGrpSpPr/>
            <p:nvPr/>
          </p:nvGrpSpPr>
          <p:grpSpPr>
            <a:xfrm>
              <a:off x="4495532" y="3211627"/>
              <a:ext cx="1877813" cy="232782"/>
              <a:chOff x="430412" y="3248793"/>
              <a:chExt cx="1877813" cy="232782"/>
            </a:xfrm>
          </p:grpSpPr>
          <p:cxnSp>
            <p:nvCxnSpPr>
              <p:cNvPr id="6886" name="Google Shape;6886;p96"/>
              <p:cNvCxnSpPr/>
              <p:nvPr/>
            </p:nvCxnSpPr>
            <p:spPr>
              <a:xfrm flipH="1" rot="10800000">
                <a:off x="430412" y="3248793"/>
                <a:ext cx="1738110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87" name="Google Shape;6887;p96"/>
              <p:cNvCxnSpPr/>
              <p:nvPr/>
            </p:nvCxnSpPr>
            <p:spPr>
              <a:xfrm flipH="1" rot="10800000">
                <a:off x="760625" y="3248793"/>
                <a:ext cx="1439650" cy="23278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88" name="Google Shape;6888;p96"/>
              <p:cNvCxnSpPr/>
              <p:nvPr/>
            </p:nvCxnSpPr>
            <p:spPr>
              <a:xfrm flipH="1" rot="10800000">
                <a:off x="1098582" y="3248793"/>
                <a:ext cx="1146632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89" name="Google Shape;6889;p96"/>
              <p:cNvCxnSpPr/>
              <p:nvPr/>
            </p:nvCxnSpPr>
            <p:spPr>
              <a:xfrm flipH="1" rot="10800000">
                <a:off x="1465090" y="3248793"/>
                <a:ext cx="843135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890" name="Google Shape;6890;p96"/>
            <p:cNvGrpSpPr/>
            <p:nvPr/>
          </p:nvGrpSpPr>
          <p:grpSpPr>
            <a:xfrm>
              <a:off x="1612076" y="3208452"/>
              <a:ext cx="1043898" cy="232783"/>
              <a:chOff x="334606" y="3248793"/>
              <a:chExt cx="1043898" cy="232783"/>
            </a:xfrm>
          </p:grpSpPr>
          <p:cxnSp>
            <p:nvCxnSpPr>
              <p:cNvPr id="6891" name="Google Shape;6891;p96"/>
              <p:cNvCxnSpPr/>
              <p:nvPr/>
            </p:nvCxnSpPr>
            <p:spPr>
              <a:xfrm flipH="1" rot="10800000">
                <a:off x="334606" y="3248793"/>
                <a:ext cx="623584" cy="23278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92" name="Google Shape;6892;p96"/>
              <p:cNvCxnSpPr/>
              <p:nvPr/>
            </p:nvCxnSpPr>
            <p:spPr>
              <a:xfrm flipH="1" rot="10800000">
                <a:off x="684422" y="3248793"/>
                <a:ext cx="304005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93" name="Google Shape;6893;p96"/>
              <p:cNvCxnSpPr/>
              <p:nvPr/>
            </p:nvCxnSpPr>
            <p:spPr>
              <a:xfrm rot="10800000">
                <a:off x="1020687" y="3251968"/>
                <a:ext cx="18156" cy="2230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94" name="Google Shape;6894;p96"/>
              <p:cNvCxnSpPr/>
              <p:nvPr/>
            </p:nvCxnSpPr>
            <p:spPr>
              <a:xfrm rot="10800000">
                <a:off x="1050169" y="3251968"/>
                <a:ext cx="328335" cy="2296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895" name="Google Shape;6895;p96"/>
            <p:cNvGrpSpPr/>
            <p:nvPr/>
          </p:nvGrpSpPr>
          <p:grpSpPr>
            <a:xfrm>
              <a:off x="3019745" y="3208452"/>
              <a:ext cx="1043898" cy="232783"/>
              <a:chOff x="334606" y="3248793"/>
              <a:chExt cx="1043898" cy="232783"/>
            </a:xfrm>
          </p:grpSpPr>
          <p:cxnSp>
            <p:nvCxnSpPr>
              <p:cNvPr id="6896" name="Google Shape;6896;p96"/>
              <p:cNvCxnSpPr/>
              <p:nvPr/>
            </p:nvCxnSpPr>
            <p:spPr>
              <a:xfrm flipH="1" rot="10800000">
                <a:off x="334606" y="3248793"/>
                <a:ext cx="623584" cy="23278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97" name="Google Shape;6897;p96"/>
              <p:cNvCxnSpPr/>
              <p:nvPr/>
            </p:nvCxnSpPr>
            <p:spPr>
              <a:xfrm flipH="1" rot="10800000">
                <a:off x="684422" y="3248793"/>
                <a:ext cx="304005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98" name="Google Shape;6898;p96"/>
              <p:cNvCxnSpPr/>
              <p:nvPr/>
            </p:nvCxnSpPr>
            <p:spPr>
              <a:xfrm rot="10800000">
                <a:off x="1020687" y="3251968"/>
                <a:ext cx="18156" cy="2230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99" name="Google Shape;6899;p96"/>
              <p:cNvCxnSpPr/>
              <p:nvPr/>
            </p:nvCxnSpPr>
            <p:spPr>
              <a:xfrm rot="10800000">
                <a:off x="1050169" y="3251968"/>
                <a:ext cx="328335" cy="2296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900" name="Google Shape;6900;p96"/>
            <p:cNvGrpSpPr/>
            <p:nvPr/>
          </p:nvGrpSpPr>
          <p:grpSpPr>
            <a:xfrm>
              <a:off x="4427414" y="3208452"/>
              <a:ext cx="1043898" cy="232783"/>
              <a:chOff x="334606" y="3248793"/>
              <a:chExt cx="1043898" cy="232783"/>
            </a:xfrm>
          </p:grpSpPr>
          <p:cxnSp>
            <p:nvCxnSpPr>
              <p:cNvPr id="6901" name="Google Shape;6901;p96"/>
              <p:cNvCxnSpPr/>
              <p:nvPr/>
            </p:nvCxnSpPr>
            <p:spPr>
              <a:xfrm flipH="1" rot="10800000">
                <a:off x="334606" y="3248793"/>
                <a:ext cx="623584" cy="23278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02" name="Google Shape;6902;p96"/>
              <p:cNvCxnSpPr/>
              <p:nvPr/>
            </p:nvCxnSpPr>
            <p:spPr>
              <a:xfrm flipH="1" rot="10800000">
                <a:off x="684422" y="3248793"/>
                <a:ext cx="304005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03" name="Google Shape;6903;p96"/>
              <p:cNvCxnSpPr/>
              <p:nvPr/>
            </p:nvCxnSpPr>
            <p:spPr>
              <a:xfrm rot="10800000">
                <a:off x="1020687" y="3251968"/>
                <a:ext cx="18156" cy="2230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04" name="Google Shape;6904;p96"/>
              <p:cNvCxnSpPr/>
              <p:nvPr/>
            </p:nvCxnSpPr>
            <p:spPr>
              <a:xfrm rot="10800000">
                <a:off x="1050169" y="3251968"/>
                <a:ext cx="328335" cy="2296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905" name="Google Shape;6905;p96"/>
            <p:cNvGrpSpPr/>
            <p:nvPr/>
          </p:nvGrpSpPr>
          <p:grpSpPr>
            <a:xfrm>
              <a:off x="5835083" y="3208452"/>
              <a:ext cx="1043898" cy="232783"/>
              <a:chOff x="334606" y="3248793"/>
              <a:chExt cx="1043898" cy="232783"/>
            </a:xfrm>
          </p:grpSpPr>
          <p:cxnSp>
            <p:nvCxnSpPr>
              <p:cNvPr id="6906" name="Google Shape;6906;p96"/>
              <p:cNvCxnSpPr/>
              <p:nvPr/>
            </p:nvCxnSpPr>
            <p:spPr>
              <a:xfrm flipH="1" rot="10800000">
                <a:off x="334606" y="3248793"/>
                <a:ext cx="623584" cy="23278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07" name="Google Shape;6907;p96"/>
              <p:cNvCxnSpPr/>
              <p:nvPr/>
            </p:nvCxnSpPr>
            <p:spPr>
              <a:xfrm flipH="1" rot="10800000">
                <a:off x="684422" y="3248793"/>
                <a:ext cx="304005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08" name="Google Shape;6908;p96"/>
              <p:cNvCxnSpPr/>
              <p:nvPr/>
            </p:nvCxnSpPr>
            <p:spPr>
              <a:xfrm rot="10800000">
                <a:off x="1020687" y="3251968"/>
                <a:ext cx="18156" cy="2230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09" name="Google Shape;6909;p96"/>
              <p:cNvCxnSpPr/>
              <p:nvPr/>
            </p:nvCxnSpPr>
            <p:spPr>
              <a:xfrm rot="10800000">
                <a:off x="1050169" y="3251968"/>
                <a:ext cx="328335" cy="2296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6910" name="Google Shape;6910;p96"/>
            <p:cNvCxnSpPr/>
            <p:nvPr/>
          </p:nvCxnSpPr>
          <p:spPr>
            <a:xfrm rot="10800000">
              <a:off x="2038095" y="3208452"/>
              <a:ext cx="3938756" cy="22619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911" name="Google Shape;6911;p96"/>
            <p:cNvCxnSpPr/>
            <p:nvPr/>
          </p:nvCxnSpPr>
          <p:spPr>
            <a:xfrm rot="10800000">
              <a:off x="2103840" y="3208452"/>
              <a:ext cx="4173610" cy="22619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912" name="Google Shape;6912;p96"/>
            <p:cNvCxnSpPr/>
            <p:nvPr/>
          </p:nvCxnSpPr>
          <p:spPr>
            <a:xfrm rot="10800000">
              <a:off x="2163497" y="3208452"/>
              <a:ext cx="4839817" cy="23595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913" name="Google Shape;6913;p96"/>
            <p:cNvCxnSpPr/>
            <p:nvPr/>
          </p:nvCxnSpPr>
          <p:spPr>
            <a:xfrm rot="10800000">
              <a:off x="2136799" y="3211627"/>
              <a:ext cx="4507481" cy="22643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914" name="Google Shape;6914;p96"/>
            <p:cNvSpPr txBox="1"/>
            <p:nvPr/>
          </p:nvSpPr>
          <p:spPr>
            <a:xfrm>
              <a:off x="4400143" y="4218034"/>
              <a:ext cx="243163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6915" name="Google Shape;6915;p96"/>
            <p:cNvSpPr txBox="1"/>
            <p:nvPr/>
          </p:nvSpPr>
          <p:spPr>
            <a:xfrm>
              <a:off x="4715567" y="4218848"/>
              <a:ext cx="312906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6916" name="Google Shape;6916;p96"/>
            <p:cNvSpPr txBox="1"/>
            <p:nvPr/>
          </p:nvSpPr>
          <p:spPr>
            <a:xfrm>
              <a:off x="5068973" y="4220999"/>
              <a:ext cx="301660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/>
            </a:p>
          </p:txBody>
        </p:sp>
        <p:sp>
          <p:nvSpPr>
            <p:cNvPr id="6917" name="Google Shape;6917;p96"/>
            <p:cNvSpPr txBox="1"/>
            <p:nvPr/>
          </p:nvSpPr>
          <p:spPr>
            <a:xfrm>
              <a:off x="5433769" y="4217456"/>
              <a:ext cx="312906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6918" name="Google Shape;6918;p96"/>
            <p:cNvSpPr txBox="1"/>
            <p:nvPr/>
          </p:nvSpPr>
          <p:spPr>
            <a:xfrm>
              <a:off x="5792870" y="4213911"/>
              <a:ext cx="301660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/>
            </a:p>
          </p:txBody>
        </p:sp>
        <p:sp>
          <p:nvSpPr>
            <p:cNvPr id="6919" name="Google Shape;6919;p96"/>
            <p:cNvSpPr txBox="1"/>
            <p:nvPr/>
          </p:nvSpPr>
          <p:spPr>
            <a:xfrm>
              <a:off x="6151971" y="4216061"/>
              <a:ext cx="312906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  <p:sp>
          <p:nvSpPr>
            <p:cNvPr id="6920" name="Google Shape;6920;p96"/>
            <p:cNvSpPr txBox="1"/>
            <p:nvPr/>
          </p:nvSpPr>
          <p:spPr>
            <a:xfrm>
              <a:off x="6511072" y="4212518"/>
              <a:ext cx="301660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/>
            </a:p>
          </p:txBody>
        </p:sp>
        <p:sp>
          <p:nvSpPr>
            <p:cNvPr id="6921" name="Google Shape;6921;p96"/>
            <p:cNvSpPr txBox="1"/>
            <p:nvPr/>
          </p:nvSpPr>
          <p:spPr>
            <a:xfrm>
              <a:off x="6858783" y="4208974"/>
              <a:ext cx="301660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  <p:sp>
          <p:nvSpPr>
            <p:cNvPr id="6922" name="Google Shape;6922;p96"/>
            <p:cNvSpPr txBox="1"/>
            <p:nvPr/>
          </p:nvSpPr>
          <p:spPr>
            <a:xfrm>
              <a:off x="1517707" y="4498556"/>
              <a:ext cx="5921569" cy="3090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two </a:t>
              </a: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disjoint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paths highlighted between racks 1 and 11</a:t>
              </a:r>
              <a:endParaRPr/>
            </a:p>
          </p:txBody>
        </p:sp>
        <p:sp>
          <p:nvSpPr>
            <p:cNvPr id="6923" name="Google Shape;6923;p96"/>
            <p:cNvSpPr/>
            <p:nvPr/>
          </p:nvSpPr>
          <p:spPr>
            <a:xfrm>
              <a:off x="1624856" y="2465450"/>
              <a:ext cx="3485236" cy="973841"/>
            </a:xfrm>
            <a:custGeom>
              <a:rect b="b" l="l" r="r" t="t"/>
              <a:pathLst>
                <a:path extrusionOk="0" h="973841" w="3485236">
                  <a:moveTo>
                    <a:pt x="0" y="973841"/>
                  </a:moveTo>
                  <a:lnTo>
                    <a:pt x="569482" y="757432"/>
                  </a:lnTo>
                  <a:cubicBezTo>
                    <a:pt x="569482" y="504955"/>
                    <a:pt x="569483" y="252477"/>
                    <a:pt x="569483" y="0"/>
                  </a:cubicBezTo>
                  <a:lnTo>
                    <a:pt x="3211885" y="569497"/>
                  </a:lnTo>
                  <a:lnTo>
                    <a:pt x="3468152" y="734652"/>
                  </a:lnTo>
                  <a:lnTo>
                    <a:pt x="3485236" y="973841"/>
                  </a:lnTo>
                </a:path>
              </a:pathLst>
            </a:custGeom>
            <a:noFill/>
            <a:ln cap="flat" cmpd="sng" w="444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4" name="Google Shape;6924;p96"/>
            <p:cNvSpPr/>
            <p:nvPr/>
          </p:nvSpPr>
          <p:spPr>
            <a:xfrm>
              <a:off x="1715628" y="2483588"/>
              <a:ext cx="4584339" cy="973842"/>
            </a:xfrm>
            <a:custGeom>
              <a:rect b="b" l="l" r="r" t="t"/>
              <a:pathLst>
                <a:path extrusionOk="0" h="973842" w="4584339">
                  <a:moveTo>
                    <a:pt x="0" y="973842"/>
                  </a:moveTo>
                  <a:lnTo>
                    <a:pt x="1873598" y="649228"/>
                  </a:lnTo>
                  <a:cubicBezTo>
                    <a:pt x="1873598" y="396751"/>
                    <a:pt x="1884989" y="252477"/>
                    <a:pt x="1884989" y="0"/>
                  </a:cubicBezTo>
                  <a:lnTo>
                    <a:pt x="4572949" y="569497"/>
                  </a:lnTo>
                  <a:lnTo>
                    <a:pt x="4584339" y="728958"/>
                  </a:lnTo>
                  <a:lnTo>
                    <a:pt x="3451066" y="939672"/>
                  </a:lnTo>
                </a:path>
              </a:pathLst>
            </a:custGeom>
            <a:noFill/>
            <a:ln cap="flat" cmpd="sng" w="539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25" name="Google Shape;6925;p96"/>
          <p:cNvSpPr txBox="1"/>
          <p:nvPr/>
        </p:nvSpPr>
        <p:spPr>
          <a:xfrm>
            <a:off x="935691" y="1287837"/>
            <a:ext cx="11256309" cy="1799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rich interconnection among switches, racks: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increased throughput between racks (multiple routing paths possible)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increased reliability via redundancy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i="1"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6926" name="Google Shape;6926;p96"/>
          <p:cNvGrpSpPr/>
          <p:nvPr/>
        </p:nvGrpSpPr>
        <p:grpSpPr>
          <a:xfrm>
            <a:off x="2334159" y="2821994"/>
            <a:ext cx="610209" cy="346402"/>
            <a:chOff x="3668110" y="2448910"/>
            <a:chExt cx="3794234" cy="2165130"/>
          </a:xfrm>
        </p:grpSpPr>
        <p:sp>
          <p:nvSpPr>
            <p:cNvPr id="6927" name="Google Shape;6927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8" name="Google Shape;6928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29" name="Google Shape;6929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30" name="Google Shape;6930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1" name="Google Shape;6931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2" name="Google Shape;6932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3" name="Google Shape;6933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34" name="Google Shape;6934;p96"/>
          <p:cNvGrpSpPr/>
          <p:nvPr/>
        </p:nvGrpSpPr>
        <p:grpSpPr>
          <a:xfrm>
            <a:off x="4287927" y="2823518"/>
            <a:ext cx="610209" cy="346402"/>
            <a:chOff x="3668110" y="2448910"/>
            <a:chExt cx="3794234" cy="2165130"/>
          </a:xfrm>
        </p:grpSpPr>
        <p:sp>
          <p:nvSpPr>
            <p:cNvPr id="6935" name="Google Shape;6935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6" name="Google Shape;6936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37" name="Google Shape;6937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38" name="Google Shape;6938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9" name="Google Shape;6939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0" name="Google Shape;6940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1" name="Google Shape;6941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42" name="Google Shape;6942;p96"/>
          <p:cNvGrpSpPr/>
          <p:nvPr/>
        </p:nvGrpSpPr>
        <p:grpSpPr>
          <a:xfrm>
            <a:off x="6241695" y="2825042"/>
            <a:ext cx="610209" cy="346402"/>
            <a:chOff x="3668110" y="2448910"/>
            <a:chExt cx="3794234" cy="2165130"/>
          </a:xfrm>
        </p:grpSpPr>
        <p:sp>
          <p:nvSpPr>
            <p:cNvPr id="6943" name="Google Shape;6943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4" name="Google Shape;6944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45" name="Google Shape;6945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46" name="Google Shape;6946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7" name="Google Shape;6947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8" name="Google Shape;6948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9" name="Google Shape;6949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50" name="Google Shape;6950;p96"/>
          <p:cNvGrpSpPr/>
          <p:nvPr/>
        </p:nvGrpSpPr>
        <p:grpSpPr>
          <a:xfrm>
            <a:off x="8218323" y="2826566"/>
            <a:ext cx="610209" cy="346402"/>
            <a:chOff x="3668110" y="2448910"/>
            <a:chExt cx="3794234" cy="2165130"/>
          </a:xfrm>
        </p:grpSpPr>
        <p:sp>
          <p:nvSpPr>
            <p:cNvPr id="6951" name="Google Shape;6951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2" name="Google Shape;6952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53" name="Google Shape;6953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54" name="Google Shape;6954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5" name="Google Shape;6955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6" name="Google Shape;6956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7" name="Google Shape;6957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58" name="Google Shape;6958;p96"/>
          <p:cNvGrpSpPr/>
          <p:nvPr/>
        </p:nvGrpSpPr>
        <p:grpSpPr>
          <a:xfrm>
            <a:off x="2367687" y="3863340"/>
            <a:ext cx="549249" cy="301752"/>
            <a:chOff x="3668110" y="2448910"/>
            <a:chExt cx="3794234" cy="2165130"/>
          </a:xfrm>
        </p:grpSpPr>
        <p:sp>
          <p:nvSpPr>
            <p:cNvPr id="6959" name="Google Shape;6959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0" name="Google Shape;6960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61" name="Google Shape;6961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62" name="Google Shape;6962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3" name="Google Shape;6963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4" name="Google Shape;6964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5" name="Google Shape;6965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66" name="Google Shape;6966;p96"/>
          <p:cNvGrpSpPr/>
          <p:nvPr/>
        </p:nvGrpSpPr>
        <p:grpSpPr>
          <a:xfrm>
            <a:off x="4316883" y="3875986"/>
            <a:ext cx="549249" cy="301752"/>
            <a:chOff x="3668110" y="2448910"/>
            <a:chExt cx="3794234" cy="2165130"/>
          </a:xfrm>
        </p:grpSpPr>
        <p:sp>
          <p:nvSpPr>
            <p:cNvPr id="6967" name="Google Shape;6967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8" name="Google Shape;6968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69" name="Google Shape;6969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70" name="Google Shape;6970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1" name="Google Shape;6971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2" name="Google Shape;6972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3" name="Google Shape;6973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74" name="Google Shape;6974;p96"/>
          <p:cNvGrpSpPr/>
          <p:nvPr/>
        </p:nvGrpSpPr>
        <p:grpSpPr>
          <a:xfrm>
            <a:off x="6316371" y="3879488"/>
            <a:ext cx="549249" cy="301752"/>
            <a:chOff x="3668110" y="2448910"/>
            <a:chExt cx="3794234" cy="2165130"/>
          </a:xfrm>
        </p:grpSpPr>
        <p:sp>
          <p:nvSpPr>
            <p:cNvPr id="6975" name="Google Shape;6975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6" name="Google Shape;6976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77" name="Google Shape;6977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78" name="Google Shape;6978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9" name="Google Shape;6979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0" name="Google Shape;6980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1" name="Google Shape;6981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82" name="Google Shape;6982;p96"/>
          <p:cNvGrpSpPr/>
          <p:nvPr/>
        </p:nvGrpSpPr>
        <p:grpSpPr>
          <a:xfrm>
            <a:off x="8279283" y="3887562"/>
            <a:ext cx="549249" cy="301752"/>
            <a:chOff x="3668110" y="2448910"/>
            <a:chExt cx="3794234" cy="2165130"/>
          </a:xfrm>
        </p:grpSpPr>
        <p:sp>
          <p:nvSpPr>
            <p:cNvPr id="6983" name="Google Shape;6983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4" name="Google Shape;6984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85" name="Google Shape;6985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86" name="Google Shape;6986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7" name="Google Shape;6987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8" name="Google Shape;6988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9" name="Google Shape;6989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90" name="Google Shape;6990;p96"/>
          <p:cNvGrpSpPr/>
          <p:nvPr/>
        </p:nvGrpSpPr>
        <p:grpSpPr>
          <a:xfrm>
            <a:off x="1695279" y="4542558"/>
            <a:ext cx="389682" cy="227238"/>
            <a:chOff x="3668110" y="2448910"/>
            <a:chExt cx="3794234" cy="2165130"/>
          </a:xfrm>
        </p:grpSpPr>
        <p:sp>
          <p:nvSpPr>
            <p:cNvPr id="6991" name="Google Shape;6991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2" name="Google Shape;6992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93" name="Google Shape;6993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94" name="Google Shape;6994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5" name="Google Shape;6995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6" name="Google Shape;6996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7" name="Google Shape;6997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98" name="Google Shape;6998;p96"/>
          <p:cNvGrpSpPr/>
          <p:nvPr/>
        </p:nvGrpSpPr>
        <p:grpSpPr>
          <a:xfrm>
            <a:off x="2185175" y="4543504"/>
            <a:ext cx="389682" cy="227238"/>
            <a:chOff x="3668110" y="2448910"/>
            <a:chExt cx="3794234" cy="2165130"/>
          </a:xfrm>
        </p:grpSpPr>
        <p:sp>
          <p:nvSpPr>
            <p:cNvPr id="6999" name="Google Shape;6999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0" name="Google Shape;7000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01" name="Google Shape;7001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02" name="Google Shape;7002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3" name="Google Shape;7003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4" name="Google Shape;7004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5" name="Google Shape;7005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06" name="Google Shape;7006;p96"/>
          <p:cNvGrpSpPr/>
          <p:nvPr/>
        </p:nvGrpSpPr>
        <p:grpSpPr>
          <a:xfrm>
            <a:off x="2678246" y="4544450"/>
            <a:ext cx="389682" cy="227238"/>
            <a:chOff x="3668110" y="2448910"/>
            <a:chExt cx="3794234" cy="2165130"/>
          </a:xfrm>
        </p:grpSpPr>
        <p:sp>
          <p:nvSpPr>
            <p:cNvPr id="7007" name="Google Shape;7007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8" name="Google Shape;7008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09" name="Google Shape;7009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10" name="Google Shape;7010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1" name="Google Shape;7011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2" name="Google Shape;7012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3" name="Google Shape;7013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14" name="Google Shape;7014;p96"/>
          <p:cNvGrpSpPr/>
          <p:nvPr/>
        </p:nvGrpSpPr>
        <p:grpSpPr>
          <a:xfrm>
            <a:off x="3171317" y="4545396"/>
            <a:ext cx="389682" cy="227238"/>
            <a:chOff x="3668110" y="2448910"/>
            <a:chExt cx="3794234" cy="2165130"/>
          </a:xfrm>
        </p:grpSpPr>
        <p:sp>
          <p:nvSpPr>
            <p:cNvPr id="7015" name="Google Shape;7015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6" name="Google Shape;7016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17" name="Google Shape;7017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18" name="Google Shape;7018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9" name="Google Shape;7019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0" name="Google Shape;7020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1" name="Google Shape;7021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22" name="Google Shape;7022;p96"/>
          <p:cNvGrpSpPr/>
          <p:nvPr/>
        </p:nvGrpSpPr>
        <p:grpSpPr>
          <a:xfrm>
            <a:off x="3664388" y="4546342"/>
            <a:ext cx="389682" cy="227238"/>
            <a:chOff x="3668110" y="2448910"/>
            <a:chExt cx="3794234" cy="2165130"/>
          </a:xfrm>
        </p:grpSpPr>
        <p:sp>
          <p:nvSpPr>
            <p:cNvPr id="7023" name="Google Shape;7023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4" name="Google Shape;7024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25" name="Google Shape;7025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26" name="Google Shape;7026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7" name="Google Shape;7027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8" name="Google Shape;7028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9" name="Google Shape;7029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30" name="Google Shape;7030;p96"/>
          <p:cNvGrpSpPr/>
          <p:nvPr/>
        </p:nvGrpSpPr>
        <p:grpSpPr>
          <a:xfrm>
            <a:off x="4157459" y="4547288"/>
            <a:ext cx="389682" cy="227238"/>
            <a:chOff x="3668110" y="2448910"/>
            <a:chExt cx="3794234" cy="2165130"/>
          </a:xfrm>
        </p:grpSpPr>
        <p:sp>
          <p:nvSpPr>
            <p:cNvPr id="7031" name="Google Shape;7031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2" name="Google Shape;7032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33" name="Google Shape;7033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34" name="Google Shape;7034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5" name="Google Shape;7035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6" name="Google Shape;7036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7" name="Google Shape;7037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38" name="Google Shape;7038;p96"/>
          <p:cNvGrpSpPr/>
          <p:nvPr/>
        </p:nvGrpSpPr>
        <p:grpSpPr>
          <a:xfrm>
            <a:off x="4650530" y="4548234"/>
            <a:ext cx="389682" cy="227238"/>
            <a:chOff x="3668110" y="2448910"/>
            <a:chExt cx="3794234" cy="2165130"/>
          </a:xfrm>
        </p:grpSpPr>
        <p:sp>
          <p:nvSpPr>
            <p:cNvPr id="7039" name="Google Shape;7039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0" name="Google Shape;7040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41" name="Google Shape;7041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42" name="Google Shape;7042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3" name="Google Shape;7043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4" name="Google Shape;7044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5" name="Google Shape;7045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46" name="Google Shape;7046;p96"/>
          <p:cNvGrpSpPr/>
          <p:nvPr/>
        </p:nvGrpSpPr>
        <p:grpSpPr>
          <a:xfrm>
            <a:off x="5143601" y="4549180"/>
            <a:ext cx="389682" cy="227238"/>
            <a:chOff x="3668110" y="2448910"/>
            <a:chExt cx="3794234" cy="2165130"/>
          </a:xfrm>
        </p:grpSpPr>
        <p:sp>
          <p:nvSpPr>
            <p:cNvPr id="7047" name="Google Shape;7047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8" name="Google Shape;7048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49" name="Google Shape;7049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50" name="Google Shape;7050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1" name="Google Shape;7051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2" name="Google Shape;7052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3" name="Google Shape;7053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54" name="Google Shape;7054;p96"/>
          <p:cNvGrpSpPr/>
          <p:nvPr/>
        </p:nvGrpSpPr>
        <p:grpSpPr>
          <a:xfrm>
            <a:off x="5636672" y="4550126"/>
            <a:ext cx="389682" cy="227238"/>
            <a:chOff x="3668110" y="2448910"/>
            <a:chExt cx="3794234" cy="2165130"/>
          </a:xfrm>
        </p:grpSpPr>
        <p:sp>
          <p:nvSpPr>
            <p:cNvPr id="7055" name="Google Shape;7055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6" name="Google Shape;7056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57" name="Google Shape;7057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58" name="Google Shape;7058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9" name="Google Shape;7059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0" name="Google Shape;7060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1" name="Google Shape;7061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62" name="Google Shape;7062;p96"/>
          <p:cNvGrpSpPr/>
          <p:nvPr/>
        </p:nvGrpSpPr>
        <p:grpSpPr>
          <a:xfrm>
            <a:off x="6129743" y="4547897"/>
            <a:ext cx="389682" cy="227238"/>
            <a:chOff x="3668110" y="2448910"/>
            <a:chExt cx="3794234" cy="2165130"/>
          </a:xfrm>
        </p:grpSpPr>
        <p:sp>
          <p:nvSpPr>
            <p:cNvPr id="7063" name="Google Shape;7063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4" name="Google Shape;7064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65" name="Google Shape;7065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66" name="Google Shape;7066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7" name="Google Shape;7067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8" name="Google Shape;7068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9" name="Google Shape;7069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70" name="Google Shape;7070;p96"/>
          <p:cNvGrpSpPr/>
          <p:nvPr/>
        </p:nvGrpSpPr>
        <p:grpSpPr>
          <a:xfrm>
            <a:off x="6622814" y="4545668"/>
            <a:ext cx="389682" cy="227238"/>
            <a:chOff x="3668110" y="2448910"/>
            <a:chExt cx="3794234" cy="2165130"/>
          </a:xfrm>
        </p:grpSpPr>
        <p:sp>
          <p:nvSpPr>
            <p:cNvPr id="7071" name="Google Shape;7071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2" name="Google Shape;7072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73" name="Google Shape;7073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74" name="Google Shape;7074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5" name="Google Shape;7075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6" name="Google Shape;7076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7" name="Google Shape;7077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78" name="Google Shape;7078;p96"/>
          <p:cNvGrpSpPr/>
          <p:nvPr/>
        </p:nvGrpSpPr>
        <p:grpSpPr>
          <a:xfrm>
            <a:off x="7115885" y="4543439"/>
            <a:ext cx="389682" cy="227238"/>
            <a:chOff x="3668110" y="2448910"/>
            <a:chExt cx="3794234" cy="2165130"/>
          </a:xfrm>
        </p:grpSpPr>
        <p:sp>
          <p:nvSpPr>
            <p:cNvPr id="7079" name="Google Shape;7079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0" name="Google Shape;7080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81" name="Google Shape;7081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82" name="Google Shape;7082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3" name="Google Shape;7083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4" name="Google Shape;7084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5" name="Google Shape;7085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86" name="Google Shape;7086;p96"/>
          <p:cNvGrpSpPr/>
          <p:nvPr/>
        </p:nvGrpSpPr>
        <p:grpSpPr>
          <a:xfrm>
            <a:off x="7608956" y="4541210"/>
            <a:ext cx="389682" cy="227238"/>
            <a:chOff x="3668110" y="2448910"/>
            <a:chExt cx="3794234" cy="2165130"/>
          </a:xfrm>
        </p:grpSpPr>
        <p:sp>
          <p:nvSpPr>
            <p:cNvPr id="7087" name="Google Shape;7087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8" name="Google Shape;7088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89" name="Google Shape;7089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90" name="Google Shape;7090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1" name="Google Shape;7091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2" name="Google Shape;7092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3" name="Google Shape;7093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94" name="Google Shape;7094;p96"/>
          <p:cNvGrpSpPr/>
          <p:nvPr/>
        </p:nvGrpSpPr>
        <p:grpSpPr>
          <a:xfrm>
            <a:off x="8102027" y="4538981"/>
            <a:ext cx="389682" cy="227238"/>
            <a:chOff x="3668110" y="2448910"/>
            <a:chExt cx="3794234" cy="2165130"/>
          </a:xfrm>
        </p:grpSpPr>
        <p:sp>
          <p:nvSpPr>
            <p:cNvPr id="7095" name="Google Shape;7095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6" name="Google Shape;7096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97" name="Google Shape;7097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98" name="Google Shape;7098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9" name="Google Shape;7099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0" name="Google Shape;7100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1" name="Google Shape;7101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102" name="Google Shape;7102;p96"/>
          <p:cNvGrpSpPr/>
          <p:nvPr/>
        </p:nvGrpSpPr>
        <p:grpSpPr>
          <a:xfrm>
            <a:off x="8595098" y="4536752"/>
            <a:ext cx="389682" cy="227238"/>
            <a:chOff x="3668110" y="2448910"/>
            <a:chExt cx="3794234" cy="2165130"/>
          </a:xfrm>
        </p:grpSpPr>
        <p:sp>
          <p:nvSpPr>
            <p:cNvPr id="7103" name="Google Shape;7103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4" name="Google Shape;7104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05" name="Google Shape;7105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106" name="Google Shape;7106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7" name="Google Shape;7107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8" name="Google Shape;7108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9" name="Google Shape;7109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110" name="Google Shape;7110;p96"/>
          <p:cNvGrpSpPr/>
          <p:nvPr/>
        </p:nvGrpSpPr>
        <p:grpSpPr>
          <a:xfrm>
            <a:off x="9088169" y="4537698"/>
            <a:ext cx="389682" cy="227238"/>
            <a:chOff x="3668110" y="2448910"/>
            <a:chExt cx="3794234" cy="2165130"/>
          </a:xfrm>
        </p:grpSpPr>
        <p:sp>
          <p:nvSpPr>
            <p:cNvPr id="7111" name="Google Shape;7111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2" name="Google Shape;7112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13" name="Google Shape;7113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114" name="Google Shape;7114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5" name="Google Shape;7115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6" name="Google Shape;7116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7" name="Google Shape;7117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2" name="Shape 7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23" name="Google Shape;7123;p97"/>
          <p:cNvGrpSpPr/>
          <p:nvPr/>
        </p:nvGrpSpPr>
        <p:grpSpPr>
          <a:xfrm>
            <a:off x="506660" y="2185776"/>
            <a:ext cx="7220908" cy="3872759"/>
            <a:chOff x="628632" y="1621000"/>
            <a:chExt cx="7220908" cy="3872759"/>
          </a:xfrm>
        </p:grpSpPr>
        <p:grpSp>
          <p:nvGrpSpPr>
            <p:cNvPr id="7124" name="Google Shape;7124;p97"/>
            <p:cNvGrpSpPr/>
            <p:nvPr/>
          </p:nvGrpSpPr>
          <p:grpSpPr>
            <a:xfrm>
              <a:off x="1479177" y="1790648"/>
              <a:ext cx="5700821" cy="1085228"/>
              <a:chOff x="1411941" y="1759320"/>
              <a:chExt cx="5700821" cy="1085228"/>
            </a:xfrm>
          </p:grpSpPr>
          <p:cxnSp>
            <p:nvCxnSpPr>
              <p:cNvPr id="7125" name="Google Shape;7125;p97"/>
              <p:cNvCxnSpPr>
                <a:endCxn id="7126" idx="9"/>
              </p:cNvCxnSpPr>
              <p:nvPr/>
            </p:nvCxnSpPr>
            <p:spPr>
              <a:xfrm flipH="1" rot="10800000">
                <a:off x="1411941" y="1792306"/>
                <a:ext cx="2243400" cy="9240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27" name="Google Shape;7127;p97"/>
              <p:cNvCxnSpPr/>
              <p:nvPr/>
            </p:nvCxnSpPr>
            <p:spPr>
              <a:xfrm flipH="1" rot="10800000">
                <a:off x="1425388" y="1790700"/>
                <a:ext cx="4493570" cy="939053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28" name="Google Shape;7128;p97"/>
              <p:cNvCxnSpPr>
                <a:endCxn id="7126" idx="9"/>
              </p:cNvCxnSpPr>
              <p:nvPr/>
            </p:nvCxnSpPr>
            <p:spPr>
              <a:xfrm flipH="1" rot="10800000">
                <a:off x="3016624" y="1792518"/>
                <a:ext cx="638700" cy="1022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29" name="Google Shape;7129;p97"/>
              <p:cNvCxnSpPr>
                <a:endCxn id="7126" idx="13"/>
              </p:cNvCxnSpPr>
              <p:nvPr/>
            </p:nvCxnSpPr>
            <p:spPr>
              <a:xfrm rot="10800000">
                <a:off x="3558266" y="1759320"/>
                <a:ext cx="1022700" cy="10539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30" name="Google Shape;7130;p97"/>
              <p:cNvCxnSpPr>
                <a:endCxn id="7126" idx="9"/>
              </p:cNvCxnSpPr>
              <p:nvPr/>
            </p:nvCxnSpPr>
            <p:spPr>
              <a:xfrm rot="10800000">
                <a:off x="3655262" y="1792448"/>
                <a:ext cx="3457500" cy="10521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31" name="Google Shape;7131;p97"/>
              <p:cNvCxnSpPr/>
              <p:nvPr/>
            </p:nvCxnSpPr>
            <p:spPr>
              <a:xfrm flipH="1" rot="10800000">
                <a:off x="2985160" y="1759372"/>
                <a:ext cx="2906904" cy="1002576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32" name="Google Shape;7132;p97"/>
              <p:cNvCxnSpPr>
                <a:endCxn id="7133" idx="6"/>
              </p:cNvCxnSpPr>
              <p:nvPr/>
            </p:nvCxnSpPr>
            <p:spPr>
              <a:xfrm rot="10800000">
                <a:off x="6032103" y="1818876"/>
                <a:ext cx="1009500" cy="974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34" name="Google Shape;7134;p97"/>
              <p:cNvCxnSpPr>
                <a:endCxn id="7133" idx="12"/>
              </p:cNvCxnSpPr>
              <p:nvPr/>
            </p:nvCxnSpPr>
            <p:spPr>
              <a:xfrm flipH="1" rot="10800000">
                <a:off x="4549326" y="1819176"/>
                <a:ext cx="1290300" cy="9741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135" name="Google Shape;7135;p97"/>
            <p:cNvGrpSpPr/>
            <p:nvPr/>
          </p:nvGrpSpPr>
          <p:grpSpPr>
            <a:xfrm>
              <a:off x="7582334" y="4489205"/>
              <a:ext cx="267206" cy="997245"/>
              <a:chOff x="6424315" y="4488570"/>
              <a:chExt cx="267206" cy="997245"/>
            </a:xfrm>
          </p:grpSpPr>
          <p:grpSp>
            <p:nvGrpSpPr>
              <p:cNvPr id="7136" name="Google Shape;7136;p97"/>
              <p:cNvGrpSpPr/>
              <p:nvPr/>
            </p:nvGrpSpPr>
            <p:grpSpPr>
              <a:xfrm>
                <a:off x="6424315" y="4636502"/>
                <a:ext cx="237939" cy="849312"/>
                <a:chOff x="6396366" y="3061857"/>
                <a:chExt cx="570079" cy="838094"/>
              </a:xfrm>
            </p:grpSpPr>
            <p:sp>
              <p:nvSpPr>
                <p:cNvPr id="7137" name="Google Shape;7137;p97"/>
                <p:cNvSpPr/>
                <p:nvPr/>
              </p:nvSpPr>
              <p:spPr>
                <a:xfrm>
                  <a:off x="6509786" y="3061857"/>
                  <a:ext cx="447707" cy="742536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0"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7138" name="Google Shape;7138;p97"/>
                <p:cNvCxnSpPr/>
                <p:nvPr/>
              </p:nvCxnSpPr>
              <p:spPr>
                <a:xfrm flipH="1" rot="10800000">
                  <a:off x="6847057" y="3061857"/>
                  <a:ext cx="113419" cy="9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7139" name="Google Shape;7139;p97"/>
                <p:cNvSpPr/>
                <p:nvPr/>
              </p:nvSpPr>
              <p:spPr>
                <a:xfrm>
                  <a:off x="6476953" y="3071256"/>
                  <a:ext cx="131327" cy="115923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0"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7140" name="Google Shape;7140;p97"/>
                <p:cNvCxnSpPr/>
                <p:nvPr/>
              </p:nvCxnSpPr>
              <p:spPr>
                <a:xfrm flipH="1" rot="10800000">
                  <a:off x="6396367" y="3061857"/>
                  <a:ext cx="113419" cy="9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7141" name="Google Shape;7141;p97"/>
                <p:cNvSpPr/>
                <p:nvPr/>
              </p:nvSpPr>
              <p:spPr>
                <a:xfrm>
                  <a:off x="6817210" y="3702567"/>
                  <a:ext cx="131327" cy="115923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0"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2" name="Google Shape;7142;p97"/>
                <p:cNvSpPr/>
                <p:nvPr/>
              </p:nvSpPr>
              <p:spPr>
                <a:xfrm>
                  <a:off x="6405320" y="3157415"/>
                  <a:ext cx="444723" cy="7425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0"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7143" name="Google Shape;7143;p97"/>
                <p:cNvCxnSpPr/>
                <p:nvPr/>
              </p:nvCxnSpPr>
              <p:spPr>
                <a:xfrm flipH="1" rot="10800000">
                  <a:off x="6847057" y="3804392"/>
                  <a:ext cx="113419" cy="9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7144" name="Google Shape;7144;p97"/>
                <p:cNvGrpSpPr/>
                <p:nvPr/>
              </p:nvGrpSpPr>
              <p:grpSpPr>
                <a:xfrm>
                  <a:off x="6399350" y="3137050"/>
                  <a:ext cx="561125" cy="92425"/>
                  <a:chOff x="6581076" y="2845711"/>
                  <a:chExt cx="561125" cy="92425"/>
                </a:xfrm>
              </p:grpSpPr>
              <p:cxnSp>
                <p:nvCxnSpPr>
                  <p:cNvPr id="7145" name="Google Shape;7145;p97"/>
                  <p:cNvCxnSpPr/>
                  <p:nvPr/>
                </p:nvCxnSpPr>
                <p:spPr>
                  <a:xfrm flipH="1" rot="10800000">
                    <a:off x="7028782" y="2845711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46" name="Google Shape;7146;p97"/>
                  <p:cNvCxnSpPr/>
                  <p:nvPr/>
                </p:nvCxnSpPr>
                <p:spPr>
                  <a:xfrm>
                    <a:off x="6581076" y="2938136"/>
                    <a:ext cx="453676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147" name="Google Shape;7147;p97"/>
                <p:cNvGrpSpPr/>
                <p:nvPr/>
              </p:nvGrpSpPr>
              <p:grpSpPr>
                <a:xfrm>
                  <a:off x="6399351" y="3202845"/>
                  <a:ext cx="567094" cy="89292"/>
                  <a:chOff x="6581557" y="2845642"/>
                  <a:chExt cx="567094" cy="89292"/>
                </a:xfrm>
              </p:grpSpPr>
              <p:cxnSp>
                <p:nvCxnSpPr>
                  <p:cNvPr id="7148" name="Google Shape;7148;p97"/>
                  <p:cNvCxnSpPr/>
                  <p:nvPr/>
                </p:nvCxnSpPr>
                <p:spPr>
                  <a:xfrm flipH="1" rot="10800000">
                    <a:off x="7029263" y="2845642"/>
                    <a:ext cx="119388" cy="8929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49" name="Google Shape;7149;p97"/>
                  <p:cNvCxnSpPr/>
                  <p:nvPr/>
                </p:nvCxnSpPr>
                <p:spPr>
                  <a:xfrm>
                    <a:off x="6581557" y="2934934"/>
                    <a:ext cx="453676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150" name="Google Shape;7150;p97"/>
                <p:cNvGrpSpPr/>
                <p:nvPr/>
              </p:nvGrpSpPr>
              <p:grpSpPr>
                <a:xfrm>
                  <a:off x="6399350" y="3268639"/>
                  <a:ext cx="558142" cy="89292"/>
                  <a:chOff x="6582036" y="2845572"/>
                  <a:chExt cx="558142" cy="89292"/>
                </a:xfrm>
              </p:grpSpPr>
              <p:cxnSp>
                <p:nvCxnSpPr>
                  <p:cNvPr id="7151" name="Google Shape;7151;p97"/>
                  <p:cNvCxnSpPr/>
                  <p:nvPr/>
                </p:nvCxnSpPr>
                <p:spPr>
                  <a:xfrm flipH="1" rot="10800000">
                    <a:off x="7026759" y="2845572"/>
                    <a:ext cx="113419" cy="8929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52" name="Google Shape;7152;p97"/>
                  <p:cNvCxnSpPr/>
                  <p:nvPr/>
                </p:nvCxnSpPr>
                <p:spPr>
                  <a:xfrm>
                    <a:off x="6582036" y="2934864"/>
                    <a:ext cx="45069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153" name="Google Shape;7153;p97"/>
                <p:cNvGrpSpPr/>
                <p:nvPr/>
              </p:nvGrpSpPr>
              <p:grpSpPr>
                <a:xfrm>
                  <a:off x="6399350" y="3334433"/>
                  <a:ext cx="558141" cy="89292"/>
                  <a:chOff x="6582516" y="2845502"/>
                  <a:chExt cx="558141" cy="89292"/>
                </a:xfrm>
              </p:grpSpPr>
              <p:cxnSp>
                <p:nvCxnSpPr>
                  <p:cNvPr id="7154" name="Google Shape;7154;p97"/>
                  <p:cNvCxnSpPr/>
                  <p:nvPr/>
                </p:nvCxnSpPr>
                <p:spPr>
                  <a:xfrm flipH="1" rot="10800000">
                    <a:off x="7027238" y="2845502"/>
                    <a:ext cx="113419" cy="8929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55" name="Google Shape;7155;p97"/>
                  <p:cNvCxnSpPr/>
                  <p:nvPr/>
                </p:nvCxnSpPr>
                <p:spPr>
                  <a:xfrm>
                    <a:off x="6582516" y="2934794"/>
                    <a:ext cx="45069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156" name="Google Shape;7156;p97"/>
                <p:cNvGrpSpPr/>
                <p:nvPr/>
              </p:nvGrpSpPr>
              <p:grpSpPr>
                <a:xfrm>
                  <a:off x="6399349" y="3400228"/>
                  <a:ext cx="558142" cy="89292"/>
                  <a:chOff x="6582995" y="2845433"/>
                  <a:chExt cx="558142" cy="89292"/>
                </a:xfrm>
              </p:grpSpPr>
              <p:cxnSp>
                <p:nvCxnSpPr>
                  <p:cNvPr id="7157" name="Google Shape;7157;p97"/>
                  <p:cNvCxnSpPr/>
                  <p:nvPr/>
                </p:nvCxnSpPr>
                <p:spPr>
                  <a:xfrm flipH="1" rot="10800000">
                    <a:off x="7027718" y="2845433"/>
                    <a:ext cx="113419" cy="8929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58" name="Google Shape;7158;p97"/>
                  <p:cNvCxnSpPr/>
                  <p:nvPr/>
                </p:nvCxnSpPr>
                <p:spPr>
                  <a:xfrm>
                    <a:off x="6582995" y="2934724"/>
                    <a:ext cx="45069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159" name="Google Shape;7159;p97"/>
                <p:cNvGrpSpPr/>
                <p:nvPr/>
              </p:nvGrpSpPr>
              <p:grpSpPr>
                <a:xfrm>
                  <a:off x="6399351" y="3466022"/>
                  <a:ext cx="558141" cy="93992"/>
                  <a:chOff x="6583477" y="2845363"/>
                  <a:chExt cx="558141" cy="93992"/>
                </a:xfrm>
              </p:grpSpPr>
              <p:cxnSp>
                <p:nvCxnSpPr>
                  <p:cNvPr id="7160" name="Google Shape;7160;p97"/>
                  <p:cNvCxnSpPr/>
                  <p:nvPr/>
                </p:nvCxnSpPr>
                <p:spPr>
                  <a:xfrm flipH="1" rot="10800000">
                    <a:off x="7028199" y="2845363"/>
                    <a:ext cx="113419" cy="9399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61" name="Google Shape;7161;p97"/>
                  <p:cNvCxnSpPr/>
                  <p:nvPr/>
                </p:nvCxnSpPr>
                <p:spPr>
                  <a:xfrm>
                    <a:off x="6583477" y="2939355"/>
                    <a:ext cx="45069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162" name="Google Shape;7162;p97"/>
                <p:cNvGrpSpPr/>
                <p:nvPr/>
              </p:nvGrpSpPr>
              <p:grpSpPr>
                <a:xfrm>
                  <a:off x="6396366" y="3528683"/>
                  <a:ext cx="561126" cy="97125"/>
                  <a:chOff x="6580972" y="2842160"/>
                  <a:chExt cx="561126" cy="97125"/>
                </a:xfrm>
              </p:grpSpPr>
              <p:cxnSp>
                <p:nvCxnSpPr>
                  <p:cNvPr id="7163" name="Google Shape;7163;p97"/>
                  <p:cNvCxnSpPr/>
                  <p:nvPr/>
                </p:nvCxnSpPr>
                <p:spPr>
                  <a:xfrm flipH="1" rot="10800000">
                    <a:off x="7028679" y="2842160"/>
                    <a:ext cx="113419" cy="971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64" name="Google Shape;7164;p97"/>
                  <p:cNvCxnSpPr/>
                  <p:nvPr/>
                </p:nvCxnSpPr>
                <p:spPr>
                  <a:xfrm>
                    <a:off x="6580972" y="2939284"/>
                    <a:ext cx="453676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165" name="Google Shape;7165;p97"/>
                <p:cNvGrpSpPr/>
                <p:nvPr/>
              </p:nvGrpSpPr>
              <p:grpSpPr>
                <a:xfrm>
                  <a:off x="6396366" y="3594477"/>
                  <a:ext cx="561125" cy="97125"/>
                  <a:chOff x="6581452" y="2842090"/>
                  <a:chExt cx="561125" cy="97125"/>
                </a:xfrm>
              </p:grpSpPr>
              <p:cxnSp>
                <p:nvCxnSpPr>
                  <p:cNvPr id="7166" name="Google Shape;7166;p97"/>
                  <p:cNvCxnSpPr/>
                  <p:nvPr/>
                </p:nvCxnSpPr>
                <p:spPr>
                  <a:xfrm flipH="1" rot="10800000">
                    <a:off x="7029158" y="2842090"/>
                    <a:ext cx="113419" cy="971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67" name="Google Shape;7167;p97"/>
                  <p:cNvCxnSpPr/>
                  <p:nvPr/>
                </p:nvCxnSpPr>
                <p:spPr>
                  <a:xfrm>
                    <a:off x="6581452" y="2939215"/>
                    <a:ext cx="453676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168" name="Google Shape;7168;p97"/>
                <p:cNvGrpSpPr/>
                <p:nvPr/>
              </p:nvGrpSpPr>
              <p:grpSpPr>
                <a:xfrm>
                  <a:off x="6396367" y="3664970"/>
                  <a:ext cx="558140" cy="92426"/>
                  <a:chOff x="6581933" y="2846719"/>
                  <a:chExt cx="558140" cy="92426"/>
                </a:xfrm>
              </p:grpSpPr>
              <p:cxnSp>
                <p:nvCxnSpPr>
                  <p:cNvPr id="7169" name="Google Shape;7169;p97"/>
                  <p:cNvCxnSpPr/>
                  <p:nvPr/>
                </p:nvCxnSpPr>
                <p:spPr>
                  <a:xfrm flipH="1" rot="10800000">
                    <a:off x="7026654" y="2846719"/>
                    <a:ext cx="113419" cy="9242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70" name="Google Shape;7170;p97"/>
                  <p:cNvCxnSpPr/>
                  <p:nvPr/>
                </p:nvCxnSpPr>
                <p:spPr>
                  <a:xfrm>
                    <a:off x="6581933" y="2939145"/>
                    <a:ext cx="45069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171" name="Google Shape;7171;p97"/>
                <p:cNvGrpSpPr/>
                <p:nvPr/>
              </p:nvGrpSpPr>
              <p:grpSpPr>
                <a:xfrm>
                  <a:off x="6396367" y="3730765"/>
                  <a:ext cx="558139" cy="92426"/>
                  <a:chOff x="6582413" y="2846650"/>
                  <a:chExt cx="558139" cy="92426"/>
                </a:xfrm>
              </p:grpSpPr>
              <p:cxnSp>
                <p:nvCxnSpPr>
                  <p:cNvPr id="7172" name="Google Shape;7172;p97"/>
                  <p:cNvCxnSpPr/>
                  <p:nvPr/>
                </p:nvCxnSpPr>
                <p:spPr>
                  <a:xfrm flipH="1" rot="10800000">
                    <a:off x="7027133" y="2846650"/>
                    <a:ext cx="113419" cy="9242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73" name="Google Shape;7173;p97"/>
                  <p:cNvCxnSpPr/>
                  <p:nvPr/>
                </p:nvCxnSpPr>
                <p:spPr>
                  <a:xfrm>
                    <a:off x="6582413" y="2939076"/>
                    <a:ext cx="45069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</p:grpSp>
          <p:cxnSp>
            <p:nvCxnSpPr>
              <p:cNvPr id="7174" name="Google Shape;7174;p97"/>
              <p:cNvCxnSpPr/>
              <p:nvPr/>
            </p:nvCxnSpPr>
            <p:spPr>
              <a:xfrm flipH="1">
                <a:off x="6685171" y="4525377"/>
                <a:ext cx="4763" cy="855662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75" name="Google Shape;7175;p97"/>
              <p:cNvCxnSpPr/>
              <p:nvPr/>
            </p:nvCxnSpPr>
            <p:spPr>
              <a:xfrm>
                <a:off x="6632784" y="4706352"/>
                <a:ext cx="5873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76" name="Google Shape;7176;p97"/>
              <p:cNvCxnSpPr/>
              <p:nvPr/>
            </p:nvCxnSpPr>
            <p:spPr>
              <a:xfrm>
                <a:off x="6631196" y="4771439"/>
                <a:ext cx="5873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77" name="Google Shape;7177;p97"/>
              <p:cNvCxnSpPr/>
              <p:nvPr/>
            </p:nvCxnSpPr>
            <p:spPr>
              <a:xfrm>
                <a:off x="6631196" y="4849227"/>
                <a:ext cx="5873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78" name="Google Shape;7178;p97"/>
              <p:cNvCxnSpPr/>
              <p:nvPr/>
            </p:nvCxnSpPr>
            <p:spPr>
              <a:xfrm>
                <a:off x="6629609" y="4914314"/>
                <a:ext cx="5873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79" name="Google Shape;7179;p97"/>
              <p:cNvCxnSpPr/>
              <p:nvPr/>
            </p:nvCxnSpPr>
            <p:spPr>
              <a:xfrm>
                <a:off x="6628021" y="4976227"/>
                <a:ext cx="60325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80" name="Google Shape;7180;p97"/>
              <p:cNvCxnSpPr/>
              <p:nvPr/>
            </p:nvCxnSpPr>
            <p:spPr>
              <a:xfrm>
                <a:off x="6628021" y="5044489"/>
                <a:ext cx="5873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81" name="Google Shape;7181;p97"/>
              <p:cNvCxnSpPr/>
              <p:nvPr/>
            </p:nvCxnSpPr>
            <p:spPr>
              <a:xfrm>
                <a:off x="6626434" y="5114339"/>
                <a:ext cx="5873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82" name="Google Shape;7182;p97"/>
              <p:cNvCxnSpPr/>
              <p:nvPr/>
            </p:nvCxnSpPr>
            <p:spPr>
              <a:xfrm>
                <a:off x="6629609" y="5184189"/>
                <a:ext cx="5873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83" name="Google Shape;7183;p97"/>
              <p:cNvCxnSpPr/>
              <p:nvPr/>
            </p:nvCxnSpPr>
            <p:spPr>
              <a:xfrm>
                <a:off x="6631196" y="5252452"/>
                <a:ext cx="5873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84" name="Google Shape;7184;p97"/>
              <p:cNvCxnSpPr/>
              <p:nvPr/>
            </p:nvCxnSpPr>
            <p:spPr>
              <a:xfrm>
                <a:off x="6631196" y="5322302"/>
                <a:ext cx="5873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85" name="Google Shape;7185;p97"/>
              <p:cNvCxnSpPr/>
              <p:nvPr/>
            </p:nvCxnSpPr>
            <p:spPr>
              <a:xfrm>
                <a:off x="6632784" y="5387389"/>
                <a:ext cx="5873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86" name="Google Shape;7186;p97"/>
              <p:cNvCxnSpPr/>
              <p:nvPr/>
            </p:nvCxnSpPr>
            <p:spPr>
              <a:xfrm rot="10800000">
                <a:off x="6632784" y="4531727"/>
                <a:ext cx="58737" cy="0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7187" name="Google Shape;7187;p97"/>
              <p:cNvGrpSpPr/>
              <p:nvPr/>
            </p:nvGrpSpPr>
            <p:grpSpPr>
              <a:xfrm>
                <a:off x="6434171" y="4488570"/>
                <a:ext cx="224203" cy="179034"/>
                <a:chOff x="3668110" y="2448910"/>
                <a:chExt cx="3794234" cy="2165130"/>
              </a:xfrm>
            </p:grpSpPr>
            <p:sp>
              <p:nvSpPr>
                <p:cNvPr id="7188" name="Google Shape;7188;p9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89" name="Google Shape;7189;p9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190" name="Google Shape;7190;p9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7191" name="Google Shape;7191;p9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92" name="Google Shape;7192;p9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93" name="Google Shape;7193;p9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94" name="Google Shape;7194;p9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7195" name="Google Shape;7195;p97"/>
            <p:cNvGrpSpPr/>
            <p:nvPr/>
          </p:nvGrpSpPr>
          <p:grpSpPr>
            <a:xfrm>
              <a:off x="5974431" y="3377682"/>
              <a:ext cx="1055390" cy="275739"/>
              <a:chOff x="5974431" y="3377682"/>
              <a:chExt cx="1055390" cy="275739"/>
            </a:xfrm>
          </p:grpSpPr>
          <p:cxnSp>
            <p:nvCxnSpPr>
              <p:cNvPr id="7196" name="Google Shape;7196;p97"/>
              <p:cNvCxnSpPr/>
              <p:nvPr/>
            </p:nvCxnSpPr>
            <p:spPr>
              <a:xfrm rot="10800000">
                <a:off x="5974431" y="3483429"/>
                <a:ext cx="1055390" cy="16999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97" name="Google Shape;7197;p97"/>
              <p:cNvCxnSpPr>
                <a:stCxn id="7198" idx="8"/>
              </p:cNvCxnSpPr>
              <p:nvPr/>
            </p:nvCxnSpPr>
            <p:spPr>
              <a:xfrm rot="10800000">
                <a:off x="6223243" y="3427578"/>
                <a:ext cx="671700" cy="173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99" name="Google Shape;7199;p97"/>
              <p:cNvCxnSpPr/>
              <p:nvPr/>
            </p:nvCxnSpPr>
            <p:spPr>
              <a:xfrm rot="10800000">
                <a:off x="6465843" y="3377682"/>
                <a:ext cx="562839" cy="20182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200" name="Google Shape;7200;p97"/>
            <p:cNvGrpSpPr/>
            <p:nvPr/>
          </p:nvGrpSpPr>
          <p:grpSpPr>
            <a:xfrm flipH="1" rot="10800000">
              <a:off x="5989981" y="3036336"/>
              <a:ext cx="1055390" cy="275739"/>
              <a:chOff x="6920204" y="3530082"/>
              <a:chExt cx="1055390" cy="275739"/>
            </a:xfrm>
          </p:grpSpPr>
          <p:cxnSp>
            <p:nvCxnSpPr>
              <p:cNvPr id="7201" name="Google Shape;7201;p97"/>
              <p:cNvCxnSpPr/>
              <p:nvPr/>
            </p:nvCxnSpPr>
            <p:spPr>
              <a:xfrm rot="10800000">
                <a:off x="6920204" y="3635829"/>
                <a:ext cx="1055390" cy="16999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02" name="Google Shape;7202;p97"/>
              <p:cNvCxnSpPr/>
              <p:nvPr/>
            </p:nvCxnSpPr>
            <p:spPr>
              <a:xfrm rot="10800000">
                <a:off x="7169020" y="3579845"/>
                <a:ext cx="671696" cy="17383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03" name="Google Shape;7203;p97"/>
              <p:cNvCxnSpPr/>
              <p:nvPr/>
            </p:nvCxnSpPr>
            <p:spPr>
              <a:xfrm rot="10800000">
                <a:off x="7411616" y="3530082"/>
                <a:ext cx="562839" cy="20182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7204" name="Google Shape;7204;p97"/>
            <p:cNvCxnSpPr/>
            <p:nvPr/>
          </p:nvCxnSpPr>
          <p:spPr>
            <a:xfrm flipH="1">
              <a:off x="7111851" y="3098053"/>
              <a:ext cx="1587" cy="51435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7205" name="Google Shape;7205;p97"/>
            <p:cNvGrpSpPr/>
            <p:nvPr/>
          </p:nvGrpSpPr>
          <p:grpSpPr>
            <a:xfrm>
              <a:off x="6657747" y="2637514"/>
              <a:ext cx="914400" cy="479686"/>
              <a:chOff x="3668110" y="2448910"/>
              <a:chExt cx="3794234" cy="2165130"/>
            </a:xfrm>
          </p:grpSpPr>
          <p:sp>
            <p:nvSpPr>
              <p:cNvPr id="7206" name="Google Shape;7206;p97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7" name="Google Shape;7207;p97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08" name="Google Shape;7208;p97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7209" name="Google Shape;7209;p97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10" name="Google Shape;7210;p97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11" name="Google Shape;7211;p97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12" name="Google Shape;7212;p97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213" name="Google Shape;7213;p97"/>
            <p:cNvGrpSpPr/>
            <p:nvPr/>
          </p:nvGrpSpPr>
          <p:grpSpPr>
            <a:xfrm>
              <a:off x="3209365" y="1621000"/>
              <a:ext cx="894855" cy="442494"/>
              <a:chOff x="7493876" y="2774731"/>
              <a:chExt cx="1481958" cy="894622"/>
            </a:xfrm>
          </p:grpSpPr>
          <p:sp>
            <p:nvSpPr>
              <p:cNvPr id="7214" name="Google Shape;7214;p9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7215" name="Google Shape;7215;p9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7216" name="Google Shape;7216;p9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7217" name="Google Shape;7217;p9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18" name="Google Shape;7218;p9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19" name="Google Shape;7219;p9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26" name="Google Shape;7126;p9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220" name="Google Shape;7220;p97"/>
            <p:cNvGrpSpPr/>
            <p:nvPr/>
          </p:nvGrpSpPr>
          <p:grpSpPr>
            <a:xfrm>
              <a:off x="5489296" y="1629965"/>
              <a:ext cx="894855" cy="442494"/>
              <a:chOff x="7493876" y="2774731"/>
              <a:chExt cx="1481958" cy="894622"/>
            </a:xfrm>
          </p:grpSpPr>
          <p:sp>
            <p:nvSpPr>
              <p:cNvPr id="7221" name="Google Shape;7221;p9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7222" name="Google Shape;7222;p9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7223" name="Google Shape;7223;p9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7224" name="Google Shape;7224;p9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25" name="Google Shape;7225;p9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26" name="Google Shape;7226;p9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33" name="Google Shape;7133;p9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227" name="Google Shape;7227;p97"/>
            <p:cNvGrpSpPr/>
            <p:nvPr/>
          </p:nvGrpSpPr>
          <p:grpSpPr>
            <a:xfrm>
              <a:off x="6424315" y="3564953"/>
              <a:ext cx="1277231" cy="1928806"/>
              <a:chOff x="6424315" y="3564953"/>
              <a:chExt cx="1277231" cy="1928806"/>
            </a:xfrm>
          </p:grpSpPr>
          <p:cxnSp>
            <p:nvCxnSpPr>
              <p:cNvPr id="7228" name="Google Shape;7228;p97"/>
              <p:cNvCxnSpPr>
                <a:endCxn id="7191" idx="4"/>
              </p:cNvCxnSpPr>
              <p:nvPr/>
            </p:nvCxnSpPr>
            <p:spPr>
              <a:xfrm>
                <a:off x="7386846" y="3996739"/>
                <a:ext cx="314700" cy="55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7229" name="Google Shape;7229;p97"/>
              <p:cNvGrpSpPr/>
              <p:nvPr/>
            </p:nvGrpSpPr>
            <p:grpSpPr>
              <a:xfrm>
                <a:off x="6424315" y="3564953"/>
                <a:ext cx="1189752" cy="1928806"/>
                <a:chOff x="6424315" y="3564953"/>
                <a:chExt cx="1189752" cy="1928806"/>
              </a:xfrm>
            </p:grpSpPr>
            <p:cxnSp>
              <p:nvCxnSpPr>
                <p:cNvPr id="7230" name="Google Shape;7230;p97"/>
                <p:cNvCxnSpPr>
                  <a:endCxn id="7231" idx="4"/>
                </p:cNvCxnSpPr>
                <p:nvPr/>
              </p:nvCxnSpPr>
              <p:spPr>
                <a:xfrm flipH="1">
                  <a:off x="6543647" y="3958639"/>
                  <a:ext cx="436800" cy="591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232" name="Google Shape;7232;p97"/>
                <p:cNvCxnSpPr>
                  <a:endCxn id="7233" idx="9"/>
                </p:cNvCxnSpPr>
                <p:nvPr/>
              </p:nvCxnSpPr>
              <p:spPr>
                <a:xfrm>
                  <a:off x="7130402" y="3966699"/>
                  <a:ext cx="32700" cy="571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7234" name="Google Shape;7234;p97"/>
                <p:cNvGrpSpPr/>
                <p:nvPr/>
              </p:nvGrpSpPr>
              <p:grpSpPr>
                <a:xfrm>
                  <a:off x="6424315" y="3564953"/>
                  <a:ext cx="1155347" cy="1928806"/>
                  <a:chOff x="6424315" y="3564953"/>
                  <a:chExt cx="1155347" cy="1928806"/>
                </a:xfrm>
              </p:grpSpPr>
              <p:cxnSp>
                <p:nvCxnSpPr>
                  <p:cNvPr id="7235" name="Google Shape;7235;p97"/>
                  <p:cNvCxnSpPr>
                    <a:endCxn id="7236" idx="2"/>
                  </p:cNvCxnSpPr>
                  <p:nvPr/>
                </p:nvCxnSpPr>
                <p:spPr>
                  <a:xfrm flipH="1">
                    <a:off x="6853172" y="3968164"/>
                    <a:ext cx="264900" cy="5865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7237" name="Google Shape;7237;p97"/>
                  <p:cNvGrpSpPr/>
                  <p:nvPr/>
                </p:nvGrpSpPr>
                <p:grpSpPr>
                  <a:xfrm>
                    <a:off x="6424315" y="4488570"/>
                    <a:ext cx="267206" cy="997245"/>
                    <a:chOff x="6424315" y="4488570"/>
                    <a:chExt cx="267206" cy="997245"/>
                  </a:xfrm>
                </p:grpSpPr>
                <p:grpSp>
                  <p:nvGrpSpPr>
                    <p:cNvPr id="7238" name="Google Shape;7238;p97"/>
                    <p:cNvGrpSpPr/>
                    <p:nvPr/>
                  </p:nvGrpSpPr>
                  <p:grpSpPr>
                    <a:xfrm>
                      <a:off x="6424315" y="4636502"/>
                      <a:ext cx="237939" cy="849312"/>
                      <a:chOff x="6396366" y="3061857"/>
                      <a:chExt cx="570079" cy="838094"/>
                    </a:xfrm>
                  </p:grpSpPr>
                  <p:sp>
                    <p:nvSpPr>
                      <p:cNvPr id="7239" name="Google Shape;7239;p97"/>
                      <p:cNvSpPr/>
                      <p:nvPr/>
                    </p:nvSpPr>
                    <p:spPr>
                      <a:xfrm>
                        <a:off x="6509786" y="3061857"/>
                        <a:ext cx="447707" cy="742536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7240" name="Google Shape;7240;p97"/>
                      <p:cNvCxnSpPr/>
                      <p:nvPr/>
                    </p:nvCxnSpPr>
                    <p:spPr>
                      <a:xfrm flipH="1" rot="10800000">
                        <a:off x="6847057" y="3061857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7241" name="Google Shape;7241;p97"/>
                      <p:cNvSpPr/>
                      <p:nvPr/>
                    </p:nvSpPr>
                    <p:spPr>
                      <a:xfrm>
                        <a:off x="6476953" y="3071256"/>
                        <a:ext cx="131327" cy="115923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7242" name="Google Shape;7242;p97"/>
                      <p:cNvCxnSpPr/>
                      <p:nvPr/>
                    </p:nvCxnSpPr>
                    <p:spPr>
                      <a:xfrm flipH="1" rot="10800000">
                        <a:off x="6396367" y="3061857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7243" name="Google Shape;7243;p97"/>
                      <p:cNvSpPr/>
                      <p:nvPr/>
                    </p:nvSpPr>
                    <p:spPr>
                      <a:xfrm>
                        <a:off x="6817210" y="3702567"/>
                        <a:ext cx="131327" cy="115923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244" name="Google Shape;7244;p97"/>
                      <p:cNvSpPr/>
                      <p:nvPr/>
                    </p:nvSpPr>
                    <p:spPr>
                      <a:xfrm>
                        <a:off x="6405320" y="3157415"/>
                        <a:ext cx="444723" cy="742536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7245" name="Google Shape;7245;p97"/>
                      <p:cNvCxnSpPr/>
                      <p:nvPr/>
                    </p:nvCxnSpPr>
                    <p:spPr>
                      <a:xfrm flipH="1" rot="10800000">
                        <a:off x="6847057" y="3804392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grpSp>
                    <p:nvGrpSpPr>
                      <p:cNvPr id="7246" name="Google Shape;7246;p97"/>
                      <p:cNvGrpSpPr/>
                      <p:nvPr/>
                    </p:nvGrpSpPr>
                    <p:grpSpPr>
                      <a:xfrm>
                        <a:off x="6399350" y="3137050"/>
                        <a:ext cx="561125" cy="92425"/>
                        <a:chOff x="6581076" y="2845711"/>
                        <a:chExt cx="561125" cy="92425"/>
                      </a:xfrm>
                    </p:grpSpPr>
                    <p:cxnSp>
                      <p:nvCxnSpPr>
                        <p:cNvPr id="7247" name="Google Shape;7247;p97"/>
                        <p:cNvCxnSpPr/>
                        <p:nvPr/>
                      </p:nvCxnSpPr>
                      <p:spPr>
                        <a:xfrm flipH="1" rot="10800000">
                          <a:off x="7028782" y="2845711"/>
                          <a:ext cx="113419" cy="924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248" name="Google Shape;7248;p97"/>
                        <p:cNvCxnSpPr/>
                        <p:nvPr/>
                      </p:nvCxnSpPr>
                      <p:spPr>
                        <a:xfrm>
                          <a:off x="6581076" y="2938136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249" name="Google Shape;7249;p97"/>
                      <p:cNvGrpSpPr/>
                      <p:nvPr/>
                    </p:nvGrpSpPr>
                    <p:grpSpPr>
                      <a:xfrm>
                        <a:off x="6399351" y="3202845"/>
                        <a:ext cx="567094" cy="89292"/>
                        <a:chOff x="6581557" y="2845642"/>
                        <a:chExt cx="567094" cy="89292"/>
                      </a:xfrm>
                    </p:grpSpPr>
                    <p:cxnSp>
                      <p:nvCxnSpPr>
                        <p:cNvPr id="7250" name="Google Shape;7250;p97"/>
                        <p:cNvCxnSpPr/>
                        <p:nvPr/>
                      </p:nvCxnSpPr>
                      <p:spPr>
                        <a:xfrm flipH="1" rot="10800000">
                          <a:off x="7029263" y="2845642"/>
                          <a:ext cx="119388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251" name="Google Shape;7251;p97"/>
                        <p:cNvCxnSpPr/>
                        <p:nvPr/>
                      </p:nvCxnSpPr>
                      <p:spPr>
                        <a:xfrm>
                          <a:off x="6581557" y="2934934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252" name="Google Shape;7252;p97"/>
                      <p:cNvGrpSpPr/>
                      <p:nvPr/>
                    </p:nvGrpSpPr>
                    <p:grpSpPr>
                      <a:xfrm>
                        <a:off x="6399350" y="3268639"/>
                        <a:ext cx="558142" cy="89292"/>
                        <a:chOff x="6582036" y="2845572"/>
                        <a:chExt cx="558142" cy="89292"/>
                      </a:xfrm>
                    </p:grpSpPr>
                    <p:cxnSp>
                      <p:nvCxnSpPr>
                        <p:cNvPr id="7253" name="Google Shape;7253;p97"/>
                        <p:cNvCxnSpPr/>
                        <p:nvPr/>
                      </p:nvCxnSpPr>
                      <p:spPr>
                        <a:xfrm flipH="1" rot="10800000">
                          <a:off x="7026759" y="2845572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254" name="Google Shape;7254;p97"/>
                        <p:cNvCxnSpPr/>
                        <p:nvPr/>
                      </p:nvCxnSpPr>
                      <p:spPr>
                        <a:xfrm>
                          <a:off x="6582036" y="293486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255" name="Google Shape;7255;p97"/>
                      <p:cNvGrpSpPr/>
                      <p:nvPr/>
                    </p:nvGrpSpPr>
                    <p:grpSpPr>
                      <a:xfrm>
                        <a:off x="6399350" y="3334433"/>
                        <a:ext cx="558141" cy="89292"/>
                        <a:chOff x="6582516" y="2845502"/>
                        <a:chExt cx="558141" cy="89292"/>
                      </a:xfrm>
                    </p:grpSpPr>
                    <p:cxnSp>
                      <p:nvCxnSpPr>
                        <p:cNvPr id="7256" name="Google Shape;7256;p97"/>
                        <p:cNvCxnSpPr/>
                        <p:nvPr/>
                      </p:nvCxnSpPr>
                      <p:spPr>
                        <a:xfrm flipH="1" rot="10800000">
                          <a:off x="7027238" y="2845502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257" name="Google Shape;7257;p97"/>
                        <p:cNvCxnSpPr/>
                        <p:nvPr/>
                      </p:nvCxnSpPr>
                      <p:spPr>
                        <a:xfrm>
                          <a:off x="6582516" y="293479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258" name="Google Shape;7258;p97"/>
                      <p:cNvGrpSpPr/>
                      <p:nvPr/>
                    </p:nvGrpSpPr>
                    <p:grpSpPr>
                      <a:xfrm>
                        <a:off x="6399349" y="3400228"/>
                        <a:ext cx="558142" cy="89292"/>
                        <a:chOff x="6582995" y="2845433"/>
                        <a:chExt cx="558142" cy="89292"/>
                      </a:xfrm>
                    </p:grpSpPr>
                    <p:cxnSp>
                      <p:nvCxnSpPr>
                        <p:cNvPr id="7259" name="Google Shape;7259;p97"/>
                        <p:cNvCxnSpPr/>
                        <p:nvPr/>
                      </p:nvCxnSpPr>
                      <p:spPr>
                        <a:xfrm flipH="1" rot="10800000">
                          <a:off x="7027718" y="2845433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260" name="Google Shape;7260;p97"/>
                        <p:cNvCxnSpPr/>
                        <p:nvPr/>
                      </p:nvCxnSpPr>
                      <p:spPr>
                        <a:xfrm>
                          <a:off x="6582995" y="293472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261" name="Google Shape;7261;p97"/>
                      <p:cNvGrpSpPr/>
                      <p:nvPr/>
                    </p:nvGrpSpPr>
                    <p:grpSpPr>
                      <a:xfrm>
                        <a:off x="6399351" y="3466022"/>
                        <a:ext cx="558141" cy="93992"/>
                        <a:chOff x="6583477" y="2845363"/>
                        <a:chExt cx="558141" cy="93992"/>
                      </a:xfrm>
                    </p:grpSpPr>
                    <p:cxnSp>
                      <p:nvCxnSpPr>
                        <p:cNvPr id="7262" name="Google Shape;7262;p97"/>
                        <p:cNvCxnSpPr/>
                        <p:nvPr/>
                      </p:nvCxnSpPr>
                      <p:spPr>
                        <a:xfrm flipH="1" rot="10800000">
                          <a:off x="7028199" y="2845363"/>
                          <a:ext cx="113419" cy="939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263" name="Google Shape;7263;p97"/>
                        <p:cNvCxnSpPr/>
                        <p:nvPr/>
                      </p:nvCxnSpPr>
                      <p:spPr>
                        <a:xfrm>
                          <a:off x="6583477" y="2939355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264" name="Google Shape;7264;p97"/>
                      <p:cNvGrpSpPr/>
                      <p:nvPr/>
                    </p:nvGrpSpPr>
                    <p:grpSpPr>
                      <a:xfrm>
                        <a:off x="6396366" y="3528683"/>
                        <a:ext cx="561126" cy="97125"/>
                        <a:chOff x="6580972" y="2842160"/>
                        <a:chExt cx="561126" cy="97125"/>
                      </a:xfrm>
                    </p:grpSpPr>
                    <p:cxnSp>
                      <p:nvCxnSpPr>
                        <p:cNvPr id="7265" name="Google Shape;7265;p97"/>
                        <p:cNvCxnSpPr/>
                        <p:nvPr/>
                      </p:nvCxnSpPr>
                      <p:spPr>
                        <a:xfrm flipH="1" rot="10800000">
                          <a:off x="7028679" y="2842160"/>
                          <a:ext cx="113419" cy="971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266" name="Google Shape;7266;p97"/>
                        <p:cNvCxnSpPr/>
                        <p:nvPr/>
                      </p:nvCxnSpPr>
                      <p:spPr>
                        <a:xfrm>
                          <a:off x="6580972" y="2939284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267" name="Google Shape;7267;p97"/>
                      <p:cNvGrpSpPr/>
                      <p:nvPr/>
                    </p:nvGrpSpPr>
                    <p:grpSpPr>
                      <a:xfrm>
                        <a:off x="6396366" y="3594477"/>
                        <a:ext cx="561125" cy="97125"/>
                        <a:chOff x="6581452" y="2842090"/>
                        <a:chExt cx="561125" cy="97125"/>
                      </a:xfrm>
                    </p:grpSpPr>
                    <p:cxnSp>
                      <p:nvCxnSpPr>
                        <p:cNvPr id="7268" name="Google Shape;7268;p97"/>
                        <p:cNvCxnSpPr/>
                        <p:nvPr/>
                      </p:nvCxnSpPr>
                      <p:spPr>
                        <a:xfrm flipH="1" rot="10800000">
                          <a:off x="7029158" y="2842090"/>
                          <a:ext cx="113419" cy="971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269" name="Google Shape;7269;p97"/>
                        <p:cNvCxnSpPr/>
                        <p:nvPr/>
                      </p:nvCxnSpPr>
                      <p:spPr>
                        <a:xfrm>
                          <a:off x="6581452" y="2939215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270" name="Google Shape;7270;p97"/>
                      <p:cNvGrpSpPr/>
                      <p:nvPr/>
                    </p:nvGrpSpPr>
                    <p:grpSpPr>
                      <a:xfrm>
                        <a:off x="6396367" y="3664970"/>
                        <a:ext cx="558140" cy="92426"/>
                        <a:chOff x="6581933" y="2846719"/>
                        <a:chExt cx="558140" cy="92426"/>
                      </a:xfrm>
                    </p:grpSpPr>
                    <p:cxnSp>
                      <p:nvCxnSpPr>
                        <p:cNvPr id="7271" name="Google Shape;7271;p97"/>
                        <p:cNvCxnSpPr/>
                        <p:nvPr/>
                      </p:nvCxnSpPr>
                      <p:spPr>
                        <a:xfrm flipH="1" rot="10800000">
                          <a:off x="7026654" y="2846719"/>
                          <a:ext cx="113419" cy="92426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272" name="Google Shape;7272;p97"/>
                        <p:cNvCxnSpPr/>
                        <p:nvPr/>
                      </p:nvCxnSpPr>
                      <p:spPr>
                        <a:xfrm>
                          <a:off x="6581933" y="2939145"/>
                          <a:ext cx="450690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273" name="Google Shape;7273;p97"/>
                      <p:cNvGrpSpPr/>
                      <p:nvPr/>
                    </p:nvGrpSpPr>
                    <p:grpSpPr>
                      <a:xfrm>
                        <a:off x="6396367" y="3730765"/>
                        <a:ext cx="558139" cy="92426"/>
                        <a:chOff x="6582413" y="2846650"/>
                        <a:chExt cx="558139" cy="92426"/>
                      </a:xfrm>
                    </p:grpSpPr>
                    <p:cxnSp>
                      <p:nvCxnSpPr>
                        <p:cNvPr id="7274" name="Google Shape;7274;p97"/>
                        <p:cNvCxnSpPr/>
                        <p:nvPr/>
                      </p:nvCxnSpPr>
                      <p:spPr>
                        <a:xfrm flipH="1" rot="10800000">
                          <a:off x="7027133" y="2846650"/>
                          <a:ext cx="113419" cy="92426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275" name="Google Shape;7275;p97"/>
                        <p:cNvCxnSpPr/>
                        <p:nvPr/>
                      </p:nvCxnSpPr>
                      <p:spPr>
                        <a:xfrm>
                          <a:off x="6582413" y="2939076"/>
                          <a:ext cx="450690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</p:grpSp>
                <p:cxnSp>
                  <p:nvCxnSpPr>
                    <p:cNvPr id="7276" name="Google Shape;7276;p97"/>
                    <p:cNvCxnSpPr/>
                    <p:nvPr/>
                  </p:nvCxnSpPr>
                  <p:spPr>
                    <a:xfrm flipH="1">
                      <a:off x="6685171" y="4525377"/>
                      <a:ext cx="4763" cy="855662"/>
                    </a:xfrm>
                    <a:prstGeom prst="straightConnector1">
                      <a:avLst/>
                    </a:prstGeom>
                    <a:noFill/>
                    <a:ln cap="flat" cmpd="sng" w="254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77" name="Google Shape;7277;p97"/>
                    <p:cNvCxnSpPr/>
                    <p:nvPr/>
                  </p:nvCxnSpPr>
                  <p:spPr>
                    <a:xfrm>
                      <a:off x="6632784" y="4706352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78" name="Google Shape;7278;p97"/>
                    <p:cNvCxnSpPr/>
                    <p:nvPr/>
                  </p:nvCxnSpPr>
                  <p:spPr>
                    <a:xfrm>
                      <a:off x="6631196" y="4771439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79" name="Google Shape;7279;p97"/>
                    <p:cNvCxnSpPr/>
                    <p:nvPr/>
                  </p:nvCxnSpPr>
                  <p:spPr>
                    <a:xfrm>
                      <a:off x="6631196" y="4849227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80" name="Google Shape;7280;p97"/>
                    <p:cNvCxnSpPr/>
                    <p:nvPr/>
                  </p:nvCxnSpPr>
                  <p:spPr>
                    <a:xfrm>
                      <a:off x="6629609" y="4914314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81" name="Google Shape;7281;p97"/>
                    <p:cNvCxnSpPr/>
                    <p:nvPr/>
                  </p:nvCxnSpPr>
                  <p:spPr>
                    <a:xfrm>
                      <a:off x="6628021" y="4976227"/>
                      <a:ext cx="60325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82" name="Google Shape;7282;p97"/>
                    <p:cNvCxnSpPr/>
                    <p:nvPr/>
                  </p:nvCxnSpPr>
                  <p:spPr>
                    <a:xfrm>
                      <a:off x="6628021" y="5044489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83" name="Google Shape;7283;p97"/>
                    <p:cNvCxnSpPr/>
                    <p:nvPr/>
                  </p:nvCxnSpPr>
                  <p:spPr>
                    <a:xfrm>
                      <a:off x="6626434" y="511433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84" name="Google Shape;7284;p97"/>
                    <p:cNvCxnSpPr/>
                    <p:nvPr/>
                  </p:nvCxnSpPr>
                  <p:spPr>
                    <a:xfrm>
                      <a:off x="6629609" y="518418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85" name="Google Shape;7285;p97"/>
                    <p:cNvCxnSpPr/>
                    <p:nvPr/>
                  </p:nvCxnSpPr>
                  <p:spPr>
                    <a:xfrm>
                      <a:off x="6631196" y="5252452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86" name="Google Shape;7286;p97"/>
                    <p:cNvCxnSpPr/>
                    <p:nvPr/>
                  </p:nvCxnSpPr>
                  <p:spPr>
                    <a:xfrm>
                      <a:off x="6631196" y="5322302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87" name="Google Shape;7287;p97"/>
                    <p:cNvCxnSpPr/>
                    <p:nvPr/>
                  </p:nvCxnSpPr>
                  <p:spPr>
                    <a:xfrm>
                      <a:off x="6632784" y="538738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88" name="Google Shape;7288;p97"/>
                    <p:cNvCxnSpPr/>
                    <p:nvPr/>
                  </p:nvCxnSpPr>
                  <p:spPr>
                    <a:xfrm rot="10800000">
                      <a:off x="6632784" y="4531727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222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289" name="Google Shape;7289;p97"/>
                    <p:cNvGrpSpPr/>
                    <p:nvPr/>
                  </p:nvGrpSpPr>
                  <p:grpSpPr>
                    <a:xfrm>
                      <a:off x="6434171" y="4488570"/>
                      <a:ext cx="224203" cy="179034"/>
                      <a:chOff x="3668110" y="2448910"/>
                      <a:chExt cx="3794234" cy="2165130"/>
                    </a:xfrm>
                  </p:grpSpPr>
                  <p:sp>
                    <p:nvSpPr>
                      <p:cNvPr id="7290" name="Google Shape;7290;p97"/>
                      <p:cNvSpPr/>
                      <p:nvPr/>
                    </p:nvSpPr>
                    <p:spPr>
                      <a:xfrm>
                        <a:off x="3668110" y="3741409"/>
                        <a:ext cx="3780587" cy="872631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B8C2C9"/>
                          </a:gs>
                          <a:gs pos="21000">
                            <a:schemeClr val="lt1"/>
                          </a:gs>
                          <a:gs pos="60000">
                            <a:srgbClr val="D6DCE0"/>
                          </a:gs>
                          <a:gs pos="100000">
                            <a:srgbClr val="B8C2C9"/>
                          </a:gs>
                        </a:gsLst>
                        <a:lin ang="0" scaled="0"/>
                      </a:gradFill>
                      <a:ln cap="flat" cmpd="sng" w="9525">
                        <a:solidFill>
                          <a:srgbClr val="31538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291" name="Google Shape;7291;p97"/>
                      <p:cNvSpPr/>
                      <p:nvPr/>
                    </p:nvSpPr>
                    <p:spPr>
                      <a:xfrm>
                        <a:off x="3678620" y="2448910"/>
                        <a:ext cx="3783724" cy="1324303"/>
                      </a:xfrm>
                      <a:custGeom>
                        <a:rect b="b" l="l" r="r" t="t"/>
                        <a:pathLst>
                          <a:path extrusionOk="0" h="1324303" w="3783724">
                            <a:moveTo>
                              <a:pt x="0" y="1313793"/>
                            </a:moveTo>
                            <a:lnTo>
                              <a:pt x="0" y="1313793"/>
                            </a:lnTo>
                            <a:lnTo>
                              <a:pt x="252248" y="0"/>
                            </a:lnTo>
                            <a:lnTo>
                              <a:pt x="3415862" y="21020"/>
                            </a:lnTo>
                            <a:lnTo>
                              <a:pt x="3783724" y="1324303"/>
                            </a:lnTo>
                            <a:lnTo>
                              <a:pt x="0" y="1313793"/>
                            </a:lnTo>
                            <a:close/>
                          </a:path>
                        </a:pathLst>
                      </a:custGeom>
                      <a:solidFill>
                        <a:srgbClr val="B8C2C9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7292" name="Google Shape;7292;p97"/>
                      <p:cNvGrpSpPr/>
                      <p:nvPr/>
                    </p:nvGrpSpPr>
                    <p:grpSpPr>
                      <a:xfrm>
                        <a:off x="3941378" y="2603243"/>
                        <a:ext cx="3202061" cy="1066110"/>
                        <a:chOff x="7939341" y="3037317"/>
                        <a:chExt cx="897649" cy="353919"/>
                      </a:xfrm>
                    </p:grpSpPr>
                    <p:sp>
                      <p:nvSpPr>
                        <p:cNvPr id="7231" name="Google Shape;7231;p97"/>
                        <p:cNvSpPr/>
                        <p:nvPr/>
                      </p:nvSpPr>
                      <p:spPr>
                        <a:xfrm>
                          <a:off x="7964170" y="3037317"/>
                          <a:ext cx="849158" cy="198115"/>
                        </a:xfrm>
                        <a:custGeom>
                          <a:rect b="b" l="l" r="r" t="t"/>
                          <a:pathLst>
                            <a:path extrusionOk="0" h="1049866" w="4673016">
                              <a:moveTo>
                                <a:pt x="3756864" y="0"/>
                              </a:moveTo>
                              <a:lnTo>
                                <a:pt x="4673016" y="239402"/>
                              </a:lnTo>
                              <a:lnTo>
                                <a:pt x="3993931" y="541866"/>
                              </a:lnTo>
                              <a:lnTo>
                                <a:pt x="3815839" y="467710"/>
                              </a:lnTo>
                              <a:lnTo>
                                <a:pt x="2300598" y="1049866"/>
                              </a:lnTo>
                              <a:lnTo>
                                <a:pt x="912064" y="457200"/>
                              </a:lnTo>
                              <a:lnTo>
                                <a:pt x="624198" y="541866"/>
                              </a:lnTo>
                              <a:lnTo>
                                <a:pt x="0" y="275021"/>
                              </a:lnTo>
                              <a:lnTo>
                                <a:pt x="912064" y="16933"/>
                              </a:lnTo>
                              <a:lnTo>
                                <a:pt x="2323954" y="616023"/>
                              </a:lnTo>
                              <a:lnTo>
                                <a:pt x="3756864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3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293" name="Google Shape;7293;p97"/>
                        <p:cNvSpPr/>
                        <p:nvPr/>
                      </p:nvSpPr>
                      <p:spPr>
                        <a:xfrm>
                          <a:off x="8519948" y="3206783"/>
                          <a:ext cx="317042" cy="170569"/>
                        </a:xfrm>
                        <a:custGeom>
                          <a:rect b="b" l="l" r="r" t="t"/>
                          <a:pathLst>
                            <a:path extrusionOk="0" h="903890" w="1744718">
                              <a:moveTo>
                                <a:pt x="21021" y="0"/>
                              </a:moveTo>
                              <a:lnTo>
                                <a:pt x="1744718" y="693683"/>
                              </a:lnTo>
                              <a:lnTo>
                                <a:pt x="1145628" y="903890"/>
                              </a:lnTo>
                              <a:lnTo>
                                <a:pt x="0" y="451945"/>
                              </a:lnTo>
                              <a:lnTo>
                                <a:pt x="21021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3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294" name="Google Shape;7294;p97"/>
                        <p:cNvSpPr/>
                        <p:nvPr/>
                      </p:nvSpPr>
                      <p:spPr>
                        <a:xfrm>
                          <a:off x="7939341" y="3206783"/>
                          <a:ext cx="311312" cy="168585"/>
                        </a:xfrm>
                        <a:custGeom>
                          <a:rect b="b" l="l" r="r" t="t"/>
                          <a:pathLst>
                            <a:path extrusionOk="0" h="893380" w="1713187">
                              <a:moveTo>
                                <a:pt x="1702676" y="0"/>
                              </a:moveTo>
                              <a:lnTo>
                                <a:pt x="1713187" y="472966"/>
                              </a:lnTo>
                              <a:lnTo>
                                <a:pt x="578069" y="893380"/>
                              </a:lnTo>
                              <a:lnTo>
                                <a:pt x="0" y="693683"/>
                              </a:lnTo>
                              <a:lnTo>
                                <a:pt x="170267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8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295" name="Google Shape;7295;p97"/>
                        <p:cNvSpPr/>
                        <p:nvPr/>
                      </p:nvSpPr>
                      <p:spPr>
                        <a:xfrm>
                          <a:off x="8047413" y="3123483"/>
                          <a:ext cx="676892" cy="267753"/>
                        </a:xfrm>
                        <a:custGeom>
                          <a:rect b="b" l="l" r="r" t="t"/>
                          <a:pathLst>
                            <a:path extrusionOk="0" h="1418896" w="3725019">
                              <a:moveTo>
                                <a:pt x="162012" y="73572"/>
                              </a:moveTo>
                              <a:lnTo>
                                <a:pt x="445792" y="0"/>
                              </a:lnTo>
                              <a:lnTo>
                                <a:pt x="1852896" y="591655"/>
                              </a:lnTo>
                              <a:lnTo>
                                <a:pt x="3357157" y="0"/>
                              </a:lnTo>
                              <a:lnTo>
                                <a:pt x="3577874" y="73572"/>
                              </a:lnTo>
                              <a:lnTo>
                                <a:pt x="2632585" y="448868"/>
                              </a:lnTo>
                              <a:lnTo>
                                <a:pt x="2625150" y="902607"/>
                              </a:lnTo>
                              <a:lnTo>
                                <a:pt x="3725019" y="1345324"/>
                              </a:lnTo>
                              <a:lnTo>
                                <a:pt x="3441240" y="1408386"/>
                              </a:lnTo>
                              <a:lnTo>
                                <a:pt x="1864688" y="746234"/>
                              </a:lnTo>
                              <a:lnTo>
                                <a:pt x="256605" y="1418896"/>
                              </a:lnTo>
                              <a:lnTo>
                                <a:pt x="0" y="1331097"/>
                              </a:lnTo>
                              <a:lnTo>
                                <a:pt x="1113454" y="903890"/>
                              </a:lnTo>
                              <a:cubicBezTo>
                                <a:pt x="1113454" y="760249"/>
                                <a:pt x="1102302" y="595586"/>
                                <a:pt x="1102302" y="451945"/>
                              </a:cubicBezTo>
                              <a:lnTo>
                                <a:pt x="183032" y="84081"/>
                              </a:lnTo>
                              <a:cubicBezTo>
                                <a:pt x="26317" y="21019"/>
                                <a:pt x="169019" y="77075"/>
                                <a:pt x="162012" y="7357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DA9DB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7296" name="Google Shape;7296;p97"/>
                  <p:cNvGrpSpPr/>
                  <p:nvPr/>
                </p:nvGrpSpPr>
                <p:grpSpPr>
                  <a:xfrm>
                    <a:off x="6665262" y="3564953"/>
                    <a:ext cx="914400" cy="479686"/>
                    <a:chOff x="3668110" y="2448910"/>
                    <a:chExt cx="3794234" cy="2165130"/>
                  </a:xfrm>
                </p:grpSpPr>
                <p:sp>
                  <p:nvSpPr>
                    <p:cNvPr id="7297" name="Google Shape;7297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298" name="Google Shape;7298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299" name="Google Shape;7299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7198" name="Google Shape;7198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300" name="Google Shape;7300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301" name="Google Shape;7301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302" name="Google Shape;7302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303" name="Google Shape;7303;p97"/>
                  <p:cNvGrpSpPr/>
                  <p:nvPr/>
                </p:nvGrpSpPr>
                <p:grpSpPr>
                  <a:xfrm>
                    <a:off x="6733565" y="4492542"/>
                    <a:ext cx="267206" cy="997245"/>
                    <a:chOff x="6424315" y="4488570"/>
                    <a:chExt cx="267206" cy="997245"/>
                  </a:xfrm>
                </p:grpSpPr>
                <p:grpSp>
                  <p:nvGrpSpPr>
                    <p:cNvPr id="7304" name="Google Shape;7304;p97"/>
                    <p:cNvGrpSpPr/>
                    <p:nvPr/>
                  </p:nvGrpSpPr>
                  <p:grpSpPr>
                    <a:xfrm>
                      <a:off x="6424315" y="4636502"/>
                      <a:ext cx="237939" cy="849312"/>
                      <a:chOff x="6396366" y="3061857"/>
                      <a:chExt cx="570079" cy="838094"/>
                    </a:xfrm>
                  </p:grpSpPr>
                  <p:sp>
                    <p:nvSpPr>
                      <p:cNvPr id="7305" name="Google Shape;7305;p97"/>
                      <p:cNvSpPr/>
                      <p:nvPr/>
                    </p:nvSpPr>
                    <p:spPr>
                      <a:xfrm>
                        <a:off x="6509786" y="3061857"/>
                        <a:ext cx="447707" cy="742536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7306" name="Google Shape;7306;p97"/>
                      <p:cNvCxnSpPr/>
                      <p:nvPr/>
                    </p:nvCxnSpPr>
                    <p:spPr>
                      <a:xfrm flipH="1" rot="10800000">
                        <a:off x="6847057" y="3061857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7307" name="Google Shape;7307;p97"/>
                      <p:cNvSpPr/>
                      <p:nvPr/>
                    </p:nvSpPr>
                    <p:spPr>
                      <a:xfrm>
                        <a:off x="6476953" y="3071256"/>
                        <a:ext cx="131327" cy="115923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7308" name="Google Shape;7308;p97"/>
                      <p:cNvCxnSpPr/>
                      <p:nvPr/>
                    </p:nvCxnSpPr>
                    <p:spPr>
                      <a:xfrm flipH="1" rot="10800000">
                        <a:off x="6396367" y="3061857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7309" name="Google Shape;7309;p97"/>
                      <p:cNvSpPr/>
                      <p:nvPr/>
                    </p:nvSpPr>
                    <p:spPr>
                      <a:xfrm>
                        <a:off x="6817210" y="3702567"/>
                        <a:ext cx="131327" cy="115923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310" name="Google Shape;7310;p97"/>
                      <p:cNvSpPr/>
                      <p:nvPr/>
                    </p:nvSpPr>
                    <p:spPr>
                      <a:xfrm>
                        <a:off x="6405320" y="3157415"/>
                        <a:ext cx="444723" cy="742536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7311" name="Google Shape;7311;p97"/>
                      <p:cNvCxnSpPr/>
                      <p:nvPr/>
                    </p:nvCxnSpPr>
                    <p:spPr>
                      <a:xfrm flipH="1" rot="10800000">
                        <a:off x="6847057" y="3804392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grpSp>
                    <p:nvGrpSpPr>
                      <p:cNvPr id="7312" name="Google Shape;7312;p97"/>
                      <p:cNvGrpSpPr/>
                      <p:nvPr/>
                    </p:nvGrpSpPr>
                    <p:grpSpPr>
                      <a:xfrm>
                        <a:off x="6399350" y="3137050"/>
                        <a:ext cx="561125" cy="92425"/>
                        <a:chOff x="6581076" y="2845711"/>
                        <a:chExt cx="561125" cy="92425"/>
                      </a:xfrm>
                    </p:grpSpPr>
                    <p:cxnSp>
                      <p:nvCxnSpPr>
                        <p:cNvPr id="7313" name="Google Shape;7313;p97"/>
                        <p:cNvCxnSpPr/>
                        <p:nvPr/>
                      </p:nvCxnSpPr>
                      <p:spPr>
                        <a:xfrm flipH="1" rot="10800000">
                          <a:off x="7028782" y="2845711"/>
                          <a:ext cx="113419" cy="924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14" name="Google Shape;7314;p97"/>
                        <p:cNvCxnSpPr/>
                        <p:nvPr/>
                      </p:nvCxnSpPr>
                      <p:spPr>
                        <a:xfrm>
                          <a:off x="6581076" y="2938136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15" name="Google Shape;7315;p97"/>
                      <p:cNvGrpSpPr/>
                      <p:nvPr/>
                    </p:nvGrpSpPr>
                    <p:grpSpPr>
                      <a:xfrm>
                        <a:off x="6399351" y="3202845"/>
                        <a:ext cx="567094" cy="89292"/>
                        <a:chOff x="6581557" y="2845642"/>
                        <a:chExt cx="567094" cy="89292"/>
                      </a:xfrm>
                    </p:grpSpPr>
                    <p:cxnSp>
                      <p:nvCxnSpPr>
                        <p:cNvPr id="7316" name="Google Shape;7316;p97"/>
                        <p:cNvCxnSpPr/>
                        <p:nvPr/>
                      </p:nvCxnSpPr>
                      <p:spPr>
                        <a:xfrm flipH="1" rot="10800000">
                          <a:off x="7029263" y="2845642"/>
                          <a:ext cx="119388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17" name="Google Shape;7317;p97"/>
                        <p:cNvCxnSpPr/>
                        <p:nvPr/>
                      </p:nvCxnSpPr>
                      <p:spPr>
                        <a:xfrm>
                          <a:off x="6581557" y="2934934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18" name="Google Shape;7318;p97"/>
                      <p:cNvGrpSpPr/>
                      <p:nvPr/>
                    </p:nvGrpSpPr>
                    <p:grpSpPr>
                      <a:xfrm>
                        <a:off x="6399350" y="3268639"/>
                        <a:ext cx="558142" cy="89292"/>
                        <a:chOff x="6582036" y="2845572"/>
                        <a:chExt cx="558142" cy="89292"/>
                      </a:xfrm>
                    </p:grpSpPr>
                    <p:cxnSp>
                      <p:nvCxnSpPr>
                        <p:cNvPr id="7319" name="Google Shape;7319;p97"/>
                        <p:cNvCxnSpPr/>
                        <p:nvPr/>
                      </p:nvCxnSpPr>
                      <p:spPr>
                        <a:xfrm flipH="1" rot="10800000">
                          <a:off x="7026759" y="2845572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20" name="Google Shape;7320;p97"/>
                        <p:cNvCxnSpPr/>
                        <p:nvPr/>
                      </p:nvCxnSpPr>
                      <p:spPr>
                        <a:xfrm>
                          <a:off x="6582036" y="293486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21" name="Google Shape;7321;p97"/>
                      <p:cNvGrpSpPr/>
                      <p:nvPr/>
                    </p:nvGrpSpPr>
                    <p:grpSpPr>
                      <a:xfrm>
                        <a:off x="6399350" y="3334433"/>
                        <a:ext cx="558141" cy="89292"/>
                        <a:chOff x="6582516" y="2845502"/>
                        <a:chExt cx="558141" cy="89292"/>
                      </a:xfrm>
                    </p:grpSpPr>
                    <p:cxnSp>
                      <p:nvCxnSpPr>
                        <p:cNvPr id="7322" name="Google Shape;7322;p97"/>
                        <p:cNvCxnSpPr/>
                        <p:nvPr/>
                      </p:nvCxnSpPr>
                      <p:spPr>
                        <a:xfrm flipH="1" rot="10800000">
                          <a:off x="7027238" y="2845502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23" name="Google Shape;7323;p97"/>
                        <p:cNvCxnSpPr/>
                        <p:nvPr/>
                      </p:nvCxnSpPr>
                      <p:spPr>
                        <a:xfrm>
                          <a:off x="6582516" y="293479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24" name="Google Shape;7324;p97"/>
                      <p:cNvGrpSpPr/>
                      <p:nvPr/>
                    </p:nvGrpSpPr>
                    <p:grpSpPr>
                      <a:xfrm>
                        <a:off x="6399349" y="3400228"/>
                        <a:ext cx="558142" cy="89292"/>
                        <a:chOff x="6582995" y="2845433"/>
                        <a:chExt cx="558142" cy="89292"/>
                      </a:xfrm>
                    </p:grpSpPr>
                    <p:cxnSp>
                      <p:nvCxnSpPr>
                        <p:cNvPr id="7325" name="Google Shape;7325;p97"/>
                        <p:cNvCxnSpPr/>
                        <p:nvPr/>
                      </p:nvCxnSpPr>
                      <p:spPr>
                        <a:xfrm flipH="1" rot="10800000">
                          <a:off x="7027718" y="2845433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26" name="Google Shape;7326;p97"/>
                        <p:cNvCxnSpPr/>
                        <p:nvPr/>
                      </p:nvCxnSpPr>
                      <p:spPr>
                        <a:xfrm>
                          <a:off x="6582995" y="293472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27" name="Google Shape;7327;p97"/>
                      <p:cNvGrpSpPr/>
                      <p:nvPr/>
                    </p:nvGrpSpPr>
                    <p:grpSpPr>
                      <a:xfrm>
                        <a:off x="6399351" y="3466022"/>
                        <a:ext cx="558141" cy="93992"/>
                        <a:chOff x="6583477" y="2845363"/>
                        <a:chExt cx="558141" cy="93992"/>
                      </a:xfrm>
                    </p:grpSpPr>
                    <p:cxnSp>
                      <p:nvCxnSpPr>
                        <p:cNvPr id="7328" name="Google Shape;7328;p97"/>
                        <p:cNvCxnSpPr/>
                        <p:nvPr/>
                      </p:nvCxnSpPr>
                      <p:spPr>
                        <a:xfrm flipH="1" rot="10800000">
                          <a:off x="7028199" y="2845363"/>
                          <a:ext cx="113419" cy="939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29" name="Google Shape;7329;p97"/>
                        <p:cNvCxnSpPr/>
                        <p:nvPr/>
                      </p:nvCxnSpPr>
                      <p:spPr>
                        <a:xfrm>
                          <a:off x="6583477" y="2939355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30" name="Google Shape;7330;p97"/>
                      <p:cNvGrpSpPr/>
                      <p:nvPr/>
                    </p:nvGrpSpPr>
                    <p:grpSpPr>
                      <a:xfrm>
                        <a:off x="6396366" y="3528683"/>
                        <a:ext cx="561126" cy="97125"/>
                        <a:chOff x="6580972" y="2842160"/>
                        <a:chExt cx="561126" cy="97125"/>
                      </a:xfrm>
                    </p:grpSpPr>
                    <p:cxnSp>
                      <p:nvCxnSpPr>
                        <p:cNvPr id="7331" name="Google Shape;7331;p97"/>
                        <p:cNvCxnSpPr/>
                        <p:nvPr/>
                      </p:nvCxnSpPr>
                      <p:spPr>
                        <a:xfrm flipH="1" rot="10800000">
                          <a:off x="7028679" y="2842160"/>
                          <a:ext cx="113419" cy="971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32" name="Google Shape;7332;p97"/>
                        <p:cNvCxnSpPr/>
                        <p:nvPr/>
                      </p:nvCxnSpPr>
                      <p:spPr>
                        <a:xfrm>
                          <a:off x="6580972" y="2939284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33" name="Google Shape;7333;p97"/>
                      <p:cNvGrpSpPr/>
                      <p:nvPr/>
                    </p:nvGrpSpPr>
                    <p:grpSpPr>
                      <a:xfrm>
                        <a:off x="6396366" y="3594477"/>
                        <a:ext cx="561125" cy="97125"/>
                        <a:chOff x="6581452" y="2842090"/>
                        <a:chExt cx="561125" cy="97125"/>
                      </a:xfrm>
                    </p:grpSpPr>
                    <p:cxnSp>
                      <p:nvCxnSpPr>
                        <p:cNvPr id="7334" name="Google Shape;7334;p97"/>
                        <p:cNvCxnSpPr/>
                        <p:nvPr/>
                      </p:nvCxnSpPr>
                      <p:spPr>
                        <a:xfrm flipH="1" rot="10800000">
                          <a:off x="7029158" y="2842090"/>
                          <a:ext cx="113419" cy="971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35" name="Google Shape;7335;p97"/>
                        <p:cNvCxnSpPr/>
                        <p:nvPr/>
                      </p:nvCxnSpPr>
                      <p:spPr>
                        <a:xfrm>
                          <a:off x="6581452" y="2939215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36" name="Google Shape;7336;p97"/>
                      <p:cNvGrpSpPr/>
                      <p:nvPr/>
                    </p:nvGrpSpPr>
                    <p:grpSpPr>
                      <a:xfrm>
                        <a:off x="6396367" y="3664970"/>
                        <a:ext cx="558140" cy="92426"/>
                        <a:chOff x="6581933" y="2846719"/>
                        <a:chExt cx="558140" cy="92426"/>
                      </a:xfrm>
                    </p:grpSpPr>
                    <p:cxnSp>
                      <p:nvCxnSpPr>
                        <p:cNvPr id="7337" name="Google Shape;7337;p97"/>
                        <p:cNvCxnSpPr/>
                        <p:nvPr/>
                      </p:nvCxnSpPr>
                      <p:spPr>
                        <a:xfrm flipH="1" rot="10800000">
                          <a:off x="7026654" y="2846719"/>
                          <a:ext cx="113419" cy="92426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38" name="Google Shape;7338;p97"/>
                        <p:cNvCxnSpPr/>
                        <p:nvPr/>
                      </p:nvCxnSpPr>
                      <p:spPr>
                        <a:xfrm>
                          <a:off x="6581933" y="2939145"/>
                          <a:ext cx="450690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39" name="Google Shape;7339;p97"/>
                      <p:cNvGrpSpPr/>
                      <p:nvPr/>
                    </p:nvGrpSpPr>
                    <p:grpSpPr>
                      <a:xfrm>
                        <a:off x="6396367" y="3730765"/>
                        <a:ext cx="558139" cy="92426"/>
                        <a:chOff x="6582413" y="2846650"/>
                        <a:chExt cx="558139" cy="92426"/>
                      </a:xfrm>
                    </p:grpSpPr>
                    <p:cxnSp>
                      <p:nvCxnSpPr>
                        <p:cNvPr id="7340" name="Google Shape;7340;p97"/>
                        <p:cNvCxnSpPr/>
                        <p:nvPr/>
                      </p:nvCxnSpPr>
                      <p:spPr>
                        <a:xfrm flipH="1" rot="10800000">
                          <a:off x="7027133" y="2846650"/>
                          <a:ext cx="113419" cy="92426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41" name="Google Shape;7341;p97"/>
                        <p:cNvCxnSpPr/>
                        <p:nvPr/>
                      </p:nvCxnSpPr>
                      <p:spPr>
                        <a:xfrm>
                          <a:off x="6582413" y="2939076"/>
                          <a:ext cx="450690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</p:grpSp>
                <p:cxnSp>
                  <p:nvCxnSpPr>
                    <p:cNvPr id="7342" name="Google Shape;7342;p97"/>
                    <p:cNvCxnSpPr/>
                    <p:nvPr/>
                  </p:nvCxnSpPr>
                  <p:spPr>
                    <a:xfrm flipH="1">
                      <a:off x="6685171" y="4525377"/>
                      <a:ext cx="4763" cy="855662"/>
                    </a:xfrm>
                    <a:prstGeom prst="straightConnector1">
                      <a:avLst/>
                    </a:prstGeom>
                    <a:noFill/>
                    <a:ln cap="flat" cmpd="sng" w="254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43" name="Google Shape;7343;p97"/>
                    <p:cNvCxnSpPr/>
                    <p:nvPr/>
                  </p:nvCxnSpPr>
                  <p:spPr>
                    <a:xfrm>
                      <a:off x="6632784" y="4706352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44" name="Google Shape;7344;p97"/>
                    <p:cNvCxnSpPr/>
                    <p:nvPr/>
                  </p:nvCxnSpPr>
                  <p:spPr>
                    <a:xfrm>
                      <a:off x="6631196" y="4771439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45" name="Google Shape;7345;p97"/>
                    <p:cNvCxnSpPr/>
                    <p:nvPr/>
                  </p:nvCxnSpPr>
                  <p:spPr>
                    <a:xfrm>
                      <a:off x="6631196" y="4849227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46" name="Google Shape;7346;p97"/>
                    <p:cNvCxnSpPr/>
                    <p:nvPr/>
                  </p:nvCxnSpPr>
                  <p:spPr>
                    <a:xfrm>
                      <a:off x="6629609" y="4914314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47" name="Google Shape;7347;p97"/>
                    <p:cNvCxnSpPr/>
                    <p:nvPr/>
                  </p:nvCxnSpPr>
                  <p:spPr>
                    <a:xfrm>
                      <a:off x="6628021" y="4976227"/>
                      <a:ext cx="60325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48" name="Google Shape;7348;p97"/>
                    <p:cNvCxnSpPr/>
                    <p:nvPr/>
                  </p:nvCxnSpPr>
                  <p:spPr>
                    <a:xfrm>
                      <a:off x="6628021" y="5044489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49" name="Google Shape;7349;p97"/>
                    <p:cNvCxnSpPr/>
                    <p:nvPr/>
                  </p:nvCxnSpPr>
                  <p:spPr>
                    <a:xfrm>
                      <a:off x="6626434" y="511433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50" name="Google Shape;7350;p97"/>
                    <p:cNvCxnSpPr/>
                    <p:nvPr/>
                  </p:nvCxnSpPr>
                  <p:spPr>
                    <a:xfrm>
                      <a:off x="6629609" y="518418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51" name="Google Shape;7351;p97"/>
                    <p:cNvCxnSpPr/>
                    <p:nvPr/>
                  </p:nvCxnSpPr>
                  <p:spPr>
                    <a:xfrm>
                      <a:off x="6631196" y="5252452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52" name="Google Shape;7352;p97"/>
                    <p:cNvCxnSpPr/>
                    <p:nvPr/>
                  </p:nvCxnSpPr>
                  <p:spPr>
                    <a:xfrm>
                      <a:off x="6631196" y="5322302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53" name="Google Shape;7353;p97"/>
                    <p:cNvCxnSpPr/>
                    <p:nvPr/>
                  </p:nvCxnSpPr>
                  <p:spPr>
                    <a:xfrm>
                      <a:off x="6632784" y="538738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54" name="Google Shape;7354;p97"/>
                    <p:cNvCxnSpPr/>
                    <p:nvPr/>
                  </p:nvCxnSpPr>
                  <p:spPr>
                    <a:xfrm rot="10800000">
                      <a:off x="6632784" y="4531727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222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355" name="Google Shape;7355;p97"/>
                    <p:cNvGrpSpPr/>
                    <p:nvPr/>
                  </p:nvGrpSpPr>
                  <p:grpSpPr>
                    <a:xfrm>
                      <a:off x="6434171" y="4488570"/>
                      <a:ext cx="224203" cy="179034"/>
                      <a:chOff x="3668110" y="2448910"/>
                      <a:chExt cx="3794234" cy="2165130"/>
                    </a:xfrm>
                  </p:grpSpPr>
                  <p:sp>
                    <p:nvSpPr>
                      <p:cNvPr id="7356" name="Google Shape;7356;p97"/>
                      <p:cNvSpPr/>
                      <p:nvPr/>
                    </p:nvSpPr>
                    <p:spPr>
                      <a:xfrm>
                        <a:off x="3668110" y="3741409"/>
                        <a:ext cx="3780587" cy="872631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B8C2C9"/>
                          </a:gs>
                          <a:gs pos="21000">
                            <a:schemeClr val="lt1"/>
                          </a:gs>
                          <a:gs pos="60000">
                            <a:srgbClr val="D6DCE0"/>
                          </a:gs>
                          <a:gs pos="100000">
                            <a:srgbClr val="B8C2C9"/>
                          </a:gs>
                        </a:gsLst>
                        <a:lin ang="0" scaled="0"/>
                      </a:gradFill>
                      <a:ln cap="flat" cmpd="sng" w="9525">
                        <a:solidFill>
                          <a:srgbClr val="31538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357" name="Google Shape;7357;p97"/>
                      <p:cNvSpPr/>
                      <p:nvPr/>
                    </p:nvSpPr>
                    <p:spPr>
                      <a:xfrm>
                        <a:off x="3678620" y="2448910"/>
                        <a:ext cx="3783724" cy="1324303"/>
                      </a:xfrm>
                      <a:custGeom>
                        <a:rect b="b" l="l" r="r" t="t"/>
                        <a:pathLst>
                          <a:path extrusionOk="0" h="1324303" w="3783724">
                            <a:moveTo>
                              <a:pt x="0" y="1313793"/>
                            </a:moveTo>
                            <a:lnTo>
                              <a:pt x="0" y="1313793"/>
                            </a:lnTo>
                            <a:lnTo>
                              <a:pt x="252248" y="0"/>
                            </a:lnTo>
                            <a:lnTo>
                              <a:pt x="3415862" y="21020"/>
                            </a:lnTo>
                            <a:lnTo>
                              <a:pt x="3783724" y="1324303"/>
                            </a:lnTo>
                            <a:lnTo>
                              <a:pt x="0" y="1313793"/>
                            </a:lnTo>
                            <a:close/>
                          </a:path>
                        </a:pathLst>
                      </a:custGeom>
                      <a:solidFill>
                        <a:srgbClr val="B8C2C9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7358" name="Google Shape;7358;p97"/>
                      <p:cNvGrpSpPr/>
                      <p:nvPr/>
                    </p:nvGrpSpPr>
                    <p:grpSpPr>
                      <a:xfrm>
                        <a:off x="3941378" y="2603243"/>
                        <a:ext cx="3202061" cy="1066110"/>
                        <a:chOff x="7939341" y="3037317"/>
                        <a:chExt cx="897649" cy="353919"/>
                      </a:xfrm>
                    </p:grpSpPr>
                    <p:sp>
                      <p:nvSpPr>
                        <p:cNvPr id="7359" name="Google Shape;7359;p97"/>
                        <p:cNvSpPr/>
                        <p:nvPr/>
                      </p:nvSpPr>
                      <p:spPr>
                        <a:xfrm>
                          <a:off x="7964170" y="3037317"/>
                          <a:ext cx="849158" cy="198115"/>
                        </a:xfrm>
                        <a:custGeom>
                          <a:rect b="b" l="l" r="r" t="t"/>
                          <a:pathLst>
                            <a:path extrusionOk="0" h="1049866" w="4673016">
                              <a:moveTo>
                                <a:pt x="3756864" y="0"/>
                              </a:moveTo>
                              <a:lnTo>
                                <a:pt x="4673016" y="239402"/>
                              </a:lnTo>
                              <a:lnTo>
                                <a:pt x="3993931" y="541866"/>
                              </a:lnTo>
                              <a:lnTo>
                                <a:pt x="3815839" y="467710"/>
                              </a:lnTo>
                              <a:lnTo>
                                <a:pt x="2300598" y="1049866"/>
                              </a:lnTo>
                              <a:lnTo>
                                <a:pt x="912064" y="457200"/>
                              </a:lnTo>
                              <a:lnTo>
                                <a:pt x="624198" y="541866"/>
                              </a:lnTo>
                              <a:lnTo>
                                <a:pt x="0" y="275021"/>
                              </a:lnTo>
                              <a:lnTo>
                                <a:pt x="912064" y="16933"/>
                              </a:lnTo>
                              <a:lnTo>
                                <a:pt x="2323954" y="616023"/>
                              </a:lnTo>
                              <a:lnTo>
                                <a:pt x="3756864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3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360" name="Google Shape;7360;p97"/>
                        <p:cNvSpPr/>
                        <p:nvPr/>
                      </p:nvSpPr>
                      <p:spPr>
                        <a:xfrm>
                          <a:off x="8519948" y="3206783"/>
                          <a:ext cx="317042" cy="170569"/>
                        </a:xfrm>
                        <a:custGeom>
                          <a:rect b="b" l="l" r="r" t="t"/>
                          <a:pathLst>
                            <a:path extrusionOk="0" h="903890" w="1744718">
                              <a:moveTo>
                                <a:pt x="21021" y="0"/>
                              </a:moveTo>
                              <a:lnTo>
                                <a:pt x="1744718" y="693683"/>
                              </a:lnTo>
                              <a:lnTo>
                                <a:pt x="1145628" y="903890"/>
                              </a:lnTo>
                              <a:lnTo>
                                <a:pt x="0" y="451945"/>
                              </a:lnTo>
                              <a:lnTo>
                                <a:pt x="21021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3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361" name="Google Shape;7361;p97"/>
                        <p:cNvSpPr/>
                        <p:nvPr/>
                      </p:nvSpPr>
                      <p:spPr>
                        <a:xfrm>
                          <a:off x="7939341" y="3206783"/>
                          <a:ext cx="311312" cy="168585"/>
                        </a:xfrm>
                        <a:custGeom>
                          <a:rect b="b" l="l" r="r" t="t"/>
                          <a:pathLst>
                            <a:path extrusionOk="0" h="893380" w="1713187">
                              <a:moveTo>
                                <a:pt x="1702676" y="0"/>
                              </a:moveTo>
                              <a:lnTo>
                                <a:pt x="1713187" y="472966"/>
                              </a:lnTo>
                              <a:lnTo>
                                <a:pt x="578069" y="893380"/>
                              </a:lnTo>
                              <a:lnTo>
                                <a:pt x="0" y="693683"/>
                              </a:lnTo>
                              <a:lnTo>
                                <a:pt x="170267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8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236" name="Google Shape;7236;p97"/>
                        <p:cNvSpPr/>
                        <p:nvPr/>
                      </p:nvSpPr>
                      <p:spPr>
                        <a:xfrm>
                          <a:off x="8047413" y="3123483"/>
                          <a:ext cx="676892" cy="267753"/>
                        </a:xfrm>
                        <a:custGeom>
                          <a:rect b="b" l="l" r="r" t="t"/>
                          <a:pathLst>
                            <a:path extrusionOk="0" h="1418896" w="3725019">
                              <a:moveTo>
                                <a:pt x="162012" y="73572"/>
                              </a:moveTo>
                              <a:lnTo>
                                <a:pt x="445792" y="0"/>
                              </a:lnTo>
                              <a:lnTo>
                                <a:pt x="1852896" y="591655"/>
                              </a:lnTo>
                              <a:lnTo>
                                <a:pt x="3357157" y="0"/>
                              </a:lnTo>
                              <a:lnTo>
                                <a:pt x="3577874" y="73572"/>
                              </a:lnTo>
                              <a:lnTo>
                                <a:pt x="2632585" y="448868"/>
                              </a:lnTo>
                              <a:lnTo>
                                <a:pt x="2625150" y="902607"/>
                              </a:lnTo>
                              <a:lnTo>
                                <a:pt x="3725019" y="1345324"/>
                              </a:lnTo>
                              <a:lnTo>
                                <a:pt x="3441240" y="1408386"/>
                              </a:lnTo>
                              <a:lnTo>
                                <a:pt x="1864688" y="746234"/>
                              </a:lnTo>
                              <a:lnTo>
                                <a:pt x="256605" y="1418896"/>
                              </a:lnTo>
                              <a:lnTo>
                                <a:pt x="0" y="1331097"/>
                              </a:lnTo>
                              <a:lnTo>
                                <a:pt x="1113454" y="903890"/>
                              </a:lnTo>
                              <a:cubicBezTo>
                                <a:pt x="1113454" y="760249"/>
                                <a:pt x="1102302" y="595586"/>
                                <a:pt x="1102302" y="451945"/>
                              </a:cubicBezTo>
                              <a:lnTo>
                                <a:pt x="183032" y="84081"/>
                              </a:lnTo>
                              <a:cubicBezTo>
                                <a:pt x="26317" y="21019"/>
                                <a:pt x="169019" y="77075"/>
                                <a:pt x="162012" y="7357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DA9DB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7362" name="Google Shape;7362;p97"/>
                  <p:cNvGrpSpPr/>
                  <p:nvPr/>
                </p:nvGrpSpPr>
                <p:grpSpPr>
                  <a:xfrm>
                    <a:off x="7042815" y="4496514"/>
                    <a:ext cx="267206" cy="997245"/>
                    <a:chOff x="6424315" y="4488570"/>
                    <a:chExt cx="267206" cy="997245"/>
                  </a:xfrm>
                </p:grpSpPr>
                <p:grpSp>
                  <p:nvGrpSpPr>
                    <p:cNvPr id="7363" name="Google Shape;7363;p97"/>
                    <p:cNvGrpSpPr/>
                    <p:nvPr/>
                  </p:nvGrpSpPr>
                  <p:grpSpPr>
                    <a:xfrm>
                      <a:off x="6424315" y="4636502"/>
                      <a:ext cx="237939" cy="849312"/>
                      <a:chOff x="6396366" y="3061857"/>
                      <a:chExt cx="570079" cy="838094"/>
                    </a:xfrm>
                  </p:grpSpPr>
                  <p:sp>
                    <p:nvSpPr>
                      <p:cNvPr id="7364" name="Google Shape;7364;p97"/>
                      <p:cNvSpPr/>
                      <p:nvPr/>
                    </p:nvSpPr>
                    <p:spPr>
                      <a:xfrm>
                        <a:off x="6509786" y="3061857"/>
                        <a:ext cx="447707" cy="742536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7365" name="Google Shape;7365;p97"/>
                      <p:cNvCxnSpPr/>
                      <p:nvPr/>
                    </p:nvCxnSpPr>
                    <p:spPr>
                      <a:xfrm flipH="1" rot="10800000">
                        <a:off x="6847057" y="3061857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7366" name="Google Shape;7366;p97"/>
                      <p:cNvSpPr/>
                      <p:nvPr/>
                    </p:nvSpPr>
                    <p:spPr>
                      <a:xfrm>
                        <a:off x="6476953" y="3071256"/>
                        <a:ext cx="131327" cy="115923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7367" name="Google Shape;7367;p97"/>
                      <p:cNvCxnSpPr/>
                      <p:nvPr/>
                    </p:nvCxnSpPr>
                    <p:spPr>
                      <a:xfrm flipH="1" rot="10800000">
                        <a:off x="6396367" y="3061857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7368" name="Google Shape;7368;p97"/>
                      <p:cNvSpPr/>
                      <p:nvPr/>
                    </p:nvSpPr>
                    <p:spPr>
                      <a:xfrm>
                        <a:off x="6817210" y="3702567"/>
                        <a:ext cx="131327" cy="115923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369" name="Google Shape;7369;p97"/>
                      <p:cNvSpPr/>
                      <p:nvPr/>
                    </p:nvSpPr>
                    <p:spPr>
                      <a:xfrm>
                        <a:off x="6405320" y="3157415"/>
                        <a:ext cx="444723" cy="742536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7370" name="Google Shape;7370;p97"/>
                      <p:cNvCxnSpPr/>
                      <p:nvPr/>
                    </p:nvCxnSpPr>
                    <p:spPr>
                      <a:xfrm flipH="1" rot="10800000">
                        <a:off x="6847057" y="3804392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grpSp>
                    <p:nvGrpSpPr>
                      <p:cNvPr id="7371" name="Google Shape;7371;p97"/>
                      <p:cNvGrpSpPr/>
                      <p:nvPr/>
                    </p:nvGrpSpPr>
                    <p:grpSpPr>
                      <a:xfrm>
                        <a:off x="6399350" y="3137050"/>
                        <a:ext cx="561125" cy="92425"/>
                        <a:chOff x="6581076" y="2845711"/>
                        <a:chExt cx="561125" cy="92425"/>
                      </a:xfrm>
                    </p:grpSpPr>
                    <p:cxnSp>
                      <p:nvCxnSpPr>
                        <p:cNvPr id="7372" name="Google Shape;7372;p97"/>
                        <p:cNvCxnSpPr/>
                        <p:nvPr/>
                      </p:nvCxnSpPr>
                      <p:spPr>
                        <a:xfrm flipH="1" rot="10800000">
                          <a:off x="7028782" y="2845711"/>
                          <a:ext cx="113419" cy="924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73" name="Google Shape;7373;p97"/>
                        <p:cNvCxnSpPr/>
                        <p:nvPr/>
                      </p:nvCxnSpPr>
                      <p:spPr>
                        <a:xfrm>
                          <a:off x="6581076" y="2938136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74" name="Google Shape;7374;p97"/>
                      <p:cNvGrpSpPr/>
                      <p:nvPr/>
                    </p:nvGrpSpPr>
                    <p:grpSpPr>
                      <a:xfrm>
                        <a:off x="6399351" y="3202845"/>
                        <a:ext cx="567094" cy="89292"/>
                        <a:chOff x="6581557" y="2845642"/>
                        <a:chExt cx="567094" cy="89292"/>
                      </a:xfrm>
                    </p:grpSpPr>
                    <p:cxnSp>
                      <p:nvCxnSpPr>
                        <p:cNvPr id="7375" name="Google Shape;7375;p97"/>
                        <p:cNvCxnSpPr/>
                        <p:nvPr/>
                      </p:nvCxnSpPr>
                      <p:spPr>
                        <a:xfrm flipH="1" rot="10800000">
                          <a:off x="7029263" y="2845642"/>
                          <a:ext cx="119388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76" name="Google Shape;7376;p97"/>
                        <p:cNvCxnSpPr/>
                        <p:nvPr/>
                      </p:nvCxnSpPr>
                      <p:spPr>
                        <a:xfrm>
                          <a:off x="6581557" y="2934934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77" name="Google Shape;7377;p97"/>
                      <p:cNvGrpSpPr/>
                      <p:nvPr/>
                    </p:nvGrpSpPr>
                    <p:grpSpPr>
                      <a:xfrm>
                        <a:off x="6399350" y="3268639"/>
                        <a:ext cx="558142" cy="89292"/>
                        <a:chOff x="6582036" y="2845572"/>
                        <a:chExt cx="558142" cy="89292"/>
                      </a:xfrm>
                    </p:grpSpPr>
                    <p:cxnSp>
                      <p:nvCxnSpPr>
                        <p:cNvPr id="7378" name="Google Shape;7378;p97"/>
                        <p:cNvCxnSpPr/>
                        <p:nvPr/>
                      </p:nvCxnSpPr>
                      <p:spPr>
                        <a:xfrm flipH="1" rot="10800000">
                          <a:off x="7026759" y="2845572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79" name="Google Shape;7379;p97"/>
                        <p:cNvCxnSpPr/>
                        <p:nvPr/>
                      </p:nvCxnSpPr>
                      <p:spPr>
                        <a:xfrm>
                          <a:off x="6582036" y="293486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80" name="Google Shape;7380;p97"/>
                      <p:cNvGrpSpPr/>
                      <p:nvPr/>
                    </p:nvGrpSpPr>
                    <p:grpSpPr>
                      <a:xfrm>
                        <a:off x="6399350" y="3334433"/>
                        <a:ext cx="558141" cy="89292"/>
                        <a:chOff x="6582516" y="2845502"/>
                        <a:chExt cx="558141" cy="89292"/>
                      </a:xfrm>
                    </p:grpSpPr>
                    <p:cxnSp>
                      <p:nvCxnSpPr>
                        <p:cNvPr id="7381" name="Google Shape;7381;p97"/>
                        <p:cNvCxnSpPr/>
                        <p:nvPr/>
                      </p:nvCxnSpPr>
                      <p:spPr>
                        <a:xfrm flipH="1" rot="10800000">
                          <a:off x="7027238" y="2845502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82" name="Google Shape;7382;p97"/>
                        <p:cNvCxnSpPr/>
                        <p:nvPr/>
                      </p:nvCxnSpPr>
                      <p:spPr>
                        <a:xfrm>
                          <a:off x="6582516" y="293479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83" name="Google Shape;7383;p97"/>
                      <p:cNvGrpSpPr/>
                      <p:nvPr/>
                    </p:nvGrpSpPr>
                    <p:grpSpPr>
                      <a:xfrm>
                        <a:off x="6399349" y="3400228"/>
                        <a:ext cx="558142" cy="89292"/>
                        <a:chOff x="6582995" y="2845433"/>
                        <a:chExt cx="558142" cy="89292"/>
                      </a:xfrm>
                    </p:grpSpPr>
                    <p:cxnSp>
                      <p:nvCxnSpPr>
                        <p:cNvPr id="7384" name="Google Shape;7384;p97"/>
                        <p:cNvCxnSpPr/>
                        <p:nvPr/>
                      </p:nvCxnSpPr>
                      <p:spPr>
                        <a:xfrm flipH="1" rot="10800000">
                          <a:off x="7027718" y="2845433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85" name="Google Shape;7385;p97"/>
                        <p:cNvCxnSpPr/>
                        <p:nvPr/>
                      </p:nvCxnSpPr>
                      <p:spPr>
                        <a:xfrm>
                          <a:off x="6582995" y="293472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86" name="Google Shape;7386;p97"/>
                      <p:cNvGrpSpPr/>
                      <p:nvPr/>
                    </p:nvGrpSpPr>
                    <p:grpSpPr>
                      <a:xfrm>
                        <a:off x="6399351" y="3466022"/>
                        <a:ext cx="558141" cy="93992"/>
                        <a:chOff x="6583477" y="2845363"/>
                        <a:chExt cx="558141" cy="93992"/>
                      </a:xfrm>
                    </p:grpSpPr>
                    <p:cxnSp>
                      <p:nvCxnSpPr>
                        <p:cNvPr id="7387" name="Google Shape;7387;p97"/>
                        <p:cNvCxnSpPr/>
                        <p:nvPr/>
                      </p:nvCxnSpPr>
                      <p:spPr>
                        <a:xfrm flipH="1" rot="10800000">
                          <a:off x="7028199" y="2845363"/>
                          <a:ext cx="113419" cy="939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88" name="Google Shape;7388;p97"/>
                        <p:cNvCxnSpPr/>
                        <p:nvPr/>
                      </p:nvCxnSpPr>
                      <p:spPr>
                        <a:xfrm>
                          <a:off x="6583477" y="2939355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89" name="Google Shape;7389;p97"/>
                      <p:cNvGrpSpPr/>
                      <p:nvPr/>
                    </p:nvGrpSpPr>
                    <p:grpSpPr>
                      <a:xfrm>
                        <a:off x="6396366" y="3528683"/>
                        <a:ext cx="561126" cy="97125"/>
                        <a:chOff x="6580972" y="2842160"/>
                        <a:chExt cx="561126" cy="97125"/>
                      </a:xfrm>
                    </p:grpSpPr>
                    <p:cxnSp>
                      <p:nvCxnSpPr>
                        <p:cNvPr id="7390" name="Google Shape;7390;p97"/>
                        <p:cNvCxnSpPr/>
                        <p:nvPr/>
                      </p:nvCxnSpPr>
                      <p:spPr>
                        <a:xfrm flipH="1" rot="10800000">
                          <a:off x="7028679" y="2842160"/>
                          <a:ext cx="113419" cy="971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91" name="Google Shape;7391;p97"/>
                        <p:cNvCxnSpPr/>
                        <p:nvPr/>
                      </p:nvCxnSpPr>
                      <p:spPr>
                        <a:xfrm>
                          <a:off x="6580972" y="2939284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92" name="Google Shape;7392;p97"/>
                      <p:cNvGrpSpPr/>
                      <p:nvPr/>
                    </p:nvGrpSpPr>
                    <p:grpSpPr>
                      <a:xfrm>
                        <a:off x="6396366" y="3594477"/>
                        <a:ext cx="561125" cy="97125"/>
                        <a:chOff x="6581452" y="2842090"/>
                        <a:chExt cx="561125" cy="97125"/>
                      </a:xfrm>
                    </p:grpSpPr>
                    <p:cxnSp>
                      <p:nvCxnSpPr>
                        <p:cNvPr id="7393" name="Google Shape;7393;p97"/>
                        <p:cNvCxnSpPr/>
                        <p:nvPr/>
                      </p:nvCxnSpPr>
                      <p:spPr>
                        <a:xfrm flipH="1" rot="10800000">
                          <a:off x="7029158" y="2842090"/>
                          <a:ext cx="113419" cy="971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94" name="Google Shape;7394;p97"/>
                        <p:cNvCxnSpPr/>
                        <p:nvPr/>
                      </p:nvCxnSpPr>
                      <p:spPr>
                        <a:xfrm>
                          <a:off x="6581452" y="2939215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95" name="Google Shape;7395;p97"/>
                      <p:cNvGrpSpPr/>
                      <p:nvPr/>
                    </p:nvGrpSpPr>
                    <p:grpSpPr>
                      <a:xfrm>
                        <a:off x="6396367" y="3664970"/>
                        <a:ext cx="558140" cy="92426"/>
                        <a:chOff x="6581933" y="2846719"/>
                        <a:chExt cx="558140" cy="92426"/>
                      </a:xfrm>
                    </p:grpSpPr>
                    <p:cxnSp>
                      <p:nvCxnSpPr>
                        <p:cNvPr id="7396" name="Google Shape;7396;p97"/>
                        <p:cNvCxnSpPr/>
                        <p:nvPr/>
                      </p:nvCxnSpPr>
                      <p:spPr>
                        <a:xfrm flipH="1" rot="10800000">
                          <a:off x="7026654" y="2846719"/>
                          <a:ext cx="113419" cy="92426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97" name="Google Shape;7397;p97"/>
                        <p:cNvCxnSpPr/>
                        <p:nvPr/>
                      </p:nvCxnSpPr>
                      <p:spPr>
                        <a:xfrm>
                          <a:off x="6581933" y="2939145"/>
                          <a:ext cx="450690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98" name="Google Shape;7398;p97"/>
                      <p:cNvGrpSpPr/>
                      <p:nvPr/>
                    </p:nvGrpSpPr>
                    <p:grpSpPr>
                      <a:xfrm>
                        <a:off x="6396367" y="3730765"/>
                        <a:ext cx="558139" cy="92426"/>
                        <a:chOff x="6582413" y="2846650"/>
                        <a:chExt cx="558139" cy="92426"/>
                      </a:xfrm>
                    </p:grpSpPr>
                    <p:cxnSp>
                      <p:nvCxnSpPr>
                        <p:cNvPr id="7399" name="Google Shape;7399;p97"/>
                        <p:cNvCxnSpPr/>
                        <p:nvPr/>
                      </p:nvCxnSpPr>
                      <p:spPr>
                        <a:xfrm flipH="1" rot="10800000">
                          <a:off x="7027133" y="2846650"/>
                          <a:ext cx="113419" cy="92426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400" name="Google Shape;7400;p97"/>
                        <p:cNvCxnSpPr/>
                        <p:nvPr/>
                      </p:nvCxnSpPr>
                      <p:spPr>
                        <a:xfrm>
                          <a:off x="6582413" y="2939076"/>
                          <a:ext cx="450690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</p:grpSp>
                <p:cxnSp>
                  <p:nvCxnSpPr>
                    <p:cNvPr id="7401" name="Google Shape;7401;p97"/>
                    <p:cNvCxnSpPr/>
                    <p:nvPr/>
                  </p:nvCxnSpPr>
                  <p:spPr>
                    <a:xfrm flipH="1">
                      <a:off x="6685171" y="4525377"/>
                      <a:ext cx="4763" cy="855662"/>
                    </a:xfrm>
                    <a:prstGeom prst="straightConnector1">
                      <a:avLst/>
                    </a:prstGeom>
                    <a:noFill/>
                    <a:ln cap="flat" cmpd="sng" w="254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02" name="Google Shape;7402;p97"/>
                    <p:cNvCxnSpPr/>
                    <p:nvPr/>
                  </p:nvCxnSpPr>
                  <p:spPr>
                    <a:xfrm>
                      <a:off x="6632784" y="4706352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03" name="Google Shape;7403;p97"/>
                    <p:cNvCxnSpPr/>
                    <p:nvPr/>
                  </p:nvCxnSpPr>
                  <p:spPr>
                    <a:xfrm>
                      <a:off x="6631196" y="4771439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04" name="Google Shape;7404;p97"/>
                    <p:cNvCxnSpPr/>
                    <p:nvPr/>
                  </p:nvCxnSpPr>
                  <p:spPr>
                    <a:xfrm>
                      <a:off x="6631196" y="4849227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05" name="Google Shape;7405;p97"/>
                    <p:cNvCxnSpPr/>
                    <p:nvPr/>
                  </p:nvCxnSpPr>
                  <p:spPr>
                    <a:xfrm>
                      <a:off x="6629609" y="4914314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06" name="Google Shape;7406;p97"/>
                    <p:cNvCxnSpPr/>
                    <p:nvPr/>
                  </p:nvCxnSpPr>
                  <p:spPr>
                    <a:xfrm>
                      <a:off x="6628021" y="4976227"/>
                      <a:ext cx="60325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07" name="Google Shape;7407;p97"/>
                    <p:cNvCxnSpPr/>
                    <p:nvPr/>
                  </p:nvCxnSpPr>
                  <p:spPr>
                    <a:xfrm>
                      <a:off x="6628021" y="5044489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08" name="Google Shape;7408;p97"/>
                    <p:cNvCxnSpPr/>
                    <p:nvPr/>
                  </p:nvCxnSpPr>
                  <p:spPr>
                    <a:xfrm>
                      <a:off x="6626434" y="511433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09" name="Google Shape;7409;p97"/>
                    <p:cNvCxnSpPr/>
                    <p:nvPr/>
                  </p:nvCxnSpPr>
                  <p:spPr>
                    <a:xfrm>
                      <a:off x="6629609" y="518418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10" name="Google Shape;7410;p97"/>
                    <p:cNvCxnSpPr/>
                    <p:nvPr/>
                  </p:nvCxnSpPr>
                  <p:spPr>
                    <a:xfrm>
                      <a:off x="6631196" y="5252452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11" name="Google Shape;7411;p97"/>
                    <p:cNvCxnSpPr/>
                    <p:nvPr/>
                  </p:nvCxnSpPr>
                  <p:spPr>
                    <a:xfrm>
                      <a:off x="6631196" y="5322302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12" name="Google Shape;7412;p97"/>
                    <p:cNvCxnSpPr/>
                    <p:nvPr/>
                  </p:nvCxnSpPr>
                  <p:spPr>
                    <a:xfrm>
                      <a:off x="6632784" y="538738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13" name="Google Shape;7413;p97"/>
                    <p:cNvCxnSpPr/>
                    <p:nvPr/>
                  </p:nvCxnSpPr>
                  <p:spPr>
                    <a:xfrm rot="10800000">
                      <a:off x="6632784" y="4531727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222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414" name="Google Shape;7414;p97"/>
                    <p:cNvGrpSpPr/>
                    <p:nvPr/>
                  </p:nvGrpSpPr>
                  <p:grpSpPr>
                    <a:xfrm>
                      <a:off x="6434171" y="4488570"/>
                      <a:ext cx="224203" cy="179034"/>
                      <a:chOff x="3668110" y="2448910"/>
                      <a:chExt cx="3794234" cy="2165130"/>
                    </a:xfrm>
                  </p:grpSpPr>
                  <p:sp>
                    <p:nvSpPr>
                      <p:cNvPr id="7415" name="Google Shape;7415;p97"/>
                      <p:cNvSpPr/>
                      <p:nvPr/>
                    </p:nvSpPr>
                    <p:spPr>
                      <a:xfrm>
                        <a:off x="3668110" y="3741409"/>
                        <a:ext cx="3780587" cy="872631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B8C2C9"/>
                          </a:gs>
                          <a:gs pos="21000">
                            <a:schemeClr val="lt1"/>
                          </a:gs>
                          <a:gs pos="60000">
                            <a:srgbClr val="D6DCE0"/>
                          </a:gs>
                          <a:gs pos="100000">
                            <a:srgbClr val="B8C2C9"/>
                          </a:gs>
                        </a:gsLst>
                        <a:lin ang="0" scaled="0"/>
                      </a:gradFill>
                      <a:ln cap="flat" cmpd="sng" w="9525">
                        <a:solidFill>
                          <a:srgbClr val="31538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416" name="Google Shape;7416;p97"/>
                      <p:cNvSpPr/>
                      <p:nvPr/>
                    </p:nvSpPr>
                    <p:spPr>
                      <a:xfrm>
                        <a:off x="3678620" y="2448910"/>
                        <a:ext cx="3783724" cy="1324303"/>
                      </a:xfrm>
                      <a:custGeom>
                        <a:rect b="b" l="l" r="r" t="t"/>
                        <a:pathLst>
                          <a:path extrusionOk="0" h="1324303" w="3783724">
                            <a:moveTo>
                              <a:pt x="0" y="1313793"/>
                            </a:moveTo>
                            <a:lnTo>
                              <a:pt x="0" y="1313793"/>
                            </a:lnTo>
                            <a:lnTo>
                              <a:pt x="252248" y="0"/>
                            </a:lnTo>
                            <a:lnTo>
                              <a:pt x="3415862" y="21020"/>
                            </a:lnTo>
                            <a:lnTo>
                              <a:pt x="3783724" y="1324303"/>
                            </a:lnTo>
                            <a:lnTo>
                              <a:pt x="0" y="1313793"/>
                            </a:lnTo>
                            <a:close/>
                          </a:path>
                        </a:pathLst>
                      </a:custGeom>
                      <a:solidFill>
                        <a:srgbClr val="B8C2C9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7417" name="Google Shape;7417;p97"/>
                      <p:cNvGrpSpPr/>
                      <p:nvPr/>
                    </p:nvGrpSpPr>
                    <p:grpSpPr>
                      <a:xfrm>
                        <a:off x="3941378" y="2603243"/>
                        <a:ext cx="3202061" cy="1066110"/>
                        <a:chOff x="7939341" y="3037317"/>
                        <a:chExt cx="897649" cy="353919"/>
                      </a:xfrm>
                    </p:grpSpPr>
                    <p:sp>
                      <p:nvSpPr>
                        <p:cNvPr id="7233" name="Google Shape;7233;p97"/>
                        <p:cNvSpPr/>
                        <p:nvPr/>
                      </p:nvSpPr>
                      <p:spPr>
                        <a:xfrm>
                          <a:off x="7964170" y="3037317"/>
                          <a:ext cx="849158" cy="198115"/>
                        </a:xfrm>
                        <a:custGeom>
                          <a:rect b="b" l="l" r="r" t="t"/>
                          <a:pathLst>
                            <a:path extrusionOk="0" h="1049866" w="4673016">
                              <a:moveTo>
                                <a:pt x="3756864" y="0"/>
                              </a:moveTo>
                              <a:lnTo>
                                <a:pt x="4673016" y="239402"/>
                              </a:lnTo>
                              <a:lnTo>
                                <a:pt x="3993931" y="541866"/>
                              </a:lnTo>
                              <a:lnTo>
                                <a:pt x="3815839" y="467710"/>
                              </a:lnTo>
                              <a:lnTo>
                                <a:pt x="2300598" y="1049866"/>
                              </a:lnTo>
                              <a:lnTo>
                                <a:pt x="912064" y="457200"/>
                              </a:lnTo>
                              <a:lnTo>
                                <a:pt x="624198" y="541866"/>
                              </a:lnTo>
                              <a:lnTo>
                                <a:pt x="0" y="275021"/>
                              </a:lnTo>
                              <a:lnTo>
                                <a:pt x="912064" y="16933"/>
                              </a:lnTo>
                              <a:lnTo>
                                <a:pt x="2323954" y="616023"/>
                              </a:lnTo>
                              <a:lnTo>
                                <a:pt x="3756864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3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418" name="Google Shape;7418;p97"/>
                        <p:cNvSpPr/>
                        <p:nvPr/>
                      </p:nvSpPr>
                      <p:spPr>
                        <a:xfrm>
                          <a:off x="8519948" y="3206783"/>
                          <a:ext cx="317042" cy="170569"/>
                        </a:xfrm>
                        <a:custGeom>
                          <a:rect b="b" l="l" r="r" t="t"/>
                          <a:pathLst>
                            <a:path extrusionOk="0" h="903890" w="1744718">
                              <a:moveTo>
                                <a:pt x="21021" y="0"/>
                              </a:moveTo>
                              <a:lnTo>
                                <a:pt x="1744718" y="693683"/>
                              </a:lnTo>
                              <a:lnTo>
                                <a:pt x="1145628" y="903890"/>
                              </a:lnTo>
                              <a:lnTo>
                                <a:pt x="0" y="451945"/>
                              </a:lnTo>
                              <a:lnTo>
                                <a:pt x="21021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3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419" name="Google Shape;7419;p97"/>
                        <p:cNvSpPr/>
                        <p:nvPr/>
                      </p:nvSpPr>
                      <p:spPr>
                        <a:xfrm>
                          <a:off x="7939341" y="3206783"/>
                          <a:ext cx="311312" cy="168585"/>
                        </a:xfrm>
                        <a:custGeom>
                          <a:rect b="b" l="l" r="r" t="t"/>
                          <a:pathLst>
                            <a:path extrusionOk="0" h="893380" w="1713187">
                              <a:moveTo>
                                <a:pt x="1702676" y="0"/>
                              </a:moveTo>
                              <a:lnTo>
                                <a:pt x="1713187" y="472966"/>
                              </a:lnTo>
                              <a:lnTo>
                                <a:pt x="578069" y="893380"/>
                              </a:lnTo>
                              <a:lnTo>
                                <a:pt x="0" y="693683"/>
                              </a:lnTo>
                              <a:lnTo>
                                <a:pt x="170267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8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420" name="Google Shape;7420;p97"/>
                        <p:cNvSpPr/>
                        <p:nvPr/>
                      </p:nvSpPr>
                      <p:spPr>
                        <a:xfrm>
                          <a:off x="8047413" y="3123483"/>
                          <a:ext cx="676892" cy="267753"/>
                        </a:xfrm>
                        <a:custGeom>
                          <a:rect b="b" l="l" r="r" t="t"/>
                          <a:pathLst>
                            <a:path extrusionOk="0" h="1418896" w="3725019">
                              <a:moveTo>
                                <a:pt x="162012" y="73572"/>
                              </a:moveTo>
                              <a:lnTo>
                                <a:pt x="445792" y="0"/>
                              </a:lnTo>
                              <a:lnTo>
                                <a:pt x="1852896" y="591655"/>
                              </a:lnTo>
                              <a:lnTo>
                                <a:pt x="3357157" y="0"/>
                              </a:lnTo>
                              <a:lnTo>
                                <a:pt x="3577874" y="73572"/>
                              </a:lnTo>
                              <a:lnTo>
                                <a:pt x="2632585" y="448868"/>
                              </a:lnTo>
                              <a:lnTo>
                                <a:pt x="2625150" y="902607"/>
                              </a:lnTo>
                              <a:lnTo>
                                <a:pt x="3725019" y="1345324"/>
                              </a:lnTo>
                              <a:lnTo>
                                <a:pt x="3441240" y="1408386"/>
                              </a:lnTo>
                              <a:lnTo>
                                <a:pt x="1864688" y="746234"/>
                              </a:lnTo>
                              <a:lnTo>
                                <a:pt x="256605" y="1418896"/>
                              </a:lnTo>
                              <a:lnTo>
                                <a:pt x="0" y="1331097"/>
                              </a:lnTo>
                              <a:lnTo>
                                <a:pt x="1113454" y="903890"/>
                              </a:lnTo>
                              <a:cubicBezTo>
                                <a:pt x="1113454" y="760249"/>
                                <a:pt x="1102302" y="595586"/>
                                <a:pt x="1102302" y="451945"/>
                              </a:cubicBezTo>
                              <a:lnTo>
                                <a:pt x="183032" y="84081"/>
                              </a:lnTo>
                              <a:cubicBezTo>
                                <a:pt x="26317" y="21019"/>
                                <a:pt x="169019" y="77075"/>
                                <a:pt x="162012" y="7357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DA9DB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7421" name="Google Shape;7421;p97"/>
                  <p:cNvSpPr txBox="1"/>
                  <p:nvPr/>
                </p:nvSpPr>
                <p:spPr>
                  <a:xfrm>
                    <a:off x="7175036" y="4021359"/>
                    <a:ext cx="343364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…</a:t>
                    </a:r>
                    <a:endParaRPr/>
                  </a:p>
                </p:txBody>
              </p:sp>
            </p:grpSp>
            <p:sp>
              <p:nvSpPr>
                <p:cNvPr id="7422" name="Google Shape;7422;p97"/>
                <p:cNvSpPr txBox="1"/>
                <p:nvPr/>
              </p:nvSpPr>
              <p:spPr>
                <a:xfrm>
                  <a:off x="7270703" y="4827855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</p:grpSp>
        </p:grpSp>
        <p:grpSp>
          <p:nvGrpSpPr>
            <p:cNvPr id="7423" name="Google Shape;7423;p97"/>
            <p:cNvGrpSpPr/>
            <p:nvPr/>
          </p:nvGrpSpPr>
          <p:grpSpPr>
            <a:xfrm>
              <a:off x="1017496" y="2600174"/>
              <a:ext cx="4405604" cy="990932"/>
              <a:chOff x="788896" y="6230880"/>
              <a:chExt cx="4405604" cy="990932"/>
            </a:xfrm>
          </p:grpSpPr>
          <p:grpSp>
            <p:nvGrpSpPr>
              <p:cNvPr id="7424" name="Google Shape;7424;p97"/>
              <p:cNvGrpSpPr/>
              <p:nvPr/>
            </p:nvGrpSpPr>
            <p:grpSpPr>
              <a:xfrm>
                <a:off x="1244508" y="6689164"/>
                <a:ext cx="3949992" cy="532648"/>
                <a:chOff x="1432767" y="3085352"/>
                <a:chExt cx="3949992" cy="532648"/>
              </a:xfrm>
            </p:grpSpPr>
            <p:cxnSp>
              <p:nvCxnSpPr>
                <p:cNvPr id="7425" name="Google Shape;7425;p97"/>
                <p:cNvCxnSpPr/>
                <p:nvPr/>
              </p:nvCxnSpPr>
              <p:spPr>
                <a:xfrm>
                  <a:off x="3264355" y="3086100"/>
                  <a:ext cx="1269273" cy="519098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26" name="Google Shape;7426;p97"/>
                <p:cNvCxnSpPr/>
                <p:nvPr/>
              </p:nvCxnSpPr>
              <p:spPr>
                <a:xfrm flipH="1">
                  <a:off x="1432767" y="3085352"/>
                  <a:ext cx="1588" cy="51435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27" name="Google Shape;7427;p97"/>
                <p:cNvCxnSpPr/>
                <p:nvPr/>
              </p:nvCxnSpPr>
              <p:spPr>
                <a:xfrm>
                  <a:off x="3010952" y="3094877"/>
                  <a:ext cx="0" cy="51435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28" name="Google Shape;7428;p97"/>
                <p:cNvCxnSpPr/>
                <p:nvPr/>
              </p:nvCxnSpPr>
              <p:spPr>
                <a:xfrm flipH="1">
                  <a:off x="4588152" y="3086100"/>
                  <a:ext cx="1587" cy="51435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29" name="Google Shape;7429;p97"/>
                <p:cNvCxnSpPr/>
                <p:nvPr/>
              </p:nvCxnSpPr>
              <p:spPr>
                <a:xfrm flipH="1">
                  <a:off x="1502755" y="3091702"/>
                  <a:ext cx="1269273" cy="519098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30" name="Google Shape;7430;p97"/>
                <p:cNvCxnSpPr/>
                <p:nvPr/>
              </p:nvCxnSpPr>
              <p:spPr>
                <a:xfrm flipH="1">
                  <a:off x="3050155" y="3091702"/>
                  <a:ext cx="1417185" cy="526298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31" name="Google Shape;7431;p97"/>
                <p:cNvCxnSpPr/>
                <p:nvPr/>
              </p:nvCxnSpPr>
              <p:spPr>
                <a:xfrm flipH="1">
                  <a:off x="4780206" y="3340359"/>
                  <a:ext cx="565231" cy="25215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dash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32" name="Google Shape;7432;p97"/>
                <p:cNvCxnSpPr/>
                <p:nvPr/>
              </p:nvCxnSpPr>
              <p:spPr>
                <a:xfrm flipH="1">
                  <a:off x="1632664" y="3086100"/>
                  <a:ext cx="2609091" cy="473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33" name="Google Shape;7433;p97"/>
                <p:cNvCxnSpPr/>
                <p:nvPr/>
              </p:nvCxnSpPr>
              <p:spPr>
                <a:xfrm flipH="1">
                  <a:off x="3230270" y="3253273"/>
                  <a:ext cx="2052963" cy="33434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dash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34" name="Google Shape;7434;p97"/>
                <p:cNvCxnSpPr>
                  <a:endCxn id="7435" idx="3"/>
                </p:cNvCxnSpPr>
                <p:nvPr/>
              </p:nvCxnSpPr>
              <p:spPr>
                <a:xfrm flipH="1">
                  <a:off x="1802897" y="3147527"/>
                  <a:ext cx="3530100" cy="4077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dash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36" name="Google Shape;7436;p97"/>
                <p:cNvCxnSpPr/>
                <p:nvPr/>
              </p:nvCxnSpPr>
              <p:spPr>
                <a:xfrm>
                  <a:off x="1444739" y="3093289"/>
                  <a:ext cx="1552575" cy="51752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37" name="Google Shape;7437;p97"/>
                <p:cNvCxnSpPr/>
                <p:nvPr/>
              </p:nvCxnSpPr>
              <p:spPr>
                <a:xfrm>
                  <a:off x="1585177" y="3086100"/>
                  <a:ext cx="3014662" cy="52546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38" name="Google Shape;7438;p97"/>
                <p:cNvCxnSpPr/>
                <p:nvPr/>
              </p:nvCxnSpPr>
              <p:spPr>
                <a:xfrm>
                  <a:off x="1650240" y="3086100"/>
                  <a:ext cx="3682756" cy="48441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dash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39" name="Google Shape;7439;p97"/>
                <p:cNvCxnSpPr/>
                <p:nvPr/>
              </p:nvCxnSpPr>
              <p:spPr>
                <a:xfrm rot="10800000">
                  <a:off x="4665026" y="3086101"/>
                  <a:ext cx="674190" cy="20449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dash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40" name="Google Shape;7440;p97"/>
                <p:cNvCxnSpPr/>
                <p:nvPr/>
              </p:nvCxnSpPr>
              <p:spPr>
                <a:xfrm>
                  <a:off x="3419946" y="3086100"/>
                  <a:ext cx="1962813" cy="3662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dash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441" name="Google Shape;7441;p97"/>
              <p:cNvGrpSpPr/>
              <p:nvPr/>
            </p:nvGrpSpPr>
            <p:grpSpPr>
              <a:xfrm>
                <a:off x="788896" y="6230951"/>
                <a:ext cx="914400" cy="479686"/>
                <a:chOff x="3668110" y="2448910"/>
                <a:chExt cx="3794234" cy="2165130"/>
              </a:xfrm>
            </p:grpSpPr>
            <p:sp>
              <p:nvSpPr>
                <p:cNvPr id="7442" name="Google Shape;7442;p9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43" name="Google Shape;7443;p9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444" name="Google Shape;7444;p9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7445" name="Google Shape;7445;p9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46" name="Google Shape;7446;p9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47" name="Google Shape;7447;p9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48" name="Google Shape;7448;p9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7449" name="Google Shape;7449;p97"/>
              <p:cNvGrpSpPr/>
              <p:nvPr/>
            </p:nvGrpSpPr>
            <p:grpSpPr>
              <a:xfrm>
                <a:off x="2375579" y="6230880"/>
                <a:ext cx="914400" cy="479686"/>
                <a:chOff x="3668110" y="2448910"/>
                <a:chExt cx="3794234" cy="2165130"/>
              </a:xfrm>
            </p:grpSpPr>
            <p:sp>
              <p:nvSpPr>
                <p:cNvPr id="7450" name="Google Shape;7450;p9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51" name="Google Shape;7451;p9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452" name="Google Shape;7452;p9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7453" name="Google Shape;7453;p9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54" name="Google Shape;7454;p9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55" name="Google Shape;7455;p9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56" name="Google Shape;7456;p9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7457" name="Google Shape;7457;p97"/>
              <p:cNvGrpSpPr/>
              <p:nvPr/>
            </p:nvGrpSpPr>
            <p:grpSpPr>
              <a:xfrm>
                <a:off x="3946379" y="6235680"/>
                <a:ext cx="914400" cy="479686"/>
                <a:chOff x="3668110" y="2448910"/>
                <a:chExt cx="3794234" cy="2165130"/>
              </a:xfrm>
            </p:grpSpPr>
            <p:sp>
              <p:nvSpPr>
                <p:cNvPr id="7458" name="Google Shape;7458;p9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59" name="Google Shape;7459;p9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460" name="Google Shape;7460;p9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7461" name="Google Shape;7461;p9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62" name="Google Shape;7462;p9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63" name="Google Shape;7463;p9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64" name="Google Shape;7464;p9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7465" name="Google Shape;7465;p97"/>
            <p:cNvGrpSpPr/>
            <p:nvPr/>
          </p:nvGrpSpPr>
          <p:grpSpPr>
            <a:xfrm>
              <a:off x="628632" y="3550503"/>
              <a:ext cx="4630108" cy="1935947"/>
              <a:chOff x="628632" y="3550503"/>
              <a:chExt cx="4630108" cy="1935947"/>
            </a:xfrm>
          </p:grpSpPr>
          <p:grpSp>
            <p:nvGrpSpPr>
              <p:cNvPr id="7466" name="Google Shape;7466;p97"/>
              <p:cNvGrpSpPr/>
              <p:nvPr/>
            </p:nvGrpSpPr>
            <p:grpSpPr>
              <a:xfrm>
                <a:off x="3833515" y="3951330"/>
                <a:ext cx="1425225" cy="1535120"/>
                <a:chOff x="6576715" y="4111039"/>
                <a:chExt cx="1425225" cy="1535120"/>
              </a:xfrm>
            </p:grpSpPr>
            <p:cxnSp>
              <p:nvCxnSpPr>
                <p:cNvPr id="7467" name="Google Shape;7467;p97"/>
                <p:cNvCxnSpPr>
                  <a:endCxn id="7468" idx="4"/>
                </p:cNvCxnSpPr>
                <p:nvPr/>
              </p:nvCxnSpPr>
              <p:spPr>
                <a:xfrm flipH="1">
                  <a:off x="6696047" y="4111039"/>
                  <a:ext cx="436800" cy="591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69" name="Google Shape;7469;p97"/>
                <p:cNvCxnSpPr>
                  <a:endCxn id="7470" idx="2"/>
                </p:cNvCxnSpPr>
                <p:nvPr/>
              </p:nvCxnSpPr>
              <p:spPr>
                <a:xfrm flipH="1">
                  <a:off x="7005572" y="4120564"/>
                  <a:ext cx="264900" cy="586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71" name="Google Shape;7471;p97"/>
                <p:cNvCxnSpPr>
                  <a:endCxn id="7472" idx="4"/>
                </p:cNvCxnSpPr>
                <p:nvPr/>
              </p:nvCxnSpPr>
              <p:spPr>
                <a:xfrm>
                  <a:off x="7539246" y="4149139"/>
                  <a:ext cx="314700" cy="554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7473" name="Google Shape;7473;p97"/>
                <p:cNvGrpSpPr/>
                <p:nvPr/>
              </p:nvGrpSpPr>
              <p:grpSpPr>
                <a:xfrm>
                  <a:off x="6576715" y="4640970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7474" name="Google Shape;7474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7475" name="Google Shape;7475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476" name="Google Shape;7476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477" name="Google Shape;7477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478" name="Google Shape;7478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479" name="Google Shape;7479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480" name="Google Shape;7480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481" name="Google Shape;7481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482" name="Google Shape;7482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7483" name="Google Shape;7483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484" name="Google Shape;7484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485" name="Google Shape;7485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7486" name="Google Shape;7486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487" name="Google Shape;7487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488" name="Google Shape;7488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7489" name="Google Shape;7489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490" name="Google Shape;7490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491" name="Google Shape;7491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7492" name="Google Shape;7492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493" name="Google Shape;7493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494" name="Google Shape;7494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7495" name="Google Shape;7495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496" name="Google Shape;7496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497" name="Google Shape;7497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7498" name="Google Shape;7498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499" name="Google Shape;7499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00" name="Google Shape;7500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7501" name="Google Shape;7501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02" name="Google Shape;7502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03" name="Google Shape;7503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7504" name="Google Shape;7504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05" name="Google Shape;7505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06" name="Google Shape;7506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7507" name="Google Shape;7507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08" name="Google Shape;7508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09" name="Google Shape;7509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7510" name="Google Shape;7510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11" name="Google Shape;7511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7512" name="Google Shape;7512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13" name="Google Shape;7513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14" name="Google Shape;7514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15" name="Google Shape;7515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16" name="Google Shape;7516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17" name="Google Shape;7517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18" name="Google Shape;7518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19" name="Google Shape;7519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20" name="Google Shape;7520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21" name="Google Shape;7521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22" name="Google Shape;7522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23" name="Google Shape;7523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24" name="Google Shape;7524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7525" name="Google Shape;7525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7526" name="Google Shape;7526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527" name="Google Shape;7527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528" name="Google Shape;7528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7468" name="Google Shape;7468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529" name="Google Shape;7529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530" name="Google Shape;7530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531" name="Google Shape;7531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cxnSp>
              <p:nvCxnSpPr>
                <p:cNvPr id="7532" name="Google Shape;7532;p97"/>
                <p:cNvCxnSpPr>
                  <a:endCxn id="7533" idx="9"/>
                </p:cNvCxnSpPr>
                <p:nvPr/>
              </p:nvCxnSpPr>
              <p:spPr>
                <a:xfrm>
                  <a:off x="7282802" y="4119099"/>
                  <a:ext cx="32700" cy="571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7534" name="Google Shape;7534;p97"/>
                <p:cNvGrpSpPr/>
                <p:nvPr/>
              </p:nvGrpSpPr>
              <p:grpSpPr>
                <a:xfrm>
                  <a:off x="6885965" y="4644942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7535" name="Google Shape;7535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7536" name="Google Shape;7536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537" name="Google Shape;7537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538" name="Google Shape;7538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539" name="Google Shape;7539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540" name="Google Shape;7540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541" name="Google Shape;7541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542" name="Google Shape;7542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543" name="Google Shape;7543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7544" name="Google Shape;7544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45" name="Google Shape;7545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46" name="Google Shape;7546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7547" name="Google Shape;7547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48" name="Google Shape;7548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49" name="Google Shape;7549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7550" name="Google Shape;7550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51" name="Google Shape;7551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52" name="Google Shape;7552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7553" name="Google Shape;7553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54" name="Google Shape;7554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55" name="Google Shape;7555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7556" name="Google Shape;7556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57" name="Google Shape;7557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58" name="Google Shape;7558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7559" name="Google Shape;7559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60" name="Google Shape;7560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61" name="Google Shape;7561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7562" name="Google Shape;7562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63" name="Google Shape;7563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64" name="Google Shape;7564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7565" name="Google Shape;7565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66" name="Google Shape;7566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67" name="Google Shape;7567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7568" name="Google Shape;7568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69" name="Google Shape;7569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70" name="Google Shape;7570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7571" name="Google Shape;7571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72" name="Google Shape;7572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7573" name="Google Shape;7573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74" name="Google Shape;7574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75" name="Google Shape;7575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76" name="Google Shape;7576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77" name="Google Shape;7577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78" name="Google Shape;7578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79" name="Google Shape;7579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80" name="Google Shape;7580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81" name="Google Shape;7581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82" name="Google Shape;7582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83" name="Google Shape;7583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84" name="Google Shape;7584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85" name="Google Shape;7585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7586" name="Google Shape;7586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7587" name="Google Shape;7587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588" name="Google Shape;7588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589" name="Google Shape;7589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7590" name="Google Shape;7590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591" name="Google Shape;7591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592" name="Google Shape;7592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470" name="Google Shape;7470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7593" name="Google Shape;7593;p97"/>
                <p:cNvGrpSpPr/>
                <p:nvPr/>
              </p:nvGrpSpPr>
              <p:grpSpPr>
                <a:xfrm>
                  <a:off x="7195215" y="4648914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7594" name="Google Shape;7594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7595" name="Google Shape;7595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596" name="Google Shape;7596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597" name="Google Shape;7597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598" name="Google Shape;7598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599" name="Google Shape;7599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600" name="Google Shape;7600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601" name="Google Shape;7601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602" name="Google Shape;7602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7603" name="Google Shape;7603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04" name="Google Shape;7604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05" name="Google Shape;7605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7606" name="Google Shape;7606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07" name="Google Shape;7607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08" name="Google Shape;7608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7609" name="Google Shape;7609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10" name="Google Shape;7610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11" name="Google Shape;7611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7612" name="Google Shape;7612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13" name="Google Shape;7613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14" name="Google Shape;7614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7615" name="Google Shape;7615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16" name="Google Shape;7616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17" name="Google Shape;7617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7618" name="Google Shape;7618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19" name="Google Shape;7619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20" name="Google Shape;7620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7621" name="Google Shape;7621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22" name="Google Shape;7622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23" name="Google Shape;7623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7624" name="Google Shape;7624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25" name="Google Shape;7625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26" name="Google Shape;7626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7627" name="Google Shape;7627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28" name="Google Shape;7628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29" name="Google Shape;7629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7630" name="Google Shape;7630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31" name="Google Shape;7631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7632" name="Google Shape;7632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33" name="Google Shape;7633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34" name="Google Shape;7634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35" name="Google Shape;7635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36" name="Google Shape;7636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37" name="Google Shape;7637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38" name="Google Shape;7638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39" name="Google Shape;7639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40" name="Google Shape;7640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41" name="Google Shape;7641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42" name="Google Shape;7642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43" name="Google Shape;7643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44" name="Google Shape;7644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7645" name="Google Shape;7645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7646" name="Google Shape;7646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647" name="Google Shape;7647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648" name="Google Shape;7648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7533" name="Google Shape;7533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649" name="Google Shape;7649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650" name="Google Shape;7650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651" name="Google Shape;7651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7652" name="Google Shape;7652;p97"/>
                <p:cNvGrpSpPr/>
                <p:nvPr/>
              </p:nvGrpSpPr>
              <p:grpSpPr>
                <a:xfrm>
                  <a:off x="7734734" y="4641605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7653" name="Google Shape;7653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7654" name="Google Shape;7654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655" name="Google Shape;7655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656" name="Google Shape;7656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657" name="Google Shape;7657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658" name="Google Shape;7658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659" name="Google Shape;7659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660" name="Google Shape;7660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661" name="Google Shape;7661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7662" name="Google Shape;7662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63" name="Google Shape;7663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64" name="Google Shape;7664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7665" name="Google Shape;7665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66" name="Google Shape;7666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67" name="Google Shape;7667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7668" name="Google Shape;7668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69" name="Google Shape;7669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70" name="Google Shape;7670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7671" name="Google Shape;7671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72" name="Google Shape;7672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73" name="Google Shape;7673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7674" name="Google Shape;7674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75" name="Google Shape;7675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76" name="Google Shape;7676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7677" name="Google Shape;7677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78" name="Google Shape;7678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79" name="Google Shape;7679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7680" name="Google Shape;7680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81" name="Google Shape;7681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82" name="Google Shape;7682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7683" name="Google Shape;7683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84" name="Google Shape;7684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85" name="Google Shape;7685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7686" name="Google Shape;7686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87" name="Google Shape;7687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88" name="Google Shape;7688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7689" name="Google Shape;7689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90" name="Google Shape;7690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7691" name="Google Shape;7691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92" name="Google Shape;7692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93" name="Google Shape;7693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94" name="Google Shape;7694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95" name="Google Shape;7695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96" name="Google Shape;7696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97" name="Google Shape;7697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98" name="Google Shape;7698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99" name="Google Shape;7699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00" name="Google Shape;7700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01" name="Google Shape;7701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02" name="Google Shape;7702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03" name="Google Shape;7703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7704" name="Google Shape;7704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7705" name="Google Shape;7705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706" name="Google Shape;7706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707" name="Google Shape;7707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7472" name="Google Shape;7472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708" name="Google Shape;7708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709" name="Google Shape;7709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710" name="Google Shape;7710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7711" name="Google Shape;7711;p97"/>
                <p:cNvSpPr txBox="1"/>
                <p:nvPr/>
              </p:nvSpPr>
              <p:spPr>
                <a:xfrm>
                  <a:off x="7327436" y="4173759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  <p:sp>
              <p:nvSpPr>
                <p:cNvPr id="7712" name="Google Shape;7712;p97"/>
                <p:cNvSpPr txBox="1"/>
                <p:nvPr/>
              </p:nvSpPr>
              <p:spPr>
                <a:xfrm>
                  <a:off x="7423103" y="4980255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</p:grpSp>
          <p:grpSp>
            <p:nvGrpSpPr>
              <p:cNvPr id="7713" name="Google Shape;7713;p97"/>
              <p:cNvGrpSpPr/>
              <p:nvPr/>
            </p:nvGrpSpPr>
            <p:grpSpPr>
              <a:xfrm>
                <a:off x="2237797" y="3951330"/>
                <a:ext cx="1425225" cy="1535120"/>
                <a:chOff x="6576715" y="4111039"/>
                <a:chExt cx="1425225" cy="1535120"/>
              </a:xfrm>
            </p:grpSpPr>
            <p:cxnSp>
              <p:nvCxnSpPr>
                <p:cNvPr id="7714" name="Google Shape;7714;p97"/>
                <p:cNvCxnSpPr>
                  <a:endCxn id="7715" idx="4"/>
                </p:cNvCxnSpPr>
                <p:nvPr/>
              </p:nvCxnSpPr>
              <p:spPr>
                <a:xfrm flipH="1">
                  <a:off x="6696047" y="4111039"/>
                  <a:ext cx="436800" cy="591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716" name="Google Shape;7716;p97"/>
                <p:cNvCxnSpPr>
                  <a:endCxn id="7717" idx="2"/>
                </p:cNvCxnSpPr>
                <p:nvPr/>
              </p:nvCxnSpPr>
              <p:spPr>
                <a:xfrm flipH="1">
                  <a:off x="7005572" y="4120564"/>
                  <a:ext cx="264900" cy="586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718" name="Google Shape;7718;p97"/>
                <p:cNvCxnSpPr>
                  <a:endCxn id="7719" idx="4"/>
                </p:cNvCxnSpPr>
                <p:nvPr/>
              </p:nvCxnSpPr>
              <p:spPr>
                <a:xfrm>
                  <a:off x="7539246" y="4149139"/>
                  <a:ext cx="314700" cy="554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7720" name="Google Shape;7720;p97"/>
                <p:cNvGrpSpPr/>
                <p:nvPr/>
              </p:nvGrpSpPr>
              <p:grpSpPr>
                <a:xfrm>
                  <a:off x="6576715" y="4640970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7721" name="Google Shape;7721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7722" name="Google Shape;7722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723" name="Google Shape;7723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724" name="Google Shape;7724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725" name="Google Shape;7725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726" name="Google Shape;7726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727" name="Google Shape;7727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728" name="Google Shape;7728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729" name="Google Shape;7729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7730" name="Google Shape;7730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31" name="Google Shape;7731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32" name="Google Shape;7732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7733" name="Google Shape;7733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34" name="Google Shape;7734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35" name="Google Shape;7735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7736" name="Google Shape;7736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37" name="Google Shape;7737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38" name="Google Shape;7738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7739" name="Google Shape;7739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40" name="Google Shape;7740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41" name="Google Shape;7741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7742" name="Google Shape;7742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43" name="Google Shape;7743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44" name="Google Shape;7744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7745" name="Google Shape;7745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46" name="Google Shape;7746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47" name="Google Shape;7747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7748" name="Google Shape;7748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49" name="Google Shape;7749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50" name="Google Shape;7750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7751" name="Google Shape;7751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52" name="Google Shape;7752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53" name="Google Shape;7753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7754" name="Google Shape;7754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55" name="Google Shape;7755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56" name="Google Shape;7756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7757" name="Google Shape;7757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58" name="Google Shape;7758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7759" name="Google Shape;7759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60" name="Google Shape;7760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61" name="Google Shape;7761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62" name="Google Shape;7762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63" name="Google Shape;7763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64" name="Google Shape;7764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65" name="Google Shape;7765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66" name="Google Shape;7766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67" name="Google Shape;7767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68" name="Google Shape;7768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69" name="Google Shape;7769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70" name="Google Shape;7770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71" name="Google Shape;7771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7772" name="Google Shape;7772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7773" name="Google Shape;7773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774" name="Google Shape;7774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775" name="Google Shape;7775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7715" name="Google Shape;7715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776" name="Google Shape;7776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777" name="Google Shape;7777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778" name="Google Shape;7778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cxnSp>
              <p:nvCxnSpPr>
                <p:cNvPr id="7779" name="Google Shape;7779;p97"/>
                <p:cNvCxnSpPr>
                  <a:endCxn id="7780" idx="9"/>
                </p:cNvCxnSpPr>
                <p:nvPr/>
              </p:nvCxnSpPr>
              <p:spPr>
                <a:xfrm>
                  <a:off x="7282802" y="4119099"/>
                  <a:ext cx="32700" cy="571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7781" name="Google Shape;7781;p97"/>
                <p:cNvGrpSpPr/>
                <p:nvPr/>
              </p:nvGrpSpPr>
              <p:grpSpPr>
                <a:xfrm>
                  <a:off x="6885965" y="4644942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7782" name="Google Shape;7782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7783" name="Google Shape;7783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784" name="Google Shape;7784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785" name="Google Shape;7785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786" name="Google Shape;7786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787" name="Google Shape;7787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788" name="Google Shape;7788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789" name="Google Shape;7789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790" name="Google Shape;7790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7791" name="Google Shape;7791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92" name="Google Shape;7792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93" name="Google Shape;7793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7794" name="Google Shape;7794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95" name="Google Shape;7795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96" name="Google Shape;7796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7797" name="Google Shape;7797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98" name="Google Shape;7798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99" name="Google Shape;7799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7800" name="Google Shape;7800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01" name="Google Shape;7801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02" name="Google Shape;7802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7803" name="Google Shape;7803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04" name="Google Shape;7804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05" name="Google Shape;7805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7806" name="Google Shape;7806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07" name="Google Shape;7807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08" name="Google Shape;7808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7809" name="Google Shape;7809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10" name="Google Shape;7810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11" name="Google Shape;7811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7812" name="Google Shape;7812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13" name="Google Shape;7813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14" name="Google Shape;7814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7815" name="Google Shape;7815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16" name="Google Shape;7816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17" name="Google Shape;7817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7818" name="Google Shape;7818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19" name="Google Shape;7819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7820" name="Google Shape;7820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21" name="Google Shape;7821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22" name="Google Shape;7822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23" name="Google Shape;7823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24" name="Google Shape;7824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25" name="Google Shape;7825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26" name="Google Shape;7826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27" name="Google Shape;7827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28" name="Google Shape;7828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29" name="Google Shape;7829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30" name="Google Shape;7830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31" name="Google Shape;7831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32" name="Google Shape;7832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7833" name="Google Shape;7833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7834" name="Google Shape;7834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835" name="Google Shape;7835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836" name="Google Shape;7836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7837" name="Google Shape;7837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838" name="Google Shape;7838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839" name="Google Shape;7839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717" name="Google Shape;7717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7840" name="Google Shape;7840;p97"/>
                <p:cNvGrpSpPr/>
                <p:nvPr/>
              </p:nvGrpSpPr>
              <p:grpSpPr>
                <a:xfrm>
                  <a:off x="7195215" y="4648914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7841" name="Google Shape;7841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7842" name="Google Shape;7842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843" name="Google Shape;7843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844" name="Google Shape;7844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845" name="Google Shape;7845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846" name="Google Shape;7846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847" name="Google Shape;7847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848" name="Google Shape;7848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849" name="Google Shape;7849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7850" name="Google Shape;7850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51" name="Google Shape;7851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52" name="Google Shape;7852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7853" name="Google Shape;7853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54" name="Google Shape;7854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55" name="Google Shape;7855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7856" name="Google Shape;7856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57" name="Google Shape;7857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58" name="Google Shape;7858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7859" name="Google Shape;7859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60" name="Google Shape;7860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61" name="Google Shape;7861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7862" name="Google Shape;7862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63" name="Google Shape;7863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64" name="Google Shape;7864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7865" name="Google Shape;7865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66" name="Google Shape;7866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67" name="Google Shape;7867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7868" name="Google Shape;7868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69" name="Google Shape;7869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70" name="Google Shape;7870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7871" name="Google Shape;7871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72" name="Google Shape;7872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73" name="Google Shape;7873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7874" name="Google Shape;7874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75" name="Google Shape;7875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76" name="Google Shape;7876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7877" name="Google Shape;7877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78" name="Google Shape;7878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7879" name="Google Shape;7879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80" name="Google Shape;7880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81" name="Google Shape;7881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82" name="Google Shape;7882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83" name="Google Shape;7883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84" name="Google Shape;7884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85" name="Google Shape;7885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86" name="Google Shape;7886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87" name="Google Shape;7887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88" name="Google Shape;7888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89" name="Google Shape;7889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90" name="Google Shape;7890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91" name="Google Shape;7891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7892" name="Google Shape;7892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7893" name="Google Shape;7893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894" name="Google Shape;7894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895" name="Google Shape;7895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7780" name="Google Shape;7780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896" name="Google Shape;7896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897" name="Google Shape;7897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898" name="Google Shape;7898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7899" name="Google Shape;7899;p97"/>
                <p:cNvGrpSpPr/>
                <p:nvPr/>
              </p:nvGrpSpPr>
              <p:grpSpPr>
                <a:xfrm>
                  <a:off x="7734734" y="4641605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7900" name="Google Shape;7900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7901" name="Google Shape;7901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902" name="Google Shape;7902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903" name="Google Shape;7903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904" name="Google Shape;7904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905" name="Google Shape;7905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906" name="Google Shape;7906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907" name="Google Shape;7907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908" name="Google Shape;7908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7909" name="Google Shape;7909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10" name="Google Shape;7910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11" name="Google Shape;7911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7912" name="Google Shape;7912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13" name="Google Shape;7913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14" name="Google Shape;7914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7915" name="Google Shape;7915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16" name="Google Shape;7916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17" name="Google Shape;7917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7918" name="Google Shape;7918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19" name="Google Shape;7919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20" name="Google Shape;7920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7921" name="Google Shape;7921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22" name="Google Shape;7922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23" name="Google Shape;7923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7924" name="Google Shape;7924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25" name="Google Shape;7925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26" name="Google Shape;7926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7927" name="Google Shape;7927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28" name="Google Shape;7928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29" name="Google Shape;7929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7930" name="Google Shape;7930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31" name="Google Shape;7931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32" name="Google Shape;7932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7933" name="Google Shape;7933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34" name="Google Shape;7934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35" name="Google Shape;7935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7936" name="Google Shape;7936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37" name="Google Shape;7937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7938" name="Google Shape;7938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39" name="Google Shape;7939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40" name="Google Shape;7940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41" name="Google Shape;7941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42" name="Google Shape;7942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43" name="Google Shape;7943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44" name="Google Shape;7944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45" name="Google Shape;7945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46" name="Google Shape;7946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47" name="Google Shape;7947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48" name="Google Shape;7948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49" name="Google Shape;7949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50" name="Google Shape;7950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7951" name="Google Shape;7951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7952" name="Google Shape;7952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953" name="Google Shape;7953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954" name="Google Shape;7954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7719" name="Google Shape;7719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955" name="Google Shape;7955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956" name="Google Shape;7956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957" name="Google Shape;7957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7958" name="Google Shape;7958;p97"/>
                <p:cNvSpPr txBox="1"/>
                <p:nvPr/>
              </p:nvSpPr>
              <p:spPr>
                <a:xfrm>
                  <a:off x="7327436" y="4173759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  <p:sp>
              <p:nvSpPr>
                <p:cNvPr id="7959" name="Google Shape;7959;p97"/>
                <p:cNvSpPr txBox="1"/>
                <p:nvPr/>
              </p:nvSpPr>
              <p:spPr>
                <a:xfrm>
                  <a:off x="7423103" y="4980255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</p:grpSp>
          <p:grpSp>
            <p:nvGrpSpPr>
              <p:cNvPr id="7960" name="Google Shape;7960;p97"/>
              <p:cNvGrpSpPr/>
              <p:nvPr/>
            </p:nvGrpSpPr>
            <p:grpSpPr>
              <a:xfrm>
                <a:off x="628632" y="3951330"/>
                <a:ext cx="1425225" cy="1535120"/>
                <a:chOff x="6576715" y="4111039"/>
                <a:chExt cx="1425225" cy="1535120"/>
              </a:xfrm>
            </p:grpSpPr>
            <p:cxnSp>
              <p:nvCxnSpPr>
                <p:cNvPr id="7961" name="Google Shape;7961;p97"/>
                <p:cNvCxnSpPr>
                  <a:endCxn id="7962" idx="4"/>
                </p:cNvCxnSpPr>
                <p:nvPr/>
              </p:nvCxnSpPr>
              <p:spPr>
                <a:xfrm flipH="1">
                  <a:off x="6696047" y="4111039"/>
                  <a:ext cx="436800" cy="591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963" name="Google Shape;7963;p97"/>
                <p:cNvCxnSpPr>
                  <a:endCxn id="7964" idx="2"/>
                </p:cNvCxnSpPr>
                <p:nvPr/>
              </p:nvCxnSpPr>
              <p:spPr>
                <a:xfrm flipH="1">
                  <a:off x="7005572" y="4120564"/>
                  <a:ext cx="264900" cy="586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965" name="Google Shape;7965;p97"/>
                <p:cNvCxnSpPr>
                  <a:endCxn id="7966" idx="4"/>
                </p:cNvCxnSpPr>
                <p:nvPr/>
              </p:nvCxnSpPr>
              <p:spPr>
                <a:xfrm>
                  <a:off x="7539246" y="4149139"/>
                  <a:ext cx="314700" cy="554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7967" name="Google Shape;7967;p97"/>
                <p:cNvGrpSpPr/>
                <p:nvPr/>
              </p:nvGrpSpPr>
              <p:grpSpPr>
                <a:xfrm>
                  <a:off x="6576715" y="4640970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7968" name="Google Shape;7968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7969" name="Google Shape;7969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970" name="Google Shape;7970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971" name="Google Shape;7971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972" name="Google Shape;7972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973" name="Google Shape;7973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974" name="Google Shape;7974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975" name="Google Shape;7975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976" name="Google Shape;7976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7977" name="Google Shape;7977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78" name="Google Shape;7978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79" name="Google Shape;7979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7980" name="Google Shape;7980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81" name="Google Shape;7981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82" name="Google Shape;7982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7983" name="Google Shape;7983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84" name="Google Shape;7984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85" name="Google Shape;7985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7986" name="Google Shape;7986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87" name="Google Shape;7987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88" name="Google Shape;7988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7989" name="Google Shape;7989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90" name="Google Shape;7990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91" name="Google Shape;7991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7992" name="Google Shape;7992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93" name="Google Shape;7993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94" name="Google Shape;7994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7995" name="Google Shape;7995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96" name="Google Shape;7996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97" name="Google Shape;7997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7998" name="Google Shape;7998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99" name="Google Shape;7999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00" name="Google Shape;8000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8001" name="Google Shape;8001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02" name="Google Shape;8002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03" name="Google Shape;8003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8004" name="Google Shape;8004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05" name="Google Shape;8005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8006" name="Google Shape;8006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07" name="Google Shape;8007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08" name="Google Shape;8008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09" name="Google Shape;8009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10" name="Google Shape;8010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11" name="Google Shape;8011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12" name="Google Shape;8012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13" name="Google Shape;8013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14" name="Google Shape;8014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15" name="Google Shape;8015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16" name="Google Shape;8016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17" name="Google Shape;8017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18" name="Google Shape;8018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8019" name="Google Shape;8019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8020" name="Google Shape;8020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021" name="Google Shape;8021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8022" name="Google Shape;8022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7962" name="Google Shape;7962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023" name="Google Shape;8023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024" name="Google Shape;8024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025" name="Google Shape;8025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cxnSp>
              <p:nvCxnSpPr>
                <p:cNvPr id="8026" name="Google Shape;8026;p97"/>
                <p:cNvCxnSpPr>
                  <a:endCxn id="8027" idx="9"/>
                </p:cNvCxnSpPr>
                <p:nvPr/>
              </p:nvCxnSpPr>
              <p:spPr>
                <a:xfrm>
                  <a:off x="7282802" y="4119099"/>
                  <a:ext cx="32700" cy="571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8028" name="Google Shape;8028;p97"/>
                <p:cNvGrpSpPr/>
                <p:nvPr/>
              </p:nvGrpSpPr>
              <p:grpSpPr>
                <a:xfrm>
                  <a:off x="6885965" y="4644942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8029" name="Google Shape;8029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8030" name="Google Shape;8030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031" name="Google Shape;8031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8032" name="Google Shape;8032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033" name="Google Shape;8033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8034" name="Google Shape;8034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035" name="Google Shape;8035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036" name="Google Shape;8036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8037" name="Google Shape;8037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8038" name="Google Shape;8038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39" name="Google Shape;8039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40" name="Google Shape;8040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8041" name="Google Shape;8041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42" name="Google Shape;8042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43" name="Google Shape;8043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8044" name="Google Shape;8044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45" name="Google Shape;8045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46" name="Google Shape;8046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8047" name="Google Shape;8047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48" name="Google Shape;8048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49" name="Google Shape;8049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8050" name="Google Shape;8050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51" name="Google Shape;8051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52" name="Google Shape;8052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8053" name="Google Shape;8053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54" name="Google Shape;8054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55" name="Google Shape;8055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8056" name="Google Shape;8056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57" name="Google Shape;8057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58" name="Google Shape;8058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8059" name="Google Shape;8059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60" name="Google Shape;8060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61" name="Google Shape;8061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8062" name="Google Shape;8062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63" name="Google Shape;8063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64" name="Google Shape;8064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8065" name="Google Shape;8065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66" name="Google Shape;8066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8067" name="Google Shape;8067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68" name="Google Shape;8068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69" name="Google Shape;8069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70" name="Google Shape;8070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71" name="Google Shape;8071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72" name="Google Shape;8072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73" name="Google Shape;8073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74" name="Google Shape;8074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75" name="Google Shape;8075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76" name="Google Shape;8076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77" name="Google Shape;8077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78" name="Google Shape;8078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79" name="Google Shape;8079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8080" name="Google Shape;8080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8081" name="Google Shape;8081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082" name="Google Shape;8082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8083" name="Google Shape;8083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8084" name="Google Shape;8084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085" name="Google Shape;8085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086" name="Google Shape;8086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964" name="Google Shape;7964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8087" name="Google Shape;8087;p97"/>
                <p:cNvGrpSpPr/>
                <p:nvPr/>
              </p:nvGrpSpPr>
              <p:grpSpPr>
                <a:xfrm>
                  <a:off x="7195215" y="4648914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8088" name="Google Shape;8088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8089" name="Google Shape;8089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090" name="Google Shape;8090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8091" name="Google Shape;8091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092" name="Google Shape;8092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8093" name="Google Shape;8093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094" name="Google Shape;8094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095" name="Google Shape;8095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8096" name="Google Shape;8096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8097" name="Google Shape;8097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98" name="Google Shape;8098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99" name="Google Shape;8099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8100" name="Google Shape;8100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01" name="Google Shape;8101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02" name="Google Shape;8102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8103" name="Google Shape;8103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04" name="Google Shape;8104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05" name="Google Shape;8105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8106" name="Google Shape;8106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07" name="Google Shape;8107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08" name="Google Shape;8108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8109" name="Google Shape;8109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10" name="Google Shape;8110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11" name="Google Shape;8111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8112" name="Google Shape;8112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13" name="Google Shape;8113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14" name="Google Shape;8114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8115" name="Google Shape;8115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16" name="Google Shape;8116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17" name="Google Shape;8117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8118" name="Google Shape;8118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19" name="Google Shape;8119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20" name="Google Shape;8120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8121" name="Google Shape;8121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22" name="Google Shape;8122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23" name="Google Shape;8123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8124" name="Google Shape;8124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25" name="Google Shape;8125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8126" name="Google Shape;8126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27" name="Google Shape;8127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28" name="Google Shape;8128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29" name="Google Shape;8129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0" name="Google Shape;8130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1" name="Google Shape;8131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2" name="Google Shape;8132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3" name="Google Shape;8133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4" name="Google Shape;8134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5" name="Google Shape;8135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6" name="Google Shape;8136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7" name="Google Shape;8137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8" name="Google Shape;8138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8139" name="Google Shape;8139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8140" name="Google Shape;8140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141" name="Google Shape;8141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8142" name="Google Shape;8142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8027" name="Google Shape;8027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143" name="Google Shape;8143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144" name="Google Shape;8144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145" name="Google Shape;8145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8146" name="Google Shape;8146;p97"/>
                <p:cNvGrpSpPr/>
                <p:nvPr/>
              </p:nvGrpSpPr>
              <p:grpSpPr>
                <a:xfrm>
                  <a:off x="7734734" y="4641605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8147" name="Google Shape;8147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8148" name="Google Shape;8148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149" name="Google Shape;8149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8150" name="Google Shape;8150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151" name="Google Shape;8151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8152" name="Google Shape;8152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153" name="Google Shape;8153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154" name="Google Shape;8154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8155" name="Google Shape;8155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8156" name="Google Shape;8156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57" name="Google Shape;8157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58" name="Google Shape;8158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8159" name="Google Shape;8159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60" name="Google Shape;8160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61" name="Google Shape;8161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8162" name="Google Shape;8162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63" name="Google Shape;8163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64" name="Google Shape;8164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8165" name="Google Shape;8165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66" name="Google Shape;8166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67" name="Google Shape;8167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8168" name="Google Shape;8168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69" name="Google Shape;8169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70" name="Google Shape;8170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8171" name="Google Shape;8171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72" name="Google Shape;8172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73" name="Google Shape;8173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8174" name="Google Shape;8174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75" name="Google Shape;8175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76" name="Google Shape;8176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8177" name="Google Shape;8177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78" name="Google Shape;8178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79" name="Google Shape;8179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8180" name="Google Shape;8180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81" name="Google Shape;8181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82" name="Google Shape;8182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8183" name="Google Shape;8183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84" name="Google Shape;8184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8185" name="Google Shape;8185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86" name="Google Shape;8186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87" name="Google Shape;8187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88" name="Google Shape;8188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89" name="Google Shape;8189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90" name="Google Shape;8190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91" name="Google Shape;8191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92" name="Google Shape;8192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93" name="Google Shape;8193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94" name="Google Shape;8194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95" name="Google Shape;8195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96" name="Google Shape;8196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97" name="Google Shape;8197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8198" name="Google Shape;8198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8199" name="Google Shape;8199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200" name="Google Shape;8200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8201" name="Google Shape;8201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7966" name="Google Shape;7966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202" name="Google Shape;8202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203" name="Google Shape;8203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204" name="Google Shape;8204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8205" name="Google Shape;8205;p97"/>
                <p:cNvSpPr txBox="1"/>
                <p:nvPr/>
              </p:nvSpPr>
              <p:spPr>
                <a:xfrm>
                  <a:off x="7327436" y="4173759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  <p:sp>
              <p:nvSpPr>
                <p:cNvPr id="8206" name="Google Shape;8206;p97"/>
                <p:cNvSpPr txBox="1"/>
                <p:nvPr/>
              </p:nvSpPr>
              <p:spPr>
                <a:xfrm>
                  <a:off x="7423103" y="4980255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</p:grpSp>
          <p:grpSp>
            <p:nvGrpSpPr>
              <p:cNvPr id="8207" name="Google Shape;8207;p97"/>
              <p:cNvGrpSpPr/>
              <p:nvPr/>
            </p:nvGrpSpPr>
            <p:grpSpPr>
              <a:xfrm>
                <a:off x="977155" y="3550503"/>
                <a:ext cx="914400" cy="479686"/>
                <a:chOff x="3668110" y="2448910"/>
                <a:chExt cx="3794234" cy="2165130"/>
              </a:xfrm>
            </p:grpSpPr>
            <p:sp>
              <p:nvSpPr>
                <p:cNvPr id="8208" name="Google Shape;8208;p9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35" name="Google Shape;7435;p9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209" name="Google Shape;8209;p9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8210" name="Google Shape;8210;p9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11" name="Google Shape;8211;p9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12" name="Google Shape;8212;p9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13" name="Google Shape;8213;p9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214" name="Google Shape;8214;p97"/>
              <p:cNvGrpSpPr/>
              <p:nvPr/>
            </p:nvGrpSpPr>
            <p:grpSpPr>
              <a:xfrm>
                <a:off x="2554943" y="3564953"/>
                <a:ext cx="914400" cy="479686"/>
                <a:chOff x="3668110" y="2448910"/>
                <a:chExt cx="3794234" cy="2165130"/>
              </a:xfrm>
            </p:grpSpPr>
            <p:sp>
              <p:nvSpPr>
                <p:cNvPr id="8215" name="Google Shape;8215;p9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6" name="Google Shape;8216;p9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217" name="Google Shape;8217;p9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8218" name="Google Shape;8218;p9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19" name="Google Shape;8219;p9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20" name="Google Shape;8220;p9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21" name="Google Shape;8221;p9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222" name="Google Shape;8222;p97"/>
              <p:cNvGrpSpPr/>
              <p:nvPr/>
            </p:nvGrpSpPr>
            <p:grpSpPr>
              <a:xfrm>
                <a:off x="4132731" y="3579403"/>
                <a:ext cx="914400" cy="479686"/>
                <a:chOff x="3668110" y="2448910"/>
                <a:chExt cx="3794234" cy="2165130"/>
              </a:xfrm>
            </p:grpSpPr>
            <p:sp>
              <p:nvSpPr>
                <p:cNvPr id="8223" name="Google Shape;8223;p9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4" name="Google Shape;8224;p9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225" name="Google Shape;8225;p9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8226" name="Google Shape;8226;p9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27" name="Google Shape;8227;p9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28" name="Google Shape;8228;p9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29" name="Google Shape;8229;p9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8230" name="Google Shape;8230;p9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Datacenter networks: application-layer routing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1" name="Google Shape;8231;p97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232" name="Google Shape;8232;p97"/>
          <p:cNvGrpSpPr/>
          <p:nvPr/>
        </p:nvGrpSpPr>
        <p:grpSpPr>
          <a:xfrm>
            <a:off x="7891541" y="2857967"/>
            <a:ext cx="381267" cy="609600"/>
            <a:chOff x="4140" y="429"/>
            <a:chExt cx="1426" cy="2396"/>
          </a:xfrm>
        </p:grpSpPr>
        <p:sp>
          <p:nvSpPr>
            <p:cNvPr id="8233" name="Google Shape;8233;p97"/>
            <p:cNvSpPr/>
            <p:nvPr/>
          </p:nvSpPr>
          <p:spPr>
            <a:xfrm>
              <a:off x="5268" y="435"/>
              <a:ext cx="285" cy="2284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4" name="Google Shape;8234;p97"/>
            <p:cNvSpPr/>
            <p:nvPr/>
          </p:nvSpPr>
          <p:spPr>
            <a:xfrm>
              <a:off x="4205" y="429"/>
              <a:ext cx="1045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5" name="Google Shape;8235;p97"/>
            <p:cNvSpPr/>
            <p:nvPr/>
          </p:nvSpPr>
          <p:spPr>
            <a:xfrm>
              <a:off x="5322" y="573"/>
              <a:ext cx="166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6" name="Google Shape;8236;p97"/>
            <p:cNvSpPr/>
            <p:nvPr/>
          </p:nvSpPr>
          <p:spPr>
            <a:xfrm>
              <a:off x="5286" y="1639"/>
              <a:ext cx="261" cy="187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7" name="Google Shape;8237;p97"/>
            <p:cNvSpPr/>
            <p:nvPr/>
          </p:nvSpPr>
          <p:spPr>
            <a:xfrm>
              <a:off x="4211" y="691"/>
              <a:ext cx="600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38" name="Google Shape;8238;p97"/>
            <p:cNvGrpSpPr/>
            <p:nvPr/>
          </p:nvGrpSpPr>
          <p:grpSpPr>
            <a:xfrm>
              <a:off x="4751" y="666"/>
              <a:ext cx="576" cy="163"/>
              <a:chOff x="617" y="2566"/>
              <a:chExt cx="719" cy="156"/>
            </a:xfrm>
          </p:grpSpPr>
          <p:sp>
            <p:nvSpPr>
              <p:cNvPr id="8239" name="Google Shape;8239;p97"/>
              <p:cNvSpPr/>
              <p:nvPr/>
            </p:nvSpPr>
            <p:spPr>
              <a:xfrm>
                <a:off x="617" y="2566"/>
                <a:ext cx="719" cy="15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0" name="Google Shape;8240;p97"/>
              <p:cNvSpPr/>
              <p:nvPr/>
            </p:nvSpPr>
            <p:spPr>
              <a:xfrm>
                <a:off x="632" y="2584"/>
                <a:ext cx="689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41" name="Google Shape;8241;p97"/>
            <p:cNvSpPr/>
            <p:nvPr/>
          </p:nvSpPr>
          <p:spPr>
            <a:xfrm>
              <a:off x="4223" y="1022"/>
              <a:ext cx="600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42" name="Google Shape;8242;p97"/>
            <p:cNvGrpSpPr/>
            <p:nvPr/>
          </p:nvGrpSpPr>
          <p:grpSpPr>
            <a:xfrm>
              <a:off x="4745" y="997"/>
              <a:ext cx="582" cy="131"/>
              <a:chOff x="612" y="2571"/>
              <a:chExt cx="726" cy="136"/>
            </a:xfrm>
          </p:grpSpPr>
          <p:sp>
            <p:nvSpPr>
              <p:cNvPr id="8243" name="Google Shape;8243;p97"/>
              <p:cNvSpPr/>
              <p:nvPr/>
            </p:nvSpPr>
            <p:spPr>
              <a:xfrm>
                <a:off x="612" y="2571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4" name="Google Shape;8244;p97"/>
              <p:cNvSpPr/>
              <p:nvPr/>
            </p:nvSpPr>
            <p:spPr>
              <a:xfrm>
                <a:off x="627" y="2584"/>
                <a:ext cx="696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45" name="Google Shape;8245;p97"/>
            <p:cNvSpPr/>
            <p:nvPr/>
          </p:nvSpPr>
          <p:spPr>
            <a:xfrm>
              <a:off x="4217" y="1359"/>
              <a:ext cx="594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6" name="Google Shape;8246;p97"/>
            <p:cNvSpPr/>
            <p:nvPr/>
          </p:nvSpPr>
          <p:spPr>
            <a:xfrm>
              <a:off x="4229" y="1652"/>
              <a:ext cx="594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47" name="Google Shape;8247;p97"/>
            <p:cNvGrpSpPr/>
            <p:nvPr/>
          </p:nvGrpSpPr>
          <p:grpSpPr>
            <a:xfrm>
              <a:off x="4733" y="1627"/>
              <a:ext cx="582" cy="150"/>
              <a:chOff x="612" y="2568"/>
              <a:chExt cx="725" cy="138"/>
            </a:xfrm>
          </p:grpSpPr>
          <p:sp>
            <p:nvSpPr>
              <p:cNvPr id="8248" name="Google Shape;8248;p97"/>
              <p:cNvSpPr/>
              <p:nvPr/>
            </p:nvSpPr>
            <p:spPr>
              <a:xfrm>
                <a:off x="612" y="2568"/>
                <a:ext cx="72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9" name="Google Shape;8249;p97"/>
              <p:cNvSpPr/>
              <p:nvPr/>
            </p:nvSpPr>
            <p:spPr>
              <a:xfrm>
                <a:off x="627" y="2585"/>
                <a:ext cx="69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50" name="Google Shape;8250;p97"/>
            <p:cNvSpPr/>
            <p:nvPr/>
          </p:nvSpPr>
          <p:spPr>
            <a:xfrm>
              <a:off x="5286" y="1352"/>
              <a:ext cx="267" cy="187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51" name="Google Shape;8251;p97"/>
            <p:cNvGrpSpPr/>
            <p:nvPr/>
          </p:nvGrpSpPr>
          <p:grpSpPr>
            <a:xfrm>
              <a:off x="4740" y="1327"/>
              <a:ext cx="582" cy="137"/>
              <a:chOff x="615" y="2568"/>
              <a:chExt cx="725" cy="137"/>
            </a:xfrm>
          </p:grpSpPr>
          <p:sp>
            <p:nvSpPr>
              <p:cNvPr id="8252" name="Google Shape;8252;p97"/>
              <p:cNvSpPr/>
              <p:nvPr/>
            </p:nvSpPr>
            <p:spPr>
              <a:xfrm>
                <a:off x="615" y="2568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3" name="Google Shape;8253;p97"/>
              <p:cNvSpPr/>
              <p:nvPr/>
            </p:nvSpPr>
            <p:spPr>
              <a:xfrm>
                <a:off x="630" y="2587"/>
                <a:ext cx="695" cy="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54" name="Google Shape;8254;p97"/>
            <p:cNvSpPr/>
            <p:nvPr/>
          </p:nvSpPr>
          <p:spPr>
            <a:xfrm>
              <a:off x="5250" y="429"/>
              <a:ext cx="65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5" name="Google Shape;8255;p97"/>
            <p:cNvSpPr/>
            <p:nvPr/>
          </p:nvSpPr>
          <p:spPr>
            <a:xfrm>
              <a:off x="5310" y="1009"/>
              <a:ext cx="238" cy="212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6" name="Google Shape;8256;p97"/>
            <p:cNvSpPr/>
            <p:nvPr/>
          </p:nvSpPr>
          <p:spPr>
            <a:xfrm>
              <a:off x="5316" y="679"/>
              <a:ext cx="243" cy="243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7" name="Google Shape;8257;p97"/>
            <p:cNvSpPr/>
            <p:nvPr/>
          </p:nvSpPr>
          <p:spPr>
            <a:xfrm>
              <a:off x="5518" y="2613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8" name="Google Shape;8258;p97"/>
            <p:cNvSpPr/>
            <p:nvPr/>
          </p:nvSpPr>
          <p:spPr>
            <a:xfrm>
              <a:off x="5304" y="2613"/>
              <a:ext cx="243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9" name="Google Shape;8259;p97"/>
            <p:cNvSpPr/>
            <p:nvPr/>
          </p:nvSpPr>
          <p:spPr>
            <a:xfrm>
              <a:off x="4140" y="2675"/>
              <a:ext cx="1199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0" name="Google Shape;8260;p97"/>
            <p:cNvSpPr/>
            <p:nvPr/>
          </p:nvSpPr>
          <p:spPr>
            <a:xfrm>
              <a:off x="4205" y="2713"/>
              <a:ext cx="1069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1" name="Google Shape;8261;p97"/>
            <p:cNvSpPr/>
            <p:nvPr/>
          </p:nvSpPr>
          <p:spPr>
            <a:xfrm>
              <a:off x="4306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2" name="Google Shape;8262;p97"/>
            <p:cNvSpPr/>
            <p:nvPr/>
          </p:nvSpPr>
          <p:spPr>
            <a:xfrm>
              <a:off x="4484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3" name="Google Shape;8263;p97"/>
            <p:cNvSpPr/>
            <p:nvPr/>
          </p:nvSpPr>
          <p:spPr>
            <a:xfrm>
              <a:off x="4663" y="2382"/>
              <a:ext cx="160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4" name="Google Shape;8264;p97"/>
            <p:cNvSpPr/>
            <p:nvPr/>
          </p:nvSpPr>
          <p:spPr>
            <a:xfrm>
              <a:off x="5060" y="1833"/>
              <a:ext cx="89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65" name="Google Shape;8265;p97"/>
          <p:cNvSpPr txBox="1"/>
          <p:nvPr/>
        </p:nvSpPr>
        <p:spPr>
          <a:xfrm>
            <a:off x="7774253" y="3492967"/>
            <a:ext cx="159226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Load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balancer</a:t>
            </a:r>
            <a:endParaRPr/>
          </a:p>
        </p:txBody>
      </p:sp>
      <p:sp>
        <p:nvSpPr>
          <p:cNvPr id="8266" name="Google Shape;8266;p97"/>
          <p:cNvSpPr/>
          <p:nvPr/>
        </p:nvSpPr>
        <p:spPr>
          <a:xfrm>
            <a:off x="6407215" y="3615204"/>
            <a:ext cx="1154125" cy="1366816"/>
          </a:xfrm>
          <a:custGeom>
            <a:rect b="b" l="l" r="r" t="t"/>
            <a:pathLst>
              <a:path extrusionOk="0" h="1366192" w="1350356">
                <a:moveTo>
                  <a:pt x="1350356" y="1359734"/>
                </a:moveTo>
                <a:lnTo>
                  <a:pt x="1350356" y="564418"/>
                </a:lnTo>
                <a:lnTo>
                  <a:pt x="895526" y="178"/>
                </a:lnTo>
                <a:lnTo>
                  <a:pt x="516459" y="0"/>
                </a:lnTo>
                <a:lnTo>
                  <a:pt x="16121" y="615729"/>
                </a:lnTo>
                <a:cubicBezTo>
                  <a:pt x="3292" y="868007"/>
                  <a:pt x="12829" y="1113914"/>
                  <a:pt x="0" y="1366192"/>
                </a:cubicBezTo>
              </a:path>
            </a:pathLst>
          </a:custGeom>
          <a:noFill/>
          <a:ln cap="flat" cmpd="sng" w="635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267" name="Google Shape;8267;p97"/>
          <p:cNvSpPr/>
          <p:nvPr/>
        </p:nvSpPr>
        <p:spPr>
          <a:xfrm>
            <a:off x="1519518" y="1397561"/>
            <a:ext cx="3321423" cy="603250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8268" name="Google Shape;8268;p97"/>
          <p:cNvSpPr/>
          <p:nvPr/>
        </p:nvSpPr>
        <p:spPr>
          <a:xfrm>
            <a:off x="4084716" y="1597492"/>
            <a:ext cx="3976688" cy="3333750"/>
          </a:xfrm>
          <a:custGeom>
            <a:rect b="b" l="l" r="r" t="t"/>
            <a:pathLst>
              <a:path extrusionOk="0" h="3333910" w="3975437">
                <a:moveTo>
                  <a:pt x="3691005" y="3333910"/>
                </a:moveTo>
                <a:lnTo>
                  <a:pt x="3704234" y="2533507"/>
                </a:lnTo>
                <a:lnTo>
                  <a:pt x="3261049" y="1997700"/>
                </a:lnTo>
                <a:lnTo>
                  <a:pt x="3975437" y="1653725"/>
                </a:lnTo>
                <a:lnTo>
                  <a:pt x="3955593" y="1316365"/>
                </a:lnTo>
                <a:lnTo>
                  <a:pt x="3069223" y="1733104"/>
                </a:lnTo>
                <a:lnTo>
                  <a:pt x="3049378" y="1303135"/>
                </a:lnTo>
                <a:lnTo>
                  <a:pt x="0" y="0"/>
                </a:lnTo>
              </a:path>
            </a:pathLst>
          </a:custGeom>
          <a:noFill/>
          <a:ln cap="flat" cmpd="sng" w="57150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269" name="Google Shape;8269;p97"/>
          <p:cNvSpPr/>
          <p:nvPr/>
        </p:nvSpPr>
        <p:spPr>
          <a:xfrm>
            <a:off x="3637041" y="1570504"/>
            <a:ext cx="4329113" cy="3430588"/>
          </a:xfrm>
          <a:custGeom>
            <a:rect b="b" l="l" r="r" t="t"/>
            <a:pathLst>
              <a:path extrusionOk="0" h="3430803" w="4329650">
                <a:moveTo>
                  <a:pt x="0" y="0"/>
                </a:moveTo>
                <a:lnTo>
                  <a:pt x="3351218" y="1413056"/>
                </a:lnTo>
                <a:lnTo>
                  <a:pt x="3370261" y="1933583"/>
                </a:lnTo>
                <a:lnTo>
                  <a:pt x="4329650" y="1478400"/>
                </a:lnTo>
                <a:lnTo>
                  <a:pt x="4323035" y="1626924"/>
                </a:lnTo>
                <a:lnTo>
                  <a:pt x="3554085" y="1989096"/>
                </a:lnTo>
                <a:lnTo>
                  <a:pt x="4054422" y="2622658"/>
                </a:lnTo>
                <a:lnTo>
                  <a:pt x="4041594" y="3430803"/>
                </a:lnTo>
              </a:path>
            </a:pathLst>
          </a:custGeom>
          <a:noFill/>
          <a:ln cap="flat" cmpd="sng" w="4762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270" name="Google Shape;8270;p97"/>
          <p:cNvSpPr txBox="1"/>
          <p:nvPr/>
        </p:nvSpPr>
        <p:spPr>
          <a:xfrm>
            <a:off x="8861612" y="1906215"/>
            <a:ext cx="3065929" cy="266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load balancer: application-layer routing</a:t>
            </a:r>
            <a:endParaRPr/>
          </a:p>
          <a:p>
            <a:pPr indent="-256032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receives external client requests</a:t>
            </a:r>
            <a:endParaRPr/>
          </a:p>
          <a:p>
            <a:pPr indent="-256032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directs workload within data center</a:t>
            </a:r>
            <a:endParaRPr/>
          </a:p>
        </p:txBody>
      </p:sp>
      <p:sp>
        <p:nvSpPr>
          <p:cNvPr id="8271" name="Google Shape;8271;p97"/>
          <p:cNvSpPr txBox="1"/>
          <p:nvPr/>
        </p:nvSpPr>
        <p:spPr>
          <a:xfrm>
            <a:off x="8874312" y="4509125"/>
            <a:ext cx="3065929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returns results to external client </a:t>
            </a:r>
            <a:r>
              <a:rPr i="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(hiding data center internals from client)</a:t>
            </a:r>
            <a:endParaRPr i="0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6" name="Shape 8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7" name="Google Shape;8277;p98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1625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solidFill>
                  <a:srgbClr val="0000A8"/>
                </a:solidFill>
              </a:rPr>
              <a:t>link layer: 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RoCE: remote DMA (RDMA) over Converged Ethernet</a:t>
            </a:r>
            <a:endParaRPr/>
          </a:p>
          <a:p>
            <a:pPr indent="-301625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solidFill>
                  <a:srgbClr val="0000A8"/>
                </a:solidFill>
              </a:rPr>
              <a:t>transport layer: </a:t>
            </a:r>
            <a:endParaRPr/>
          </a:p>
          <a:p>
            <a:pPr indent="-18732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ECN (explicit congestion notification) used in transport-layer congestion control (DCTCP, DCQCN)</a:t>
            </a:r>
            <a:endParaRPr/>
          </a:p>
          <a:p>
            <a:pPr indent="-18732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experimentation with hop-by-hop (backpressure) congestion control</a:t>
            </a:r>
            <a:endParaRPr/>
          </a:p>
          <a:p>
            <a:pPr indent="-301625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solidFill>
                  <a:srgbClr val="0000A8"/>
                </a:solidFill>
              </a:rPr>
              <a:t>routing, management</a:t>
            </a:r>
            <a:r>
              <a:rPr lang="en-US" sz="3200"/>
              <a:t>:</a:t>
            </a:r>
            <a:endParaRPr/>
          </a:p>
          <a:p>
            <a:pPr indent="-228600" lvl="1" marL="736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SDN widely used within/among organizations’ datacenters</a:t>
            </a:r>
            <a:endParaRPr/>
          </a:p>
          <a:p>
            <a:pPr indent="-228600" lvl="1" marL="736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place related services, data as close as possible (e.g., in same rack or nearby rack) to minimize tier-2, tier-1 communication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8278" name="Google Shape;8278;p9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Datacenter networks: protocol innovations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9" name="Google Shape;8279;p9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4" name="Shape 8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5" name="Google Shape;8285;p9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8286" name="Google Shape;8286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8287" name="Google Shape;8287;p99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8" name="Google Shape;8288;p99"/>
          <p:cNvSpPr txBox="1"/>
          <p:nvPr/>
        </p:nvSpPr>
        <p:spPr>
          <a:xfrm>
            <a:off x="1006769" y="1374867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9" name="Google Shape;8289;p9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4" name="Shape 8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5" name="Google Shape;8295;p10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Synthesis: a day in the life of a web request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6" name="Google Shape;8296;p100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97" name="Google Shape;8297;p100"/>
          <p:cNvSpPr txBox="1"/>
          <p:nvPr/>
        </p:nvSpPr>
        <p:spPr>
          <a:xfrm>
            <a:off x="533400" y="1338263"/>
            <a:ext cx="1127311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4000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journey down the protocol stack is now complete!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application, transport, network, link</a:t>
            </a:r>
            <a:endParaRPr/>
          </a:p>
          <a:p>
            <a:pPr indent="-269875" lvl="0" marL="4000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putting-it-all-together: synthesis!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identify, review, understand protocols (at all layers) involved in seemingly simple scenario: requesting www page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attaches laptop to campus network, requests/receives www.google.com 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1" name="Shape 8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2" name="Google Shape;8302;p10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 day in the life: scenario</a:t>
            </a:r>
            <a:endParaRPr/>
          </a:p>
        </p:txBody>
      </p:sp>
      <p:sp>
        <p:nvSpPr>
          <p:cNvPr id="8303" name="Google Shape;8303;p10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04" name="Google Shape;8304;p101"/>
          <p:cNvSpPr/>
          <p:nvPr/>
        </p:nvSpPr>
        <p:spPr>
          <a:xfrm>
            <a:off x="5037166" y="1832733"/>
            <a:ext cx="3494531" cy="2590938"/>
          </a:xfrm>
          <a:custGeom>
            <a:rect b="b" l="l" r="r" t="t"/>
            <a:pathLst>
              <a:path extrusionOk="0" h="9973" w="10000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5" name="Google Shape;8305;p101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6" name="Google Shape;8306;p101"/>
          <p:cNvSpPr txBox="1"/>
          <p:nvPr/>
        </p:nvSpPr>
        <p:spPr>
          <a:xfrm>
            <a:off x="5108669" y="2394135"/>
            <a:ext cx="181133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Comcast network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68.80.0.0/13</a:t>
            </a:r>
            <a:endParaRPr/>
          </a:p>
        </p:txBody>
      </p:sp>
      <p:cxnSp>
        <p:nvCxnSpPr>
          <p:cNvPr id="8307" name="Google Shape;8307;p101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08" name="Google Shape;8308;p101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09" name="Google Shape;8309;p101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310" name="Google Shape;8310;p101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11" name="Google Shape;8311;p101"/>
          <p:cNvCxnSpPr/>
          <p:nvPr/>
        </p:nvCxnSpPr>
        <p:spPr>
          <a:xfrm flipH="1" rot="10800000">
            <a:off x="3670020" y="3535642"/>
            <a:ext cx="1819275" cy="7334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12" name="Google Shape;8312;p101"/>
          <p:cNvCxnSpPr/>
          <p:nvPr/>
        </p:nvCxnSpPr>
        <p:spPr>
          <a:xfrm flipH="1">
            <a:off x="7205382" y="2772055"/>
            <a:ext cx="260350" cy="2587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13" name="Google Shape;8313;p101"/>
          <p:cNvSpPr/>
          <p:nvPr/>
        </p:nvSpPr>
        <p:spPr>
          <a:xfrm>
            <a:off x="1169707" y="4751667"/>
            <a:ext cx="6419850" cy="1620838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14" name="Google Shape;8314;p101"/>
          <p:cNvCxnSpPr/>
          <p:nvPr/>
        </p:nvCxnSpPr>
        <p:spPr>
          <a:xfrm flipH="1" rot="10800000">
            <a:off x="4560607" y="3680105"/>
            <a:ext cx="1174750" cy="165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15" name="Google Shape;8315;p101"/>
          <p:cNvSpPr txBox="1"/>
          <p:nvPr/>
        </p:nvSpPr>
        <p:spPr>
          <a:xfrm>
            <a:off x="5438495" y="5623205"/>
            <a:ext cx="18097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Google’s network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64.233.160.0/19 </a:t>
            </a:r>
            <a:endParaRPr/>
          </a:p>
        </p:txBody>
      </p:sp>
      <p:cxnSp>
        <p:nvCxnSpPr>
          <p:cNvPr id="8316" name="Google Shape;8316;p101"/>
          <p:cNvCxnSpPr/>
          <p:nvPr/>
        </p:nvCxnSpPr>
        <p:spPr>
          <a:xfrm flipH="1" rot="10800000">
            <a:off x="3139795" y="5499380"/>
            <a:ext cx="942975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17" name="Google Shape;8317;p101"/>
          <p:cNvSpPr txBox="1"/>
          <p:nvPr/>
        </p:nvSpPr>
        <p:spPr>
          <a:xfrm>
            <a:off x="2052357" y="5891492"/>
            <a:ext cx="15954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64.233.169.105</a:t>
            </a:r>
            <a:endParaRPr/>
          </a:p>
        </p:txBody>
      </p:sp>
      <p:sp>
        <p:nvSpPr>
          <p:cNvPr id="8318" name="Google Shape;8318;p101"/>
          <p:cNvSpPr txBox="1"/>
          <p:nvPr/>
        </p:nvSpPr>
        <p:spPr>
          <a:xfrm>
            <a:off x="2020607" y="5597805"/>
            <a:ext cx="1177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server</a:t>
            </a:r>
            <a:endParaRPr/>
          </a:p>
        </p:txBody>
      </p:sp>
      <p:sp>
        <p:nvSpPr>
          <p:cNvPr id="8319" name="Google Shape;8319;p101"/>
          <p:cNvSpPr txBox="1"/>
          <p:nvPr/>
        </p:nvSpPr>
        <p:spPr>
          <a:xfrm>
            <a:off x="6124855" y="1962523"/>
            <a:ext cx="123348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 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20" name="Google Shape;8320;p101"/>
          <p:cNvGrpSpPr/>
          <p:nvPr/>
        </p:nvGrpSpPr>
        <p:grpSpPr>
          <a:xfrm flipH="1">
            <a:off x="5890932" y="3667405"/>
            <a:ext cx="400050" cy="152400"/>
            <a:chOff x="3228" y="1776"/>
            <a:chExt cx="252" cy="96"/>
          </a:xfrm>
        </p:grpSpPr>
        <p:cxnSp>
          <p:nvCxnSpPr>
            <p:cNvPr id="8321" name="Google Shape;8321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22" name="Google Shape;8322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23" name="Google Shape;8323;p101"/>
          <p:cNvGrpSpPr/>
          <p:nvPr/>
        </p:nvGrpSpPr>
        <p:grpSpPr>
          <a:xfrm rot="10800000">
            <a:off x="6043332" y="3143530"/>
            <a:ext cx="400050" cy="152400"/>
            <a:chOff x="3228" y="1776"/>
            <a:chExt cx="252" cy="96"/>
          </a:xfrm>
        </p:grpSpPr>
        <p:cxnSp>
          <p:nvCxnSpPr>
            <p:cNvPr id="8324" name="Google Shape;8324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25" name="Google Shape;8325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26" name="Google Shape;8326;p101"/>
          <p:cNvGrpSpPr/>
          <p:nvPr/>
        </p:nvGrpSpPr>
        <p:grpSpPr>
          <a:xfrm rot="10800000">
            <a:off x="8143595" y="3834092"/>
            <a:ext cx="400050" cy="152400"/>
            <a:chOff x="3228" y="1776"/>
            <a:chExt cx="252" cy="96"/>
          </a:xfrm>
        </p:grpSpPr>
        <p:cxnSp>
          <p:nvCxnSpPr>
            <p:cNvPr id="8327" name="Google Shape;8327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28" name="Google Shape;8328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29" name="Google Shape;8329;p101"/>
          <p:cNvGrpSpPr/>
          <p:nvPr/>
        </p:nvGrpSpPr>
        <p:grpSpPr>
          <a:xfrm flipH="1" rot="10800000">
            <a:off x="7319682" y="3853142"/>
            <a:ext cx="295275" cy="114300"/>
            <a:chOff x="3228" y="1776"/>
            <a:chExt cx="252" cy="96"/>
          </a:xfrm>
        </p:grpSpPr>
        <p:cxnSp>
          <p:nvCxnSpPr>
            <p:cNvPr id="8330" name="Google Shape;8330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31" name="Google Shape;8331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32" name="Google Shape;8332;p101"/>
          <p:cNvGrpSpPr/>
          <p:nvPr/>
        </p:nvGrpSpPr>
        <p:grpSpPr>
          <a:xfrm rot="-10390311">
            <a:off x="7591145" y="3195917"/>
            <a:ext cx="452437" cy="57150"/>
            <a:chOff x="3228" y="1776"/>
            <a:chExt cx="252" cy="96"/>
          </a:xfrm>
        </p:grpSpPr>
        <p:cxnSp>
          <p:nvCxnSpPr>
            <p:cNvPr id="8333" name="Google Shape;8333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34" name="Google Shape;8334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35" name="Google Shape;8335;p101"/>
          <p:cNvGrpSpPr/>
          <p:nvPr/>
        </p:nvGrpSpPr>
        <p:grpSpPr>
          <a:xfrm>
            <a:off x="6733895" y="3400705"/>
            <a:ext cx="295275" cy="114300"/>
            <a:chOff x="3228" y="1776"/>
            <a:chExt cx="252" cy="96"/>
          </a:xfrm>
        </p:grpSpPr>
        <p:cxnSp>
          <p:nvCxnSpPr>
            <p:cNvPr id="8336" name="Google Shape;8336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37" name="Google Shape;8337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38" name="Google Shape;8338;p101"/>
          <p:cNvGrpSpPr/>
          <p:nvPr/>
        </p:nvGrpSpPr>
        <p:grpSpPr>
          <a:xfrm flipH="1">
            <a:off x="7372070" y="3400705"/>
            <a:ext cx="295275" cy="114300"/>
            <a:chOff x="3228" y="1776"/>
            <a:chExt cx="252" cy="96"/>
          </a:xfrm>
        </p:grpSpPr>
        <p:cxnSp>
          <p:nvCxnSpPr>
            <p:cNvPr id="8339" name="Google Shape;8339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40" name="Google Shape;8340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41" name="Google Shape;8341;p101"/>
          <p:cNvGrpSpPr/>
          <p:nvPr/>
        </p:nvGrpSpPr>
        <p:grpSpPr>
          <a:xfrm>
            <a:off x="5786157" y="5348567"/>
            <a:ext cx="295275" cy="114300"/>
            <a:chOff x="3228" y="1776"/>
            <a:chExt cx="252" cy="96"/>
          </a:xfrm>
        </p:grpSpPr>
        <p:cxnSp>
          <p:nvCxnSpPr>
            <p:cNvPr id="8342" name="Google Shape;8342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43" name="Google Shape;8343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44" name="Google Shape;8344;p101"/>
          <p:cNvGrpSpPr/>
          <p:nvPr/>
        </p:nvGrpSpPr>
        <p:grpSpPr>
          <a:xfrm flipH="1">
            <a:off x="6424332" y="5348567"/>
            <a:ext cx="295275" cy="114300"/>
            <a:chOff x="3228" y="1776"/>
            <a:chExt cx="252" cy="96"/>
          </a:xfrm>
        </p:grpSpPr>
        <p:cxnSp>
          <p:nvCxnSpPr>
            <p:cNvPr id="8345" name="Google Shape;8345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46" name="Google Shape;8346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47" name="Google Shape;8347;p101"/>
          <p:cNvGrpSpPr/>
          <p:nvPr/>
        </p:nvGrpSpPr>
        <p:grpSpPr>
          <a:xfrm>
            <a:off x="4019270" y="5705755"/>
            <a:ext cx="295275" cy="114300"/>
            <a:chOff x="3228" y="1776"/>
            <a:chExt cx="252" cy="96"/>
          </a:xfrm>
        </p:grpSpPr>
        <p:cxnSp>
          <p:nvCxnSpPr>
            <p:cNvPr id="8348" name="Google Shape;8348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49" name="Google Shape;8349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50" name="Google Shape;8350;p101"/>
          <p:cNvGrpSpPr/>
          <p:nvPr/>
        </p:nvGrpSpPr>
        <p:grpSpPr>
          <a:xfrm flipH="1">
            <a:off x="4657445" y="5705755"/>
            <a:ext cx="295275" cy="114300"/>
            <a:chOff x="3228" y="1776"/>
            <a:chExt cx="252" cy="96"/>
          </a:xfrm>
        </p:grpSpPr>
        <p:cxnSp>
          <p:nvCxnSpPr>
            <p:cNvPr id="8351" name="Google Shape;8351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52" name="Google Shape;8352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53" name="Google Shape;8353;p101"/>
          <p:cNvGrpSpPr/>
          <p:nvPr/>
        </p:nvGrpSpPr>
        <p:grpSpPr>
          <a:xfrm rot="10800000">
            <a:off x="4862232" y="5410480"/>
            <a:ext cx="295275" cy="114300"/>
            <a:chOff x="3228" y="1776"/>
            <a:chExt cx="252" cy="96"/>
          </a:xfrm>
        </p:grpSpPr>
        <p:cxnSp>
          <p:nvCxnSpPr>
            <p:cNvPr id="8354" name="Google Shape;8354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55" name="Google Shape;8355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8356" name="Google Shape;8356;p101"/>
          <p:cNvSpPr txBox="1"/>
          <p:nvPr/>
        </p:nvSpPr>
        <p:spPr>
          <a:xfrm>
            <a:off x="881342" y="3666845"/>
            <a:ext cx="1595438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school network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68.80.2.0/24</a:t>
            </a:r>
            <a:endParaRPr/>
          </a:p>
        </p:txBody>
      </p:sp>
      <p:grpSp>
        <p:nvGrpSpPr>
          <p:cNvPr id="8357" name="Google Shape;8357;p101"/>
          <p:cNvGrpSpPr/>
          <p:nvPr/>
        </p:nvGrpSpPr>
        <p:grpSpPr>
          <a:xfrm>
            <a:off x="849686" y="1873155"/>
            <a:ext cx="1473201" cy="1119188"/>
            <a:chOff x="135" y="833"/>
            <a:chExt cx="928" cy="705"/>
          </a:xfrm>
        </p:grpSpPr>
        <p:grpSp>
          <p:nvGrpSpPr>
            <p:cNvPr id="8358" name="Google Shape;8358;p101"/>
            <p:cNvGrpSpPr/>
            <p:nvPr/>
          </p:nvGrpSpPr>
          <p:grpSpPr>
            <a:xfrm>
              <a:off x="135" y="833"/>
              <a:ext cx="928" cy="705"/>
              <a:chOff x="135" y="833"/>
              <a:chExt cx="928" cy="705"/>
            </a:xfrm>
          </p:grpSpPr>
          <p:sp>
            <p:nvSpPr>
              <p:cNvPr id="8359" name="Google Shape;8359;p101"/>
              <p:cNvSpPr/>
              <p:nvPr/>
            </p:nvSpPr>
            <p:spPr>
              <a:xfrm>
                <a:off x="135" y="836"/>
                <a:ext cx="928" cy="702"/>
              </a:xfrm>
              <a:custGeom>
                <a:rect b="b" l="l" r="r" t="t"/>
                <a:pathLst>
                  <a:path extrusionOk="0" h="10000" w="10000">
                    <a:moveTo>
                      <a:pt x="9330" y="10000"/>
                    </a:moveTo>
                    <a:cubicBezTo>
                      <a:pt x="6768" y="8563"/>
                      <a:pt x="6152" y="7769"/>
                      <a:pt x="0" y="6170"/>
                    </a:cubicBezTo>
                    <a:lnTo>
                      <a:pt x="7582" y="6096"/>
                    </a:lnTo>
                    <a:cubicBezTo>
                      <a:pt x="7547" y="3488"/>
                      <a:pt x="7633" y="2608"/>
                      <a:pt x="7597" y="0"/>
                    </a:cubicBezTo>
                    <a:cubicBezTo>
                      <a:pt x="8698" y="5472"/>
                      <a:pt x="8887" y="5795"/>
                      <a:pt x="9987" y="7243"/>
                    </a:cubicBezTo>
                    <a:cubicBezTo>
                      <a:pt x="10122" y="8001"/>
                      <a:pt x="9194" y="9242"/>
                      <a:pt x="9330" y="1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BFBFBF"/>
                  </a:gs>
                </a:gsLst>
                <a:lin ang="12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360" name="Google Shape;8360;p101"/>
              <p:cNvGrpSpPr/>
              <p:nvPr/>
            </p:nvGrpSpPr>
            <p:grpSpPr>
              <a:xfrm>
                <a:off x="148" y="840"/>
                <a:ext cx="694" cy="432"/>
                <a:chOff x="2579" y="1533"/>
                <a:chExt cx="1078" cy="507"/>
              </a:xfrm>
            </p:grpSpPr>
            <p:pic>
              <p:nvPicPr>
                <p:cNvPr id="8361" name="Google Shape;8361;p10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2579" y="1533"/>
                  <a:ext cx="1078" cy="5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362" name="Google Shape;8362;p101"/>
                <p:cNvSpPr/>
                <p:nvPr/>
              </p:nvSpPr>
              <p:spPr>
                <a:xfrm>
                  <a:off x="2633" y="1580"/>
                  <a:ext cx="957" cy="41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63" name="Google Shape;8363;p101"/>
              <p:cNvSpPr/>
              <p:nvPr/>
            </p:nvSpPr>
            <p:spPr>
              <a:xfrm>
                <a:off x="146" y="833"/>
                <a:ext cx="696" cy="439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64" name="Google Shape;8364;p101"/>
            <p:cNvSpPr txBox="1"/>
            <p:nvPr/>
          </p:nvSpPr>
          <p:spPr>
            <a:xfrm>
              <a:off x="233" y="938"/>
              <a:ext cx="513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browser</a:t>
              </a:r>
              <a:endParaRPr/>
            </a:p>
          </p:txBody>
        </p:sp>
      </p:grpSp>
      <p:grpSp>
        <p:nvGrpSpPr>
          <p:cNvPr id="8365" name="Google Shape;8365;p101"/>
          <p:cNvGrpSpPr/>
          <p:nvPr/>
        </p:nvGrpSpPr>
        <p:grpSpPr>
          <a:xfrm>
            <a:off x="7299045" y="2164042"/>
            <a:ext cx="358775" cy="623888"/>
            <a:chOff x="4140" y="429"/>
            <a:chExt cx="1425" cy="2396"/>
          </a:xfrm>
        </p:grpSpPr>
        <p:sp>
          <p:nvSpPr>
            <p:cNvPr id="8366" name="Google Shape;8366;p10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7" name="Google Shape;8367;p101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8" name="Google Shape;8368;p10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9" name="Google Shape;8369;p10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0" name="Google Shape;8370;p101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71" name="Google Shape;8371;p101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8372" name="Google Shape;8372;p101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3" name="Google Shape;8373;p101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74" name="Google Shape;8374;p101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75" name="Google Shape;8375;p101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8376" name="Google Shape;8376;p101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7" name="Google Shape;8377;p101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78" name="Google Shape;8378;p101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9" name="Google Shape;8379;p101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80" name="Google Shape;8380;p101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8381" name="Google Shape;8381;p101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2" name="Google Shape;8382;p101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83" name="Google Shape;8383;p10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84" name="Google Shape;8384;p101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8385" name="Google Shape;8385;p101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6" name="Google Shape;8386;p101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87" name="Google Shape;8387;p101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8" name="Google Shape;8388;p10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9" name="Google Shape;8389;p10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0" name="Google Shape;8390;p101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1" name="Google Shape;8391;p10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2" name="Google Shape;8392;p101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3" name="Google Shape;8393;p101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4" name="Google Shape;8394;p101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5" name="Google Shape;8395;p101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6" name="Google Shape;8396;p101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7" name="Google Shape;8397;p101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98" name="Google Shape;8398;p101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8399" name="Google Shape;8399;p101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0" name="Google Shape;8400;p101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401" name="Google Shape;8401;p101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8402" name="Google Shape;8402;p101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3" name="Google Shape;8403;p101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4" name="Google Shape;8404;p101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5" name="Google Shape;8405;p101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06" name="Google Shape;8406;p101"/>
          <p:cNvGrpSpPr/>
          <p:nvPr/>
        </p:nvGrpSpPr>
        <p:grpSpPr>
          <a:xfrm>
            <a:off x="5430426" y="3270309"/>
            <a:ext cx="853832" cy="472456"/>
            <a:chOff x="7493876" y="2774731"/>
            <a:chExt cx="1481958" cy="894622"/>
          </a:xfrm>
        </p:grpSpPr>
        <p:sp>
          <p:nvSpPr>
            <p:cNvPr id="8407" name="Google Shape;8407;p10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08" name="Google Shape;8408;p10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09" name="Google Shape;8409;p10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10" name="Google Shape;8410;p10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1" name="Google Shape;8411;p10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2" name="Google Shape;8412;p10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3" name="Google Shape;8413;p10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14" name="Google Shape;8414;p101"/>
          <p:cNvGrpSpPr/>
          <p:nvPr/>
        </p:nvGrpSpPr>
        <p:grpSpPr>
          <a:xfrm>
            <a:off x="6752719" y="3019298"/>
            <a:ext cx="853832" cy="472456"/>
            <a:chOff x="7493876" y="2774731"/>
            <a:chExt cx="1481958" cy="894622"/>
          </a:xfrm>
        </p:grpSpPr>
        <p:sp>
          <p:nvSpPr>
            <p:cNvPr id="8415" name="Google Shape;8415;p10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16" name="Google Shape;8416;p10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17" name="Google Shape;8417;p10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18" name="Google Shape;8418;p10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9" name="Google Shape;8419;p10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0" name="Google Shape;8420;p10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1" name="Google Shape;8421;p10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22" name="Google Shape;8422;p101"/>
          <p:cNvGrpSpPr/>
          <p:nvPr/>
        </p:nvGrpSpPr>
        <p:grpSpPr>
          <a:xfrm>
            <a:off x="7496789" y="3749923"/>
            <a:ext cx="853832" cy="472456"/>
            <a:chOff x="7493876" y="2774731"/>
            <a:chExt cx="1481958" cy="894622"/>
          </a:xfrm>
        </p:grpSpPr>
        <p:sp>
          <p:nvSpPr>
            <p:cNvPr id="8423" name="Google Shape;8423;p10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24" name="Google Shape;8424;p10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25" name="Google Shape;8425;p10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26" name="Google Shape;8426;p10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7" name="Google Shape;8427;p10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8" name="Google Shape;8428;p10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9" name="Google Shape;8429;p10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30" name="Google Shape;8430;p101"/>
          <p:cNvGrpSpPr/>
          <p:nvPr/>
        </p:nvGrpSpPr>
        <p:grpSpPr>
          <a:xfrm>
            <a:off x="4139507" y="5298141"/>
            <a:ext cx="809010" cy="502026"/>
            <a:chOff x="7493876" y="2774731"/>
            <a:chExt cx="1481958" cy="894622"/>
          </a:xfrm>
        </p:grpSpPr>
        <p:sp>
          <p:nvSpPr>
            <p:cNvPr id="8431" name="Google Shape;8431;p10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32" name="Google Shape;8432;p10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33" name="Google Shape;8433;p10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34" name="Google Shape;8434;p10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5" name="Google Shape;8435;p10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6" name="Google Shape;8436;p10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7" name="Google Shape;8437;p10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38" name="Google Shape;8438;p101"/>
          <p:cNvGrpSpPr/>
          <p:nvPr/>
        </p:nvGrpSpPr>
        <p:grpSpPr>
          <a:xfrm>
            <a:off x="5872016" y="4978459"/>
            <a:ext cx="809010" cy="502026"/>
            <a:chOff x="7493876" y="2774731"/>
            <a:chExt cx="1481958" cy="894622"/>
          </a:xfrm>
        </p:grpSpPr>
        <p:sp>
          <p:nvSpPr>
            <p:cNvPr id="8439" name="Google Shape;8439;p10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40" name="Google Shape;8440;p10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41" name="Google Shape;8441;p10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42" name="Google Shape;8442;p10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3" name="Google Shape;8443;p10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4" name="Google Shape;8444;p10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5" name="Google Shape;8445;p10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446" name="Google Shape;8446;p101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447" name="Google Shape;8447;p101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448" name="Google Shape;8448;p101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8449" name="Google Shape;8449;p10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50" name="Google Shape;8450;p101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8451" name="Google Shape;8451;p10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52" name="Google Shape;8452;p101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3" name="Google Shape;8453;p101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4" name="Google Shape;8454;p101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5" name="Google Shape;8455;p101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6" name="Google Shape;8456;p101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7" name="Google Shape;8457;p101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458" name="Google Shape;8458;p101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8459" name="Google Shape;8459;p10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0" name="Google Shape;8460;p10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1" name="Google Shape;8461;p10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2" name="Google Shape;8462;p10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3" name="Google Shape;8463;p10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4" name="Google Shape;8464;p10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465" name="Google Shape;8465;p101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6" name="Google Shape;8466;p101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7" name="Google Shape;8467;p101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8" name="Google Shape;8468;p101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9" name="Google Shape;8469;p101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0" name="Google Shape;8470;p101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71" name="Google Shape;8471;p101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472" name="Google Shape;8472;p101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8473" name="Google Shape;8473;p10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74" name="Google Shape;8474;p10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75" name="Google Shape;8475;p10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76" name="Google Shape;8476;p10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7" name="Google Shape;8477;p10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8" name="Google Shape;8478;p10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9" name="Google Shape;8479;p10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480" name="Google Shape;8480;p101"/>
          <p:cNvSpPr/>
          <p:nvPr/>
        </p:nvSpPr>
        <p:spPr>
          <a:xfrm>
            <a:off x="685800" y="2756646"/>
            <a:ext cx="1313330" cy="511526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FFFFF">
                  <a:alpha val="66666"/>
                </a:srgbClr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81" name="Google Shape;8481;p101"/>
          <p:cNvGrpSpPr/>
          <p:nvPr/>
        </p:nvGrpSpPr>
        <p:grpSpPr>
          <a:xfrm>
            <a:off x="1373964" y="4541734"/>
            <a:ext cx="1607995" cy="1127080"/>
            <a:chOff x="1373964" y="4541734"/>
            <a:chExt cx="1607995" cy="1127080"/>
          </a:xfrm>
        </p:grpSpPr>
        <p:sp>
          <p:nvSpPr>
            <p:cNvPr id="8482" name="Google Shape;8482;p101"/>
            <p:cNvSpPr txBox="1"/>
            <p:nvPr/>
          </p:nvSpPr>
          <p:spPr>
            <a:xfrm>
              <a:off x="1373964" y="4541734"/>
              <a:ext cx="8901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web page</a:t>
              </a:r>
              <a:endParaRPr/>
            </a:p>
          </p:txBody>
        </p:sp>
        <p:sp>
          <p:nvSpPr>
            <p:cNvPr id="8483" name="Google Shape;8483;p101"/>
            <p:cNvSpPr/>
            <p:nvPr/>
          </p:nvSpPr>
          <p:spPr>
            <a:xfrm>
              <a:off x="1450329" y="4799922"/>
              <a:ext cx="1531630" cy="868892"/>
            </a:xfrm>
            <a:custGeom>
              <a:rect b="b" l="l" r="r" t="t"/>
              <a:pathLst>
                <a:path extrusionOk="0" h="10000" w="10000">
                  <a:moveTo>
                    <a:pt x="9927" y="10000"/>
                  </a:moveTo>
                  <a:cubicBezTo>
                    <a:pt x="7231" y="9836"/>
                    <a:pt x="6474" y="9595"/>
                    <a:pt x="0" y="9182"/>
                  </a:cubicBezTo>
                  <a:lnTo>
                    <a:pt x="8245" y="8883"/>
                  </a:lnTo>
                  <a:cubicBezTo>
                    <a:pt x="8212" y="5538"/>
                    <a:pt x="8387" y="3345"/>
                    <a:pt x="8352" y="0"/>
                  </a:cubicBezTo>
                  <a:cubicBezTo>
                    <a:pt x="8852" y="3416"/>
                    <a:pt x="8942" y="4239"/>
                    <a:pt x="10000" y="6096"/>
                  </a:cubicBezTo>
                  <a:cubicBezTo>
                    <a:pt x="9991" y="7928"/>
                    <a:pt x="9934" y="8700"/>
                    <a:pt x="9927" y="1000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FBFBF"/>
                </a:gs>
              </a:gsLst>
              <a:lin ang="12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484" name="Google Shape;8484;p10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84743" y="4817138"/>
              <a:ext cx="1243012" cy="768350"/>
            </a:xfrm>
            <a:prstGeom prst="rect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485" name="Google Shape;8485;p101"/>
          <p:cNvGrpSpPr/>
          <p:nvPr/>
        </p:nvGrpSpPr>
        <p:grpSpPr>
          <a:xfrm>
            <a:off x="2957232" y="5059642"/>
            <a:ext cx="358775" cy="623888"/>
            <a:chOff x="4140" y="429"/>
            <a:chExt cx="1425" cy="2396"/>
          </a:xfrm>
        </p:grpSpPr>
        <p:sp>
          <p:nvSpPr>
            <p:cNvPr id="8486" name="Google Shape;8486;p10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7" name="Google Shape;8487;p101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8" name="Google Shape;8488;p10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9" name="Google Shape;8489;p10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0" name="Google Shape;8490;p101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91" name="Google Shape;8491;p101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8492" name="Google Shape;8492;p101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3" name="Google Shape;8493;p101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94" name="Google Shape;8494;p101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95" name="Google Shape;8495;p101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8496" name="Google Shape;8496;p101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7" name="Google Shape;8497;p101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98" name="Google Shape;8498;p101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9" name="Google Shape;8499;p101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00" name="Google Shape;8500;p101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8501" name="Google Shape;8501;p101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2" name="Google Shape;8502;p101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503" name="Google Shape;8503;p10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04" name="Google Shape;8504;p101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8505" name="Google Shape;8505;p101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6" name="Google Shape;8506;p101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507" name="Google Shape;8507;p101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8" name="Google Shape;8508;p10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9" name="Google Shape;8509;p10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0" name="Google Shape;8510;p101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1" name="Google Shape;8511;p10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2" name="Google Shape;8512;p101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3" name="Google Shape;8513;p101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4" name="Google Shape;8514;p101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5" name="Google Shape;8515;p101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6" name="Google Shape;8516;p101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7" name="Google Shape;8517;p101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18" name="Google Shape;8518;p101"/>
          <p:cNvSpPr txBox="1"/>
          <p:nvPr/>
        </p:nvSpPr>
        <p:spPr>
          <a:xfrm>
            <a:off x="8877300" y="1833563"/>
            <a:ext cx="2878418" cy="1316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4000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arriving mobile client attaches to network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19" name="Google Shape;8519;p101"/>
          <p:cNvSpPr txBox="1"/>
          <p:nvPr/>
        </p:nvSpPr>
        <p:spPr>
          <a:xfrm>
            <a:off x="8877300" y="3179763"/>
            <a:ext cx="2878418" cy="1316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69875" lvl="0" marL="4000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requests web page: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www.google.com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784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20" name="Google Shape;8520;p101"/>
          <p:cNvSpPr txBox="1"/>
          <p:nvPr/>
        </p:nvSpPr>
        <p:spPr>
          <a:xfrm>
            <a:off x="8737600" y="1181100"/>
            <a:ext cx="1651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scenario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grpSp>
        <p:nvGrpSpPr>
          <p:cNvPr id="8521" name="Google Shape;8521;p101"/>
          <p:cNvGrpSpPr/>
          <p:nvPr/>
        </p:nvGrpSpPr>
        <p:grpSpPr>
          <a:xfrm>
            <a:off x="9296400" y="4451350"/>
            <a:ext cx="2425700" cy="1612900"/>
            <a:chOff x="9296400" y="4451350"/>
            <a:chExt cx="2425700" cy="1612900"/>
          </a:xfrm>
        </p:grpSpPr>
        <p:pic>
          <p:nvPicPr>
            <p:cNvPr descr="A picture containing table, drawing&#10;&#10;Description automatically generated" id="8522" name="Google Shape;8522;p10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109200" y="4451350"/>
              <a:ext cx="1612900" cy="1612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23" name="Google Shape;8523;p101"/>
            <p:cNvSpPr txBox="1"/>
            <p:nvPr/>
          </p:nvSpPr>
          <p:spPr>
            <a:xfrm>
              <a:off x="9296400" y="4744591"/>
              <a:ext cx="1492716" cy="1077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Sounds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simple!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7" name="Shape 8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8" name="Google Shape;8528;p102"/>
          <p:cNvSpPr txBox="1"/>
          <p:nvPr>
            <p:ph type="title"/>
          </p:nvPr>
        </p:nvSpPr>
        <p:spPr>
          <a:xfrm>
            <a:off x="811306" y="30390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 day in the life: connecting to the Internet</a:t>
            </a:r>
            <a:endParaRPr/>
          </a:p>
        </p:txBody>
      </p:sp>
      <p:sp>
        <p:nvSpPr>
          <p:cNvPr id="8529" name="Google Shape;8529;p10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30" name="Google Shape;8530;p102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31" name="Google Shape;8531;p102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32" name="Google Shape;8532;p102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33" name="Google Shape;8533;p102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534" name="Google Shape;8534;p102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35" name="Google Shape;8535;p102"/>
          <p:cNvCxnSpPr/>
          <p:nvPr/>
        </p:nvCxnSpPr>
        <p:spPr>
          <a:xfrm flipH="1" rot="10800000">
            <a:off x="3670020" y="4087905"/>
            <a:ext cx="512015" cy="18116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36" name="Google Shape;8536;p102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8537" name="Google Shape;8537;p102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8" name="Google Shape;8538;p102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539" name="Google Shape;8539;p102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8540" name="Google Shape;8540;p102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1" name="Google Shape;8541;p102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2" name="Google Shape;8542;p102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3" name="Google Shape;8543;p102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544" name="Google Shape;8544;p102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545" name="Google Shape;8545;p102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546" name="Google Shape;8546;p102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8547" name="Google Shape;8547;p10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48" name="Google Shape;8548;p102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8549" name="Google Shape;8549;p10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50" name="Google Shape;8550;p102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1" name="Google Shape;8551;p102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2" name="Google Shape;8552;p102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3" name="Google Shape;8553;p102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4" name="Google Shape;8554;p102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5" name="Google Shape;8555;p102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556" name="Google Shape;8556;p102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8557" name="Google Shape;8557;p10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58" name="Google Shape;8558;p10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59" name="Google Shape;8559;p10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60" name="Google Shape;8560;p10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61" name="Google Shape;8561;p10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62" name="Google Shape;8562;p10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563" name="Google Shape;8563;p102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4" name="Google Shape;8564;p102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5" name="Google Shape;8565;p102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6" name="Google Shape;8566;p102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7" name="Google Shape;8567;p102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8" name="Google Shape;8568;p102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69" name="Google Shape;8569;p102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570" name="Google Shape;8570;p102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8571" name="Google Shape;8571;p10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572" name="Google Shape;8572;p10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573" name="Google Shape;8573;p10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574" name="Google Shape;8574;p10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5" name="Google Shape;8575;p10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6" name="Google Shape;8576;p10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7" name="Google Shape;8577;p10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578" name="Google Shape;8578;p102"/>
          <p:cNvSpPr txBox="1"/>
          <p:nvPr/>
        </p:nvSpPr>
        <p:spPr>
          <a:xfrm>
            <a:off x="2528047" y="4464423"/>
            <a:ext cx="1351524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has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DHCP server</a:t>
            </a:r>
            <a:endParaRPr/>
          </a:p>
        </p:txBody>
      </p:sp>
      <p:sp>
        <p:nvSpPr>
          <p:cNvPr id="8579" name="Google Shape;8579;p102"/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arriving mobile: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DHCP client</a:t>
            </a:r>
            <a:endParaRPr/>
          </a:p>
        </p:txBody>
      </p:sp>
      <p:sp>
        <p:nvSpPr>
          <p:cNvPr id="8580" name="Google Shape;8580;p102"/>
          <p:cNvSpPr txBox="1"/>
          <p:nvPr/>
        </p:nvSpPr>
        <p:spPr>
          <a:xfrm>
            <a:off x="5158160" y="1377950"/>
            <a:ext cx="6691630" cy="126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connecting laptop needs to get its own IP address, addr of first-hop router, addr of DNS server: use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DHCP</a:t>
            </a:r>
            <a:endParaRPr/>
          </a:p>
        </p:txBody>
      </p:sp>
      <p:grpSp>
        <p:nvGrpSpPr>
          <p:cNvPr id="8581" name="Google Shape;8581;p102"/>
          <p:cNvGrpSpPr/>
          <p:nvPr/>
        </p:nvGrpSpPr>
        <p:grpSpPr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8582" name="Google Shape;8582;p102"/>
            <p:cNvSpPr/>
            <p:nvPr/>
          </p:nvSpPr>
          <p:spPr>
            <a:xfrm>
              <a:off x="662" y="698"/>
              <a:ext cx="628" cy="1032"/>
            </a:xfrm>
            <a:custGeom>
              <a:rect b="b" l="l" r="r" t="t"/>
              <a:pathLst>
                <a:path extrusionOk="0" h="11424" w="1039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83" name="Google Shape;8583;p102"/>
            <p:cNvGrpSpPr/>
            <p:nvPr/>
          </p:nvGrpSpPr>
          <p:grpSpPr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8584" name="Google Shape;8584;p102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5" name="Google Shape;8585;p102"/>
              <p:cNvSpPr txBox="1"/>
              <p:nvPr/>
            </p:nvSpPr>
            <p:spPr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8586" name="Google Shape;8586;p102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87" name="Google Shape;8587;p102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88" name="Google Shape;8588;p102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89" name="Google Shape;8589;p102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8590" name="Google Shape;8590;p102"/>
          <p:cNvGrpSpPr/>
          <p:nvPr/>
        </p:nvGrpSpPr>
        <p:grpSpPr>
          <a:xfrm>
            <a:off x="641723" y="1411287"/>
            <a:ext cx="544513" cy="244475"/>
            <a:chOff x="844" y="3337"/>
            <a:chExt cx="343" cy="154"/>
          </a:xfrm>
        </p:grpSpPr>
        <p:sp>
          <p:nvSpPr>
            <p:cNvPr id="8591" name="Google Shape;8591;p102"/>
            <p:cNvSpPr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2" name="Google Shape;8592;p102"/>
            <p:cNvSpPr txBox="1"/>
            <p:nvPr/>
          </p:nvSpPr>
          <p:spPr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DHCP</a:t>
              </a:r>
              <a:endParaRPr/>
            </a:p>
          </p:txBody>
        </p:sp>
      </p:grpSp>
      <p:grpSp>
        <p:nvGrpSpPr>
          <p:cNvPr id="8593" name="Google Shape;8593;p102"/>
          <p:cNvGrpSpPr/>
          <p:nvPr/>
        </p:nvGrpSpPr>
        <p:grpSpPr>
          <a:xfrm>
            <a:off x="187698" y="1430337"/>
            <a:ext cx="1081088" cy="1166813"/>
            <a:chOff x="42" y="744"/>
            <a:chExt cx="681" cy="735"/>
          </a:xfrm>
        </p:grpSpPr>
        <p:grpSp>
          <p:nvGrpSpPr>
            <p:cNvPr id="8594" name="Google Shape;8594;p102"/>
            <p:cNvGrpSpPr/>
            <p:nvPr/>
          </p:nvGrpSpPr>
          <p:grpSpPr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8595" name="Google Shape;8595;p102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8596" name="Google Shape;8596;p102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597" name="Google Shape;8597;p102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98" name="Google Shape;8598;p102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sp>
              <p:nvSpPr>
                <p:cNvPr id="8599" name="Google Shape;8599;p102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00" name="Google Shape;8600;p102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601" name="Google Shape;8601;p102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8602" name="Google Shape;8602;p102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603" name="Google Shape;8603;p102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4" name="Google Shape;8604;p102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8605" name="Google Shape;8605;p102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606" name="Google Shape;8606;p102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7" name="Google Shape;8607;p102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608" name="Google Shape;8608;p102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609" name="Google Shape;8609;p102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0" name="Google Shape;8610;p102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611" name="Google Shape;8611;p102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8612" name="Google Shape;8612;p102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8613" name="Google Shape;8613;p102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8614" name="Google Shape;8614;p102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615" name="Google Shape;8615;p102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616" name="Google Shape;8616;p102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8617" name="Google Shape;8617;p102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618" name="Google Shape;8618;p102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619" name="Google Shape;8619;p102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8620" name="Google Shape;8620;p102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21" name="Google Shape;8621;p102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22" name="Google Shape;8622;p102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3" name="Google Shape;8623;p102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4" name="Google Shape;8624;p102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8625" name="Google Shape;8625;p102"/>
            <p:cNvSpPr/>
            <p:nvPr/>
          </p:nvSpPr>
          <p:spPr>
            <a:xfrm>
              <a:off x="384" y="744"/>
              <a:ext cx="240" cy="735"/>
            </a:xfrm>
            <a:prstGeom prst="downArrow">
              <a:avLst>
                <a:gd fmla="val 54167" name="adj1"/>
                <a:gd fmla="val 49170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26" name="Google Shape;8626;p102"/>
          <p:cNvGrpSpPr/>
          <p:nvPr/>
        </p:nvGrpSpPr>
        <p:grpSpPr>
          <a:xfrm>
            <a:off x="771898" y="2638425"/>
            <a:ext cx="1081088" cy="244475"/>
            <a:chOff x="504" y="3523"/>
            <a:chExt cx="681" cy="154"/>
          </a:xfrm>
        </p:grpSpPr>
        <p:grpSp>
          <p:nvGrpSpPr>
            <p:cNvPr id="8627" name="Google Shape;8627;p102"/>
            <p:cNvGrpSpPr/>
            <p:nvPr/>
          </p:nvGrpSpPr>
          <p:grpSpPr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8628" name="Google Shape;8628;p102"/>
              <p:cNvGrpSpPr/>
              <p:nvPr/>
            </p:nvGrpSpPr>
            <p:grpSpPr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8629" name="Google Shape;8629;p102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630" name="Google Shape;8630;p102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31" name="Google Shape;8631;p102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8632" name="Google Shape;8632;p102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633" name="Google Shape;8633;p102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34" name="Google Shape;8634;p102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8635" name="Google Shape;8635;p102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6" name="Google Shape;8636;p102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37" name="Google Shape;8637;p102"/>
            <p:cNvSpPr/>
            <p:nvPr/>
          </p:nvSpPr>
          <p:spPr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8" name="Google Shape;8638;p102"/>
            <p:cNvSpPr/>
            <p:nvPr/>
          </p:nvSpPr>
          <p:spPr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9" name="Google Shape;8639;p102"/>
            <p:cNvSpPr/>
            <p:nvPr/>
          </p:nvSpPr>
          <p:spPr>
            <a:xfrm>
              <a:off x="504" y="3529"/>
              <a:ext cx="681" cy="13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40" name="Google Shape;8640;p102"/>
          <p:cNvGrpSpPr/>
          <p:nvPr/>
        </p:nvGrpSpPr>
        <p:grpSpPr>
          <a:xfrm>
            <a:off x="1598986" y="3330575"/>
            <a:ext cx="1316037" cy="1314450"/>
            <a:chOff x="931" y="1941"/>
            <a:chExt cx="829" cy="828"/>
          </a:xfrm>
        </p:grpSpPr>
        <p:sp>
          <p:nvSpPr>
            <p:cNvPr id="8641" name="Google Shape;8641;p102"/>
            <p:cNvSpPr/>
            <p:nvPr/>
          </p:nvSpPr>
          <p:spPr>
            <a:xfrm>
              <a:off x="1424" y="1965"/>
              <a:ext cx="336" cy="801"/>
            </a:xfrm>
            <a:custGeom>
              <a:rect b="b" l="l" r="r" t="t"/>
              <a:pathLst>
                <a:path extrusionOk="0" h="801" w="55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42" name="Google Shape;8642;p102"/>
            <p:cNvGrpSpPr/>
            <p:nvPr/>
          </p:nvGrpSpPr>
          <p:grpSpPr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8643" name="Google Shape;8643;p102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4" name="Google Shape;8644;p102"/>
              <p:cNvSpPr txBox="1"/>
              <p:nvPr/>
            </p:nvSpPr>
            <p:spPr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8645" name="Google Shape;8645;p102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46" name="Google Shape;8646;p102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47" name="Google Shape;8647;p102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48" name="Google Shape;8648;p102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8649" name="Google Shape;8649;p102"/>
          <p:cNvGrpSpPr/>
          <p:nvPr/>
        </p:nvGrpSpPr>
        <p:grpSpPr>
          <a:xfrm>
            <a:off x="460748" y="3230562"/>
            <a:ext cx="1081088" cy="1217613"/>
            <a:chOff x="1404" y="3105"/>
            <a:chExt cx="681" cy="767"/>
          </a:xfrm>
        </p:grpSpPr>
        <p:grpSp>
          <p:nvGrpSpPr>
            <p:cNvPr id="8650" name="Google Shape;8650;p102"/>
            <p:cNvGrpSpPr/>
            <p:nvPr/>
          </p:nvGrpSpPr>
          <p:grpSpPr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8651" name="Google Shape;8651;p102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8652" name="Google Shape;8652;p102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653" name="Google Shape;8653;p102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54" name="Google Shape;8654;p102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sp>
              <p:nvSpPr>
                <p:cNvPr id="8655" name="Google Shape;8655;p102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6" name="Google Shape;8656;p102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657" name="Google Shape;8657;p102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8658" name="Google Shape;8658;p102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659" name="Google Shape;8659;p102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60" name="Google Shape;8660;p102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8661" name="Google Shape;8661;p102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662" name="Google Shape;8662;p102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63" name="Google Shape;8663;p102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664" name="Google Shape;8664;p102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665" name="Google Shape;8665;p102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66" name="Google Shape;8666;p102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667" name="Google Shape;8667;p102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8668" name="Google Shape;8668;p102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8669" name="Google Shape;8669;p102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8670" name="Google Shape;8670;p102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671" name="Google Shape;8671;p102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672" name="Google Shape;8672;p102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8673" name="Google Shape;8673;p102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674" name="Google Shape;8674;p102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675" name="Google Shape;8675;p102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8676" name="Google Shape;8676;p102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77" name="Google Shape;8677;p102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78" name="Google Shape;8678;p102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79" name="Google Shape;8679;p102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80" name="Google Shape;8680;p102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8681" name="Google Shape;8681;p102"/>
            <p:cNvSpPr/>
            <p:nvPr/>
          </p:nvSpPr>
          <p:spPr>
            <a:xfrm rot="10800000">
              <a:off x="1727" y="3105"/>
              <a:ext cx="240" cy="767"/>
            </a:xfrm>
            <a:prstGeom prst="downArrow">
              <a:avLst>
                <a:gd fmla="val 54167" name="adj1"/>
                <a:gd fmla="val 51311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82" name="Google Shape;8682;p102"/>
            <p:cNvGrpSpPr/>
            <p:nvPr/>
          </p:nvGrpSpPr>
          <p:grpSpPr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8683" name="Google Shape;8683;p102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4" name="Google Shape;8684;p102"/>
              <p:cNvSpPr txBox="1"/>
              <p:nvPr/>
            </p:nvSpPr>
            <p:spPr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</p:txBody>
          </p:sp>
        </p:grpSp>
      </p:grpSp>
      <p:grpSp>
        <p:nvGrpSpPr>
          <p:cNvPr id="8685" name="Google Shape;8685;p102"/>
          <p:cNvGrpSpPr/>
          <p:nvPr/>
        </p:nvGrpSpPr>
        <p:grpSpPr>
          <a:xfrm>
            <a:off x="924298" y="3427412"/>
            <a:ext cx="544513" cy="244475"/>
            <a:chOff x="844" y="3337"/>
            <a:chExt cx="343" cy="154"/>
          </a:xfrm>
        </p:grpSpPr>
        <p:sp>
          <p:nvSpPr>
            <p:cNvPr id="8686" name="Google Shape;8686;p102"/>
            <p:cNvSpPr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7" name="Google Shape;8687;p102"/>
            <p:cNvSpPr txBox="1"/>
            <p:nvPr/>
          </p:nvSpPr>
          <p:spPr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DHCP</a:t>
              </a:r>
              <a:endParaRPr/>
            </a:p>
          </p:txBody>
        </p:sp>
      </p:grpSp>
      <p:sp>
        <p:nvSpPr>
          <p:cNvPr id="8688" name="Google Shape;8688;p102"/>
          <p:cNvSpPr/>
          <p:nvPr/>
        </p:nvSpPr>
        <p:spPr>
          <a:xfrm>
            <a:off x="5158161" y="2817812"/>
            <a:ext cx="6365968" cy="1306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DHCP request </a:t>
            </a: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encapsulated</a:t>
            </a:r>
            <a:r>
              <a:rPr lang="en-US" sz="2800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UDP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encapsulated in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IP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encapsulated in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802.3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9" name="Google Shape;8689;p102"/>
          <p:cNvSpPr/>
          <p:nvPr/>
        </p:nvSpPr>
        <p:spPr>
          <a:xfrm>
            <a:off x="5156572" y="4229100"/>
            <a:ext cx="6573673" cy="156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frame </a:t>
            </a: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broadcast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(dest: FFFFFFFFFFFF) on LAN, received at router running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DHCP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sp>
        <p:nvSpPr>
          <p:cNvPr id="8690" name="Google Shape;8690;p102"/>
          <p:cNvSpPr/>
          <p:nvPr/>
        </p:nvSpPr>
        <p:spPr>
          <a:xfrm>
            <a:off x="5154985" y="5565775"/>
            <a:ext cx="6541416" cy="1292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</a:t>
            </a: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demuxed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IP demuxed, UDP demuxed to DHCP </a:t>
            </a:r>
            <a:endParaRPr/>
          </a:p>
        </p:txBody>
      </p:sp>
      <p:grpSp>
        <p:nvGrpSpPr>
          <p:cNvPr id="8691" name="Google Shape;8691;p102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8692" name="Google Shape;8692;p10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3" name="Google Shape;8693;p102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4" name="Google Shape;8694;p10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5" name="Google Shape;8695;p10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6" name="Google Shape;8696;p102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97" name="Google Shape;8697;p102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8698" name="Google Shape;8698;p102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99" name="Google Shape;8699;p102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00" name="Google Shape;8700;p102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01" name="Google Shape;8701;p102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8702" name="Google Shape;8702;p102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3" name="Google Shape;8703;p102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04" name="Google Shape;8704;p102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5" name="Google Shape;8705;p102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06" name="Google Shape;8706;p102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8707" name="Google Shape;8707;p102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8" name="Google Shape;8708;p102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09" name="Google Shape;8709;p10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10" name="Google Shape;8710;p102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8711" name="Google Shape;8711;p102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2" name="Google Shape;8712;p102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13" name="Google Shape;8713;p102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4" name="Google Shape;8714;p10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5" name="Google Shape;8715;p10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6" name="Google Shape;8716;p102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7" name="Google Shape;8717;p10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8" name="Google Shape;8718;p102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9" name="Google Shape;8719;p102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0" name="Google Shape;8720;p102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1" name="Google Shape;8721;p102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2" name="Google Shape;8722;p102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3" name="Google Shape;8723;p102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7" name="Shape 8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8" name="Google Shape;8728;p103"/>
          <p:cNvSpPr txBox="1"/>
          <p:nvPr>
            <p:ph type="title"/>
          </p:nvPr>
        </p:nvSpPr>
        <p:spPr>
          <a:xfrm>
            <a:off x="811306" y="30390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 day in the life: connecting to the Internet</a:t>
            </a:r>
            <a:endParaRPr/>
          </a:p>
        </p:txBody>
      </p:sp>
      <p:sp>
        <p:nvSpPr>
          <p:cNvPr id="8729" name="Google Shape;8729;p10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30" name="Google Shape;8730;p103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31" name="Google Shape;8731;p103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32" name="Google Shape;8732;p103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33" name="Google Shape;8733;p103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734" name="Google Shape;8734;p103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35" name="Google Shape;8735;p103"/>
          <p:cNvCxnSpPr/>
          <p:nvPr/>
        </p:nvCxnSpPr>
        <p:spPr>
          <a:xfrm flipH="1" rot="10800000">
            <a:off x="3670020" y="4087905"/>
            <a:ext cx="512015" cy="18116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736" name="Google Shape;8736;p103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8737" name="Google Shape;8737;p103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8" name="Google Shape;8738;p103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39" name="Google Shape;8739;p103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8740" name="Google Shape;8740;p103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1" name="Google Shape;8741;p103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2" name="Google Shape;8742;p103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3" name="Google Shape;8743;p103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744" name="Google Shape;8744;p103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745" name="Google Shape;8745;p103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746" name="Google Shape;8746;p103"/>
          <p:cNvGrpSpPr/>
          <p:nvPr/>
        </p:nvGrpSpPr>
        <p:grpSpPr>
          <a:xfrm>
            <a:off x="1905000" y="2501153"/>
            <a:ext cx="954696" cy="842220"/>
            <a:chOff x="7432700" y="2327293"/>
            <a:chExt cx="534987" cy="414882"/>
          </a:xfrm>
        </p:grpSpPr>
        <p:pic>
          <p:nvPicPr>
            <p:cNvPr descr="antenna_stylized" id="8747" name="Google Shape;8747;p10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8748" name="Google Shape;8748;p10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49" name="Google Shape;8749;p103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8750" name="Google Shape;8750;p10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51" name="Google Shape;8751;p103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2" name="Google Shape;8752;p103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3" name="Google Shape;8753;p103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4" name="Google Shape;8754;p103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5" name="Google Shape;8755;p103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6" name="Google Shape;8756;p103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57" name="Google Shape;8757;p103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8758" name="Google Shape;8758;p103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9" name="Google Shape;8759;p103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0" name="Google Shape;8760;p103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1" name="Google Shape;8761;p103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2" name="Google Shape;8762;p103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3" name="Google Shape;8763;p103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764" name="Google Shape;8764;p103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5" name="Google Shape;8765;p103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6" name="Google Shape;8766;p103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7" name="Google Shape;8767;p103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8" name="Google Shape;8768;p103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9" name="Google Shape;8769;p103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70" name="Google Shape;8770;p103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771" name="Google Shape;8771;p103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8772" name="Google Shape;8772;p10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773" name="Google Shape;8773;p10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774" name="Google Shape;8774;p10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775" name="Google Shape;8775;p10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6" name="Google Shape;8776;p10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7" name="Google Shape;8777;p10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8" name="Google Shape;8778;p10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779" name="Google Shape;8779;p103"/>
          <p:cNvSpPr txBox="1"/>
          <p:nvPr/>
        </p:nvSpPr>
        <p:spPr>
          <a:xfrm>
            <a:off x="2528047" y="4464423"/>
            <a:ext cx="1351524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has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DHCP server</a:t>
            </a:r>
            <a:endParaRPr/>
          </a:p>
        </p:txBody>
      </p:sp>
      <p:sp>
        <p:nvSpPr>
          <p:cNvPr id="8780" name="Google Shape;8780;p103"/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arriving mobile: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DHCP client</a:t>
            </a:r>
            <a:endParaRPr/>
          </a:p>
        </p:txBody>
      </p:sp>
      <p:grpSp>
        <p:nvGrpSpPr>
          <p:cNvPr id="8781" name="Google Shape;8781;p103"/>
          <p:cNvGrpSpPr/>
          <p:nvPr/>
        </p:nvGrpSpPr>
        <p:grpSpPr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8782" name="Google Shape;8782;p103"/>
            <p:cNvSpPr/>
            <p:nvPr/>
          </p:nvSpPr>
          <p:spPr>
            <a:xfrm>
              <a:off x="662" y="698"/>
              <a:ext cx="628" cy="1032"/>
            </a:xfrm>
            <a:custGeom>
              <a:rect b="b" l="l" r="r" t="t"/>
              <a:pathLst>
                <a:path extrusionOk="0" h="11424" w="1039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83" name="Google Shape;8783;p103"/>
            <p:cNvGrpSpPr/>
            <p:nvPr/>
          </p:nvGrpSpPr>
          <p:grpSpPr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8784" name="Google Shape;8784;p103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5" name="Google Shape;8785;p103"/>
              <p:cNvSpPr txBox="1"/>
              <p:nvPr/>
            </p:nvSpPr>
            <p:spPr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8786" name="Google Shape;8786;p103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87" name="Google Shape;8787;p103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88" name="Google Shape;8788;p103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89" name="Google Shape;8789;p103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8790" name="Google Shape;8790;p103"/>
          <p:cNvGrpSpPr/>
          <p:nvPr/>
        </p:nvGrpSpPr>
        <p:grpSpPr>
          <a:xfrm>
            <a:off x="1598986" y="3330575"/>
            <a:ext cx="1316037" cy="1314450"/>
            <a:chOff x="931" y="1941"/>
            <a:chExt cx="829" cy="828"/>
          </a:xfrm>
        </p:grpSpPr>
        <p:sp>
          <p:nvSpPr>
            <p:cNvPr id="8791" name="Google Shape;8791;p103"/>
            <p:cNvSpPr/>
            <p:nvPr/>
          </p:nvSpPr>
          <p:spPr>
            <a:xfrm>
              <a:off x="1424" y="1965"/>
              <a:ext cx="336" cy="801"/>
            </a:xfrm>
            <a:custGeom>
              <a:rect b="b" l="l" r="r" t="t"/>
              <a:pathLst>
                <a:path extrusionOk="0" h="801" w="55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92" name="Google Shape;8792;p103"/>
            <p:cNvGrpSpPr/>
            <p:nvPr/>
          </p:nvGrpSpPr>
          <p:grpSpPr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8793" name="Google Shape;8793;p103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4" name="Google Shape;8794;p103"/>
              <p:cNvSpPr txBox="1"/>
              <p:nvPr/>
            </p:nvSpPr>
            <p:spPr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8795" name="Google Shape;8795;p103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96" name="Google Shape;8796;p103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97" name="Google Shape;8797;p103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98" name="Google Shape;8798;p103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8799" name="Google Shape;8799;p103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8800" name="Google Shape;8800;p10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1" name="Google Shape;8801;p103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2" name="Google Shape;8802;p10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3" name="Google Shape;8803;p10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4" name="Google Shape;8804;p103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05" name="Google Shape;8805;p103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8806" name="Google Shape;8806;p103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7" name="Google Shape;8807;p103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08" name="Google Shape;8808;p103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09" name="Google Shape;8809;p103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8810" name="Google Shape;8810;p103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1" name="Google Shape;8811;p103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12" name="Google Shape;8812;p103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3" name="Google Shape;8813;p103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14" name="Google Shape;8814;p103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8815" name="Google Shape;8815;p103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6" name="Google Shape;8816;p103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17" name="Google Shape;8817;p10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18" name="Google Shape;8818;p103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8819" name="Google Shape;8819;p103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0" name="Google Shape;8820;p103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21" name="Google Shape;8821;p103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2" name="Google Shape;8822;p10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3" name="Google Shape;8823;p10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4" name="Google Shape;8824;p103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5" name="Google Shape;8825;p10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6" name="Google Shape;8826;p103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7" name="Google Shape;8827;p103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8" name="Google Shape;8828;p103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9" name="Google Shape;8829;p103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0" name="Google Shape;8830;p103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1" name="Google Shape;8831;p103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32" name="Google Shape;8832;p103"/>
          <p:cNvSpPr txBox="1"/>
          <p:nvPr/>
        </p:nvSpPr>
        <p:spPr>
          <a:xfrm>
            <a:off x="5231672" y="1504912"/>
            <a:ext cx="6548848" cy="1573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DHCP server formulates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DHCP ACK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containing client’s IP address, IP address of first-hop router for client, name &amp; IP address of DNS server</a:t>
            </a:r>
            <a:endParaRPr/>
          </a:p>
          <a:p>
            <a:pPr indent="-1651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33" name="Google Shape;8833;p103"/>
          <p:cNvGrpSpPr/>
          <p:nvPr/>
        </p:nvGrpSpPr>
        <p:grpSpPr>
          <a:xfrm>
            <a:off x="379319" y="3300692"/>
            <a:ext cx="1081088" cy="1166813"/>
            <a:chOff x="42" y="744"/>
            <a:chExt cx="681" cy="735"/>
          </a:xfrm>
        </p:grpSpPr>
        <p:grpSp>
          <p:nvGrpSpPr>
            <p:cNvPr id="8834" name="Google Shape;8834;p103"/>
            <p:cNvGrpSpPr/>
            <p:nvPr/>
          </p:nvGrpSpPr>
          <p:grpSpPr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8835" name="Google Shape;8835;p103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8836" name="Google Shape;8836;p103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837" name="Google Shape;8837;p103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38" name="Google Shape;8838;p103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sp>
              <p:nvSpPr>
                <p:cNvPr id="8839" name="Google Shape;8839;p103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40" name="Google Shape;8840;p103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41" name="Google Shape;8841;p103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8842" name="Google Shape;8842;p103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43" name="Google Shape;8843;p103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44" name="Google Shape;8844;p103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8845" name="Google Shape;8845;p103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46" name="Google Shape;8846;p103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47" name="Google Shape;8847;p103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848" name="Google Shape;8848;p103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849" name="Google Shape;8849;p103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50" name="Google Shape;8850;p103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51" name="Google Shape;8851;p103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8852" name="Google Shape;8852;p103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8853" name="Google Shape;8853;p103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8854" name="Google Shape;8854;p103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855" name="Google Shape;8855;p103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856" name="Google Shape;8856;p103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8857" name="Google Shape;8857;p103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858" name="Google Shape;8858;p103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859" name="Google Shape;8859;p103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8860" name="Google Shape;8860;p103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61" name="Google Shape;8861;p103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862" name="Google Shape;8862;p103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63" name="Google Shape;8863;p103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64" name="Google Shape;8864;p103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8865" name="Google Shape;8865;p103"/>
            <p:cNvSpPr/>
            <p:nvPr/>
          </p:nvSpPr>
          <p:spPr>
            <a:xfrm>
              <a:off x="384" y="744"/>
              <a:ext cx="240" cy="735"/>
            </a:xfrm>
            <a:prstGeom prst="downArrow">
              <a:avLst>
                <a:gd fmla="val 54167" name="adj1"/>
                <a:gd fmla="val 49170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66" name="Google Shape;8866;p103"/>
          <p:cNvGrpSpPr/>
          <p:nvPr/>
        </p:nvGrpSpPr>
        <p:grpSpPr>
          <a:xfrm>
            <a:off x="476157" y="4386542"/>
            <a:ext cx="1081087" cy="244475"/>
            <a:chOff x="504" y="3523"/>
            <a:chExt cx="681" cy="154"/>
          </a:xfrm>
        </p:grpSpPr>
        <p:grpSp>
          <p:nvGrpSpPr>
            <p:cNvPr id="8867" name="Google Shape;8867;p103"/>
            <p:cNvGrpSpPr/>
            <p:nvPr/>
          </p:nvGrpSpPr>
          <p:grpSpPr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8868" name="Google Shape;8868;p103"/>
              <p:cNvGrpSpPr/>
              <p:nvPr/>
            </p:nvGrpSpPr>
            <p:grpSpPr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8869" name="Google Shape;8869;p103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70" name="Google Shape;8870;p103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71" name="Google Shape;8871;p103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8872" name="Google Shape;8872;p103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73" name="Google Shape;8873;p103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74" name="Google Shape;8874;p103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8875" name="Google Shape;8875;p103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6" name="Google Shape;8876;p103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77" name="Google Shape;8877;p103"/>
            <p:cNvSpPr/>
            <p:nvPr/>
          </p:nvSpPr>
          <p:spPr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8" name="Google Shape;8878;p103"/>
            <p:cNvSpPr/>
            <p:nvPr/>
          </p:nvSpPr>
          <p:spPr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9" name="Google Shape;8879;p103"/>
            <p:cNvSpPr/>
            <p:nvPr/>
          </p:nvSpPr>
          <p:spPr>
            <a:xfrm>
              <a:off x="504" y="3529"/>
              <a:ext cx="681" cy="13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80" name="Google Shape;8880;p103"/>
          <p:cNvGrpSpPr/>
          <p:nvPr/>
        </p:nvGrpSpPr>
        <p:grpSpPr>
          <a:xfrm>
            <a:off x="179014" y="1480949"/>
            <a:ext cx="1081087" cy="1217612"/>
            <a:chOff x="1404" y="3105"/>
            <a:chExt cx="681" cy="767"/>
          </a:xfrm>
        </p:grpSpPr>
        <p:grpSp>
          <p:nvGrpSpPr>
            <p:cNvPr id="8881" name="Google Shape;8881;p103"/>
            <p:cNvGrpSpPr/>
            <p:nvPr/>
          </p:nvGrpSpPr>
          <p:grpSpPr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8882" name="Google Shape;8882;p103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8883" name="Google Shape;8883;p103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884" name="Google Shape;8884;p103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85" name="Google Shape;8885;p103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sp>
              <p:nvSpPr>
                <p:cNvPr id="8886" name="Google Shape;8886;p103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87" name="Google Shape;8887;p103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88" name="Google Shape;8888;p103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8889" name="Google Shape;8889;p103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90" name="Google Shape;8890;p103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91" name="Google Shape;8891;p103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8892" name="Google Shape;8892;p103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93" name="Google Shape;8893;p103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94" name="Google Shape;8894;p103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895" name="Google Shape;8895;p103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896" name="Google Shape;8896;p103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97" name="Google Shape;8897;p103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98" name="Google Shape;8898;p103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8899" name="Google Shape;8899;p103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8900" name="Google Shape;8900;p103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8901" name="Google Shape;8901;p103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902" name="Google Shape;8902;p103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903" name="Google Shape;8903;p103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8904" name="Google Shape;8904;p103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905" name="Google Shape;8905;p103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906" name="Google Shape;8906;p103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8907" name="Google Shape;8907;p103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08" name="Google Shape;8908;p103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909" name="Google Shape;8909;p103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10" name="Google Shape;8910;p103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11" name="Google Shape;8911;p103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8912" name="Google Shape;8912;p103"/>
            <p:cNvSpPr/>
            <p:nvPr/>
          </p:nvSpPr>
          <p:spPr>
            <a:xfrm rot="10800000">
              <a:off x="1727" y="3105"/>
              <a:ext cx="240" cy="767"/>
            </a:xfrm>
            <a:prstGeom prst="downArrow">
              <a:avLst>
                <a:gd fmla="val 54167" name="adj1"/>
                <a:gd fmla="val 51311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13" name="Google Shape;8913;p103"/>
            <p:cNvGrpSpPr/>
            <p:nvPr/>
          </p:nvGrpSpPr>
          <p:grpSpPr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8914" name="Google Shape;8914;p103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5" name="Google Shape;8915;p103"/>
              <p:cNvSpPr txBox="1"/>
              <p:nvPr/>
            </p:nvSpPr>
            <p:spPr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</p:txBody>
          </p:sp>
        </p:grpSp>
      </p:grpSp>
      <p:grpSp>
        <p:nvGrpSpPr>
          <p:cNvPr id="8916" name="Google Shape;8916;p103"/>
          <p:cNvGrpSpPr/>
          <p:nvPr/>
        </p:nvGrpSpPr>
        <p:grpSpPr>
          <a:xfrm>
            <a:off x="830169" y="3326092"/>
            <a:ext cx="544513" cy="244475"/>
            <a:chOff x="844" y="3337"/>
            <a:chExt cx="343" cy="154"/>
          </a:xfrm>
        </p:grpSpPr>
        <p:sp>
          <p:nvSpPr>
            <p:cNvPr id="8917" name="Google Shape;8917;p103"/>
            <p:cNvSpPr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8" name="Google Shape;8918;p103"/>
            <p:cNvSpPr txBox="1"/>
            <p:nvPr/>
          </p:nvSpPr>
          <p:spPr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DHCP</a:t>
              </a:r>
              <a:endParaRPr/>
            </a:p>
          </p:txBody>
        </p:sp>
      </p:grpSp>
      <p:sp>
        <p:nvSpPr>
          <p:cNvPr id="8919" name="Google Shape;8919;p103"/>
          <p:cNvSpPr/>
          <p:nvPr/>
        </p:nvSpPr>
        <p:spPr>
          <a:xfrm>
            <a:off x="5207223" y="3162580"/>
            <a:ext cx="6530667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encapsulation at DHCP server, frame forwarded (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 learning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through LAN, demultiplexing at client</a:t>
            </a:r>
            <a:endParaRPr/>
          </a:p>
          <a:p>
            <a:pPr indent="-24384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0" name="Google Shape;8920;p103"/>
          <p:cNvSpPr txBox="1"/>
          <p:nvPr/>
        </p:nvSpPr>
        <p:spPr>
          <a:xfrm>
            <a:off x="1998687" y="5515572"/>
            <a:ext cx="811093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Client now has IP address, knows name &amp; addr of DNS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server, IP address of its first-hop router</a:t>
            </a:r>
            <a:endParaRPr/>
          </a:p>
        </p:txBody>
      </p:sp>
      <p:sp>
        <p:nvSpPr>
          <p:cNvPr id="8921" name="Google Shape;8921;p103"/>
          <p:cNvSpPr/>
          <p:nvPr/>
        </p:nvSpPr>
        <p:spPr>
          <a:xfrm>
            <a:off x="5229766" y="4655782"/>
            <a:ext cx="653066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DHCP client receives DHCP ACK reply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5" name="Shape 8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6" name="Google Shape;8926;p104"/>
          <p:cNvSpPr txBox="1"/>
          <p:nvPr>
            <p:ph type="title"/>
          </p:nvPr>
        </p:nvSpPr>
        <p:spPr>
          <a:xfrm>
            <a:off x="811306" y="30390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4900"/>
              <a:t>A day in the life… ARP  </a:t>
            </a:r>
            <a:r>
              <a:rPr lang="en-US" sz="4000"/>
              <a:t>(before DNS, before HTTP)</a:t>
            </a:r>
            <a:endParaRPr/>
          </a:p>
        </p:txBody>
      </p:sp>
      <p:sp>
        <p:nvSpPr>
          <p:cNvPr id="8927" name="Google Shape;8927;p10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28" name="Google Shape;8928;p104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29" name="Google Shape;8929;p104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0" name="Google Shape;8930;p104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1" name="Google Shape;8931;p104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932" name="Google Shape;8932;p104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3" name="Google Shape;8933;p104"/>
          <p:cNvCxnSpPr/>
          <p:nvPr/>
        </p:nvCxnSpPr>
        <p:spPr>
          <a:xfrm flipH="1" rot="10800000">
            <a:off x="3670020" y="4087905"/>
            <a:ext cx="512015" cy="18116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934" name="Google Shape;8934;p104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8935" name="Google Shape;8935;p10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6" name="Google Shape;8936;p10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37" name="Google Shape;8937;p10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8938" name="Google Shape;8938;p10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9" name="Google Shape;8939;p10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0" name="Google Shape;8940;p10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1" name="Google Shape;8941;p10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942" name="Google Shape;8942;p104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943" name="Google Shape;8943;p104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944" name="Google Shape;8944;p104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8945" name="Google Shape;8945;p10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46" name="Google Shape;8946;p104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8947" name="Google Shape;8947;p10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48" name="Google Shape;8948;p104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9" name="Google Shape;8949;p104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0" name="Google Shape;8950;p104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1" name="Google Shape;8951;p104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2" name="Google Shape;8952;p104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3" name="Google Shape;8953;p104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54" name="Google Shape;8954;p104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8955" name="Google Shape;8955;p10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6" name="Google Shape;8956;p104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7" name="Google Shape;8957;p10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8" name="Google Shape;8958;p104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9" name="Google Shape;8959;p10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60" name="Google Shape;8960;p104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961" name="Google Shape;8961;p104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2" name="Google Shape;8962;p104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3" name="Google Shape;8963;p104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4" name="Google Shape;8964;p104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5" name="Google Shape;8965;p104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6" name="Google Shape;8966;p104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67" name="Google Shape;8967;p104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968" name="Google Shape;8968;p104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8969" name="Google Shape;8969;p10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970" name="Google Shape;8970;p10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971" name="Google Shape;8971;p10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972" name="Google Shape;8972;p10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3" name="Google Shape;8973;p10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4" name="Google Shape;8974;p10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5" name="Google Shape;8975;p10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976" name="Google Shape;8976;p104"/>
          <p:cNvSpPr txBox="1"/>
          <p:nvPr/>
        </p:nvSpPr>
        <p:spPr>
          <a:xfrm>
            <a:off x="2528047" y="4464423"/>
            <a:ext cx="1202765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has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ARP server</a:t>
            </a:r>
            <a:endParaRPr/>
          </a:p>
        </p:txBody>
      </p:sp>
      <p:sp>
        <p:nvSpPr>
          <p:cNvPr id="8977" name="Google Shape;8977;p104"/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arriving mobile: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ARP client</a:t>
            </a:r>
            <a:endParaRPr/>
          </a:p>
        </p:txBody>
      </p:sp>
      <p:grpSp>
        <p:nvGrpSpPr>
          <p:cNvPr id="8978" name="Google Shape;8978;p104"/>
          <p:cNvGrpSpPr/>
          <p:nvPr/>
        </p:nvGrpSpPr>
        <p:grpSpPr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8979" name="Google Shape;8979;p104"/>
            <p:cNvSpPr/>
            <p:nvPr/>
          </p:nvSpPr>
          <p:spPr>
            <a:xfrm>
              <a:off x="662" y="698"/>
              <a:ext cx="628" cy="1032"/>
            </a:xfrm>
            <a:custGeom>
              <a:rect b="b" l="l" r="r" t="t"/>
              <a:pathLst>
                <a:path extrusionOk="0" h="11424" w="1039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80" name="Google Shape;8980;p104"/>
            <p:cNvGrpSpPr/>
            <p:nvPr/>
          </p:nvGrpSpPr>
          <p:grpSpPr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8981" name="Google Shape;8981;p104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82" name="Google Shape;8982;p104"/>
              <p:cNvSpPr txBox="1"/>
              <p:nvPr/>
            </p:nvSpPr>
            <p:spPr>
              <a:xfrm>
                <a:off x="638" y="2954"/>
                <a:ext cx="388" cy="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8983" name="Google Shape;8983;p104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84" name="Google Shape;8984;p104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85" name="Google Shape;8985;p104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86" name="Google Shape;8986;p104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8987" name="Google Shape;8987;p104"/>
          <p:cNvGrpSpPr/>
          <p:nvPr/>
        </p:nvGrpSpPr>
        <p:grpSpPr>
          <a:xfrm>
            <a:off x="1603750" y="3853801"/>
            <a:ext cx="1195388" cy="808687"/>
            <a:chOff x="1603750" y="3853801"/>
            <a:chExt cx="1195388" cy="808687"/>
          </a:xfrm>
        </p:grpSpPr>
        <p:grpSp>
          <p:nvGrpSpPr>
            <p:cNvPr id="8988" name="Google Shape;8988;p104"/>
            <p:cNvGrpSpPr/>
            <p:nvPr/>
          </p:nvGrpSpPr>
          <p:grpSpPr>
            <a:xfrm>
              <a:off x="1603750" y="3883240"/>
              <a:ext cx="1195388" cy="779248"/>
              <a:chOff x="934" y="2316"/>
              <a:chExt cx="753" cy="464"/>
            </a:xfrm>
          </p:grpSpPr>
          <p:sp>
            <p:nvSpPr>
              <p:cNvPr id="8989" name="Google Shape;8989;p104"/>
              <p:cNvSpPr/>
              <p:nvPr/>
            </p:nvSpPr>
            <p:spPr>
              <a:xfrm>
                <a:off x="1424" y="2316"/>
                <a:ext cx="263" cy="441"/>
              </a:xfrm>
              <a:custGeom>
                <a:rect b="b" l="l" r="r" t="t"/>
                <a:pathLst>
                  <a:path extrusionOk="0" h="10000" w="10000">
                    <a:moveTo>
                      <a:pt x="324" y="0"/>
                    </a:moveTo>
                    <a:cubicBezTo>
                      <a:pt x="3883" y="2374"/>
                      <a:pt x="5856" y="3091"/>
                      <a:pt x="10000" y="4764"/>
                    </a:cubicBezTo>
                    <a:lnTo>
                      <a:pt x="139" y="10000"/>
                    </a:lnTo>
                    <a:cubicBezTo>
                      <a:pt x="93" y="8211"/>
                      <a:pt x="46" y="6421"/>
                      <a:pt x="0" y="4632"/>
                    </a:cubicBezTo>
                    <a:lnTo>
                      <a:pt x="324" y="0"/>
                    </a:lnTo>
                    <a:close/>
                  </a:path>
                </a:pathLst>
              </a:custGeom>
              <a:gradFill>
                <a:gsLst>
                  <a:gs pos="0">
                    <a:srgbClr val="BFBFBF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990" name="Google Shape;8990;p104"/>
              <p:cNvGrpSpPr/>
              <p:nvPr/>
            </p:nvGrpSpPr>
            <p:grpSpPr>
              <a:xfrm>
                <a:off x="934" y="2412"/>
                <a:ext cx="497" cy="368"/>
                <a:chOff x="572" y="3425"/>
                <a:chExt cx="497" cy="368"/>
              </a:xfrm>
            </p:grpSpPr>
            <p:sp>
              <p:nvSpPr>
                <p:cNvPr id="8991" name="Google Shape;8991;p104"/>
                <p:cNvSpPr/>
                <p:nvPr/>
              </p:nvSpPr>
              <p:spPr>
                <a:xfrm>
                  <a:off x="576" y="3446"/>
                  <a:ext cx="493" cy="317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bl" dir="18900000" dist="381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92" name="Google Shape;8992;p104"/>
                <p:cNvSpPr txBox="1"/>
                <p:nvPr/>
              </p:nvSpPr>
              <p:spPr>
                <a:xfrm>
                  <a:off x="646" y="3425"/>
                  <a:ext cx="338" cy="3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Eth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Phy</a:t>
                  </a:r>
                  <a:endParaRPr/>
                </a:p>
              </p:txBody>
            </p:sp>
            <p:cxnSp>
              <p:nvCxnSpPr>
                <p:cNvPr id="8993" name="Google Shape;8993;p104"/>
                <p:cNvCxnSpPr/>
                <p:nvPr/>
              </p:nvCxnSpPr>
              <p:spPr>
                <a:xfrm>
                  <a:off x="572" y="3448"/>
                  <a:ext cx="48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94" name="Google Shape;8994;p104"/>
                <p:cNvCxnSpPr/>
                <p:nvPr/>
              </p:nvCxnSpPr>
              <p:spPr>
                <a:xfrm>
                  <a:off x="575" y="3607"/>
                  <a:ext cx="48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8995" name="Google Shape;8995;p104"/>
            <p:cNvGrpSpPr/>
            <p:nvPr/>
          </p:nvGrpSpPr>
          <p:grpSpPr>
            <a:xfrm>
              <a:off x="1610474" y="3853801"/>
              <a:ext cx="850900" cy="261938"/>
              <a:chOff x="187" y="1352"/>
              <a:chExt cx="536" cy="165"/>
            </a:xfrm>
          </p:grpSpPr>
          <p:sp>
            <p:nvSpPr>
              <p:cNvPr id="8996" name="Google Shape;8996;p104"/>
              <p:cNvSpPr/>
              <p:nvPr/>
            </p:nvSpPr>
            <p:spPr>
              <a:xfrm>
                <a:off x="187" y="1365"/>
                <a:ext cx="492" cy="141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97" name="Google Shape;8997;p104"/>
              <p:cNvSpPr txBox="1"/>
              <p:nvPr/>
            </p:nvSpPr>
            <p:spPr>
              <a:xfrm>
                <a:off x="212" y="1352"/>
                <a:ext cx="511" cy="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0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</a:t>
                </a:r>
                <a:r>
                  <a:rPr i="0" lang="en-US" sz="11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ARP</a:t>
                </a:r>
                <a:endParaRPr i="0" sz="1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998" name="Google Shape;8998;p104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8999" name="Google Shape;8999;p10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0" name="Google Shape;9000;p104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1" name="Google Shape;9001;p10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2" name="Google Shape;9002;p10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3" name="Google Shape;9003;p104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04" name="Google Shape;9004;p104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9005" name="Google Shape;9005;p104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06" name="Google Shape;9006;p104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07" name="Google Shape;9007;p104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08" name="Google Shape;9008;p104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9009" name="Google Shape;9009;p104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0" name="Google Shape;9010;p104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11" name="Google Shape;9011;p104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2" name="Google Shape;9012;p104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13" name="Google Shape;9013;p104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9014" name="Google Shape;9014;p104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5" name="Google Shape;9015;p104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16" name="Google Shape;9016;p10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17" name="Google Shape;9017;p104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9018" name="Google Shape;9018;p104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9" name="Google Shape;9019;p104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20" name="Google Shape;9020;p104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1" name="Google Shape;9021;p10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2" name="Google Shape;9022;p10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3" name="Google Shape;9023;p104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4" name="Google Shape;9024;p10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5" name="Google Shape;9025;p104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6" name="Google Shape;9026;p104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7" name="Google Shape;9027;p104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8" name="Google Shape;9028;p104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9" name="Google Shape;9029;p104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0" name="Google Shape;9030;p104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31" name="Google Shape;9031;p104"/>
          <p:cNvSpPr txBox="1"/>
          <p:nvPr/>
        </p:nvSpPr>
        <p:spPr>
          <a:xfrm>
            <a:off x="5429671" y="1384207"/>
            <a:ext cx="6323058" cy="126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 sending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r>
              <a:rPr b="1" i="1"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request, need IP address of www.google.com: 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</p:txBody>
      </p:sp>
      <p:grpSp>
        <p:nvGrpSpPr>
          <p:cNvPr id="9032" name="Google Shape;9032;p104"/>
          <p:cNvGrpSpPr/>
          <p:nvPr/>
        </p:nvGrpSpPr>
        <p:grpSpPr>
          <a:xfrm>
            <a:off x="188913" y="1412782"/>
            <a:ext cx="762000" cy="876300"/>
            <a:chOff x="177" y="729"/>
            <a:chExt cx="480" cy="552"/>
          </a:xfrm>
        </p:grpSpPr>
        <p:grpSp>
          <p:nvGrpSpPr>
            <p:cNvPr id="9033" name="Google Shape;9033;p104"/>
            <p:cNvGrpSpPr/>
            <p:nvPr/>
          </p:nvGrpSpPr>
          <p:grpSpPr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9034" name="Google Shape;9034;p104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5" name="Google Shape;9035;p104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grpSp>
          <p:nvGrpSpPr>
            <p:cNvPr id="9036" name="Google Shape;9036;p104"/>
            <p:cNvGrpSpPr/>
            <p:nvPr/>
          </p:nvGrpSpPr>
          <p:grpSpPr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9037" name="Google Shape;9037;p104"/>
              <p:cNvGrpSpPr/>
              <p:nvPr/>
            </p:nvGrpSpPr>
            <p:grpSpPr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9038" name="Google Shape;9038;p104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39" name="Google Shape;9039;p104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sp>
            <p:nvSpPr>
              <p:cNvPr id="9040" name="Google Shape;9040;p104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1" name="Google Shape;9041;p104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42" name="Google Shape;9042;p104"/>
            <p:cNvGrpSpPr/>
            <p:nvPr/>
          </p:nvGrpSpPr>
          <p:grpSpPr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9043" name="Google Shape;9043;p104"/>
              <p:cNvGrpSpPr/>
              <p:nvPr/>
            </p:nvGrpSpPr>
            <p:grpSpPr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9044" name="Google Shape;9044;p104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5" name="Google Shape;9045;p104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grpSp>
            <p:nvGrpSpPr>
              <p:cNvPr id="9046" name="Google Shape;9046;p104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047" name="Google Shape;9047;p104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8" name="Google Shape;9048;p104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049" name="Google Shape;9049;p104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050" name="Google Shape;9050;p104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51" name="Google Shape;9051;p104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52" name="Google Shape;9052;p104"/>
            <p:cNvSpPr/>
            <p:nvPr/>
          </p:nvSpPr>
          <p:spPr>
            <a:xfrm>
              <a:off x="393" y="729"/>
              <a:ext cx="240" cy="552"/>
            </a:xfrm>
            <a:prstGeom prst="downArrow">
              <a:avLst>
                <a:gd fmla="val 54167" name="adj1"/>
                <a:gd fmla="val 36928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53" name="Google Shape;9053;p104"/>
          <p:cNvSpPr/>
          <p:nvPr/>
        </p:nvSpPr>
        <p:spPr>
          <a:xfrm>
            <a:off x="5426495" y="2279650"/>
            <a:ext cx="6213373" cy="1306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 query created, encapsulated in UDP, encapsulated in IP, encapsulated in Eth.  To send frame to router, need MAC address of router interface: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ARP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4" name="Google Shape;9054;p104"/>
          <p:cNvSpPr/>
          <p:nvPr/>
        </p:nvSpPr>
        <p:spPr>
          <a:xfrm>
            <a:off x="5417905" y="3769753"/>
            <a:ext cx="6509636" cy="156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ARP query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broadcast, received by router, which replies with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ARP reply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giving MAC address of router interface</a:t>
            </a:r>
            <a:endParaRPr/>
          </a:p>
        </p:txBody>
      </p:sp>
      <p:sp>
        <p:nvSpPr>
          <p:cNvPr id="9055" name="Google Shape;9055;p104"/>
          <p:cNvSpPr/>
          <p:nvPr/>
        </p:nvSpPr>
        <p:spPr>
          <a:xfrm>
            <a:off x="5403056" y="4906495"/>
            <a:ext cx="5806890" cy="1292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now knows MAC address of first hop router, so can now send frame containing DNS query </a:t>
            </a:r>
            <a:endParaRPr/>
          </a:p>
        </p:txBody>
      </p:sp>
      <p:grpSp>
        <p:nvGrpSpPr>
          <p:cNvPr id="9056" name="Google Shape;9056;p104"/>
          <p:cNvGrpSpPr/>
          <p:nvPr/>
        </p:nvGrpSpPr>
        <p:grpSpPr>
          <a:xfrm>
            <a:off x="0" y="2123982"/>
            <a:ext cx="1081088" cy="244475"/>
            <a:chOff x="76" y="2296"/>
            <a:chExt cx="681" cy="154"/>
          </a:xfrm>
        </p:grpSpPr>
        <p:sp>
          <p:nvSpPr>
            <p:cNvPr id="9057" name="Google Shape;9057;p104"/>
            <p:cNvSpPr/>
            <p:nvPr/>
          </p:nvSpPr>
          <p:spPr>
            <a:xfrm>
              <a:off x="76" y="2305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8" name="Google Shape;9058;p104"/>
            <p:cNvSpPr/>
            <p:nvPr/>
          </p:nvSpPr>
          <p:spPr>
            <a:xfrm>
              <a:off x="89" y="2321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9" name="Google Shape;9059;p104"/>
            <p:cNvSpPr/>
            <p:nvPr/>
          </p:nvSpPr>
          <p:spPr>
            <a:xfrm>
              <a:off x="687" y="2320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0" name="Google Shape;9060;p104"/>
            <p:cNvSpPr/>
            <p:nvPr/>
          </p:nvSpPr>
          <p:spPr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1" name="Google Shape;9061;p104"/>
            <p:cNvSpPr txBox="1"/>
            <p:nvPr/>
          </p:nvSpPr>
          <p:spPr>
            <a:xfrm>
              <a:off x="182" y="2296"/>
              <a:ext cx="501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ARP query</a:t>
              </a:r>
              <a:endParaRPr/>
            </a:p>
          </p:txBody>
        </p:sp>
      </p:grpSp>
      <p:grpSp>
        <p:nvGrpSpPr>
          <p:cNvPr id="9062" name="Google Shape;9062;p104"/>
          <p:cNvGrpSpPr/>
          <p:nvPr/>
        </p:nvGrpSpPr>
        <p:grpSpPr>
          <a:xfrm>
            <a:off x="1271961" y="1949449"/>
            <a:ext cx="444500" cy="244475"/>
            <a:chOff x="161" y="1354"/>
            <a:chExt cx="280" cy="154"/>
          </a:xfrm>
        </p:grpSpPr>
        <p:sp>
          <p:nvSpPr>
            <p:cNvPr id="9063" name="Google Shape;9063;p104"/>
            <p:cNvSpPr/>
            <p:nvPr/>
          </p:nvSpPr>
          <p:spPr>
            <a:xfrm>
              <a:off x="192" y="1365"/>
              <a:ext cx="228" cy="14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4" name="Google Shape;9064;p104"/>
            <p:cNvSpPr txBox="1"/>
            <p:nvPr/>
          </p:nvSpPr>
          <p:spPr>
            <a:xfrm>
              <a:off x="161" y="1354"/>
              <a:ext cx="28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ARP</a:t>
              </a:r>
              <a:endParaRPr/>
            </a:p>
          </p:txBody>
        </p:sp>
      </p:grpSp>
      <p:grpSp>
        <p:nvGrpSpPr>
          <p:cNvPr id="9065" name="Google Shape;9065;p104"/>
          <p:cNvGrpSpPr/>
          <p:nvPr/>
        </p:nvGrpSpPr>
        <p:grpSpPr>
          <a:xfrm>
            <a:off x="478678" y="4075206"/>
            <a:ext cx="1081088" cy="244475"/>
            <a:chOff x="76" y="2296"/>
            <a:chExt cx="681" cy="154"/>
          </a:xfrm>
        </p:grpSpPr>
        <p:sp>
          <p:nvSpPr>
            <p:cNvPr id="9066" name="Google Shape;9066;p104"/>
            <p:cNvSpPr/>
            <p:nvPr/>
          </p:nvSpPr>
          <p:spPr>
            <a:xfrm>
              <a:off x="76" y="2305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7" name="Google Shape;9067;p104"/>
            <p:cNvSpPr/>
            <p:nvPr/>
          </p:nvSpPr>
          <p:spPr>
            <a:xfrm>
              <a:off x="89" y="2321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8" name="Google Shape;9068;p104"/>
            <p:cNvSpPr/>
            <p:nvPr/>
          </p:nvSpPr>
          <p:spPr>
            <a:xfrm>
              <a:off x="687" y="2320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9" name="Google Shape;9069;p104"/>
            <p:cNvSpPr/>
            <p:nvPr/>
          </p:nvSpPr>
          <p:spPr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0" name="Google Shape;9070;p104"/>
            <p:cNvSpPr txBox="1"/>
            <p:nvPr/>
          </p:nvSpPr>
          <p:spPr>
            <a:xfrm>
              <a:off x="182" y="2296"/>
              <a:ext cx="475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ARP reply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4" name="Shape 9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5" name="Google Shape;9075;p105"/>
          <p:cNvSpPr txBox="1"/>
          <p:nvPr>
            <p:ph type="title"/>
          </p:nvPr>
        </p:nvSpPr>
        <p:spPr>
          <a:xfrm>
            <a:off x="811306" y="30390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900"/>
              <a:buFont typeface="Calibri"/>
              <a:buNone/>
            </a:pPr>
            <a:r>
              <a:rPr lang="en-US" sz="4900"/>
              <a:t>A day in the life… using DNS</a:t>
            </a:r>
            <a:endParaRPr/>
          </a:p>
        </p:txBody>
      </p:sp>
      <p:sp>
        <p:nvSpPr>
          <p:cNvPr id="9076" name="Google Shape;9076;p10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77" name="Google Shape;9077;p105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78" name="Google Shape;9078;p105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79" name="Google Shape;9079;p105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80" name="Google Shape;9080;p105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081" name="Google Shape;9081;p105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082" name="Google Shape;9082;p105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9083" name="Google Shape;9083;p105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4" name="Google Shape;9084;p105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85" name="Google Shape;9085;p105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9086" name="Google Shape;9086;p105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7" name="Google Shape;9087;p105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8" name="Google Shape;9088;p105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9" name="Google Shape;9089;p105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090" name="Google Shape;9090;p105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091" name="Google Shape;9091;p105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9092" name="Google Shape;9092;p105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9093" name="Google Shape;9093;p10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94" name="Google Shape;9094;p105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095" name="Google Shape;9095;p10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96" name="Google Shape;9096;p105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7" name="Google Shape;9097;p105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8" name="Google Shape;9098;p105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9" name="Google Shape;9099;p105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0" name="Google Shape;9100;p105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1" name="Google Shape;9101;p105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02" name="Google Shape;9102;p105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9103" name="Google Shape;9103;p105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4" name="Google Shape;9104;p105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5" name="Google Shape;9105;p105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6" name="Google Shape;9106;p105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7" name="Google Shape;9107;p105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8" name="Google Shape;9108;p105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09" name="Google Shape;9109;p105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0" name="Google Shape;9110;p105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1" name="Google Shape;9111;p105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2" name="Google Shape;9112;p105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3" name="Google Shape;9113;p105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4" name="Google Shape;9114;p105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15" name="Google Shape;9115;p105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9116" name="Google Shape;9116;p105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9117" name="Google Shape;9117;p10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118" name="Google Shape;9118;p10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119" name="Google Shape;9119;p10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120" name="Google Shape;9120;p10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1" name="Google Shape;9121;p10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2" name="Google Shape;9122;p10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3" name="Google Shape;9123;p10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124" name="Google Shape;9124;p105"/>
          <p:cNvGrpSpPr/>
          <p:nvPr/>
        </p:nvGrpSpPr>
        <p:grpSpPr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9125" name="Google Shape;9125;p105"/>
            <p:cNvSpPr/>
            <p:nvPr/>
          </p:nvSpPr>
          <p:spPr>
            <a:xfrm>
              <a:off x="662" y="698"/>
              <a:ext cx="628" cy="1032"/>
            </a:xfrm>
            <a:custGeom>
              <a:rect b="b" l="l" r="r" t="t"/>
              <a:pathLst>
                <a:path extrusionOk="0" h="11424" w="1039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26" name="Google Shape;9126;p105"/>
            <p:cNvGrpSpPr/>
            <p:nvPr/>
          </p:nvGrpSpPr>
          <p:grpSpPr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9127" name="Google Shape;9127;p105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8" name="Google Shape;9128;p105"/>
              <p:cNvSpPr txBox="1"/>
              <p:nvPr/>
            </p:nvSpPr>
            <p:spPr>
              <a:xfrm>
                <a:off x="638" y="2954"/>
                <a:ext cx="388" cy="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9129" name="Google Shape;9129;p105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30" name="Google Shape;9130;p105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31" name="Google Shape;9131;p105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32" name="Google Shape;9132;p105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133" name="Google Shape;9133;p105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9134" name="Google Shape;9134;p10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5" name="Google Shape;9135;p105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6" name="Google Shape;9136;p10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7" name="Google Shape;9137;p10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8" name="Google Shape;9138;p105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39" name="Google Shape;9139;p105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9140" name="Google Shape;9140;p105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1" name="Google Shape;9141;p105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42" name="Google Shape;9142;p105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43" name="Google Shape;9143;p105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9144" name="Google Shape;9144;p105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5" name="Google Shape;9145;p105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46" name="Google Shape;9146;p105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7" name="Google Shape;9147;p105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48" name="Google Shape;9148;p105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9149" name="Google Shape;9149;p105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0" name="Google Shape;9150;p105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51" name="Google Shape;9151;p10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52" name="Google Shape;9152;p105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9153" name="Google Shape;9153;p105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4" name="Google Shape;9154;p105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55" name="Google Shape;9155;p105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6" name="Google Shape;9156;p10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7" name="Google Shape;9157;p10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8" name="Google Shape;9158;p105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9" name="Google Shape;9159;p10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0" name="Google Shape;9160;p105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1" name="Google Shape;9161;p105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2" name="Google Shape;9162;p105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3" name="Google Shape;9163;p105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4" name="Google Shape;9164;p105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5" name="Google Shape;9165;p105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66" name="Google Shape;9166;p105"/>
          <p:cNvGrpSpPr/>
          <p:nvPr/>
        </p:nvGrpSpPr>
        <p:grpSpPr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9167" name="Google Shape;9167;p105"/>
            <p:cNvGrpSpPr/>
            <p:nvPr/>
          </p:nvGrpSpPr>
          <p:grpSpPr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9168" name="Google Shape;9168;p105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69" name="Google Shape;9169;p105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grpSp>
          <p:nvGrpSpPr>
            <p:cNvPr id="9170" name="Google Shape;9170;p105"/>
            <p:cNvGrpSpPr/>
            <p:nvPr/>
          </p:nvGrpSpPr>
          <p:grpSpPr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9171" name="Google Shape;9171;p105"/>
              <p:cNvGrpSpPr/>
              <p:nvPr/>
            </p:nvGrpSpPr>
            <p:grpSpPr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9172" name="Google Shape;9172;p105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3" name="Google Shape;9173;p105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sp>
            <p:nvSpPr>
              <p:cNvPr id="9174" name="Google Shape;9174;p105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5" name="Google Shape;9175;p105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76" name="Google Shape;9176;p105"/>
            <p:cNvGrpSpPr/>
            <p:nvPr/>
          </p:nvGrpSpPr>
          <p:grpSpPr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9177" name="Google Shape;9177;p105"/>
              <p:cNvGrpSpPr/>
              <p:nvPr/>
            </p:nvGrpSpPr>
            <p:grpSpPr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9178" name="Google Shape;9178;p105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9" name="Google Shape;9179;p105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grpSp>
            <p:nvGrpSpPr>
              <p:cNvPr id="9180" name="Google Shape;9180;p105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181" name="Google Shape;9181;p105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82" name="Google Shape;9182;p105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183" name="Google Shape;9183;p105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184" name="Google Shape;9184;p105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5" name="Google Shape;9185;p105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86" name="Google Shape;9186;p105"/>
            <p:cNvSpPr/>
            <p:nvPr/>
          </p:nvSpPr>
          <p:spPr>
            <a:xfrm>
              <a:off x="393" y="729"/>
              <a:ext cx="240" cy="552"/>
            </a:xfrm>
            <a:prstGeom prst="downArrow">
              <a:avLst>
                <a:gd fmla="val 54167" name="adj1"/>
                <a:gd fmla="val 36928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87" name="Google Shape;9187;p105"/>
          <p:cNvSpPr/>
          <p:nvPr/>
        </p:nvSpPr>
        <p:spPr>
          <a:xfrm>
            <a:off x="4781672" y="1792392"/>
            <a:ext cx="3494531" cy="2590938"/>
          </a:xfrm>
          <a:custGeom>
            <a:rect b="b" l="l" r="r" t="t"/>
            <a:pathLst>
              <a:path extrusionOk="0" h="9973" w="10000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8" name="Google Shape;9188;p105"/>
          <p:cNvSpPr txBox="1"/>
          <p:nvPr/>
        </p:nvSpPr>
        <p:spPr>
          <a:xfrm>
            <a:off x="5524500" y="3671606"/>
            <a:ext cx="181133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Comcast network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68.80.0.0/13</a:t>
            </a:r>
            <a:endParaRPr/>
          </a:p>
        </p:txBody>
      </p:sp>
      <p:cxnSp>
        <p:nvCxnSpPr>
          <p:cNvPr id="9189" name="Google Shape;9189;p105"/>
          <p:cNvCxnSpPr/>
          <p:nvPr/>
        </p:nvCxnSpPr>
        <p:spPr>
          <a:xfrm flipH="1" rot="10800000">
            <a:off x="3670020" y="3535642"/>
            <a:ext cx="1819275" cy="7334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90" name="Google Shape;9190;p105"/>
          <p:cNvCxnSpPr/>
          <p:nvPr/>
        </p:nvCxnSpPr>
        <p:spPr>
          <a:xfrm flipH="1">
            <a:off x="6949888" y="2731714"/>
            <a:ext cx="260350" cy="2587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91" name="Google Shape;9191;p105"/>
          <p:cNvSpPr txBox="1"/>
          <p:nvPr/>
        </p:nvSpPr>
        <p:spPr>
          <a:xfrm>
            <a:off x="7402326" y="2150782"/>
            <a:ext cx="755335" cy="78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92" name="Google Shape;9192;p105"/>
          <p:cNvGrpSpPr/>
          <p:nvPr/>
        </p:nvGrpSpPr>
        <p:grpSpPr>
          <a:xfrm flipH="1">
            <a:off x="5635438" y="3627064"/>
            <a:ext cx="400050" cy="152400"/>
            <a:chOff x="3228" y="1776"/>
            <a:chExt cx="252" cy="96"/>
          </a:xfrm>
        </p:grpSpPr>
        <p:cxnSp>
          <p:nvCxnSpPr>
            <p:cNvPr id="9193" name="Google Shape;9193;p10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94" name="Google Shape;9194;p10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195" name="Google Shape;9195;p105"/>
          <p:cNvGrpSpPr/>
          <p:nvPr/>
        </p:nvGrpSpPr>
        <p:grpSpPr>
          <a:xfrm rot="10800000">
            <a:off x="5787838" y="3103189"/>
            <a:ext cx="400050" cy="152400"/>
            <a:chOff x="3228" y="1776"/>
            <a:chExt cx="252" cy="96"/>
          </a:xfrm>
        </p:grpSpPr>
        <p:cxnSp>
          <p:nvCxnSpPr>
            <p:cNvPr id="9196" name="Google Shape;9196;p10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97" name="Google Shape;9197;p10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198" name="Google Shape;9198;p105"/>
          <p:cNvGrpSpPr/>
          <p:nvPr/>
        </p:nvGrpSpPr>
        <p:grpSpPr>
          <a:xfrm rot="10800000">
            <a:off x="7888101" y="3793751"/>
            <a:ext cx="400050" cy="152400"/>
            <a:chOff x="3228" y="1776"/>
            <a:chExt cx="252" cy="96"/>
          </a:xfrm>
        </p:grpSpPr>
        <p:cxnSp>
          <p:nvCxnSpPr>
            <p:cNvPr id="9199" name="Google Shape;9199;p10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00" name="Google Shape;9200;p10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201" name="Google Shape;9201;p105"/>
          <p:cNvGrpSpPr/>
          <p:nvPr/>
        </p:nvGrpSpPr>
        <p:grpSpPr>
          <a:xfrm flipH="1" rot="10800000">
            <a:off x="7064188" y="3812801"/>
            <a:ext cx="295275" cy="114300"/>
            <a:chOff x="3228" y="1776"/>
            <a:chExt cx="252" cy="96"/>
          </a:xfrm>
        </p:grpSpPr>
        <p:cxnSp>
          <p:nvCxnSpPr>
            <p:cNvPr id="9202" name="Google Shape;9202;p10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03" name="Google Shape;9203;p10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204" name="Google Shape;9204;p105"/>
          <p:cNvGrpSpPr/>
          <p:nvPr/>
        </p:nvGrpSpPr>
        <p:grpSpPr>
          <a:xfrm rot="-10390311">
            <a:off x="7335651" y="3155576"/>
            <a:ext cx="452437" cy="57150"/>
            <a:chOff x="3228" y="1776"/>
            <a:chExt cx="252" cy="96"/>
          </a:xfrm>
        </p:grpSpPr>
        <p:cxnSp>
          <p:nvCxnSpPr>
            <p:cNvPr id="9205" name="Google Shape;9205;p10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06" name="Google Shape;9206;p10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207" name="Google Shape;9207;p105"/>
          <p:cNvGrpSpPr/>
          <p:nvPr/>
        </p:nvGrpSpPr>
        <p:grpSpPr>
          <a:xfrm>
            <a:off x="6478401" y="3360364"/>
            <a:ext cx="295275" cy="114300"/>
            <a:chOff x="3228" y="1776"/>
            <a:chExt cx="252" cy="96"/>
          </a:xfrm>
        </p:grpSpPr>
        <p:cxnSp>
          <p:nvCxnSpPr>
            <p:cNvPr id="9208" name="Google Shape;9208;p10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09" name="Google Shape;9209;p10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210" name="Google Shape;9210;p105"/>
          <p:cNvGrpSpPr/>
          <p:nvPr/>
        </p:nvGrpSpPr>
        <p:grpSpPr>
          <a:xfrm flipH="1">
            <a:off x="7116576" y="3360364"/>
            <a:ext cx="295275" cy="114300"/>
            <a:chOff x="3228" y="1776"/>
            <a:chExt cx="252" cy="96"/>
          </a:xfrm>
        </p:grpSpPr>
        <p:cxnSp>
          <p:nvCxnSpPr>
            <p:cNvPr id="9211" name="Google Shape;9211;p10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12" name="Google Shape;9212;p10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213" name="Google Shape;9213;p105"/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9214" name="Google Shape;9214;p10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215" name="Google Shape;9215;p10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216" name="Google Shape;9216;p10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17" name="Google Shape;9217;p10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8" name="Google Shape;9218;p10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9" name="Google Shape;9219;p10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0" name="Google Shape;9220;p10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21" name="Google Shape;9221;p105"/>
          <p:cNvGrpSpPr/>
          <p:nvPr/>
        </p:nvGrpSpPr>
        <p:grpSpPr>
          <a:xfrm>
            <a:off x="6497225" y="2978957"/>
            <a:ext cx="853832" cy="472456"/>
            <a:chOff x="7493876" y="2774731"/>
            <a:chExt cx="1481958" cy="894622"/>
          </a:xfrm>
        </p:grpSpPr>
        <p:sp>
          <p:nvSpPr>
            <p:cNvPr id="9222" name="Google Shape;9222;p10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223" name="Google Shape;9223;p10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224" name="Google Shape;9224;p10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25" name="Google Shape;9225;p10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6" name="Google Shape;9226;p10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7" name="Google Shape;9227;p10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8" name="Google Shape;9228;p10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29" name="Google Shape;9229;p105"/>
          <p:cNvGrpSpPr/>
          <p:nvPr/>
        </p:nvGrpSpPr>
        <p:grpSpPr>
          <a:xfrm>
            <a:off x="7241295" y="3709582"/>
            <a:ext cx="853832" cy="472456"/>
            <a:chOff x="7493876" y="2774731"/>
            <a:chExt cx="1481958" cy="894622"/>
          </a:xfrm>
        </p:grpSpPr>
        <p:sp>
          <p:nvSpPr>
            <p:cNvPr id="9230" name="Google Shape;9230;p10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231" name="Google Shape;9231;p10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232" name="Google Shape;9232;p10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33" name="Google Shape;9233;p10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4" name="Google Shape;9234;p10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5" name="Google Shape;9235;p10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6" name="Google Shape;9236;p10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37" name="Google Shape;9237;p105"/>
          <p:cNvGrpSpPr/>
          <p:nvPr/>
        </p:nvGrpSpPr>
        <p:grpSpPr>
          <a:xfrm>
            <a:off x="605761" y="1183316"/>
            <a:ext cx="460375" cy="244475"/>
            <a:chOff x="844" y="3337"/>
            <a:chExt cx="290" cy="154"/>
          </a:xfrm>
        </p:grpSpPr>
        <p:sp>
          <p:nvSpPr>
            <p:cNvPr id="9238" name="Google Shape;9238;p105"/>
            <p:cNvSpPr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9" name="Google Shape;9239;p105"/>
            <p:cNvSpPr txBox="1"/>
            <p:nvPr/>
          </p:nvSpPr>
          <p:spPr>
            <a:xfrm>
              <a:off x="844" y="3337"/>
              <a:ext cx="285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DNS</a:t>
              </a:r>
              <a:endParaRPr/>
            </a:p>
          </p:txBody>
        </p:sp>
      </p:grpSp>
      <p:grpSp>
        <p:nvGrpSpPr>
          <p:cNvPr id="9240" name="Google Shape;9240;p105"/>
          <p:cNvGrpSpPr/>
          <p:nvPr/>
        </p:nvGrpSpPr>
        <p:grpSpPr>
          <a:xfrm>
            <a:off x="545436" y="1408741"/>
            <a:ext cx="561975" cy="244475"/>
            <a:chOff x="740" y="3209"/>
            <a:chExt cx="354" cy="154"/>
          </a:xfrm>
        </p:grpSpPr>
        <p:grpSp>
          <p:nvGrpSpPr>
            <p:cNvPr id="9241" name="Google Shape;9241;p105"/>
            <p:cNvGrpSpPr/>
            <p:nvPr/>
          </p:nvGrpSpPr>
          <p:grpSpPr>
            <a:xfrm>
              <a:off x="794" y="3209"/>
              <a:ext cx="290" cy="154"/>
              <a:chOff x="844" y="3337"/>
              <a:chExt cx="290" cy="154"/>
            </a:xfrm>
          </p:grpSpPr>
          <p:sp>
            <p:nvSpPr>
              <p:cNvPr id="9242" name="Google Shape;9242;p105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3" name="Google Shape;9243;p105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sp>
          <p:nvSpPr>
            <p:cNvPr id="9244" name="Google Shape;9244;p105"/>
            <p:cNvSpPr/>
            <p:nvPr/>
          </p:nvSpPr>
          <p:spPr>
            <a:xfrm>
              <a:off x="750" y="3244"/>
              <a:ext cx="88" cy="82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5" name="Google Shape;9245;p105"/>
            <p:cNvSpPr/>
            <p:nvPr/>
          </p:nvSpPr>
          <p:spPr>
            <a:xfrm>
              <a:off x="740" y="3238"/>
              <a:ext cx="354" cy="94"/>
            </a:xfrm>
            <a:prstGeom prst="rect">
              <a:avLst/>
            </a:prstGeom>
            <a:noFill/>
            <a:ln cap="flat" cmpd="sng" w="9525">
              <a:solidFill>
                <a:srgbClr val="00CC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46" name="Google Shape;9246;p105"/>
          <p:cNvGrpSpPr/>
          <p:nvPr/>
        </p:nvGrpSpPr>
        <p:grpSpPr>
          <a:xfrm>
            <a:off x="545436" y="1643691"/>
            <a:ext cx="561975" cy="244475"/>
            <a:chOff x="836" y="3305"/>
            <a:chExt cx="354" cy="154"/>
          </a:xfrm>
        </p:grpSpPr>
        <p:grpSp>
          <p:nvGrpSpPr>
            <p:cNvPr id="9247" name="Google Shape;9247;p105"/>
            <p:cNvGrpSpPr/>
            <p:nvPr/>
          </p:nvGrpSpPr>
          <p:grpSpPr>
            <a:xfrm>
              <a:off x="890" y="3305"/>
              <a:ext cx="290" cy="154"/>
              <a:chOff x="844" y="3337"/>
              <a:chExt cx="290" cy="154"/>
            </a:xfrm>
          </p:grpSpPr>
          <p:sp>
            <p:nvSpPr>
              <p:cNvPr id="9248" name="Google Shape;9248;p105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9" name="Google Shape;9249;p105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grpSp>
          <p:nvGrpSpPr>
            <p:cNvPr id="9250" name="Google Shape;9250;p105"/>
            <p:cNvGrpSpPr/>
            <p:nvPr/>
          </p:nvGrpSpPr>
          <p:grpSpPr>
            <a:xfrm>
              <a:off x="836" y="3334"/>
              <a:ext cx="354" cy="94"/>
              <a:chOff x="836" y="3334"/>
              <a:chExt cx="354" cy="94"/>
            </a:xfrm>
          </p:grpSpPr>
          <p:sp>
            <p:nvSpPr>
              <p:cNvPr id="9251" name="Google Shape;9251;p105"/>
              <p:cNvSpPr/>
              <p:nvPr/>
            </p:nvSpPr>
            <p:spPr>
              <a:xfrm>
                <a:off x="846" y="3340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2" name="Google Shape;9252;p105"/>
              <p:cNvSpPr/>
              <p:nvPr/>
            </p:nvSpPr>
            <p:spPr>
              <a:xfrm>
                <a:off x="836" y="333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253" name="Google Shape;9253;p105"/>
          <p:cNvGrpSpPr/>
          <p:nvPr/>
        </p:nvGrpSpPr>
        <p:grpSpPr>
          <a:xfrm>
            <a:off x="366049" y="1675441"/>
            <a:ext cx="762000" cy="177800"/>
            <a:chOff x="627" y="3377"/>
            <a:chExt cx="480" cy="112"/>
          </a:xfrm>
        </p:grpSpPr>
        <p:sp>
          <p:nvSpPr>
            <p:cNvPr id="9254" name="Google Shape;9254;p105"/>
            <p:cNvSpPr/>
            <p:nvPr/>
          </p:nvSpPr>
          <p:spPr>
            <a:xfrm>
              <a:off x="636" y="3388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5" name="Google Shape;9255;p105"/>
            <p:cNvSpPr/>
            <p:nvPr/>
          </p:nvSpPr>
          <p:spPr>
            <a:xfrm>
              <a:off x="627" y="3377"/>
              <a:ext cx="480" cy="112"/>
            </a:xfrm>
            <a:prstGeom prst="rect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56" name="Google Shape;9256;p105"/>
          <p:cNvGrpSpPr/>
          <p:nvPr/>
        </p:nvGrpSpPr>
        <p:grpSpPr>
          <a:xfrm>
            <a:off x="170786" y="1907216"/>
            <a:ext cx="1081088" cy="244475"/>
            <a:chOff x="504" y="3523"/>
            <a:chExt cx="681" cy="154"/>
          </a:xfrm>
        </p:grpSpPr>
        <p:grpSp>
          <p:nvGrpSpPr>
            <p:cNvPr id="9257" name="Google Shape;9257;p105"/>
            <p:cNvGrpSpPr/>
            <p:nvPr/>
          </p:nvGrpSpPr>
          <p:grpSpPr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9258" name="Google Shape;9258;p105"/>
              <p:cNvGrpSpPr/>
              <p:nvPr/>
            </p:nvGrpSpPr>
            <p:grpSpPr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9259" name="Google Shape;9259;p105"/>
                <p:cNvGrpSpPr/>
                <p:nvPr/>
              </p:nvGrpSpPr>
              <p:grpSpPr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260" name="Google Shape;9260;p105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61" name="Google Shape;9261;p105"/>
                  <p:cNvSpPr txBox="1"/>
                  <p:nvPr/>
                </p:nvSpPr>
                <p:spPr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DNS</a:t>
                    </a:r>
                    <a:endParaRPr/>
                  </a:p>
                </p:txBody>
              </p:sp>
            </p:grpSp>
            <p:grpSp>
              <p:nvGrpSpPr>
                <p:cNvPr id="9262" name="Google Shape;9262;p105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263" name="Google Shape;9263;p105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64" name="Google Shape;9264;p105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9265" name="Google Shape;9265;p105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6" name="Google Shape;9266;p105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67" name="Google Shape;9267;p105"/>
            <p:cNvSpPr/>
            <p:nvPr/>
          </p:nvSpPr>
          <p:spPr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8" name="Google Shape;9268;p105"/>
            <p:cNvSpPr/>
            <p:nvPr/>
          </p:nvSpPr>
          <p:spPr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9" name="Google Shape;9269;p105"/>
            <p:cNvSpPr/>
            <p:nvPr/>
          </p:nvSpPr>
          <p:spPr>
            <a:xfrm>
              <a:off x="504" y="3529"/>
              <a:ext cx="681" cy="13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70" name="Google Shape;9270;p105"/>
          <p:cNvSpPr/>
          <p:nvPr/>
        </p:nvSpPr>
        <p:spPr>
          <a:xfrm>
            <a:off x="713711" y="1183316"/>
            <a:ext cx="381000" cy="1166813"/>
          </a:xfrm>
          <a:prstGeom prst="downArrow">
            <a:avLst>
              <a:gd fmla="val 54167" name="adj1"/>
              <a:gd fmla="val 49170" name="adj2"/>
            </a:avLst>
          </a:prstGeom>
          <a:gradFill>
            <a:gsLst>
              <a:gs pos="0">
                <a:srgbClr val="FF0000">
                  <a:alpha val="24705"/>
                </a:srgbClr>
              </a:gs>
              <a:gs pos="100000">
                <a:srgbClr val="FF0000">
                  <a:alpha val="2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71" name="Google Shape;9271;p105"/>
          <p:cNvGrpSpPr/>
          <p:nvPr/>
        </p:nvGrpSpPr>
        <p:grpSpPr>
          <a:xfrm>
            <a:off x="185921" y="2355452"/>
            <a:ext cx="1081088" cy="244475"/>
            <a:chOff x="504" y="3523"/>
            <a:chExt cx="681" cy="154"/>
          </a:xfrm>
        </p:grpSpPr>
        <p:grpSp>
          <p:nvGrpSpPr>
            <p:cNvPr id="9272" name="Google Shape;9272;p105"/>
            <p:cNvGrpSpPr/>
            <p:nvPr/>
          </p:nvGrpSpPr>
          <p:grpSpPr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9273" name="Google Shape;9273;p105"/>
              <p:cNvGrpSpPr/>
              <p:nvPr/>
            </p:nvGrpSpPr>
            <p:grpSpPr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9274" name="Google Shape;9274;p105"/>
                <p:cNvGrpSpPr/>
                <p:nvPr/>
              </p:nvGrpSpPr>
              <p:grpSpPr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275" name="Google Shape;9275;p105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76" name="Google Shape;9276;p105"/>
                  <p:cNvSpPr txBox="1"/>
                  <p:nvPr/>
                </p:nvSpPr>
                <p:spPr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DNS</a:t>
                    </a:r>
                    <a:endParaRPr/>
                  </a:p>
                </p:txBody>
              </p:sp>
            </p:grpSp>
            <p:grpSp>
              <p:nvGrpSpPr>
                <p:cNvPr id="9277" name="Google Shape;9277;p105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278" name="Google Shape;9278;p105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79" name="Google Shape;9279;p105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9280" name="Google Shape;9280;p105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1" name="Google Shape;9281;p105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82" name="Google Shape;9282;p105"/>
            <p:cNvSpPr/>
            <p:nvPr/>
          </p:nvSpPr>
          <p:spPr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3" name="Google Shape;9283;p105"/>
            <p:cNvSpPr/>
            <p:nvPr/>
          </p:nvSpPr>
          <p:spPr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4" name="Google Shape;9284;p105"/>
            <p:cNvSpPr/>
            <p:nvPr/>
          </p:nvSpPr>
          <p:spPr>
            <a:xfrm>
              <a:off x="504" y="3529"/>
              <a:ext cx="681" cy="13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85" name="Google Shape;9285;p105"/>
          <p:cNvSpPr/>
          <p:nvPr/>
        </p:nvSpPr>
        <p:spPr>
          <a:xfrm>
            <a:off x="402783" y="4451462"/>
            <a:ext cx="3216717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datagram containing DNS query forwarded via LAN switch from client to 1</a:t>
            </a:r>
            <a:r>
              <a:rPr baseline="3000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hop router</a:t>
            </a:r>
            <a:endParaRPr/>
          </a:p>
        </p:txBody>
      </p:sp>
      <p:sp>
        <p:nvSpPr>
          <p:cNvPr id="9286" name="Google Shape;9286;p105"/>
          <p:cNvSpPr/>
          <p:nvPr/>
        </p:nvSpPr>
        <p:spPr>
          <a:xfrm>
            <a:off x="4396562" y="4626361"/>
            <a:ext cx="5141138" cy="1482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datagram forwarded from campus network into Comcast network, routed (tables created by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RIP, OSPF, IS-IS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and/or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BGP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routing protocols) to DNS server</a:t>
            </a:r>
            <a:endParaRPr/>
          </a:p>
        </p:txBody>
      </p:sp>
      <p:sp>
        <p:nvSpPr>
          <p:cNvPr id="9287" name="Google Shape;9287;p105"/>
          <p:cNvSpPr/>
          <p:nvPr/>
        </p:nvSpPr>
        <p:spPr>
          <a:xfrm>
            <a:off x="8631237" y="1456182"/>
            <a:ext cx="3230563" cy="1292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demuxed to DNS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 replies to client with IP address of www.google.com </a:t>
            </a:r>
            <a:endParaRPr/>
          </a:p>
        </p:txBody>
      </p:sp>
      <p:grpSp>
        <p:nvGrpSpPr>
          <p:cNvPr id="9288" name="Google Shape;9288;p105"/>
          <p:cNvGrpSpPr/>
          <p:nvPr/>
        </p:nvGrpSpPr>
        <p:grpSpPr>
          <a:xfrm>
            <a:off x="5809991" y="1480142"/>
            <a:ext cx="1317624" cy="1314450"/>
            <a:chOff x="931" y="1941"/>
            <a:chExt cx="830" cy="828"/>
          </a:xfrm>
        </p:grpSpPr>
        <p:sp>
          <p:nvSpPr>
            <p:cNvPr id="9289" name="Google Shape;9289;p105"/>
            <p:cNvSpPr/>
            <p:nvPr/>
          </p:nvSpPr>
          <p:spPr>
            <a:xfrm>
              <a:off x="1424" y="1965"/>
              <a:ext cx="337" cy="801"/>
            </a:xfrm>
            <a:custGeom>
              <a:rect b="b" l="l" r="r" t="t"/>
              <a:pathLst>
                <a:path extrusionOk="0" h="10000" w="10024">
                  <a:moveTo>
                    <a:pt x="254" y="0"/>
                  </a:moveTo>
                  <a:cubicBezTo>
                    <a:pt x="3503" y="1673"/>
                    <a:pt x="6158" y="3657"/>
                    <a:pt x="10000" y="5019"/>
                  </a:cubicBezTo>
                  <a:lnTo>
                    <a:pt x="10024" y="6921"/>
                  </a:lnTo>
                  <a:cubicBezTo>
                    <a:pt x="4939" y="8134"/>
                    <a:pt x="3414" y="8974"/>
                    <a:pt x="109" y="10000"/>
                  </a:cubicBezTo>
                  <a:cubicBezTo>
                    <a:pt x="151" y="8893"/>
                    <a:pt x="194" y="7786"/>
                    <a:pt x="236" y="6679"/>
                  </a:cubicBezTo>
                  <a:cubicBezTo>
                    <a:pt x="157" y="5997"/>
                    <a:pt x="79" y="5314"/>
                    <a:pt x="0" y="4632"/>
                  </a:cubicBezTo>
                  <a:cubicBezTo>
                    <a:pt x="85" y="3088"/>
                    <a:pt x="169" y="1544"/>
                    <a:pt x="254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99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90" name="Google Shape;9290;p105"/>
            <p:cNvGrpSpPr/>
            <p:nvPr/>
          </p:nvGrpSpPr>
          <p:grpSpPr>
            <a:xfrm>
              <a:off x="931" y="1941"/>
              <a:ext cx="500" cy="828"/>
              <a:chOff x="569" y="2954"/>
              <a:chExt cx="500" cy="828"/>
            </a:xfrm>
          </p:grpSpPr>
          <p:sp>
            <p:nvSpPr>
              <p:cNvPr id="9291" name="Google Shape;9291;p105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2" name="Google Shape;9292;p105"/>
              <p:cNvSpPr txBox="1"/>
              <p:nvPr/>
            </p:nvSpPr>
            <p:spPr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9293" name="Google Shape;9293;p105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94" name="Google Shape;9294;p105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95" name="Google Shape;9295;p105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96" name="Google Shape;9296;p105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297" name="Google Shape;9297;p105"/>
          <p:cNvGrpSpPr/>
          <p:nvPr/>
        </p:nvGrpSpPr>
        <p:grpSpPr>
          <a:xfrm>
            <a:off x="4711442" y="1600792"/>
            <a:ext cx="1081087" cy="1217613"/>
            <a:chOff x="1404" y="3105"/>
            <a:chExt cx="681" cy="767"/>
          </a:xfrm>
        </p:grpSpPr>
        <p:grpSp>
          <p:nvGrpSpPr>
            <p:cNvPr id="9298" name="Google Shape;9298;p105"/>
            <p:cNvGrpSpPr/>
            <p:nvPr/>
          </p:nvGrpSpPr>
          <p:grpSpPr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9299" name="Google Shape;9299;p105"/>
              <p:cNvGrpSpPr/>
              <p:nvPr/>
            </p:nvGrpSpPr>
            <p:grpSpPr>
              <a:xfrm>
                <a:off x="278" y="886"/>
                <a:ext cx="354" cy="154"/>
                <a:chOff x="740" y="3209"/>
                <a:chExt cx="354" cy="154"/>
              </a:xfrm>
            </p:grpSpPr>
            <p:grpSp>
              <p:nvGrpSpPr>
                <p:cNvPr id="9300" name="Google Shape;9300;p105"/>
                <p:cNvGrpSpPr/>
                <p:nvPr/>
              </p:nvGrpSpPr>
              <p:grpSpPr>
                <a:xfrm>
                  <a:off x="794" y="3209"/>
                  <a:ext cx="290" cy="154"/>
                  <a:chOff x="844" y="3337"/>
                  <a:chExt cx="290" cy="154"/>
                </a:xfrm>
              </p:grpSpPr>
              <p:sp>
                <p:nvSpPr>
                  <p:cNvPr id="9301" name="Google Shape;9301;p105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02" name="Google Shape;9302;p105"/>
                  <p:cNvSpPr txBox="1"/>
                  <p:nvPr/>
                </p:nvSpPr>
                <p:spPr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DNS</a:t>
                    </a:r>
                    <a:endParaRPr/>
                  </a:p>
                </p:txBody>
              </p:sp>
            </p:grpSp>
            <p:sp>
              <p:nvSpPr>
                <p:cNvPr id="9303" name="Google Shape;9303;p105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4" name="Google Shape;9304;p105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305" name="Google Shape;9305;p105"/>
              <p:cNvGrpSpPr/>
              <p:nvPr/>
            </p:nvGrpSpPr>
            <p:grpSpPr>
              <a:xfrm>
                <a:off x="278" y="1034"/>
                <a:ext cx="354" cy="154"/>
                <a:chOff x="836" y="3305"/>
                <a:chExt cx="354" cy="154"/>
              </a:xfrm>
            </p:grpSpPr>
            <p:grpSp>
              <p:nvGrpSpPr>
                <p:cNvPr id="9306" name="Google Shape;9306;p105"/>
                <p:cNvGrpSpPr/>
                <p:nvPr/>
              </p:nvGrpSpPr>
              <p:grpSpPr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307" name="Google Shape;9307;p105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08" name="Google Shape;9308;p105"/>
                  <p:cNvSpPr txBox="1"/>
                  <p:nvPr/>
                </p:nvSpPr>
                <p:spPr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DNS</a:t>
                    </a:r>
                    <a:endParaRPr/>
                  </a:p>
                </p:txBody>
              </p:sp>
            </p:grpSp>
            <p:grpSp>
              <p:nvGrpSpPr>
                <p:cNvPr id="9309" name="Google Shape;9309;p105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310" name="Google Shape;9310;p105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11" name="Google Shape;9311;p105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9312" name="Google Shape;9312;p105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9313" name="Google Shape;9313;p105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14" name="Google Shape;9314;p105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315" name="Google Shape;9315;p105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9316" name="Google Shape;9316;p105"/>
                <p:cNvGrpSpPr/>
                <p:nvPr/>
              </p:nvGrpSpPr>
              <p:grpSpPr>
                <a:xfrm>
                  <a:off x="623" y="3523"/>
                  <a:ext cx="480" cy="154"/>
                  <a:chOff x="723" y="3453"/>
                  <a:chExt cx="480" cy="154"/>
                </a:xfrm>
              </p:grpSpPr>
              <p:grpSp>
                <p:nvGrpSpPr>
                  <p:cNvPr id="9317" name="Google Shape;9317;p105"/>
                  <p:cNvGrpSpPr/>
                  <p:nvPr/>
                </p:nvGrpSpPr>
                <p:grpSpPr>
                  <a:xfrm>
                    <a:off x="836" y="3453"/>
                    <a:ext cx="354" cy="154"/>
                    <a:chOff x="836" y="3305"/>
                    <a:chExt cx="354" cy="154"/>
                  </a:xfrm>
                </p:grpSpPr>
                <p:grpSp>
                  <p:nvGrpSpPr>
                    <p:cNvPr id="9318" name="Google Shape;9318;p105"/>
                    <p:cNvGrpSpPr/>
                    <p:nvPr/>
                  </p:nvGrpSpPr>
                  <p:grpSpPr>
                    <a:xfrm>
                      <a:off x="890" y="3305"/>
                      <a:ext cx="290" cy="154"/>
                      <a:chOff x="844" y="3337"/>
                      <a:chExt cx="290" cy="154"/>
                    </a:xfrm>
                  </p:grpSpPr>
                  <p:sp>
                    <p:nvSpPr>
                      <p:cNvPr id="9319" name="Google Shape;9319;p105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9320" name="Google Shape;9320;p105"/>
                      <p:cNvSpPr txBox="1"/>
                      <p:nvPr/>
                    </p:nvSpPr>
                    <p:spPr>
                      <a:xfrm>
                        <a:off x="844" y="3337"/>
                        <a:ext cx="28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DNS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9321" name="Google Shape;9321;p105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9322" name="Google Shape;9322;p105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9323" name="Google Shape;9323;p105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9324" name="Google Shape;9324;p105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25" name="Google Shape;9325;p105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326" name="Google Shape;9326;p105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27" name="Google Shape;9327;p105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28" name="Google Shape;9328;p105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9329" name="Google Shape;9329;p105"/>
            <p:cNvSpPr/>
            <p:nvPr/>
          </p:nvSpPr>
          <p:spPr>
            <a:xfrm rot="10800000">
              <a:off x="1727" y="3105"/>
              <a:ext cx="240" cy="767"/>
            </a:xfrm>
            <a:prstGeom prst="downArrow">
              <a:avLst>
                <a:gd fmla="val 54167" name="adj1"/>
                <a:gd fmla="val 51311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30" name="Google Shape;9330;p105"/>
            <p:cNvGrpSpPr/>
            <p:nvPr/>
          </p:nvGrpSpPr>
          <p:grpSpPr>
            <a:xfrm>
              <a:off x="1695" y="3227"/>
              <a:ext cx="290" cy="154"/>
              <a:chOff x="844" y="3337"/>
              <a:chExt cx="290" cy="154"/>
            </a:xfrm>
          </p:grpSpPr>
          <p:sp>
            <p:nvSpPr>
              <p:cNvPr id="9331" name="Google Shape;9331;p105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2" name="Google Shape;9332;p105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</p:grpSp>
      <p:grpSp>
        <p:nvGrpSpPr>
          <p:cNvPr id="9333" name="Google Shape;9333;p105"/>
          <p:cNvGrpSpPr/>
          <p:nvPr/>
        </p:nvGrpSpPr>
        <p:grpSpPr>
          <a:xfrm>
            <a:off x="7043551" y="2123701"/>
            <a:ext cx="358775" cy="623888"/>
            <a:chOff x="4140" y="429"/>
            <a:chExt cx="1425" cy="2396"/>
          </a:xfrm>
        </p:grpSpPr>
        <p:sp>
          <p:nvSpPr>
            <p:cNvPr id="9334" name="Google Shape;9334;p10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5" name="Google Shape;9335;p105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6" name="Google Shape;9336;p10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7" name="Google Shape;9337;p10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8" name="Google Shape;9338;p105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39" name="Google Shape;9339;p105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9340" name="Google Shape;9340;p105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41" name="Google Shape;9341;p105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42" name="Google Shape;9342;p105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43" name="Google Shape;9343;p105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9344" name="Google Shape;9344;p105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45" name="Google Shape;9345;p105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46" name="Google Shape;9346;p105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7" name="Google Shape;9347;p105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48" name="Google Shape;9348;p105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9349" name="Google Shape;9349;p105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50" name="Google Shape;9350;p105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51" name="Google Shape;9351;p10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52" name="Google Shape;9352;p105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9353" name="Google Shape;9353;p105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54" name="Google Shape;9354;p105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55" name="Google Shape;9355;p105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6" name="Google Shape;9356;p10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7" name="Google Shape;9357;p10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8" name="Google Shape;9358;p105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9" name="Google Shape;9359;p10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0" name="Google Shape;9360;p105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1" name="Google Shape;9361;p105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2" name="Google Shape;9362;p105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3" name="Google Shape;9363;p105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4" name="Google Shape;9364;p105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5" name="Google Shape;9365;p105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66" name="Google Shape;9366;p105"/>
          <p:cNvGrpSpPr/>
          <p:nvPr/>
        </p:nvGrpSpPr>
        <p:grpSpPr>
          <a:xfrm>
            <a:off x="4395993" y="1490721"/>
            <a:ext cx="460375" cy="487292"/>
            <a:chOff x="4568161" y="1475417"/>
            <a:chExt cx="460375" cy="487292"/>
          </a:xfrm>
        </p:grpSpPr>
        <p:grpSp>
          <p:nvGrpSpPr>
            <p:cNvPr id="9367" name="Google Shape;9367;p105"/>
            <p:cNvGrpSpPr/>
            <p:nvPr/>
          </p:nvGrpSpPr>
          <p:grpSpPr>
            <a:xfrm>
              <a:off x="4568161" y="1500816"/>
              <a:ext cx="460375" cy="244475"/>
              <a:chOff x="844" y="3337"/>
              <a:chExt cx="290" cy="154"/>
            </a:xfrm>
          </p:grpSpPr>
          <p:sp>
            <p:nvSpPr>
              <p:cNvPr id="9368" name="Google Shape;9368;p105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69" name="Google Shape;9369;p105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sp>
          <p:nvSpPr>
            <p:cNvPr id="9370" name="Google Shape;9370;p105"/>
            <p:cNvSpPr/>
            <p:nvPr/>
          </p:nvSpPr>
          <p:spPr>
            <a:xfrm>
              <a:off x="4627915" y="1475417"/>
              <a:ext cx="381000" cy="487292"/>
            </a:xfrm>
            <a:prstGeom prst="downArrow">
              <a:avLst>
                <a:gd fmla="val 54167" name="adj1"/>
                <a:gd fmla="val 49170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5" name="Shape 9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6" name="Google Shape;9376;p106"/>
          <p:cNvSpPr txBox="1"/>
          <p:nvPr>
            <p:ph type="title"/>
          </p:nvPr>
        </p:nvSpPr>
        <p:spPr>
          <a:xfrm>
            <a:off x="811306" y="303903"/>
            <a:ext cx="10999694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 day in the life…TCP connection carrying HTTP</a:t>
            </a:r>
            <a:endParaRPr b="0"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7" name="Google Shape;9377;p10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78" name="Google Shape;9378;p106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79" name="Google Shape;9379;p106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80" name="Google Shape;9380;p106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81" name="Google Shape;9381;p106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382" name="Google Shape;9382;p106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383" name="Google Shape;9383;p106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9384" name="Google Shape;9384;p10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5" name="Google Shape;9385;p10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86" name="Google Shape;9386;p10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9387" name="Google Shape;9387;p10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8" name="Google Shape;9388;p10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9" name="Google Shape;9389;p10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0" name="Google Shape;9390;p10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391" name="Google Shape;9391;p106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392" name="Google Shape;9392;p106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393" name="Google Shape;9393;p106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9394" name="Google Shape;9394;p106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9395" name="Google Shape;9395;p10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396" name="Google Shape;9396;p10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397" name="Google Shape;9397;p10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398" name="Google Shape;9398;p10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9" name="Google Shape;9399;p10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0" name="Google Shape;9400;p10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1" name="Google Shape;9401;p10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402" name="Google Shape;9402;p106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9403" name="Google Shape;9403;p10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4" name="Google Shape;9404;p106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5" name="Google Shape;9405;p10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6" name="Google Shape;9406;p10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7" name="Google Shape;9407;p106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08" name="Google Shape;9408;p106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9409" name="Google Shape;9409;p106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10" name="Google Shape;9410;p106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11" name="Google Shape;9411;p106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12" name="Google Shape;9412;p106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9413" name="Google Shape;9413;p106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14" name="Google Shape;9414;p106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15" name="Google Shape;9415;p106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6" name="Google Shape;9416;p106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17" name="Google Shape;9417;p106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9418" name="Google Shape;9418;p106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19" name="Google Shape;9419;p106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20" name="Google Shape;9420;p10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21" name="Google Shape;9421;p106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9422" name="Google Shape;9422;p106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23" name="Google Shape;9423;p106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24" name="Google Shape;9424;p106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5" name="Google Shape;9425;p10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6" name="Google Shape;9426;p10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7" name="Google Shape;9427;p106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8" name="Google Shape;9428;p10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9" name="Google Shape;9429;p106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0" name="Google Shape;9430;p106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1" name="Google Shape;9431;p106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2" name="Google Shape;9432;p106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3" name="Google Shape;9433;p106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4" name="Google Shape;9434;p106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35" name="Google Shape;9435;p106"/>
          <p:cNvGrpSpPr/>
          <p:nvPr/>
        </p:nvGrpSpPr>
        <p:grpSpPr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9436" name="Google Shape;9436;p106"/>
            <p:cNvGrpSpPr/>
            <p:nvPr/>
          </p:nvGrpSpPr>
          <p:grpSpPr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9437" name="Google Shape;9437;p106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38" name="Google Shape;9438;p106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grpSp>
          <p:nvGrpSpPr>
            <p:cNvPr id="9439" name="Google Shape;9439;p106"/>
            <p:cNvGrpSpPr/>
            <p:nvPr/>
          </p:nvGrpSpPr>
          <p:grpSpPr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9440" name="Google Shape;9440;p106"/>
              <p:cNvGrpSpPr/>
              <p:nvPr/>
            </p:nvGrpSpPr>
            <p:grpSpPr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9441" name="Google Shape;9441;p106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42" name="Google Shape;9442;p106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sp>
            <p:nvSpPr>
              <p:cNvPr id="9443" name="Google Shape;9443;p106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44" name="Google Shape;9444;p106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445" name="Google Shape;9445;p106"/>
            <p:cNvGrpSpPr/>
            <p:nvPr/>
          </p:nvGrpSpPr>
          <p:grpSpPr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9446" name="Google Shape;9446;p106"/>
              <p:cNvGrpSpPr/>
              <p:nvPr/>
            </p:nvGrpSpPr>
            <p:grpSpPr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9447" name="Google Shape;9447;p106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48" name="Google Shape;9448;p106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grpSp>
            <p:nvGrpSpPr>
              <p:cNvPr id="9449" name="Google Shape;9449;p106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450" name="Google Shape;9450;p106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51" name="Google Shape;9451;p106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452" name="Google Shape;9452;p106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453" name="Google Shape;9453;p106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54" name="Google Shape;9454;p106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55" name="Google Shape;9455;p106"/>
            <p:cNvSpPr/>
            <p:nvPr/>
          </p:nvSpPr>
          <p:spPr>
            <a:xfrm>
              <a:off x="393" y="729"/>
              <a:ext cx="240" cy="552"/>
            </a:xfrm>
            <a:prstGeom prst="downArrow">
              <a:avLst>
                <a:gd fmla="val 54167" name="adj1"/>
                <a:gd fmla="val 36928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56" name="Google Shape;9456;p106"/>
          <p:cNvSpPr/>
          <p:nvPr/>
        </p:nvSpPr>
        <p:spPr>
          <a:xfrm>
            <a:off x="4781673" y="1792392"/>
            <a:ext cx="3486028" cy="2590938"/>
          </a:xfrm>
          <a:custGeom>
            <a:rect b="b" l="l" r="r" t="t"/>
            <a:pathLst>
              <a:path extrusionOk="0" h="9973" w="10000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7" name="Google Shape;9457;p106"/>
          <p:cNvSpPr txBox="1"/>
          <p:nvPr/>
        </p:nvSpPr>
        <p:spPr>
          <a:xfrm>
            <a:off x="4838700" y="2566706"/>
            <a:ext cx="181133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Comcast network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68.80.0.0/13</a:t>
            </a:r>
            <a:endParaRPr/>
          </a:p>
        </p:txBody>
      </p:sp>
      <p:cxnSp>
        <p:nvCxnSpPr>
          <p:cNvPr id="9458" name="Google Shape;9458;p106"/>
          <p:cNvCxnSpPr/>
          <p:nvPr/>
        </p:nvCxnSpPr>
        <p:spPr>
          <a:xfrm flipH="1" rot="10800000">
            <a:off x="3670020" y="3535642"/>
            <a:ext cx="1819275" cy="7334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459" name="Google Shape;9459;p106"/>
          <p:cNvGrpSpPr/>
          <p:nvPr/>
        </p:nvGrpSpPr>
        <p:grpSpPr>
          <a:xfrm flipH="1">
            <a:off x="5635438" y="3627064"/>
            <a:ext cx="400050" cy="152400"/>
            <a:chOff x="3228" y="1776"/>
            <a:chExt cx="252" cy="96"/>
          </a:xfrm>
        </p:grpSpPr>
        <p:cxnSp>
          <p:nvCxnSpPr>
            <p:cNvPr id="9460" name="Google Shape;9460;p106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61" name="Google Shape;9461;p106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462" name="Google Shape;9462;p106"/>
          <p:cNvGrpSpPr/>
          <p:nvPr/>
        </p:nvGrpSpPr>
        <p:grpSpPr>
          <a:xfrm rot="10800000">
            <a:off x="5787838" y="3103189"/>
            <a:ext cx="400050" cy="152400"/>
            <a:chOff x="3228" y="1776"/>
            <a:chExt cx="252" cy="96"/>
          </a:xfrm>
        </p:grpSpPr>
        <p:cxnSp>
          <p:nvCxnSpPr>
            <p:cNvPr id="9463" name="Google Shape;9463;p106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64" name="Google Shape;9464;p106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465" name="Google Shape;9465;p106"/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9466" name="Google Shape;9466;p10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467" name="Google Shape;9467;p10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468" name="Google Shape;9468;p10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469" name="Google Shape;9469;p10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0" name="Google Shape;9470;p10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1" name="Google Shape;9471;p10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2" name="Google Shape;9472;p10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473" name="Google Shape;9473;p106"/>
          <p:cNvSpPr/>
          <p:nvPr/>
        </p:nvSpPr>
        <p:spPr>
          <a:xfrm>
            <a:off x="915707" y="4764367"/>
            <a:ext cx="6419850" cy="1620838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74" name="Google Shape;9474;p106"/>
          <p:cNvCxnSpPr/>
          <p:nvPr/>
        </p:nvCxnSpPr>
        <p:spPr>
          <a:xfrm flipH="1" rot="10800000">
            <a:off x="4306607" y="3692805"/>
            <a:ext cx="1174750" cy="165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75" name="Google Shape;9475;p106"/>
          <p:cNvCxnSpPr/>
          <p:nvPr/>
        </p:nvCxnSpPr>
        <p:spPr>
          <a:xfrm flipH="1" rot="10800000">
            <a:off x="2885795" y="5512080"/>
            <a:ext cx="942975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76" name="Google Shape;9476;p106"/>
          <p:cNvSpPr txBox="1"/>
          <p:nvPr/>
        </p:nvSpPr>
        <p:spPr>
          <a:xfrm>
            <a:off x="1798357" y="5904192"/>
            <a:ext cx="15954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64.233.169.105</a:t>
            </a:r>
            <a:endParaRPr/>
          </a:p>
        </p:txBody>
      </p:sp>
      <p:sp>
        <p:nvSpPr>
          <p:cNvPr id="9477" name="Google Shape;9477;p106"/>
          <p:cNvSpPr txBox="1"/>
          <p:nvPr/>
        </p:nvSpPr>
        <p:spPr>
          <a:xfrm>
            <a:off x="1779307" y="5648605"/>
            <a:ext cx="190629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web server</a:t>
            </a:r>
            <a:endParaRPr/>
          </a:p>
        </p:txBody>
      </p:sp>
      <p:grpSp>
        <p:nvGrpSpPr>
          <p:cNvPr id="9478" name="Google Shape;9478;p106"/>
          <p:cNvGrpSpPr/>
          <p:nvPr/>
        </p:nvGrpSpPr>
        <p:grpSpPr>
          <a:xfrm>
            <a:off x="3765270" y="5718455"/>
            <a:ext cx="295275" cy="114300"/>
            <a:chOff x="3228" y="1776"/>
            <a:chExt cx="252" cy="96"/>
          </a:xfrm>
        </p:grpSpPr>
        <p:cxnSp>
          <p:nvCxnSpPr>
            <p:cNvPr id="9479" name="Google Shape;9479;p106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80" name="Google Shape;9480;p106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481" name="Google Shape;9481;p106"/>
          <p:cNvGrpSpPr/>
          <p:nvPr/>
        </p:nvGrpSpPr>
        <p:grpSpPr>
          <a:xfrm flipH="1">
            <a:off x="4403445" y="5718455"/>
            <a:ext cx="295275" cy="114300"/>
            <a:chOff x="3228" y="1776"/>
            <a:chExt cx="252" cy="96"/>
          </a:xfrm>
        </p:grpSpPr>
        <p:cxnSp>
          <p:nvCxnSpPr>
            <p:cNvPr id="9482" name="Google Shape;9482;p106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83" name="Google Shape;9483;p106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484" name="Google Shape;9484;p106"/>
          <p:cNvGrpSpPr/>
          <p:nvPr/>
        </p:nvGrpSpPr>
        <p:grpSpPr>
          <a:xfrm rot="10800000">
            <a:off x="4608232" y="5423180"/>
            <a:ext cx="295275" cy="114300"/>
            <a:chOff x="3228" y="1776"/>
            <a:chExt cx="252" cy="96"/>
          </a:xfrm>
        </p:grpSpPr>
        <p:cxnSp>
          <p:nvCxnSpPr>
            <p:cNvPr id="9485" name="Google Shape;9485;p106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86" name="Google Shape;9486;p106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487" name="Google Shape;9487;p106"/>
          <p:cNvGrpSpPr/>
          <p:nvPr/>
        </p:nvGrpSpPr>
        <p:grpSpPr>
          <a:xfrm>
            <a:off x="3885507" y="5310841"/>
            <a:ext cx="809010" cy="502026"/>
            <a:chOff x="7493876" y="2774731"/>
            <a:chExt cx="1481958" cy="894622"/>
          </a:xfrm>
        </p:grpSpPr>
        <p:sp>
          <p:nvSpPr>
            <p:cNvPr id="9488" name="Google Shape;9488;p10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489" name="Google Shape;9489;p10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490" name="Google Shape;9490;p10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491" name="Google Shape;9491;p10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2" name="Google Shape;9492;p10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3" name="Google Shape;9493;p10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4" name="Google Shape;9494;p10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495" name="Google Shape;9495;p106"/>
          <p:cNvGrpSpPr/>
          <p:nvPr/>
        </p:nvGrpSpPr>
        <p:grpSpPr>
          <a:xfrm>
            <a:off x="2703232" y="5072342"/>
            <a:ext cx="358775" cy="623888"/>
            <a:chOff x="4140" y="429"/>
            <a:chExt cx="1425" cy="2396"/>
          </a:xfrm>
        </p:grpSpPr>
        <p:sp>
          <p:nvSpPr>
            <p:cNvPr id="9496" name="Google Shape;9496;p10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7" name="Google Shape;9497;p106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8" name="Google Shape;9498;p10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9" name="Google Shape;9499;p10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0" name="Google Shape;9500;p106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01" name="Google Shape;9501;p106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9502" name="Google Shape;9502;p106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3" name="Google Shape;9503;p106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04" name="Google Shape;9504;p106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05" name="Google Shape;9505;p106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9506" name="Google Shape;9506;p106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7" name="Google Shape;9507;p106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08" name="Google Shape;9508;p106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9" name="Google Shape;9509;p106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10" name="Google Shape;9510;p106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9511" name="Google Shape;9511;p106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2" name="Google Shape;9512;p106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13" name="Google Shape;9513;p10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14" name="Google Shape;9514;p106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9515" name="Google Shape;9515;p106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6" name="Google Shape;9516;p106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17" name="Google Shape;9517;p106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8" name="Google Shape;9518;p10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9" name="Google Shape;9519;p10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0" name="Google Shape;9520;p106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1" name="Google Shape;9521;p10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2" name="Google Shape;9522;p106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3" name="Google Shape;9523;p106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4" name="Google Shape;9524;p106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5" name="Google Shape;9525;p106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6" name="Google Shape;9526;p106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7" name="Google Shape;9527;p106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28" name="Google Shape;9528;p106"/>
          <p:cNvGrpSpPr/>
          <p:nvPr/>
        </p:nvGrpSpPr>
        <p:grpSpPr>
          <a:xfrm>
            <a:off x="1323975" y="1595438"/>
            <a:ext cx="976312" cy="1460500"/>
            <a:chOff x="651" y="681"/>
            <a:chExt cx="615" cy="920"/>
          </a:xfrm>
        </p:grpSpPr>
        <p:sp>
          <p:nvSpPr>
            <p:cNvPr id="9529" name="Google Shape;9529;p106"/>
            <p:cNvSpPr/>
            <p:nvPr/>
          </p:nvSpPr>
          <p:spPr>
            <a:xfrm>
              <a:off x="662" y="698"/>
              <a:ext cx="604" cy="903"/>
            </a:xfrm>
            <a:custGeom>
              <a:rect b="b" l="l" r="r" t="t"/>
              <a:pathLst>
                <a:path extrusionOk="0" h="10000" w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7951" y="8723"/>
                  </a:lnTo>
                  <a:lnTo>
                    <a:pt x="8212" y="0"/>
                  </a:ln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>
                    <a:alpha val="77647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30" name="Google Shape;9530;p106"/>
            <p:cNvGrpSpPr/>
            <p:nvPr/>
          </p:nvGrpSpPr>
          <p:grpSpPr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531" name="Google Shape;9531;p106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2" name="Google Shape;9532;p106"/>
              <p:cNvSpPr txBox="1"/>
              <p:nvPr/>
            </p:nvSpPr>
            <p:spPr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9533" name="Google Shape;9533;p106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34" name="Google Shape;9534;p106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35" name="Google Shape;9535;p106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36" name="Google Shape;9536;p106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537" name="Google Shape;9537;p106"/>
          <p:cNvGrpSpPr/>
          <p:nvPr/>
        </p:nvGrpSpPr>
        <p:grpSpPr>
          <a:xfrm>
            <a:off x="571500" y="1568450"/>
            <a:ext cx="515937" cy="333375"/>
            <a:chOff x="328" y="678"/>
            <a:chExt cx="325" cy="210"/>
          </a:xfrm>
        </p:grpSpPr>
        <p:grpSp>
          <p:nvGrpSpPr>
            <p:cNvPr id="9538" name="Google Shape;9538;p106"/>
            <p:cNvGrpSpPr/>
            <p:nvPr/>
          </p:nvGrpSpPr>
          <p:grpSpPr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9539" name="Google Shape;9539;p106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0" name="Google Shape;9540;p106"/>
              <p:cNvSpPr txBox="1"/>
              <p:nvPr/>
            </p:nvSpPr>
            <p:spPr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</p:txBody>
          </p:sp>
        </p:grpSp>
        <p:sp>
          <p:nvSpPr>
            <p:cNvPr id="9541" name="Google Shape;9541;p106"/>
            <p:cNvSpPr/>
            <p:nvPr/>
          </p:nvSpPr>
          <p:spPr>
            <a:xfrm>
              <a:off x="396" y="678"/>
              <a:ext cx="240" cy="210"/>
            </a:xfrm>
            <a:prstGeom prst="downArrow">
              <a:avLst>
                <a:gd fmla="val 49167" name="adj1"/>
                <a:gd fmla="val 24292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42" name="Google Shape;9542;p106"/>
          <p:cNvSpPr/>
          <p:nvPr/>
        </p:nvSpPr>
        <p:spPr>
          <a:xfrm>
            <a:off x="7088188" y="1568450"/>
            <a:ext cx="4227512" cy="950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send HTTP request, client first opens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TCP socket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web server</a:t>
            </a:r>
            <a:endParaRPr/>
          </a:p>
        </p:txBody>
      </p:sp>
      <p:sp>
        <p:nvSpPr>
          <p:cNvPr id="9543" name="Google Shape;9543;p106"/>
          <p:cNvSpPr/>
          <p:nvPr/>
        </p:nvSpPr>
        <p:spPr>
          <a:xfrm>
            <a:off x="7040562" y="2924175"/>
            <a:ext cx="4783138" cy="985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SYN segment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(step 1 in TCP 3-way handshake)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inter-domain routed to web server</a:t>
            </a:r>
            <a:endParaRPr/>
          </a:p>
        </p:txBody>
      </p:sp>
      <p:sp>
        <p:nvSpPr>
          <p:cNvPr id="9544" name="Google Shape;9544;p106"/>
          <p:cNvSpPr/>
          <p:nvPr/>
        </p:nvSpPr>
        <p:spPr>
          <a:xfrm>
            <a:off x="7081837" y="5397500"/>
            <a:ext cx="4997745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connection established!</a:t>
            </a:r>
            <a:endParaRPr/>
          </a:p>
        </p:txBody>
      </p:sp>
      <p:grpSp>
        <p:nvGrpSpPr>
          <p:cNvPr id="9545" name="Google Shape;9545;p106"/>
          <p:cNvGrpSpPr/>
          <p:nvPr/>
        </p:nvGrpSpPr>
        <p:grpSpPr>
          <a:xfrm>
            <a:off x="207962" y="2414588"/>
            <a:ext cx="1081088" cy="244475"/>
            <a:chOff x="410" y="1508"/>
            <a:chExt cx="681" cy="154"/>
          </a:xfrm>
        </p:grpSpPr>
        <p:sp>
          <p:nvSpPr>
            <p:cNvPr id="9546" name="Google Shape;9546;p106"/>
            <p:cNvSpPr/>
            <p:nvPr/>
          </p:nvSpPr>
          <p:spPr>
            <a:xfrm>
              <a:off x="410" y="1511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7" name="Google Shape;9547;p106"/>
            <p:cNvSpPr/>
            <p:nvPr/>
          </p:nvSpPr>
          <p:spPr>
            <a:xfrm>
              <a:off x="538" y="1536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8" name="Google Shape;9548;p106"/>
            <p:cNvSpPr/>
            <p:nvPr/>
          </p:nvSpPr>
          <p:spPr>
            <a:xfrm>
              <a:off x="529" y="1525"/>
              <a:ext cx="480" cy="112"/>
            </a:xfrm>
            <a:prstGeom prst="rect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9" name="Google Shape;9549;p106"/>
            <p:cNvSpPr/>
            <p:nvPr/>
          </p:nvSpPr>
          <p:spPr>
            <a:xfrm>
              <a:off x="423" y="1527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0" name="Google Shape;9550;p106"/>
            <p:cNvSpPr/>
            <p:nvPr/>
          </p:nvSpPr>
          <p:spPr>
            <a:xfrm>
              <a:off x="1021" y="1526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51" name="Google Shape;9551;p106"/>
            <p:cNvGrpSpPr/>
            <p:nvPr/>
          </p:nvGrpSpPr>
          <p:grpSpPr>
            <a:xfrm>
              <a:off x="647" y="1508"/>
              <a:ext cx="354" cy="154"/>
              <a:chOff x="290" y="875"/>
              <a:chExt cx="354" cy="154"/>
            </a:xfrm>
          </p:grpSpPr>
          <p:sp>
            <p:nvSpPr>
              <p:cNvPr id="9552" name="Google Shape;9552;p106"/>
              <p:cNvSpPr/>
              <p:nvPr/>
            </p:nvSpPr>
            <p:spPr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3" name="Google Shape;9553;p106"/>
              <p:cNvSpPr/>
              <p:nvPr/>
            </p:nvSpPr>
            <p:spPr>
              <a:xfrm>
                <a:off x="290" y="903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4" name="Google Shape;9554;p106"/>
              <p:cNvSpPr txBox="1"/>
              <p:nvPr/>
            </p:nvSpPr>
            <p:spPr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</a:t>
                </a:r>
                <a:endParaRPr/>
              </a:p>
            </p:txBody>
          </p:sp>
        </p:grpSp>
      </p:grpSp>
      <p:grpSp>
        <p:nvGrpSpPr>
          <p:cNvPr id="9555" name="Google Shape;9555;p106"/>
          <p:cNvGrpSpPr/>
          <p:nvPr/>
        </p:nvGrpSpPr>
        <p:grpSpPr>
          <a:xfrm>
            <a:off x="549275" y="4546600"/>
            <a:ext cx="1081088" cy="782638"/>
            <a:chOff x="59" y="863"/>
            <a:chExt cx="681" cy="493"/>
          </a:xfrm>
        </p:grpSpPr>
        <p:grpSp>
          <p:nvGrpSpPr>
            <p:cNvPr id="9556" name="Google Shape;9556;p106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557" name="Google Shape;9557;p106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8" name="Google Shape;9558;p106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59" name="Google Shape;9559;p106"/>
            <p:cNvGrpSpPr/>
            <p:nvPr/>
          </p:nvGrpSpPr>
          <p:grpSpPr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9560" name="Google Shape;9560;p106"/>
              <p:cNvSpPr/>
              <p:nvPr/>
            </p:nvSpPr>
            <p:spPr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1" name="Google Shape;9561;p106"/>
              <p:cNvSpPr/>
              <p:nvPr/>
            </p:nvSpPr>
            <p:spPr>
              <a:xfrm>
                <a:off x="290" y="903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2" name="Google Shape;9562;p106"/>
              <p:cNvSpPr txBox="1"/>
              <p:nvPr/>
            </p:nvSpPr>
            <p:spPr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</a:t>
                </a:r>
                <a:endParaRPr/>
              </a:p>
            </p:txBody>
          </p:sp>
        </p:grpSp>
        <p:grpSp>
          <p:nvGrpSpPr>
            <p:cNvPr id="9563" name="Google Shape;9563;p106"/>
            <p:cNvGrpSpPr/>
            <p:nvPr/>
          </p:nvGrpSpPr>
          <p:grpSpPr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9564" name="Google Shape;9564;p106"/>
              <p:cNvSpPr/>
              <p:nvPr/>
            </p:nvSpPr>
            <p:spPr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5" name="Google Shape;9565;p106"/>
              <p:cNvSpPr/>
              <p:nvPr/>
            </p:nvSpPr>
            <p:spPr>
              <a:xfrm>
                <a:off x="290" y="903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6" name="Google Shape;9566;p106"/>
              <p:cNvSpPr txBox="1"/>
              <p:nvPr/>
            </p:nvSpPr>
            <p:spPr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</a:t>
                </a:r>
                <a:endParaRPr/>
              </a:p>
            </p:txBody>
          </p:sp>
        </p:grpSp>
        <p:grpSp>
          <p:nvGrpSpPr>
            <p:cNvPr id="9567" name="Google Shape;9567;p106"/>
            <p:cNvGrpSpPr/>
            <p:nvPr/>
          </p:nvGrpSpPr>
          <p:grpSpPr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9568" name="Google Shape;9568;p106"/>
              <p:cNvSpPr/>
              <p:nvPr/>
            </p:nvSpPr>
            <p:spPr>
              <a:xfrm>
                <a:off x="410" y="1511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9" name="Google Shape;9569;p106"/>
              <p:cNvSpPr/>
              <p:nvPr/>
            </p:nvSpPr>
            <p:spPr>
              <a:xfrm>
                <a:off x="538" y="1536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0" name="Google Shape;9570;p106"/>
              <p:cNvSpPr/>
              <p:nvPr/>
            </p:nvSpPr>
            <p:spPr>
              <a:xfrm>
                <a:off x="529" y="1525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1" name="Google Shape;9571;p106"/>
              <p:cNvSpPr/>
              <p:nvPr/>
            </p:nvSpPr>
            <p:spPr>
              <a:xfrm>
                <a:off x="423" y="1527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2" name="Google Shape;9572;p106"/>
              <p:cNvSpPr/>
              <p:nvPr/>
            </p:nvSpPr>
            <p:spPr>
              <a:xfrm>
                <a:off x="1021" y="1526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73" name="Google Shape;9573;p106"/>
              <p:cNvGrpSpPr/>
              <p:nvPr/>
            </p:nvGrpSpPr>
            <p:grpSpPr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9574" name="Google Shape;9574;p106"/>
                <p:cNvSpPr/>
                <p:nvPr/>
              </p:nvSpPr>
              <p:spPr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75" name="Google Shape;9575;p106"/>
                <p:cNvSpPr/>
                <p:nvPr/>
              </p:nvSpPr>
              <p:spPr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76" name="Google Shape;9576;p106"/>
                <p:cNvSpPr txBox="1"/>
                <p:nvPr/>
              </p:nvSpPr>
              <p:spPr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SYN</a:t>
                  </a:r>
                  <a:endParaRPr/>
                </a:p>
              </p:txBody>
            </p:sp>
          </p:grpSp>
        </p:grpSp>
      </p:grpSp>
      <p:grpSp>
        <p:nvGrpSpPr>
          <p:cNvPr id="9577" name="Google Shape;9577;p106"/>
          <p:cNvGrpSpPr/>
          <p:nvPr/>
        </p:nvGrpSpPr>
        <p:grpSpPr>
          <a:xfrm>
            <a:off x="1751013" y="4270375"/>
            <a:ext cx="973137" cy="1416050"/>
            <a:chOff x="4000" y="1895"/>
            <a:chExt cx="613" cy="892"/>
          </a:xfrm>
        </p:grpSpPr>
        <p:sp>
          <p:nvSpPr>
            <p:cNvPr id="9578" name="Google Shape;9578;p106"/>
            <p:cNvSpPr/>
            <p:nvPr/>
          </p:nvSpPr>
          <p:spPr>
            <a:xfrm>
              <a:off x="4011" y="1912"/>
              <a:ext cx="602" cy="875"/>
            </a:xfrm>
            <a:custGeom>
              <a:rect b="b" l="l" r="r" t="t"/>
              <a:pathLst>
                <a:path extrusionOk="0" h="10000" w="10000">
                  <a:moveTo>
                    <a:pt x="8239" y="0"/>
                  </a:moveTo>
                  <a:cubicBezTo>
                    <a:pt x="8793" y="2137"/>
                    <a:pt x="8981" y="4731"/>
                    <a:pt x="9900" y="6411"/>
                  </a:cubicBezTo>
                  <a:cubicBezTo>
                    <a:pt x="10055" y="7271"/>
                    <a:pt x="9844" y="9139"/>
                    <a:pt x="10000" y="10000"/>
                  </a:cubicBezTo>
                  <a:cubicBezTo>
                    <a:pt x="6733" y="9577"/>
                    <a:pt x="3333" y="9337"/>
                    <a:pt x="0" y="9005"/>
                  </a:cubicBezTo>
                  <a:lnTo>
                    <a:pt x="7575" y="8572"/>
                  </a:lnTo>
                  <a:cubicBezTo>
                    <a:pt x="7797" y="5714"/>
                    <a:pt x="8017" y="2858"/>
                    <a:pt x="8239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99000">
                  <a:srgbClr val="FFFFFF">
                    <a:alpha val="81960"/>
                  </a:srgbClr>
                </a:gs>
                <a:gs pos="100000">
                  <a:srgbClr val="FFFFFF">
                    <a:alpha val="8196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79" name="Google Shape;9579;p106"/>
            <p:cNvGrpSpPr/>
            <p:nvPr/>
          </p:nvGrpSpPr>
          <p:grpSpPr>
            <a:xfrm>
              <a:off x="4000" y="1895"/>
              <a:ext cx="500" cy="834"/>
              <a:chOff x="569" y="2954"/>
              <a:chExt cx="500" cy="834"/>
            </a:xfrm>
          </p:grpSpPr>
          <p:sp>
            <p:nvSpPr>
              <p:cNvPr id="9580" name="Google Shape;9580;p106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1" name="Google Shape;9581;p106"/>
              <p:cNvSpPr txBox="1"/>
              <p:nvPr/>
            </p:nvSpPr>
            <p:spPr>
              <a:xfrm>
                <a:off x="645" y="2954"/>
                <a:ext cx="374" cy="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omic Sans MS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9582" name="Google Shape;9582;p106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83" name="Google Shape;9583;p106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84" name="Google Shape;9584;p106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85" name="Google Shape;9585;p106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586" name="Google Shape;9586;p106"/>
          <p:cNvGrpSpPr/>
          <p:nvPr/>
        </p:nvGrpSpPr>
        <p:grpSpPr>
          <a:xfrm>
            <a:off x="207962" y="1870075"/>
            <a:ext cx="1081088" cy="782638"/>
            <a:chOff x="59" y="863"/>
            <a:chExt cx="681" cy="493"/>
          </a:xfrm>
        </p:grpSpPr>
        <p:grpSp>
          <p:nvGrpSpPr>
            <p:cNvPr id="9587" name="Google Shape;9587;p106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588" name="Google Shape;9588;p106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9" name="Google Shape;9589;p106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90" name="Google Shape;9590;p106"/>
            <p:cNvGrpSpPr/>
            <p:nvPr/>
          </p:nvGrpSpPr>
          <p:grpSpPr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9591" name="Google Shape;9591;p106"/>
              <p:cNvSpPr/>
              <p:nvPr/>
            </p:nvSpPr>
            <p:spPr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2" name="Google Shape;9592;p106"/>
              <p:cNvSpPr/>
              <p:nvPr/>
            </p:nvSpPr>
            <p:spPr>
              <a:xfrm>
                <a:off x="290" y="903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3" name="Google Shape;9593;p106"/>
              <p:cNvSpPr txBox="1"/>
              <p:nvPr/>
            </p:nvSpPr>
            <p:spPr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</a:t>
                </a:r>
                <a:endParaRPr/>
              </a:p>
            </p:txBody>
          </p:sp>
        </p:grpSp>
        <p:grpSp>
          <p:nvGrpSpPr>
            <p:cNvPr id="9594" name="Google Shape;9594;p106"/>
            <p:cNvGrpSpPr/>
            <p:nvPr/>
          </p:nvGrpSpPr>
          <p:grpSpPr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9595" name="Google Shape;9595;p106"/>
              <p:cNvSpPr/>
              <p:nvPr/>
            </p:nvSpPr>
            <p:spPr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6" name="Google Shape;9596;p106"/>
              <p:cNvSpPr/>
              <p:nvPr/>
            </p:nvSpPr>
            <p:spPr>
              <a:xfrm>
                <a:off x="290" y="903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7" name="Google Shape;9597;p106"/>
              <p:cNvSpPr txBox="1"/>
              <p:nvPr/>
            </p:nvSpPr>
            <p:spPr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</a:t>
                </a:r>
                <a:endParaRPr/>
              </a:p>
            </p:txBody>
          </p:sp>
        </p:grpSp>
        <p:grpSp>
          <p:nvGrpSpPr>
            <p:cNvPr id="9598" name="Google Shape;9598;p106"/>
            <p:cNvGrpSpPr/>
            <p:nvPr/>
          </p:nvGrpSpPr>
          <p:grpSpPr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9599" name="Google Shape;9599;p106"/>
              <p:cNvSpPr/>
              <p:nvPr/>
            </p:nvSpPr>
            <p:spPr>
              <a:xfrm>
                <a:off x="410" y="1511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0" name="Google Shape;9600;p106"/>
              <p:cNvSpPr/>
              <p:nvPr/>
            </p:nvSpPr>
            <p:spPr>
              <a:xfrm>
                <a:off x="538" y="1536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1" name="Google Shape;9601;p106"/>
              <p:cNvSpPr/>
              <p:nvPr/>
            </p:nvSpPr>
            <p:spPr>
              <a:xfrm>
                <a:off x="529" y="1525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2" name="Google Shape;9602;p106"/>
              <p:cNvSpPr/>
              <p:nvPr/>
            </p:nvSpPr>
            <p:spPr>
              <a:xfrm>
                <a:off x="423" y="1527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3" name="Google Shape;9603;p106"/>
              <p:cNvSpPr/>
              <p:nvPr/>
            </p:nvSpPr>
            <p:spPr>
              <a:xfrm>
                <a:off x="1021" y="1526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04" name="Google Shape;9604;p106"/>
              <p:cNvGrpSpPr/>
              <p:nvPr/>
            </p:nvGrpSpPr>
            <p:grpSpPr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9605" name="Google Shape;9605;p106"/>
                <p:cNvSpPr/>
                <p:nvPr/>
              </p:nvSpPr>
              <p:spPr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06" name="Google Shape;9606;p106"/>
                <p:cNvSpPr/>
                <p:nvPr/>
              </p:nvSpPr>
              <p:spPr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07" name="Google Shape;9607;p106"/>
                <p:cNvSpPr txBox="1"/>
                <p:nvPr/>
              </p:nvSpPr>
              <p:spPr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SYN</a:t>
                  </a:r>
                  <a:endParaRPr/>
                </a:p>
              </p:txBody>
            </p:sp>
          </p:grpSp>
        </p:grpSp>
      </p:grpSp>
      <p:sp>
        <p:nvSpPr>
          <p:cNvPr id="9608" name="Google Shape;9608;p106"/>
          <p:cNvSpPr/>
          <p:nvPr/>
        </p:nvSpPr>
        <p:spPr>
          <a:xfrm>
            <a:off x="1220788" y="4757738"/>
            <a:ext cx="1841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09" name="Google Shape;9609;p106"/>
          <p:cNvGrpSpPr/>
          <p:nvPr/>
        </p:nvGrpSpPr>
        <p:grpSpPr>
          <a:xfrm>
            <a:off x="547688" y="4546600"/>
            <a:ext cx="1081087" cy="782638"/>
            <a:chOff x="2675" y="3676"/>
            <a:chExt cx="681" cy="493"/>
          </a:xfrm>
        </p:grpSpPr>
        <p:grpSp>
          <p:nvGrpSpPr>
            <p:cNvPr id="9610" name="Google Shape;9610;p106"/>
            <p:cNvGrpSpPr/>
            <p:nvPr/>
          </p:nvGrpSpPr>
          <p:grpSpPr>
            <a:xfrm>
              <a:off x="2793" y="3855"/>
              <a:ext cx="480" cy="112"/>
              <a:chOff x="627" y="3377"/>
              <a:chExt cx="480" cy="112"/>
            </a:xfrm>
          </p:grpSpPr>
          <p:sp>
            <p:nvSpPr>
              <p:cNvPr id="9611" name="Google Shape;9611;p106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2" name="Google Shape;9612;p106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613" name="Google Shape;9613;p106"/>
            <p:cNvGrpSpPr/>
            <p:nvPr/>
          </p:nvGrpSpPr>
          <p:grpSpPr>
            <a:xfrm>
              <a:off x="2855" y="3676"/>
              <a:ext cx="444" cy="154"/>
              <a:chOff x="2717" y="3676"/>
              <a:chExt cx="444" cy="154"/>
            </a:xfrm>
          </p:grpSpPr>
          <p:sp>
            <p:nvSpPr>
              <p:cNvPr id="9614" name="Google Shape;9614;p106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5" name="Google Shape;9615;p106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6" name="Google Shape;9616;p106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  <p:sp>
          <p:nvSpPr>
            <p:cNvPr id="9617" name="Google Shape;9617;p106"/>
            <p:cNvSpPr/>
            <p:nvPr/>
          </p:nvSpPr>
          <p:spPr>
            <a:xfrm>
              <a:off x="2675" y="4018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8" name="Google Shape;9618;p106"/>
            <p:cNvSpPr/>
            <p:nvPr/>
          </p:nvSpPr>
          <p:spPr>
            <a:xfrm>
              <a:off x="2803" y="4043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9" name="Google Shape;9619;p106"/>
            <p:cNvSpPr/>
            <p:nvPr/>
          </p:nvSpPr>
          <p:spPr>
            <a:xfrm>
              <a:off x="2794" y="4032"/>
              <a:ext cx="480" cy="112"/>
            </a:xfrm>
            <a:prstGeom prst="rect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0" name="Google Shape;9620;p106"/>
            <p:cNvSpPr/>
            <p:nvPr/>
          </p:nvSpPr>
          <p:spPr>
            <a:xfrm>
              <a:off x="2688" y="4034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1" name="Google Shape;9621;p106"/>
            <p:cNvSpPr/>
            <p:nvPr/>
          </p:nvSpPr>
          <p:spPr>
            <a:xfrm>
              <a:off x="3286" y="4033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22" name="Google Shape;9622;p106"/>
            <p:cNvGrpSpPr/>
            <p:nvPr/>
          </p:nvGrpSpPr>
          <p:grpSpPr>
            <a:xfrm>
              <a:off x="2864" y="3835"/>
              <a:ext cx="444" cy="154"/>
              <a:chOff x="2717" y="3676"/>
              <a:chExt cx="444" cy="154"/>
            </a:xfrm>
          </p:grpSpPr>
          <p:sp>
            <p:nvSpPr>
              <p:cNvPr id="9623" name="Google Shape;9623;p106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4" name="Google Shape;9624;p106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5" name="Google Shape;9625;p106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  <p:grpSp>
          <p:nvGrpSpPr>
            <p:cNvPr id="9626" name="Google Shape;9626;p106"/>
            <p:cNvGrpSpPr/>
            <p:nvPr/>
          </p:nvGrpSpPr>
          <p:grpSpPr>
            <a:xfrm>
              <a:off x="2867" y="4015"/>
              <a:ext cx="444" cy="154"/>
              <a:chOff x="2717" y="3676"/>
              <a:chExt cx="444" cy="154"/>
            </a:xfrm>
          </p:grpSpPr>
          <p:sp>
            <p:nvSpPr>
              <p:cNvPr id="9627" name="Google Shape;9627;p106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8" name="Google Shape;9628;p106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9" name="Google Shape;9629;p106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</p:grpSp>
      <p:grpSp>
        <p:nvGrpSpPr>
          <p:cNvPr id="9630" name="Google Shape;9630;p106"/>
          <p:cNvGrpSpPr/>
          <p:nvPr/>
        </p:nvGrpSpPr>
        <p:grpSpPr>
          <a:xfrm>
            <a:off x="211137" y="1868488"/>
            <a:ext cx="1081088" cy="782637"/>
            <a:chOff x="2613" y="3554"/>
            <a:chExt cx="681" cy="493"/>
          </a:xfrm>
        </p:grpSpPr>
        <p:grpSp>
          <p:nvGrpSpPr>
            <p:cNvPr id="9631" name="Google Shape;9631;p106"/>
            <p:cNvGrpSpPr/>
            <p:nvPr/>
          </p:nvGrpSpPr>
          <p:grpSpPr>
            <a:xfrm>
              <a:off x="2731" y="3733"/>
              <a:ext cx="480" cy="112"/>
              <a:chOff x="627" y="3377"/>
              <a:chExt cx="480" cy="112"/>
            </a:xfrm>
          </p:grpSpPr>
          <p:sp>
            <p:nvSpPr>
              <p:cNvPr id="9632" name="Google Shape;9632;p106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3" name="Google Shape;9633;p106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634" name="Google Shape;9634;p106"/>
            <p:cNvGrpSpPr/>
            <p:nvPr/>
          </p:nvGrpSpPr>
          <p:grpSpPr>
            <a:xfrm>
              <a:off x="2793" y="3554"/>
              <a:ext cx="444" cy="154"/>
              <a:chOff x="2717" y="3676"/>
              <a:chExt cx="444" cy="154"/>
            </a:xfrm>
          </p:grpSpPr>
          <p:sp>
            <p:nvSpPr>
              <p:cNvPr id="9635" name="Google Shape;9635;p106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6" name="Google Shape;9636;p106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7" name="Google Shape;9637;p106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  <p:sp>
          <p:nvSpPr>
            <p:cNvPr id="9638" name="Google Shape;9638;p106"/>
            <p:cNvSpPr/>
            <p:nvPr/>
          </p:nvSpPr>
          <p:spPr>
            <a:xfrm>
              <a:off x="2613" y="3896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9" name="Google Shape;9639;p106"/>
            <p:cNvSpPr/>
            <p:nvPr/>
          </p:nvSpPr>
          <p:spPr>
            <a:xfrm>
              <a:off x="2741" y="3921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0" name="Google Shape;9640;p106"/>
            <p:cNvSpPr/>
            <p:nvPr/>
          </p:nvSpPr>
          <p:spPr>
            <a:xfrm>
              <a:off x="2732" y="3910"/>
              <a:ext cx="480" cy="112"/>
            </a:xfrm>
            <a:prstGeom prst="rect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1" name="Google Shape;9641;p106"/>
            <p:cNvSpPr/>
            <p:nvPr/>
          </p:nvSpPr>
          <p:spPr>
            <a:xfrm>
              <a:off x="2626" y="3912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2" name="Google Shape;9642;p106"/>
            <p:cNvSpPr/>
            <p:nvPr/>
          </p:nvSpPr>
          <p:spPr>
            <a:xfrm>
              <a:off x="3224" y="3911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43" name="Google Shape;9643;p106"/>
            <p:cNvGrpSpPr/>
            <p:nvPr/>
          </p:nvGrpSpPr>
          <p:grpSpPr>
            <a:xfrm>
              <a:off x="2802" y="3713"/>
              <a:ext cx="444" cy="154"/>
              <a:chOff x="2717" y="3676"/>
              <a:chExt cx="444" cy="154"/>
            </a:xfrm>
          </p:grpSpPr>
          <p:sp>
            <p:nvSpPr>
              <p:cNvPr id="9644" name="Google Shape;9644;p106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5" name="Google Shape;9645;p106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6" name="Google Shape;9646;p106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  <p:grpSp>
          <p:nvGrpSpPr>
            <p:cNvPr id="9647" name="Google Shape;9647;p106"/>
            <p:cNvGrpSpPr/>
            <p:nvPr/>
          </p:nvGrpSpPr>
          <p:grpSpPr>
            <a:xfrm>
              <a:off x="2805" y="3893"/>
              <a:ext cx="444" cy="154"/>
              <a:chOff x="2717" y="3676"/>
              <a:chExt cx="444" cy="154"/>
            </a:xfrm>
          </p:grpSpPr>
          <p:sp>
            <p:nvSpPr>
              <p:cNvPr id="9648" name="Google Shape;9648;p106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9" name="Google Shape;9649;p106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0" name="Google Shape;9650;p106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</p:grpSp>
      <p:grpSp>
        <p:nvGrpSpPr>
          <p:cNvPr id="9651" name="Google Shape;9651;p106"/>
          <p:cNvGrpSpPr/>
          <p:nvPr/>
        </p:nvGrpSpPr>
        <p:grpSpPr>
          <a:xfrm>
            <a:off x="552450" y="5076825"/>
            <a:ext cx="1081088" cy="244475"/>
            <a:chOff x="2709" y="3989"/>
            <a:chExt cx="681" cy="154"/>
          </a:xfrm>
        </p:grpSpPr>
        <p:sp>
          <p:nvSpPr>
            <p:cNvPr id="9652" name="Google Shape;9652;p106"/>
            <p:cNvSpPr/>
            <p:nvPr/>
          </p:nvSpPr>
          <p:spPr>
            <a:xfrm>
              <a:off x="2709" y="3992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3" name="Google Shape;9653;p106"/>
            <p:cNvSpPr/>
            <p:nvPr/>
          </p:nvSpPr>
          <p:spPr>
            <a:xfrm>
              <a:off x="2837" y="4017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4" name="Google Shape;9654;p106"/>
            <p:cNvSpPr/>
            <p:nvPr/>
          </p:nvSpPr>
          <p:spPr>
            <a:xfrm>
              <a:off x="2828" y="4006"/>
              <a:ext cx="480" cy="112"/>
            </a:xfrm>
            <a:prstGeom prst="rect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5" name="Google Shape;9655;p106"/>
            <p:cNvSpPr/>
            <p:nvPr/>
          </p:nvSpPr>
          <p:spPr>
            <a:xfrm>
              <a:off x="2722" y="4008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6" name="Google Shape;9656;p106"/>
            <p:cNvSpPr/>
            <p:nvPr/>
          </p:nvSpPr>
          <p:spPr>
            <a:xfrm>
              <a:off x="3320" y="4007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57" name="Google Shape;9657;p106"/>
            <p:cNvGrpSpPr/>
            <p:nvPr/>
          </p:nvGrpSpPr>
          <p:grpSpPr>
            <a:xfrm>
              <a:off x="2901" y="3989"/>
              <a:ext cx="444" cy="154"/>
              <a:chOff x="2717" y="3676"/>
              <a:chExt cx="444" cy="154"/>
            </a:xfrm>
          </p:grpSpPr>
          <p:sp>
            <p:nvSpPr>
              <p:cNvPr id="9658" name="Google Shape;9658;p106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9" name="Google Shape;9659;p106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60" name="Google Shape;9660;p106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</p:grpSp>
      <p:sp>
        <p:nvSpPr>
          <p:cNvPr id="9661" name="Google Shape;9661;p106"/>
          <p:cNvSpPr/>
          <p:nvPr/>
        </p:nvSpPr>
        <p:spPr>
          <a:xfrm>
            <a:off x="7037388" y="4141788"/>
            <a:ext cx="4652603" cy="985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server responds with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TCP SYNACK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(step 2 in TCP 3-way handshake)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62" name="Google Shape;9662;p106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9663" name="Google Shape;9663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64" name="Google Shape;9664;p106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665" name="Google Shape;9665;p10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66" name="Google Shape;9666;p106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7" name="Google Shape;9667;p106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8" name="Google Shape;9668;p106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9" name="Google Shape;9669;p106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0" name="Google Shape;9670;p106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1" name="Google Shape;9671;p106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72" name="Google Shape;9672;p106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9673" name="Google Shape;9673;p106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4" name="Google Shape;9674;p106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5" name="Google Shape;9675;p106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6" name="Google Shape;9676;p106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7" name="Google Shape;9677;p106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8" name="Google Shape;9678;p106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679" name="Google Shape;9679;p106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0" name="Google Shape;9680;p106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1" name="Google Shape;9681;p106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2" name="Google Shape;9682;p106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3" name="Google Shape;9683;p106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4" name="Google Shape;9684;p106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6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6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9" name="Shape 9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0" name="Google Shape;9690;p107"/>
          <p:cNvSpPr txBox="1"/>
          <p:nvPr>
            <p:ph type="title"/>
          </p:nvPr>
        </p:nvSpPr>
        <p:spPr>
          <a:xfrm>
            <a:off x="811306" y="303903"/>
            <a:ext cx="10999694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 day in the life… HTTP request/reply </a:t>
            </a:r>
            <a:endParaRPr b="0"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1" name="Google Shape;9691;p10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92" name="Google Shape;9692;p107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93" name="Google Shape;9693;p107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94" name="Google Shape;9694;p107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95" name="Google Shape;9695;p107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696" name="Google Shape;9696;p107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697" name="Google Shape;9697;p107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9698" name="Google Shape;9698;p10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9" name="Google Shape;9699;p10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700" name="Google Shape;9700;p10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9701" name="Google Shape;9701;p10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2" name="Google Shape;9702;p10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3" name="Google Shape;9703;p10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4" name="Google Shape;9704;p10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705" name="Google Shape;9705;p107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706" name="Google Shape;9706;p107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707" name="Google Shape;9707;p107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9708" name="Google Shape;9708;p107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9709" name="Google Shape;9709;p10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710" name="Google Shape;9710;p10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711" name="Google Shape;9711;p10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712" name="Google Shape;9712;p10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3" name="Google Shape;9713;p10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4" name="Google Shape;9714;p10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5" name="Google Shape;9715;p10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716" name="Google Shape;9716;p107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9717" name="Google Shape;9717;p10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8" name="Google Shape;9718;p107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9" name="Google Shape;9719;p10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0" name="Google Shape;9720;p10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1" name="Google Shape;9721;p107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22" name="Google Shape;9722;p107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9723" name="Google Shape;9723;p107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24" name="Google Shape;9724;p107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25" name="Google Shape;9725;p107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26" name="Google Shape;9726;p107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9727" name="Google Shape;9727;p107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28" name="Google Shape;9728;p107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29" name="Google Shape;9729;p107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0" name="Google Shape;9730;p107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31" name="Google Shape;9731;p107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9732" name="Google Shape;9732;p107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33" name="Google Shape;9733;p107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34" name="Google Shape;9734;p10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35" name="Google Shape;9735;p107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9736" name="Google Shape;9736;p107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37" name="Google Shape;9737;p107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38" name="Google Shape;9738;p107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9" name="Google Shape;9739;p10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0" name="Google Shape;9740;p10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1" name="Google Shape;9741;p107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2" name="Google Shape;9742;p10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3" name="Google Shape;9743;p107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4" name="Google Shape;9744;p107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5" name="Google Shape;9745;p107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6" name="Google Shape;9746;p107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7" name="Google Shape;9747;p107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8" name="Google Shape;9748;p107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49" name="Google Shape;9749;p107"/>
          <p:cNvGrpSpPr/>
          <p:nvPr/>
        </p:nvGrpSpPr>
        <p:grpSpPr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9750" name="Google Shape;9750;p107"/>
            <p:cNvGrpSpPr/>
            <p:nvPr/>
          </p:nvGrpSpPr>
          <p:grpSpPr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9751" name="Google Shape;9751;p107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52" name="Google Shape;9752;p107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grpSp>
          <p:nvGrpSpPr>
            <p:cNvPr id="9753" name="Google Shape;9753;p107"/>
            <p:cNvGrpSpPr/>
            <p:nvPr/>
          </p:nvGrpSpPr>
          <p:grpSpPr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9754" name="Google Shape;9754;p107"/>
              <p:cNvGrpSpPr/>
              <p:nvPr/>
            </p:nvGrpSpPr>
            <p:grpSpPr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9755" name="Google Shape;9755;p107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56" name="Google Shape;9756;p107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sp>
            <p:nvSpPr>
              <p:cNvPr id="9757" name="Google Shape;9757;p107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58" name="Google Shape;9758;p107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759" name="Google Shape;9759;p107"/>
            <p:cNvGrpSpPr/>
            <p:nvPr/>
          </p:nvGrpSpPr>
          <p:grpSpPr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9760" name="Google Shape;9760;p107"/>
              <p:cNvGrpSpPr/>
              <p:nvPr/>
            </p:nvGrpSpPr>
            <p:grpSpPr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9761" name="Google Shape;9761;p107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62" name="Google Shape;9762;p107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grpSp>
            <p:nvGrpSpPr>
              <p:cNvPr id="9763" name="Google Shape;9763;p107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764" name="Google Shape;9764;p107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65" name="Google Shape;9765;p107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766" name="Google Shape;9766;p107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767" name="Google Shape;9767;p107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68" name="Google Shape;9768;p107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69" name="Google Shape;9769;p107"/>
            <p:cNvSpPr/>
            <p:nvPr/>
          </p:nvSpPr>
          <p:spPr>
            <a:xfrm>
              <a:off x="393" y="729"/>
              <a:ext cx="240" cy="552"/>
            </a:xfrm>
            <a:prstGeom prst="downArrow">
              <a:avLst>
                <a:gd fmla="val 54167" name="adj1"/>
                <a:gd fmla="val 36928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70" name="Google Shape;9770;p107"/>
          <p:cNvSpPr/>
          <p:nvPr/>
        </p:nvSpPr>
        <p:spPr>
          <a:xfrm>
            <a:off x="4781673" y="1792392"/>
            <a:ext cx="3486028" cy="2590938"/>
          </a:xfrm>
          <a:custGeom>
            <a:rect b="b" l="l" r="r" t="t"/>
            <a:pathLst>
              <a:path extrusionOk="0" h="9973" w="10000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1" name="Google Shape;9771;p107"/>
          <p:cNvSpPr txBox="1"/>
          <p:nvPr/>
        </p:nvSpPr>
        <p:spPr>
          <a:xfrm>
            <a:off x="4838700" y="2566706"/>
            <a:ext cx="181133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Comcast network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68.80.0.0/13</a:t>
            </a:r>
            <a:endParaRPr/>
          </a:p>
        </p:txBody>
      </p:sp>
      <p:cxnSp>
        <p:nvCxnSpPr>
          <p:cNvPr id="9772" name="Google Shape;9772;p107"/>
          <p:cNvCxnSpPr/>
          <p:nvPr/>
        </p:nvCxnSpPr>
        <p:spPr>
          <a:xfrm flipH="1" rot="10800000">
            <a:off x="3670020" y="3535642"/>
            <a:ext cx="1819275" cy="7334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773" name="Google Shape;9773;p107"/>
          <p:cNvGrpSpPr/>
          <p:nvPr/>
        </p:nvGrpSpPr>
        <p:grpSpPr>
          <a:xfrm flipH="1">
            <a:off x="5635438" y="3627064"/>
            <a:ext cx="400050" cy="152400"/>
            <a:chOff x="3228" y="1776"/>
            <a:chExt cx="252" cy="96"/>
          </a:xfrm>
        </p:grpSpPr>
        <p:cxnSp>
          <p:nvCxnSpPr>
            <p:cNvPr id="9774" name="Google Shape;9774;p107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75" name="Google Shape;9775;p107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776" name="Google Shape;9776;p107"/>
          <p:cNvGrpSpPr/>
          <p:nvPr/>
        </p:nvGrpSpPr>
        <p:grpSpPr>
          <a:xfrm rot="10800000">
            <a:off x="5787838" y="3103189"/>
            <a:ext cx="400050" cy="152400"/>
            <a:chOff x="3228" y="1776"/>
            <a:chExt cx="252" cy="96"/>
          </a:xfrm>
        </p:grpSpPr>
        <p:cxnSp>
          <p:nvCxnSpPr>
            <p:cNvPr id="9777" name="Google Shape;9777;p107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78" name="Google Shape;9778;p107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779" name="Google Shape;9779;p107"/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9780" name="Google Shape;9780;p10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781" name="Google Shape;9781;p10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782" name="Google Shape;9782;p10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783" name="Google Shape;9783;p10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4" name="Google Shape;9784;p10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5" name="Google Shape;9785;p10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6" name="Google Shape;9786;p10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787" name="Google Shape;9787;p107"/>
          <p:cNvSpPr/>
          <p:nvPr/>
        </p:nvSpPr>
        <p:spPr>
          <a:xfrm>
            <a:off x="915707" y="4764367"/>
            <a:ext cx="6419850" cy="1620838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88" name="Google Shape;9788;p107"/>
          <p:cNvCxnSpPr/>
          <p:nvPr/>
        </p:nvCxnSpPr>
        <p:spPr>
          <a:xfrm flipH="1" rot="10800000">
            <a:off x="4306607" y="3692805"/>
            <a:ext cx="1174750" cy="165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89" name="Google Shape;9789;p107"/>
          <p:cNvCxnSpPr/>
          <p:nvPr/>
        </p:nvCxnSpPr>
        <p:spPr>
          <a:xfrm flipH="1" rot="10800000">
            <a:off x="2885795" y="5512080"/>
            <a:ext cx="942975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90" name="Google Shape;9790;p107"/>
          <p:cNvSpPr txBox="1"/>
          <p:nvPr/>
        </p:nvSpPr>
        <p:spPr>
          <a:xfrm>
            <a:off x="1798357" y="5904192"/>
            <a:ext cx="15954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64.233.169.105</a:t>
            </a:r>
            <a:endParaRPr/>
          </a:p>
        </p:txBody>
      </p:sp>
      <p:sp>
        <p:nvSpPr>
          <p:cNvPr id="9791" name="Google Shape;9791;p107"/>
          <p:cNvSpPr txBox="1"/>
          <p:nvPr/>
        </p:nvSpPr>
        <p:spPr>
          <a:xfrm>
            <a:off x="1779307" y="5648605"/>
            <a:ext cx="190629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web server</a:t>
            </a:r>
            <a:endParaRPr/>
          </a:p>
        </p:txBody>
      </p:sp>
      <p:grpSp>
        <p:nvGrpSpPr>
          <p:cNvPr id="9792" name="Google Shape;9792;p107"/>
          <p:cNvGrpSpPr/>
          <p:nvPr/>
        </p:nvGrpSpPr>
        <p:grpSpPr>
          <a:xfrm>
            <a:off x="3765270" y="5718455"/>
            <a:ext cx="295275" cy="114300"/>
            <a:chOff x="3228" y="1776"/>
            <a:chExt cx="252" cy="96"/>
          </a:xfrm>
        </p:grpSpPr>
        <p:cxnSp>
          <p:nvCxnSpPr>
            <p:cNvPr id="9793" name="Google Shape;9793;p107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94" name="Google Shape;9794;p107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795" name="Google Shape;9795;p107"/>
          <p:cNvGrpSpPr/>
          <p:nvPr/>
        </p:nvGrpSpPr>
        <p:grpSpPr>
          <a:xfrm flipH="1">
            <a:off x="4403445" y="5718455"/>
            <a:ext cx="295275" cy="114300"/>
            <a:chOff x="3228" y="1776"/>
            <a:chExt cx="252" cy="96"/>
          </a:xfrm>
        </p:grpSpPr>
        <p:cxnSp>
          <p:nvCxnSpPr>
            <p:cNvPr id="9796" name="Google Shape;9796;p107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97" name="Google Shape;9797;p107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798" name="Google Shape;9798;p107"/>
          <p:cNvGrpSpPr/>
          <p:nvPr/>
        </p:nvGrpSpPr>
        <p:grpSpPr>
          <a:xfrm rot="10800000">
            <a:off x="4608232" y="5423180"/>
            <a:ext cx="295275" cy="114300"/>
            <a:chOff x="3228" y="1776"/>
            <a:chExt cx="252" cy="96"/>
          </a:xfrm>
        </p:grpSpPr>
        <p:cxnSp>
          <p:nvCxnSpPr>
            <p:cNvPr id="9799" name="Google Shape;9799;p107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00" name="Google Shape;9800;p107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801" name="Google Shape;9801;p107"/>
          <p:cNvGrpSpPr/>
          <p:nvPr/>
        </p:nvGrpSpPr>
        <p:grpSpPr>
          <a:xfrm>
            <a:off x="3885507" y="5310841"/>
            <a:ext cx="809010" cy="502026"/>
            <a:chOff x="7493876" y="2774731"/>
            <a:chExt cx="1481958" cy="894622"/>
          </a:xfrm>
        </p:grpSpPr>
        <p:sp>
          <p:nvSpPr>
            <p:cNvPr id="9802" name="Google Shape;9802;p10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803" name="Google Shape;9803;p10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804" name="Google Shape;9804;p10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805" name="Google Shape;9805;p10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6" name="Google Shape;9806;p10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7" name="Google Shape;9807;p10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8" name="Google Shape;9808;p10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809" name="Google Shape;9809;p107"/>
          <p:cNvGrpSpPr/>
          <p:nvPr/>
        </p:nvGrpSpPr>
        <p:grpSpPr>
          <a:xfrm>
            <a:off x="2703232" y="5072342"/>
            <a:ext cx="358775" cy="623888"/>
            <a:chOff x="4140" y="429"/>
            <a:chExt cx="1425" cy="2396"/>
          </a:xfrm>
        </p:grpSpPr>
        <p:sp>
          <p:nvSpPr>
            <p:cNvPr id="9810" name="Google Shape;9810;p10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1" name="Google Shape;9811;p107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2" name="Google Shape;9812;p10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3" name="Google Shape;9813;p10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4" name="Google Shape;9814;p107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15" name="Google Shape;9815;p107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9816" name="Google Shape;9816;p107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17" name="Google Shape;9817;p107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18" name="Google Shape;9818;p107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19" name="Google Shape;9819;p107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9820" name="Google Shape;9820;p107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21" name="Google Shape;9821;p107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22" name="Google Shape;9822;p107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3" name="Google Shape;9823;p107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24" name="Google Shape;9824;p107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9825" name="Google Shape;9825;p107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26" name="Google Shape;9826;p107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27" name="Google Shape;9827;p10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28" name="Google Shape;9828;p107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9829" name="Google Shape;9829;p107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0" name="Google Shape;9830;p107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31" name="Google Shape;9831;p107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2" name="Google Shape;9832;p10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3" name="Google Shape;9833;p10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4" name="Google Shape;9834;p107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5" name="Google Shape;9835;p10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6" name="Google Shape;9836;p107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7" name="Google Shape;9837;p107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8" name="Google Shape;9838;p107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9" name="Google Shape;9839;p107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0" name="Google Shape;9840;p107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1" name="Google Shape;9841;p107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42" name="Google Shape;9842;p107"/>
          <p:cNvGrpSpPr/>
          <p:nvPr/>
        </p:nvGrpSpPr>
        <p:grpSpPr>
          <a:xfrm>
            <a:off x="1323975" y="1595438"/>
            <a:ext cx="976312" cy="1460500"/>
            <a:chOff x="651" y="681"/>
            <a:chExt cx="615" cy="920"/>
          </a:xfrm>
        </p:grpSpPr>
        <p:sp>
          <p:nvSpPr>
            <p:cNvPr id="9843" name="Google Shape;9843;p107"/>
            <p:cNvSpPr/>
            <p:nvPr/>
          </p:nvSpPr>
          <p:spPr>
            <a:xfrm>
              <a:off x="662" y="698"/>
              <a:ext cx="604" cy="903"/>
            </a:xfrm>
            <a:custGeom>
              <a:rect b="b" l="l" r="r" t="t"/>
              <a:pathLst>
                <a:path extrusionOk="0" h="10000" w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7951" y="8723"/>
                  </a:lnTo>
                  <a:lnTo>
                    <a:pt x="8212" y="0"/>
                  </a:ln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>
                    <a:alpha val="77647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44" name="Google Shape;9844;p107"/>
            <p:cNvGrpSpPr/>
            <p:nvPr/>
          </p:nvGrpSpPr>
          <p:grpSpPr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9845" name="Google Shape;9845;p107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46" name="Google Shape;9846;p107"/>
              <p:cNvSpPr txBox="1"/>
              <p:nvPr/>
            </p:nvSpPr>
            <p:spPr>
              <a:xfrm>
                <a:off x="606" y="2954"/>
                <a:ext cx="453" cy="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9847" name="Google Shape;9847;p107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48" name="Google Shape;9848;p107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49" name="Google Shape;9849;p107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50" name="Google Shape;9850;p107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851" name="Google Shape;9851;p107"/>
          <p:cNvGrpSpPr/>
          <p:nvPr/>
        </p:nvGrpSpPr>
        <p:grpSpPr>
          <a:xfrm>
            <a:off x="1751013" y="4270375"/>
            <a:ext cx="973137" cy="1416050"/>
            <a:chOff x="4000" y="1895"/>
            <a:chExt cx="613" cy="892"/>
          </a:xfrm>
        </p:grpSpPr>
        <p:sp>
          <p:nvSpPr>
            <p:cNvPr id="9852" name="Google Shape;9852;p107"/>
            <p:cNvSpPr/>
            <p:nvPr/>
          </p:nvSpPr>
          <p:spPr>
            <a:xfrm>
              <a:off x="4011" y="1912"/>
              <a:ext cx="602" cy="875"/>
            </a:xfrm>
            <a:custGeom>
              <a:rect b="b" l="l" r="r" t="t"/>
              <a:pathLst>
                <a:path extrusionOk="0" h="10000" w="10000">
                  <a:moveTo>
                    <a:pt x="8239" y="0"/>
                  </a:moveTo>
                  <a:cubicBezTo>
                    <a:pt x="8793" y="2137"/>
                    <a:pt x="8981" y="4731"/>
                    <a:pt x="9900" y="6411"/>
                  </a:cubicBezTo>
                  <a:cubicBezTo>
                    <a:pt x="10055" y="7271"/>
                    <a:pt x="9844" y="9139"/>
                    <a:pt x="10000" y="10000"/>
                  </a:cubicBezTo>
                  <a:cubicBezTo>
                    <a:pt x="6733" y="9577"/>
                    <a:pt x="3333" y="9337"/>
                    <a:pt x="0" y="9005"/>
                  </a:cubicBezTo>
                  <a:lnTo>
                    <a:pt x="7575" y="8572"/>
                  </a:lnTo>
                  <a:cubicBezTo>
                    <a:pt x="7797" y="5714"/>
                    <a:pt x="8017" y="2858"/>
                    <a:pt x="8239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99000">
                  <a:srgbClr val="FFFFFF">
                    <a:alpha val="81960"/>
                  </a:srgbClr>
                </a:gs>
                <a:gs pos="100000">
                  <a:srgbClr val="FFFFFF">
                    <a:alpha val="8196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53" name="Google Shape;9853;p107"/>
            <p:cNvGrpSpPr/>
            <p:nvPr/>
          </p:nvGrpSpPr>
          <p:grpSpPr>
            <a:xfrm>
              <a:off x="4000" y="1895"/>
              <a:ext cx="500" cy="834"/>
              <a:chOff x="569" y="2954"/>
              <a:chExt cx="500" cy="834"/>
            </a:xfrm>
          </p:grpSpPr>
          <p:sp>
            <p:nvSpPr>
              <p:cNvPr id="9854" name="Google Shape;9854;p107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55" name="Google Shape;9855;p107"/>
              <p:cNvSpPr txBox="1"/>
              <p:nvPr/>
            </p:nvSpPr>
            <p:spPr>
              <a:xfrm>
                <a:off x="606" y="2954"/>
                <a:ext cx="453" cy="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9856" name="Google Shape;9856;p107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57" name="Google Shape;9857;p107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58" name="Google Shape;9858;p107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59" name="Google Shape;9859;p107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860" name="Google Shape;9860;p107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9861" name="Google Shape;9861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2" name="Google Shape;9862;p107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863" name="Google Shape;9863;p10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4" name="Google Shape;9864;p107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5" name="Google Shape;9865;p107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6" name="Google Shape;9866;p107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7" name="Google Shape;9867;p107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8" name="Google Shape;9868;p107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9" name="Google Shape;9869;p107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70" name="Google Shape;9870;p107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9871" name="Google Shape;9871;p107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2" name="Google Shape;9872;p107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3" name="Google Shape;9873;p107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4" name="Google Shape;9874;p107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5" name="Google Shape;9875;p107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6" name="Google Shape;9876;p107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877" name="Google Shape;9877;p107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8" name="Google Shape;9878;p107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9" name="Google Shape;9879;p107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0" name="Google Shape;9880;p107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1" name="Google Shape;9881;p107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2" name="Google Shape;9882;p107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83" name="Google Shape;9883;p107"/>
          <p:cNvGrpSpPr/>
          <p:nvPr/>
        </p:nvGrpSpPr>
        <p:grpSpPr>
          <a:xfrm>
            <a:off x="544513" y="1574800"/>
            <a:ext cx="515937" cy="333375"/>
            <a:chOff x="328" y="678"/>
            <a:chExt cx="325" cy="210"/>
          </a:xfrm>
        </p:grpSpPr>
        <p:grpSp>
          <p:nvGrpSpPr>
            <p:cNvPr id="9884" name="Google Shape;9884;p107"/>
            <p:cNvGrpSpPr/>
            <p:nvPr/>
          </p:nvGrpSpPr>
          <p:grpSpPr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9885" name="Google Shape;9885;p107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6" name="Google Shape;9886;p107"/>
              <p:cNvSpPr txBox="1"/>
              <p:nvPr/>
            </p:nvSpPr>
            <p:spPr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</p:txBody>
          </p:sp>
        </p:grpSp>
        <p:sp>
          <p:nvSpPr>
            <p:cNvPr id="9887" name="Google Shape;9887;p107"/>
            <p:cNvSpPr/>
            <p:nvPr/>
          </p:nvSpPr>
          <p:spPr>
            <a:xfrm>
              <a:off x="396" y="678"/>
              <a:ext cx="240" cy="210"/>
            </a:xfrm>
            <a:prstGeom prst="downArrow">
              <a:avLst>
                <a:gd fmla="val 49167" name="adj1"/>
                <a:gd fmla="val 24292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88" name="Google Shape;9888;p107"/>
          <p:cNvSpPr/>
          <p:nvPr/>
        </p:nvSpPr>
        <p:spPr>
          <a:xfrm>
            <a:off x="7289800" y="1581150"/>
            <a:ext cx="4383088" cy="950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 request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sent into TCP socket</a:t>
            </a:r>
            <a:endParaRPr/>
          </a:p>
        </p:txBody>
      </p:sp>
      <p:sp>
        <p:nvSpPr>
          <p:cNvPr id="9889" name="Google Shape;9889;p107"/>
          <p:cNvSpPr/>
          <p:nvPr/>
        </p:nvSpPr>
        <p:spPr>
          <a:xfrm>
            <a:off x="7264991" y="2527300"/>
            <a:ext cx="4558710" cy="985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datagram containing HTTP request routed to www.google.com</a:t>
            </a:r>
            <a:endParaRPr/>
          </a:p>
        </p:txBody>
      </p:sp>
      <p:sp>
        <p:nvSpPr>
          <p:cNvPr id="9890" name="Google Shape;9890;p107"/>
          <p:cNvSpPr/>
          <p:nvPr/>
        </p:nvSpPr>
        <p:spPr>
          <a:xfrm>
            <a:off x="7269114" y="5168900"/>
            <a:ext cx="4364086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datagram containing HTTP reply routed back to client</a:t>
            </a:r>
            <a:endParaRPr/>
          </a:p>
        </p:txBody>
      </p:sp>
      <p:sp>
        <p:nvSpPr>
          <p:cNvPr id="9891" name="Google Shape;9891;p107"/>
          <p:cNvSpPr/>
          <p:nvPr/>
        </p:nvSpPr>
        <p:spPr>
          <a:xfrm>
            <a:off x="7271340" y="3859213"/>
            <a:ext cx="4823823" cy="985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server responds with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 reply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(containing web page)</a:t>
            </a:r>
            <a:endParaRPr/>
          </a:p>
        </p:txBody>
      </p:sp>
      <p:grpSp>
        <p:nvGrpSpPr>
          <p:cNvPr id="9892" name="Google Shape;9892;p107"/>
          <p:cNvGrpSpPr/>
          <p:nvPr/>
        </p:nvGrpSpPr>
        <p:grpSpPr>
          <a:xfrm>
            <a:off x="190500" y="1884363"/>
            <a:ext cx="1081088" cy="1058862"/>
            <a:chOff x="56" y="859"/>
            <a:chExt cx="681" cy="667"/>
          </a:xfrm>
        </p:grpSpPr>
        <p:grpSp>
          <p:nvGrpSpPr>
            <p:cNvPr id="9893" name="Google Shape;9893;p107"/>
            <p:cNvGrpSpPr/>
            <p:nvPr/>
          </p:nvGrpSpPr>
          <p:grpSpPr>
            <a:xfrm>
              <a:off x="290" y="874"/>
              <a:ext cx="379" cy="154"/>
              <a:chOff x="740" y="3209"/>
              <a:chExt cx="379" cy="154"/>
            </a:xfrm>
          </p:grpSpPr>
          <p:grpSp>
            <p:nvGrpSpPr>
              <p:cNvPr id="9894" name="Google Shape;9894;p107"/>
              <p:cNvGrpSpPr/>
              <p:nvPr/>
            </p:nvGrpSpPr>
            <p:grpSpPr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9895" name="Google Shape;9895;p107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96" name="Google Shape;9896;p107"/>
                <p:cNvSpPr txBox="1"/>
                <p:nvPr/>
              </p:nvSpPr>
              <p:spPr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HTTP</a:t>
                  </a:r>
                  <a:endParaRPr/>
                </a:p>
              </p:txBody>
            </p:sp>
          </p:grpSp>
          <p:sp>
            <p:nvSpPr>
              <p:cNvPr id="9897" name="Google Shape;9897;p107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8" name="Google Shape;9898;p107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99" name="Google Shape;9899;p107"/>
            <p:cNvGrpSpPr/>
            <p:nvPr/>
          </p:nvGrpSpPr>
          <p:grpSpPr>
            <a:xfrm>
              <a:off x="290" y="1022"/>
              <a:ext cx="379" cy="154"/>
              <a:chOff x="836" y="3305"/>
              <a:chExt cx="379" cy="154"/>
            </a:xfrm>
          </p:grpSpPr>
          <p:grpSp>
            <p:nvGrpSpPr>
              <p:cNvPr id="9900" name="Google Shape;9900;p107"/>
              <p:cNvGrpSpPr/>
              <p:nvPr/>
            </p:nvGrpSpPr>
            <p:grpSpPr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9901" name="Google Shape;9901;p107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02" name="Google Shape;9902;p107"/>
                <p:cNvSpPr txBox="1"/>
                <p:nvPr/>
              </p:nvSpPr>
              <p:spPr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HTTP</a:t>
                  </a:r>
                  <a:endParaRPr/>
                </a:p>
              </p:txBody>
            </p:sp>
          </p:grpSp>
          <p:grpSp>
            <p:nvGrpSpPr>
              <p:cNvPr id="9903" name="Google Shape;9903;p107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904" name="Google Shape;9904;p107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05" name="Google Shape;9905;p107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906" name="Google Shape;9906;p107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907" name="Google Shape;9907;p107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08" name="Google Shape;9908;p107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09" name="Google Shape;9909;p107"/>
            <p:cNvGrpSpPr/>
            <p:nvPr/>
          </p:nvGrpSpPr>
          <p:grpSpPr>
            <a:xfrm>
              <a:off x="56" y="1189"/>
              <a:ext cx="681" cy="154"/>
              <a:chOff x="504" y="3523"/>
              <a:chExt cx="681" cy="154"/>
            </a:xfrm>
          </p:grpSpPr>
          <p:grpSp>
            <p:nvGrpSpPr>
              <p:cNvPr id="9910" name="Google Shape;9910;p107"/>
              <p:cNvGrpSpPr/>
              <p:nvPr/>
            </p:nvGrpSpPr>
            <p:grpSpPr>
              <a:xfrm>
                <a:off x="623" y="3523"/>
                <a:ext cx="492" cy="154"/>
                <a:chOff x="723" y="3453"/>
                <a:chExt cx="492" cy="154"/>
              </a:xfrm>
            </p:grpSpPr>
            <p:grpSp>
              <p:nvGrpSpPr>
                <p:cNvPr id="9911" name="Google Shape;9911;p107"/>
                <p:cNvGrpSpPr/>
                <p:nvPr/>
              </p:nvGrpSpPr>
              <p:grpSpPr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9912" name="Google Shape;9912;p107"/>
                  <p:cNvGrpSpPr/>
                  <p:nvPr/>
                </p:nvGrpSpPr>
                <p:grpSpPr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9913" name="Google Shape;9913;p107"/>
                    <p:cNvSpPr/>
                    <p:nvPr/>
                  </p:nvSpPr>
                  <p:spPr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cap="flat" cmpd="sng" w="9525">
                      <a:solidFill>
                        <a:srgbClr val="FFFFF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914" name="Google Shape;9914;p107"/>
                    <p:cNvSpPr txBox="1"/>
                    <p:nvPr/>
                  </p:nvSpPr>
                  <p:spPr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</a:t>
                      </a:r>
                      <a:endParaRPr/>
                    </a:p>
                  </p:txBody>
                </p:sp>
              </p:grpSp>
              <p:grpSp>
                <p:nvGrpSpPr>
                  <p:cNvPr id="9915" name="Google Shape;9915;p107"/>
                  <p:cNvGrpSpPr/>
                  <p:nvPr/>
                </p:nvGrpSpPr>
                <p:grpSpPr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9916" name="Google Shape;9916;p107"/>
                    <p:cNvSpPr/>
                    <p:nvPr/>
                  </p:nvSpPr>
                  <p:spPr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rgbClr val="00CC99"/>
                    </a:solidFill>
                    <a:ln cap="flat" cmpd="sng" w="9525">
                      <a:solidFill>
                        <a:srgbClr val="FFFFF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917" name="Google Shape;9917;p107"/>
                    <p:cNvSpPr/>
                    <p:nvPr/>
                  </p:nvSpPr>
                  <p:spPr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rgbClr val="00CC99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9918" name="Google Shape;9918;p107"/>
                <p:cNvSpPr/>
                <p:nvPr/>
              </p:nvSpPr>
              <p:spPr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19" name="Google Shape;9919;p107"/>
                <p:cNvSpPr/>
                <p:nvPr/>
              </p:nvSpPr>
              <p:spPr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920" name="Google Shape;9920;p107"/>
              <p:cNvSpPr/>
              <p:nvPr/>
            </p:nvSpPr>
            <p:spPr>
              <a:xfrm>
                <a:off x="517" y="3545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21" name="Google Shape;9921;p107"/>
              <p:cNvSpPr/>
              <p:nvPr/>
            </p:nvSpPr>
            <p:spPr>
              <a:xfrm>
                <a:off x="1115" y="3544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22" name="Google Shape;9922;p107"/>
              <p:cNvSpPr/>
              <p:nvPr/>
            </p:nvSpPr>
            <p:spPr>
              <a:xfrm>
                <a:off x="504" y="3529"/>
                <a:ext cx="681" cy="138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923" name="Google Shape;9923;p107"/>
            <p:cNvSpPr/>
            <p:nvPr/>
          </p:nvSpPr>
          <p:spPr>
            <a:xfrm>
              <a:off x="341" y="859"/>
              <a:ext cx="240" cy="667"/>
            </a:xfrm>
            <a:prstGeom prst="downArrow">
              <a:avLst>
                <a:gd fmla="val 49167" name="adj1"/>
                <a:gd fmla="val 67511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24" name="Google Shape;9924;p107"/>
          <p:cNvGrpSpPr/>
          <p:nvPr/>
        </p:nvGrpSpPr>
        <p:grpSpPr>
          <a:xfrm>
            <a:off x="193675" y="2411413"/>
            <a:ext cx="1081088" cy="244475"/>
            <a:chOff x="0" y="2762"/>
            <a:chExt cx="681" cy="154"/>
          </a:xfrm>
        </p:grpSpPr>
        <p:sp>
          <p:nvSpPr>
            <p:cNvPr id="9925" name="Google Shape;9925;p107"/>
            <p:cNvSpPr/>
            <p:nvPr/>
          </p:nvSpPr>
          <p:spPr>
            <a:xfrm>
              <a:off x="0" y="2768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26" name="Google Shape;9926;p107"/>
            <p:cNvGrpSpPr/>
            <p:nvPr/>
          </p:nvGrpSpPr>
          <p:grpSpPr>
            <a:xfrm>
              <a:off x="119" y="2762"/>
              <a:ext cx="492" cy="154"/>
              <a:chOff x="723" y="3453"/>
              <a:chExt cx="492" cy="154"/>
            </a:xfrm>
          </p:grpSpPr>
          <p:grpSp>
            <p:nvGrpSpPr>
              <p:cNvPr id="9927" name="Google Shape;9927;p107"/>
              <p:cNvGrpSpPr/>
              <p:nvPr/>
            </p:nvGrpSpPr>
            <p:grpSpPr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9928" name="Google Shape;9928;p107"/>
                <p:cNvGrpSpPr/>
                <p:nvPr/>
              </p:nvGrpSpPr>
              <p:grpSpPr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9929" name="Google Shape;9929;p107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30" name="Google Shape;9930;p107"/>
                  <p:cNvSpPr txBox="1"/>
                  <p:nvPr/>
                </p:nvSpPr>
                <p:spPr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HTTP</a:t>
                    </a:r>
                    <a:endParaRPr/>
                  </a:p>
                </p:txBody>
              </p:sp>
            </p:grpSp>
            <p:grpSp>
              <p:nvGrpSpPr>
                <p:cNvPr id="9931" name="Google Shape;9931;p107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932" name="Google Shape;9932;p107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33" name="Google Shape;9933;p107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9934" name="Google Shape;9934;p107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35" name="Google Shape;9935;p107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936" name="Google Shape;9936;p107"/>
            <p:cNvSpPr/>
            <p:nvPr/>
          </p:nvSpPr>
          <p:spPr>
            <a:xfrm>
              <a:off x="13" y="2784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7" name="Google Shape;9937;p107"/>
            <p:cNvSpPr/>
            <p:nvPr/>
          </p:nvSpPr>
          <p:spPr>
            <a:xfrm>
              <a:off x="611" y="2783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38" name="Google Shape;9938;p107"/>
          <p:cNvGrpSpPr/>
          <p:nvPr/>
        </p:nvGrpSpPr>
        <p:grpSpPr>
          <a:xfrm>
            <a:off x="665163" y="4308475"/>
            <a:ext cx="1081087" cy="949325"/>
            <a:chOff x="2231" y="3555"/>
            <a:chExt cx="681" cy="598"/>
          </a:xfrm>
        </p:grpSpPr>
        <p:grpSp>
          <p:nvGrpSpPr>
            <p:cNvPr id="9939" name="Google Shape;9939;p107"/>
            <p:cNvGrpSpPr/>
            <p:nvPr/>
          </p:nvGrpSpPr>
          <p:grpSpPr>
            <a:xfrm>
              <a:off x="2231" y="3684"/>
              <a:ext cx="681" cy="469"/>
              <a:chOff x="152" y="970"/>
              <a:chExt cx="681" cy="469"/>
            </a:xfrm>
          </p:grpSpPr>
          <p:grpSp>
            <p:nvGrpSpPr>
              <p:cNvPr id="9940" name="Google Shape;9940;p107"/>
              <p:cNvGrpSpPr/>
              <p:nvPr/>
            </p:nvGrpSpPr>
            <p:grpSpPr>
              <a:xfrm>
                <a:off x="386" y="970"/>
                <a:ext cx="379" cy="154"/>
                <a:chOff x="740" y="3209"/>
                <a:chExt cx="379" cy="154"/>
              </a:xfrm>
            </p:grpSpPr>
            <p:grpSp>
              <p:nvGrpSpPr>
                <p:cNvPr id="9941" name="Google Shape;9941;p107"/>
                <p:cNvGrpSpPr/>
                <p:nvPr/>
              </p:nvGrpSpPr>
              <p:grpSpPr>
                <a:xfrm>
                  <a:off x="794" y="3209"/>
                  <a:ext cx="325" cy="154"/>
                  <a:chOff x="844" y="3337"/>
                  <a:chExt cx="325" cy="154"/>
                </a:xfrm>
              </p:grpSpPr>
              <p:sp>
                <p:nvSpPr>
                  <p:cNvPr id="9942" name="Google Shape;9942;p107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43" name="Google Shape;9943;p107"/>
                  <p:cNvSpPr txBox="1"/>
                  <p:nvPr/>
                </p:nvSpPr>
                <p:spPr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HTTP</a:t>
                    </a:r>
                    <a:endParaRPr/>
                  </a:p>
                </p:txBody>
              </p:sp>
            </p:grpSp>
            <p:sp>
              <p:nvSpPr>
                <p:cNvPr id="9944" name="Google Shape;9944;p107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45" name="Google Shape;9945;p107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946" name="Google Shape;9946;p107"/>
              <p:cNvGrpSpPr/>
              <p:nvPr/>
            </p:nvGrpSpPr>
            <p:grpSpPr>
              <a:xfrm>
                <a:off x="386" y="1118"/>
                <a:ext cx="379" cy="154"/>
                <a:chOff x="836" y="3305"/>
                <a:chExt cx="379" cy="154"/>
              </a:xfrm>
            </p:grpSpPr>
            <p:grpSp>
              <p:nvGrpSpPr>
                <p:cNvPr id="9947" name="Google Shape;9947;p107"/>
                <p:cNvGrpSpPr/>
                <p:nvPr/>
              </p:nvGrpSpPr>
              <p:grpSpPr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9948" name="Google Shape;9948;p107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49" name="Google Shape;9949;p107"/>
                  <p:cNvSpPr txBox="1"/>
                  <p:nvPr/>
                </p:nvSpPr>
                <p:spPr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HTTP</a:t>
                    </a:r>
                    <a:endParaRPr/>
                  </a:p>
                </p:txBody>
              </p:sp>
            </p:grpSp>
            <p:grpSp>
              <p:nvGrpSpPr>
                <p:cNvPr id="9950" name="Google Shape;9950;p107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951" name="Google Shape;9951;p107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52" name="Google Shape;9952;p107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9953" name="Google Shape;9953;p107"/>
              <p:cNvGrpSpPr/>
              <p:nvPr/>
            </p:nvGrpSpPr>
            <p:grpSpPr>
              <a:xfrm>
                <a:off x="273" y="1138"/>
                <a:ext cx="480" cy="112"/>
                <a:chOff x="627" y="3377"/>
                <a:chExt cx="480" cy="112"/>
              </a:xfrm>
            </p:grpSpPr>
            <p:sp>
              <p:nvSpPr>
                <p:cNvPr id="9954" name="Google Shape;9954;p107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55" name="Google Shape;9955;p107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956" name="Google Shape;9956;p107"/>
              <p:cNvGrpSpPr/>
              <p:nvPr/>
            </p:nvGrpSpPr>
            <p:grpSpPr>
              <a:xfrm>
                <a:off x="152" y="1285"/>
                <a:ext cx="681" cy="154"/>
                <a:chOff x="504" y="3523"/>
                <a:chExt cx="681" cy="154"/>
              </a:xfrm>
            </p:grpSpPr>
            <p:grpSp>
              <p:nvGrpSpPr>
                <p:cNvPr id="9957" name="Google Shape;9957;p107"/>
                <p:cNvGrpSpPr/>
                <p:nvPr/>
              </p:nvGrpSpPr>
              <p:grpSpPr>
                <a:xfrm>
                  <a:off x="623" y="3523"/>
                  <a:ext cx="492" cy="154"/>
                  <a:chOff x="723" y="3453"/>
                  <a:chExt cx="492" cy="154"/>
                </a:xfrm>
              </p:grpSpPr>
              <p:grpSp>
                <p:nvGrpSpPr>
                  <p:cNvPr id="9958" name="Google Shape;9958;p107"/>
                  <p:cNvGrpSpPr/>
                  <p:nvPr/>
                </p:nvGrpSpPr>
                <p:grpSpPr>
                  <a:xfrm>
                    <a:off x="836" y="3453"/>
                    <a:ext cx="379" cy="154"/>
                    <a:chOff x="836" y="3305"/>
                    <a:chExt cx="379" cy="154"/>
                  </a:xfrm>
                </p:grpSpPr>
                <p:grpSp>
                  <p:nvGrpSpPr>
                    <p:cNvPr id="9959" name="Google Shape;9959;p107"/>
                    <p:cNvGrpSpPr/>
                    <p:nvPr/>
                  </p:nvGrpSpPr>
                  <p:grpSpPr>
                    <a:xfrm>
                      <a:off x="890" y="3305"/>
                      <a:ext cx="325" cy="154"/>
                      <a:chOff x="844" y="3337"/>
                      <a:chExt cx="325" cy="154"/>
                    </a:xfrm>
                  </p:grpSpPr>
                  <p:sp>
                    <p:nvSpPr>
                      <p:cNvPr id="9960" name="Google Shape;9960;p107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9961" name="Google Shape;9961;p107"/>
                      <p:cNvSpPr txBox="1"/>
                      <p:nvPr/>
                    </p:nvSpPr>
                    <p:spPr>
                      <a:xfrm>
                        <a:off x="844" y="3337"/>
                        <a:ext cx="32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HTTP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9962" name="Google Shape;9962;p107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9963" name="Google Shape;9963;p107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9964" name="Google Shape;9964;p107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9965" name="Google Shape;9965;p107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66" name="Google Shape;9966;p107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967" name="Google Shape;9967;p107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68" name="Google Shape;9968;p107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69" name="Google Shape;9969;p107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970" name="Google Shape;9970;p107"/>
            <p:cNvGrpSpPr/>
            <p:nvPr/>
          </p:nvGrpSpPr>
          <p:grpSpPr>
            <a:xfrm>
              <a:off x="2517" y="3555"/>
              <a:ext cx="325" cy="154"/>
              <a:chOff x="844" y="3337"/>
              <a:chExt cx="325" cy="154"/>
            </a:xfrm>
          </p:grpSpPr>
          <p:sp>
            <p:nvSpPr>
              <p:cNvPr id="9971" name="Google Shape;9971;p107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72" name="Google Shape;9972;p107"/>
              <p:cNvSpPr txBox="1"/>
              <p:nvPr/>
            </p:nvSpPr>
            <p:spPr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</p:txBody>
          </p:sp>
        </p:grpSp>
      </p:grpSp>
      <p:grpSp>
        <p:nvGrpSpPr>
          <p:cNvPr id="9973" name="Google Shape;9973;p107"/>
          <p:cNvGrpSpPr/>
          <p:nvPr/>
        </p:nvGrpSpPr>
        <p:grpSpPr>
          <a:xfrm>
            <a:off x="177800" y="1639888"/>
            <a:ext cx="1081088" cy="1016000"/>
            <a:chOff x="2256" y="3531"/>
            <a:chExt cx="681" cy="640"/>
          </a:xfrm>
        </p:grpSpPr>
        <p:grpSp>
          <p:nvGrpSpPr>
            <p:cNvPr id="9974" name="Google Shape;9974;p107"/>
            <p:cNvGrpSpPr/>
            <p:nvPr/>
          </p:nvGrpSpPr>
          <p:grpSpPr>
            <a:xfrm>
              <a:off x="2482" y="3684"/>
              <a:ext cx="379" cy="154"/>
              <a:chOff x="740" y="3209"/>
              <a:chExt cx="379" cy="154"/>
            </a:xfrm>
          </p:grpSpPr>
          <p:grpSp>
            <p:nvGrpSpPr>
              <p:cNvPr id="9975" name="Google Shape;9975;p107"/>
              <p:cNvGrpSpPr/>
              <p:nvPr/>
            </p:nvGrpSpPr>
            <p:grpSpPr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9976" name="Google Shape;9976;p107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77" name="Google Shape;9977;p107"/>
                <p:cNvSpPr txBox="1"/>
                <p:nvPr/>
              </p:nvSpPr>
              <p:spPr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HTTP</a:t>
                  </a:r>
                  <a:endParaRPr/>
                </a:p>
              </p:txBody>
            </p:sp>
          </p:grpSp>
          <p:sp>
            <p:nvSpPr>
              <p:cNvPr id="9978" name="Google Shape;9978;p107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79" name="Google Shape;9979;p107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80" name="Google Shape;9980;p107"/>
            <p:cNvGrpSpPr/>
            <p:nvPr/>
          </p:nvGrpSpPr>
          <p:grpSpPr>
            <a:xfrm>
              <a:off x="2482" y="3844"/>
              <a:ext cx="379" cy="154"/>
              <a:chOff x="836" y="3305"/>
              <a:chExt cx="379" cy="154"/>
            </a:xfrm>
          </p:grpSpPr>
          <p:grpSp>
            <p:nvGrpSpPr>
              <p:cNvPr id="9981" name="Google Shape;9981;p107"/>
              <p:cNvGrpSpPr/>
              <p:nvPr/>
            </p:nvGrpSpPr>
            <p:grpSpPr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9982" name="Google Shape;9982;p107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83" name="Google Shape;9983;p107"/>
                <p:cNvSpPr txBox="1"/>
                <p:nvPr/>
              </p:nvSpPr>
              <p:spPr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HTTP</a:t>
                  </a:r>
                  <a:endParaRPr/>
                </a:p>
              </p:txBody>
            </p:sp>
          </p:grpSp>
          <p:grpSp>
            <p:nvGrpSpPr>
              <p:cNvPr id="9984" name="Google Shape;9984;p107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985" name="Google Shape;9985;p107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86" name="Google Shape;9986;p107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987" name="Google Shape;9987;p107"/>
            <p:cNvGrpSpPr/>
            <p:nvPr/>
          </p:nvGrpSpPr>
          <p:grpSpPr>
            <a:xfrm>
              <a:off x="2369" y="3858"/>
              <a:ext cx="480" cy="112"/>
              <a:chOff x="627" y="3377"/>
              <a:chExt cx="480" cy="112"/>
            </a:xfrm>
          </p:grpSpPr>
          <p:sp>
            <p:nvSpPr>
              <p:cNvPr id="9988" name="Google Shape;9988;p107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89" name="Google Shape;9989;p107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90" name="Google Shape;9990;p107"/>
            <p:cNvGrpSpPr/>
            <p:nvPr/>
          </p:nvGrpSpPr>
          <p:grpSpPr>
            <a:xfrm>
              <a:off x="2534" y="3531"/>
              <a:ext cx="325" cy="154"/>
              <a:chOff x="844" y="3337"/>
              <a:chExt cx="325" cy="154"/>
            </a:xfrm>
          </p:grpSpPr>
          <p:sp>
            <p:nvSpPr>
              <p:cNvPr id="9991" name="Google Shape;9991;p107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92" name="Google Shape;9992;p107"/>
              <p:cNvSpPr txBox="1"/>
              <p:nvPr/>
            </p:nvSpPr>
            <p:spPr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</p:txBody>
          </p:sp>
        </p:grpSp>
        <p:grpSp>
          <p:nvGrpSpPr>
            <p:cNvPr id="9993" name="Google Shape;9993;p107"/>
            <p:cNvGrpSpPr/>
            <p:nvPr/>
          </p:nvGrpSpPr>
          <p:grpSpPr>
            <a:xfrm>
              <a:off x="2256" y="4017"/>
              <a:ext cx="681" cy="154"/>
              <a:chOff x="-341" y="3180"/>
              <a:chExt cx="681" cy="154"/>
            </a:xfrm>
          </p:grpSpPr>
          <p:sp>
            <p:nvSpPr>
              <p:cNvPr id="9994" name="Google Shape;9994;p107"/>
              <p:cNvSpPr/>
              <p:nvPr/>
            </p:nvSpPr>
            <p:spPr>
              <a:xfrm>
                <a:off x="-341" y="3186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995" name="Google Shape;9995;p107"/>
              <p:cNvGrpSpPr/>
              <p:nvPr/>
            </p:nvGrpSpPr>
            <p:grpSpPr>
              <a:xfrm>
                <a:off x="-222" y="3180"/>
                <a:ext cx="492" cy="154"/>
                <a:chOff x="723" y="3453"/>
                <a:chExt cx="492" cy="154"/>
              </a:xfrm>
            </p:grpSpPr>
            <p:grpSp>
              <p:nvGrpSpPr>
                <p:cNvPr id="9996" name="Google Shape;9996;p107"/>
                <p:cNvGrpSpPr/>
                <p:nvPr/>
              </p:nvGrpSpPr>
              <p:grpSpPr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9997" name="Google Shape;9997;p107"/>
                  <p:cNvGrpSpPr/>
                  <p:nvPr/>
                </p:nvGrpSpPr>
                <p:grpSpPr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9998" name="Google Shape;9998;p107"/>
                    <p:cNvSpPr/>
                    <p:nvPr/>
                  </p:nvSpPr>
                  <p:spPr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cap="flat" cmpd="sng" w="9525">
                      <a:solidFill>
                        <a:srgbClr val="FFFFF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999" name="Google Shape;9999;p107"/>
                    <p:cNvSpPr txBox="1"/>
                    <p:nvPr/>
                  </p:nvSpPr>
                  <p:spPr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</a:t>
                      </a:r>
                      <a:endParaRPr/>
                    </a:p>
                  </p:txBody>
                </p:sp>
              </p:grpSp>
              <p:grpSp>
                <p:nvGrpSpPr>
                  <p:cNvPr id="10000" name="Google Shape;10000;p107"/>
                  <p:cNvGrpSpPr/>
                  <p:nvPr/>
                </p:nvGrpSpPr>
                <p:grpSpPr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10001" name="Google Shape;10001;p107"/>
                    <p:cNvSpPr/>
                    <p:nvPr/>
                  </p:nvSpPr>
                  <p:spPr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rgbClr val="00CC99"/>
                    </a:solidFill>
                    <a:ln cap="flat" cmpd="sng" w="9525">
                      <a:solidFill>
                        <a:srgbClr val="FFFFF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002" name="Google Shape;10002;p107"/>
                    <p:cNvSpPr/>
                    <p:nvPr/>
                  </p:nvSpPr>
                  <p:spPr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rgbClr val="00CC99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0003" name="Google Shape;10003;p107"/>
                <p:cNvSpPr/>
                <p:nvPr/>
              </p:nvSpPr>
              <p:spPr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04" name="Google Shape;10004;p107"/>
                <p:cNvSpPr/>
                <p:nvPr/>
              </p:nvSpPr>
              <p:spPr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005" name="Google Shape;10005;p107"/>
              <p:cNvSpPr/>
              <p:nvPr/>
            </p:nvSpPr>
            <p:spPr>
              <a:xfrm>
                <a:off x="-328" y="3202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06" name="Google Shape;10006;p107"/>
              <p:cNvSpPr/>
              <p:nvPr/>
            </p:nvSpPr>
            <p:spPr>
              <a:xfrm>
                <a:off x="270" y="3201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007" name="Google Shape;10007;p107"/>
          <p:cNvGrpSpPr/>
          <p:nvPr/>
        </p:nvGrpSpPr>
        <p:grpSpPr>
          <a:xfrm>
            <a:off x="668338" y="5013325"/>
            <a:ext cx="1081087" cy="244475"/>
            <a:chOff x="-341" y="3180"/>
            <a:chExt cx="681" cy="154"/>
          </a:xfrm>
        </p:grpSpPr>
        <p:sp>
          <p:nvSpPr>
            <p:cNvPr id="10008" name="Google Shape;10008;p107"/>
            <p:cNvSpPr/>
            <p:nvPr/>
          </p:nvSpPr>
          <p:spPr>
            <a:xfrm>
              <a:off x="-341" y="3186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009" name="Google Shape;10009;p107"/>
            <p:cNvGrpSpPr/>
            <p:nvPr/>
          </p:nvGrpSpPr>
          <p:grpSpPr>
            <a:xfrm>
              <a:off x="-222" y="3180"/>
              <a:ext cx="492" cy="154"/>
              <a:chOff x="723" y="3453"/>
              <a:chExt cx="492" cy="154"/>
            </a:xfrm>
          </p:grpSpPr>
          <p:grpSp>
            <p:nvGrpSpPr>
              <p:cNvPr id="10010" name="Google Shape;10010;p107"/>
              <p:cNvGrpSpPr/>
              <p:nvPr/>
            </p:nvGrpSpPr>
            <p:grpSpPr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10011" name="Google Shape;10011;p107"/>
                <p:cNvGrpSpPr/>
                <p:nvPr/>
              </p:nvGrpSpPr>
              <p:grpSpPr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10012" name="Google Shape;10012;p107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13" name="Google Shape;10013;p107"/>
                  <p:cNvSpPr txBox="1"/>
                  <p:nvPr/>
                </p:nvSpPr>
                <p:spPr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HTTP</a:t>
                    </a:r>
                    <a:endParaRPr/>
                  </a:p>
                </p:txBody>
              </p:sp>
            </p:grpSp>
            <p:grpSp>
              <p:nvGrpSpPr>
                <p:cNvPr id="10014" name="Google Shape;10014;p107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0015" name="Google Shape;10015;p107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16" name="Google Shape;10016;p107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017" name="Google Shape;10017;p107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18" name="Google Shape;10018;p107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019" name="Google Shape;10019;p107"/>
            <p:cNvSpPr/>
            <p:nvPr/>
          </p:nvSpPr>
          <p:spPr>
            <a:xfrm>
              <a:off x="-328" y="3202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0" name="Google Shape;10020;p107"/>
            <p:cNvSpPr/>
            <p:nvPr/>
          </p:nvSpPr>
          <p:spPr>
            <a:xfrm>
              <a:off x="270" y="3201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021" name="Google Shape;10021;p1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44776" y="2632037"/>
            <a:ext cx="639182" cy="395101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0022" name="Google Shape;10022;p107"/>
          <p:cNvSpPr/>
          <p:nvPr/>
        </p:nvSpPr>
        <p:spPr>
          <a:xfrm>
            <a:off x="2344747" y="1988349"/>
            <a:ext cx="2595553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7325" lvl="0" marL="2381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page </a:t>
            </a:r>
            <a:r>
              <a:rPr i="1"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finally (!!!) 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displayed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8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8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7" name="Shape 10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8" name="Google Shape;10028;p10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Chapter 6: Summary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9" name="Google Shape;10029;p108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30" name="Google Shape;10030;p108"/>
          <p:cNvSpPr txBox="1"/>
          <p:nvPr/>
        </p:nvSpPr>
        <p:spPr>
          <a:xfrm>
            <a:off x="757518" y="1324816"/>
            <a:ext cx="11434482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principles behind data link layer services: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sharing a broadcast channel: multiple access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layer addressing</a:t>
            </a:r>
            <a:endParaRPr/>
          </a:p>
          <a:p>
            <a:pPr indent="-2857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instantiation, implementation of various link layer technologies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switched LANS, VLANs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virtualized networks as a link layer: MPLS</a:t>
            </a:r>
            <a:endParaRPr/>
          </a:p>
          <a:p>
            <a:pPr indent="-2857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synthesis: a day in the life of a web request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5" name="Shape 10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6" name="Google Shape;10036;p10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Chapter 6: let’s take a breath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7" name="Google Shape;10037;p109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38" name="Google Shape;10038;p109"/>
          <p:cNvSpPr txBox="1"/>
          <p:nvPr/>
        </p:nvSpPr>
        <p:spPr>
          <a:xfrm>
            <a:off x="1026459" y="1365157"/>
            <a:ext cx="10215282" cy="29379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journey down protocol stack 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(except PHY)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solid understanding of networking principles, practice!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….. could stop here …. but 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more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interesting topics!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wireless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3" name="Shape 10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4" name="Google Shape;10044;p110"/>
          <p:cNvSpPr txBox="1"/>
          <p:nvPr>
            <p:ph type="title"/>
          </p:nvPr>
        </p:nvSpPr>
        <p:spPr>
          <a:xfrm>
            <a:off x="809033" y="267619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Additional Chapter 6 slides</a:t>
            </a:r>
            <a:endParaRPr sz="4400"/>
          </a:p>
        </p:txBody>
      </p:sp>
      <p:sp>
        <p:nvSpPr>
          <p:cNvPr id="10045" name="Google Shape;10045;p1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0" name="Shape 10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1" name="Google Shape;10051;p11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Pure ALOHA efficiency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2" name="Google Shape;10052;p1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53" name="Google Shape;10053;p111"/>
          <p:cNvSpPr txBox="1"/>
          <p:nvPr/>
        </p:nvSpPr>
        <p:spPr>
          <a:xfrm>
            <a:off x="1063487" y="1408251"/>
            <a:ext cx="1039964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P(success by given node) = P(node transmits)  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P(no other node transmits in [t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-1,t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P(no other node transmits in [t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-1,t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= p </a:t>
            </a:r>
            <a:r>
              <a:rPr baseline="30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(1-p)</a:t>
            </a:r>
            <a:r>
              <a:rPr b="1" baseline="30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baseline="30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.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(1-p)</a:t>
            </a:r>
            <a:r>
              <a:rPr b="1" baseline="30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 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1"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</a:t>
            </a:r>
            <a:r>
              <a:rPr b="1" baseline="30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r>
              <a:rPr baseline="30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(1-p)</a:t>
            </a:r>
            <a:r>
              <a:rPr b="1" baseline="30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2(N-1)</a:t>
            </a:r>
            <a:r>
              <a:rPr baseline="30000" i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aseline="30000"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aseline="30000"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</a:t>
            </a:r>
            <a:r>
              <a:rPr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 choosing optimum p and then letting </a:t>
            </a:r>
            <a:r>
              <a:rPr i="1"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</a:t>
            </a:r>
            <a:r>
              <a:rPr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aseline="30000"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                          </a:t>
            </a:r>
            <a:r>
              <a:rPr baseline="30000" i="1"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</a:t>
            </a:r>
            <a:r>
              <a:rPr i="1"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= 1/(2e) = .18</a:t>
            </a:r>
            <a:r>
              <a:rPr baseline="30000" i="1"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b="1" i="1"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0054" name="Google Shape;10054;p111"/>
          <p:cNvGrpSpPr/>
          <p:nvPr/>
        </p:nvGrpSpPr>
        <p:grpSpPr>
          <a:xfrm>
            <a:off x="6333008" y="4733274"/>
            <a:ext cx="736600" cy="90487"/>
            <a:chOff x="3242" y="3679"/>
            <a:chExt cx="464" cy="57"/>
          </a:xfrm>
        </p:grpSpPr>
        <p:cxnSp>
          <p:nvCxnSpPr>
            <p:cNvPr id="10055" name="Google Shape;10055;p111"/>
            <p:cNvCxnSpPr/>
            <p:nvPr/>
          </p:nvCxnSpPr>
          <p:spPr>
            <a:xfrm>
              <a:off x="3242" y="3711"/>
              <a:ext cx="207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056" name="Google Shape;10056;p111"/>
            <p:cNvSpPr/>
            <p:nvPr/>
          </p:nvSpPr>
          <p:spPr>
            <a:xfrm>
              <a:off x="3494" y="3680"/>
              <a:ext cx="107" cy="56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7" name="Google Shape;10057;p111"/>
            <p:cNvSpPr/>
            <p:nvPr/>
          </p:nvSpPr>
          <p:spPr>
            <a:xfrm>
              <a:off x="3599" y="3679"/>
              <a:ext cx="107" cy="56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58" name="Google Shape;10058;p111"/>
          <p:cNvSpPr txBox="1"/>
          <p:nvPr/>
        </p:nvSpPr>
        <p:spPr>
          <a:xfrm>
            <a:off x="10230679" y="201433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10059" name="Google Shape;10059;p111"/>
          <p:cNvSpPr txBox="1"/>
          <p:nvPr/>
        </p:nvSpPr>
        <p:spPr>
          <a:xfrm>
            <a:off x="10383079" y="216673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10060" name="Google Shape;10060;p111"/>
          <p:cNvSpPr txBox="1"/>
          <p:nvPr/>
        </p:nvSpPr>
        <p:spPr>
          <a:xfrm>
            <a:off x="7752522" y="1523999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10061" name="Google Shape;10061;p111"/>
          <p:cNvSpPr/>
          <p:nvPr/>
        </p:nvSpPr>
        <p:spPr>
          <a:xfrm>
            <a:off x="3267186" y="5421004"/>
            <a:ext cx="47311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even worse than slotted Aloha!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