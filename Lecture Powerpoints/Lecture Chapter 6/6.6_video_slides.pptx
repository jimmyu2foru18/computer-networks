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7" r:id="rId4"/>
    <p:sldMasterId id="214748365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12192000"/>
  <p:notesSz cx="6858000" cy="9144000"/>
  <p:embeddedFontLst>
    <p:embeddedFont>
      <p:font typeface="Gill Sans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056">
          <p15:clr>
            <a:srgbClr val="A4A3A4"/>
          </p15:clr>
        </p15:guide>
        <p15:guide id="2" pos="285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056" orient="horz"/>
        <p:guide pos="285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GillSans-regular.fntdata"/><Relationship Id="rId14" Type="http://schemas.openxmlformats.org/officeDocument/2006/relationships/slide" Target="slides/slide8.xml"/><Relationship Id="rId16" Type="http://schemas.openxmlformats.org/officeDocument/2006/relationships/font" Target="fonts/GillSans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9" name="Google Shape;119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9" name="Google Shape;120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0" name="Google Shape;121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0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Google Shape;146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2" name="Google Shape;146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3" name="Google Shape;146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4" name="Shape 2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5" name="Google Shape;261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6" name="Google Shape;261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7" name="Google Shape;261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2" name="Shape 2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3" name="Google Shape;262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4" name="Google Shape;262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5" name="Google Shape;262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slideLayout" Target="../slideLayouts/slideLayout9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b="1" i="0" sz="4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b="1" i="0" sz="4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  <p:sldLayoutId id="2147483653" r:id="rId2"/>
    <p:sldLayoutId id="2147483654" r:id="rId3"/>
    <p:sldLayoutId id="2147483655" r:id="rId4"/>
    <p:sldLayoutId id="2147483656" r:id="rId5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8.jp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type="title"/>
          </p:nvPr>
        </p:nvSpPr>
        <p:spPr>
          <a:xfrm>
            <a:off x="580529" y="650420"/>
            <a:ext cx="6551791" cy="1650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</a:pPr>
            <a:r>
              <a:rPr lang="en-US" sz="6000"/>
              <a:t>The Link Layer</a:t>
            </a:r>
            <a:endParaRPr sz="6000"/>
          </a:p>
        </p:txBody>
      </p:sp>
      <p:sp>
        <p:nvSpPr>
          <p:cNvPr id="59" name="Google Shape;59;p12"/>
          <p:cNvSpPr txBox="1"/>
          <p:nvPr>
            <p:ph idx="2" type="body"/>
          </p:nvPr>
        </p:nvSpPr>
        <p:spPr>
          <a:xfrm>
            <a:off x="574495" y="2100867"/>
            <a:ext cx="8716929" cy="4173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32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Introduction to the Link Layer </a:t>
            </a:r>
            <a:r>
              <a:rPr lang="en-US" sz="3200"/>
              <a:t>	 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Error-detection and -correction Techniques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Multiple Access Links and Protocols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Switched Local Area Networks 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Link Virtualization: a Network as a Link Layer 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13A3"/>
              </a:buClr>
              <a:buSzPts val="3600"/>
              <a:buChar char="▪"/>
            </a:pPr>
            <a:r>
              <a:rPr lang="en-US" sz="3600"/>
              <a:t>Data Center Networking 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Retrospective: A Day in the Life of a Web Page Request</a:t>
            </a:r>
            <a:endParaRPr/>
          </a:p>
        </p:txBody>
      </p:sp>
      <p:grpSp>
        <p:nvGrpSpPr>
          <p:cNvPr id="60" name="Google Shape;60;p12"/>
          <p:cNvGrpSpPr/>
          <p:nvPr/>
        </p:nvGrpSpPr>
        <p:grpSpPr>
          <a:xfrm>
            <a:off x="7421880" y="792480"/>
            <a:ext cx="4399280" cy="3866277"/>
            <a:chOff x="7421880" y="792480"/>
            <a:chExt cx="4399280" cy="3866277"/>
          </a:xfrm>
        </p:grpSpPr>
        <p:pic>
          <p:nvPicPr>
            <p:cNvPr descr="University of Massachusetts Amherst - Wikipedia" id="61" name="Google Shape;61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86440" y="2125980"/>
              <a:ext cx="848360" cy="84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" name="Google Shape;62;p12"/>
            <p:cNvSpPr txBox="1"/>
            <p:nvPr/>
          </p:nvSpPr>
          <p:spPr>
            <a:xfrm>
              <a:off x="7421880" y="792480"/>
              <a:ext cx="439928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r>
                <a:rPr b="0" i="0" lang="en-US" sz="2800" u="none" cap="none" strike="noStrike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College of Information and Computer Sciences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University of Massachusetts </a:t>
              </a:r>
              <a:endParaRPr/>
            </a:p>
          </p:txBody>
        </p:sp>
        <p:grpSp>
          <p:nvGrpSpPr>
            <p:cNvPr id="63" name="Google Shape;63;p12"/>
            <p:cNvGrpSpPr/>
            <p:nvPr/>
          </p:nvGrpSpPr>
          <p:grpSpPr>
            <a:xfrm>
              <a:off x="7884160" y="3304540"/>
              <a:ext cx="3857707" cy="1354217"/>
              <a:chOff x="7904480" y="4206240"/>
              <a:chExt cx="3857707" cy="1354217"/>
            </a:xfrm>
          </p:grpSpPr>
          <p:pic>
            <p:nvPicPr>
              <p:cNvPr descr="Kurose_CVR_REV2.jpg" id="64" name="Google Shape;64;p1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828020" y="4246880"/>
                <a:ext cx="934167" cy="1224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5" name="Google Shape;65;p12"/>
              <p:cNvSpPr txBox="1"/>
              <p:nvPr/>
            </p:nvSpPr>
            <p:spPr>
              <a:xfrm>
                <a:off x="7904480" y="4206240"/>
                <a:ext cx="2885440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(8</a:t>
                </a:r>
                <a:r>
                  <a:rPr b="0" baseline="3000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 b="0" i="1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Pearson, 2020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Calibri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http://gaia.cs.umass.edu/kurose_ross</a:t>
                </a:r>
                <a:endParaRPr b="0"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Datacenter networks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3"/>
          <p:cNvSpPr txBox="1"/>
          <p:nvPr/>
        </p:nvSpPr>
        <p:spPr>
          <a:xfrm>
            <a:off x="977152" y="1293906"/>
            <a:ext cx="10210800" cy="1973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10’s to 100’s of thousands of hosts, often closely coupled, in close proximity:</a:t>
            </a:r>
            <a:endParaRPr/>
          </a:p>
          <a:p>
            <a:pPr indent="-295275" lvl="1" marL="6413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e-business (e.g. Amazon)</a:t>
            </a:r>
            <a:endParaRPr/>
          </a:p>
          <a:p>
            <a:pPr indent="-295275" lvl="1" marL="6413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content-servers (e.g., YouTube, Akamai, Apple, Microsoft)</a:t>
            </a:r>
            <a:endParaRPr/>
          </a:p>
          <a:p>
            <a:pPr indent="-295275" lvl="1" marL="6413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search engines, data mining (e.g., Google)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4" name="Google Shape;74;p13"/>
          <p:cNvSpPr txBox="1"/>
          <p:nvPr/>
        </p:nvSpPr>
        <p:spPr>
          <a:xfrm>
            <a:off x="1219200" y="3478773"/>
            <a:ext cx="5772243" cy="3056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challenges:</a:t>
            </a:r>
            <a:endParaRPr/>
          </a:p>
          <a:p>
            <a:pPr indent="-280988" lvl="1" marL="466725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multiple applications, each serving massive numbers of clients </a:t>
            </a:r>
            <a:endParaRPr/>
          </a:p>
          <a:p>
            <a:pPr indent="-280988" lvl="1" marL="466725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reliability</a:t>
            </a:r>
            <a:endParaRPr/>
          </a:p>
          <a:p>
            <a:pPr indent="-280988" lvl="1" marL="466725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managing/balancing load, avoiding processing, networking, data bottlenecks  </a:t>
            </a:r>
            <a:endParaRPr/>
          </a:p>
        </p:txBody>
      </p:sp>
      <p:pic>
        <p:nvPicPr>
          <p:cNvPr id="75" name="Google Shape;7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76079" y="3303307"/>
            <a:ext cx="3527425" cy="2522538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76" name="Google Shape;76;p13"/>
          <p:cNvSpPr txBox="1"/>
          <p:nvPr/>
        </p:nvSpPr>
        <p:spPr>
          <a:xfrm>
            <a:off x="7254035" y="5924644"/>
            <a:ext cx="479453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Inside a 40-ft Microsoft container, Chicago data center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14"/>
          <p:cNvGrpSpPr/>
          <p:nvPr/>
        </p:nvGrpSpPr>
        <p:grpSpPr>
          <a:xfrm>
            <a:off x="1479177" y="1790648"/>
            <a:ext cx="5700821" cy="1085228"/>
            <a:chOff x="1411941" y="1759320"/>
            <a:chExt cx="5700821" cy="1085228"/>
          </a:xfrm>
        </p:grpSpPr>
        <p:cxnSp>
          <p:nvCxnSpPr>
            <p:cNvPr id="83" name="Google Shape;83;p14"/>
            <p:cNvCxnSpPr>
              <a:endCxn id="84" idx="9"/>
            </p:cNvCxnSpPr>
            <p:nvPr/>
          </p:nvCxnSpPr>
          <p:spPr>
            <a:xfrm flipH="1" rot="10800000">
              <a:off x="1411941" y="1792306"/>
              <a:ext cx="2243400" cy="9240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5" name="Google Shape;85;p14"/>
            <p:cNvCxnSpPr/>
            <p:nvPr/>
          </p:nvCxnSpPr>
          <p:spPr>
            <a:xfrm flipH="1" rot="10800000">
              <a:off x="1425388" y="1790700"/>
              <a:ext cx="4493570" cy="93905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6" name="Google Shape;86;p14"/>
            <p:cNvCxnSpPr>
              <a:endCxn id="84" idx="9"/>
            </p:cNvCxnSpPr>
            <p:nvPr/>
          </p:nvCxnSpPr>
          <p:spPr>
            <a:xfrm flipH="1" rot="10800000">
              <a:off x="3016624" y="1792518"/>
              <a:ext cx="638700" cy="102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7" name="Google Shape;87;p14"/>
            <p:cNvCxnSpPr>
              <a:endCxn id="84" idx="13"/>
            </p:cNvCxnSpPr>
            <p:nvPr/>
          </p:nvCxnSpPr>
          <p:spPr>
            <a:xfrm rot="10800000">
              <a:off x="3558266" y="1759320"/>
              <a:ext cx="1022700" cy="10539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8" name="Google Shape;88;p14"/>
            <p:cNvCxnSpPr>
              <a:endCxn id="84" idx="9"/>
            </p:cNvCxnSpPr>
            <p:nvPr/>
          </p:nvCxnSpPr>
          <p:spPr>
            <a:xfrm rot="10800000">
              <a:off x="3655262" y="1792448"/>
              <a:ext cx="3457500" cy="10521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9" name="Google Shape;89;p14"/>
            <p:cNvCxnSpPr/>
            <p:nvPr/>
          </p:nvCxnSpPr>
          <p:spPr>
            <a:xfrm flipH="1" rot="10800000">
              <a:off x="2985160" y="1759372"/>
              <a:ext cx="2906904" cy="1002576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0" name="Google Shape;90;p14"/>
            <p:cNvCxnSpPr>
              <a:endCxn id="91" idx="6"/>
            </p:cNvCxnSpPr>
            <p:nvPr/>
          </p:nvCxnSpPr>
          <p:spPr>
            <a:xfrm rot="10800000">
              <a:off x="6032103" y="1818876"/>
              <a:ext cx="1009500" cy="974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2" name="Google Shape;92;p14"/>
            <p:cNvCxnSpPr>
              <a:endCxn id="91" idx="12"/>
            </p:cNvCxnSpPr>
            <p:nvPr/>
          </p:nvCxnSpPr>
          <p:spPr>
            <a:xfrm flipH="1" rot="10800000">
              <a:off x="4549326" y="1819176"/>
              <a:ext cx="1290300" cy="9741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93" name="Google Shape;93;p14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Datacenter networks: network elements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>
            <p:ph idx="12" type="sldNum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8168548" y="5355232"/>
            <a:ext cx="3482235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Server racks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837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20- 40 server blades: hosts 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8085439" y="4357127"/>
            <a:ext cx="3774867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Top of Rack (TOR) switch</a:t>
            </a:r>
            <a:endParaRPr/>
          </a:p>
          <a:p>
            <a:pPr indent="-223837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one per rack</a:t>
            </a:r>
            <a:endParaRPr/>
          </a:p>
          <a:p>
            <a:pPr indent="-223837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40-100Gbps Ethernet to blades      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130262" y="3460657"/>
            <a:ext cx="3774867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Tier-2 switches</a:t>
            </a:r>
            <a:endParaRPr/>
          </a:p>
          <a:p>
            <a:pPr indent="-223837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connecting to  ~16 TORs below</a:t>
            </a:r>
            <a:endParaRPr/>
          </a:p>
        </p:txBody>
      </p:sp>
      <p:grpSp>
        <p:nvGrpSpPr>
          <p:cNvPr id="98" name="Google Shape;98;p14"/>
          <p:cNvGrpSpPr/>
          <p:nvPr/>
        </p:nvGrpSpPr>
        <p:grpSpPr>
          <a:xfrm>
            <a:off x="7582334" y="4489205"/>
            <a:ext cx="267206" cy="997245"/>
            <a:chOff x="6424315" y="4488570"/>
            <a:chExt cx="267206" cy="997245"/>
          </a:xfrm>
        </p:grpSpPr>
        <p:grpSp>
          <p:nvGrpSpPr>
            <p:cNvPr id="99" name="Google Shape;99;p14"/>
            <p:cNvGrpSpPr/>
            <p:nvPr/>
          </p:nvGrpSpPr>
          <p:grpSpPr>
            <a:xfrm>
              <a:off x="6424315" y="4636502"/>
              <a:ext cx="237939" cy="849312"/>
              <a:chOff x="6396366" y="3061857"/>
              <a:chExt cx="570079" cy="838094"/>
            </a:xfrm>
          </p:grpSpPr>
          <p:sp>
            <p:nvSpPr>
              <p:cNvPr id="100" name="Google Shape;100;p14"/>
              <p:cNvSpPr/>
              <p:nvPr/>
            </p:nvSpPr>
            <p:spPr>
              <a:xfrm>
                <a:off x="6509786" y="3061857"/>
                <a:ext cx="447707" cy="74253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1" name="Google Shape;101;p14"/>
              <p:cNvCxnSpPr/>
              <p:nvPr/>
            </p:nvCxnSpPr>
            <p:spPr>
              <a:xfrm flipH="1" rot="10800000">
                <a:off x="6847057" y="3061857"/>
                <a:ext cx="113419" cy="9242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02" name="Google Shape;102;p14"/>
              <p:cNvSpPr/>
              <p:nvPr/>
            </p:nvSpPr>
            <p:spPr>
              <a:xfrm>
                <a:off x="6476953" y="3071256"/>
                <a:ext cx="131327" cy="115923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3" name="Google Shape;103;p14"/>
              <p:cNvCxnSpPr/>
              <p:nvPr/>
            </p:nvCxnSpPr>
            <p:spPr>
              <a:xfrm flipH="1" rot="10800000">
                <a:off x="6396367" y="3061857"/>
                <a:ext cx="113419" cy="9242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04" name="Google Shape;104;p14"/>
              <p:cNvSpPr/>
              <p:nvPr/>
            </p:nvSpPr>
            <p:spPr>
              <a:xfrm>
                <a:off x="6817210" y="3702567"/>
                <a:ext cx="131327" cy="115923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" name="Google Shape;105;p14"/>
              <p:cNvSpPr/>
              <p:nvPr/>
            </p:nvSpPr>
            <p:spPr>
              <a:xfrm>
                <a:off x="6405320" y="3157415"/>
                <a:ext cx="444723" cy="742536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6" name="Google Shape;106;p14"/>
              <p:cNvCxnSpPr/>
              <p:nvPr/>
            </p:nvCxnSpPr>
            <p:spPr>
              <a:xfrm flipH="1" rot="10800000">
                <a:off x="6847057" y="3804392"/>
                <a:ext cx="113419" cy="9242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07" name="Google Shape;107;p14"/>
              <p:cNvGrpSpPr/>
              <p:nvPr/>
            </p:nvGrpSpPr>
            <p:grpSpPr>
              <a:xfrm>
                <a:off x="6399350" y="3137050"/>
                <a:ext cx="561125" cy="92425"/>
                <a:chOff x="6581076" y="2845711"/>
                <a:chExt cx="561125" cy="92425"/>
              </a:xfrm>
            </p:grpSpPr>
            <p:cxnSp>
              <p:nvCxnSpPr>
                <p:cNvPr id="108" name="Google Shape;108;p14"/>
                <p:cNvCxnSpPr/>
                <p:nvPr/>
              </p:nvCxnSpPr>
              <p:spPr>
                <a:xfrm flipH="1" rot="10800000">
                  <a:off x="7028782" y="2845711"/>
                  <a:ext cx="113419" cy="9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09" name="Google Shape;109;p14"/>
                <p:cNvCxnSpPr/>
                <p:nvPr/>
              </p:nvCxnSpPr>
              <p:spPr>
                <a:xfrm>
                  <a:off x="6581076" y="2938136"/>
                  <a:ext cx="453676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110" name="Google Shape;110;p14"/>
              <p:cNvGrpSpPr/>
              <p:nvPr/>
            </p:nvGrpSpPr>
            <p:grpSpPr>
              <a:xfrm>
                <a:off x="6399351" y="3202845"/>
                <a:ext cx="567094" cy="89292"/>
                <a:chOff x="6581557" y="2845642"/>
                <a:chExt cx="567094" cy="89292"/>
              </a:xfrm>
            </p:grpSpPr>
            <p:cxnSp>
              <p:nvCxnSpPr>
                <p:cNvPr id="111" name="Google Shape;111;p14"/>
                <p:cNvCxnSpPr/>
                <p:nvPr/>
              </p:nvCxnSpPr>
              <p:spPr>
                <a:xfrm flipH="1" rot="10800000">
                  <a:off x="7029263" y="2845642"/>
                  <a:ext cx="119388" cy="8929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2" name="Google Shape;112;p14"/>
                <p:cNvCxnSpPr/>
                <p:nvPr/>
              </p:nvCxnSpPr>
              <p:spPr>
                <a:xfrm>
                  <a:off x="6581557" y="2934934"/>
                  <a:ext cx="453676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113" name="Google Shape;113;p14"/>
              <p:cNvGrpSpPr/>
              <p:nvPr/>
            </p:nvGrpSpPr>
            <p:grpSpPr>
              <a:xfrm>
                <a:off x="6399350" y="3268639"/>
                <a:ext cx="558142" cy="89292"/>
                <a:chOff x="6582036" y="2845572"/>
                <a:chExt cx="558142" cy="89292"/>
              </a:xfrm>
            </p:grpSpPr>
            <p:cxnSp>
              <p:nvCxnSpPr>
                <p:cNvPr id="114" name="Google Shape;114;p14"/>
                <p:cNvCxnSpPr/>
                <p:nvPr/>
              </p:nvCxnSpPr>
              <p:spPr>
                <a:xfrm flipH="1" rot="10800000">
                  <a:off x="7026759" y="2845572"/>
                  <a:ext cx="113419" cy="8929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5" name="Google Shape;115;p14"/>
                <p:cNvCxnSpPr/>
                <p:nvPr/>
              </p:nvCxnSpPr>
              <p:spPr>
                <a:xfrm>
                  <a:off x="6582036" y="2934864"/>
                  <a:ext cx="450692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116" name="Google Shape;116;p14"/>
              <p:cNvGrpSpPr/>
              <p:nvPr/>
            </p:nvGrpSpPr>
            <p:grpSpPr>
              <a:xfrm>
                <a:off x="6399350" y="3334433"/>
                <a:ext cx="558141" cy="89292"/>
                <a:chOff x="6582516" y="2845502"/>
                <a:chExt cx="558141" cy="89292"/>
              </a:xfrm>
            </p:grpSpPr>
            <p:cxnSp>
              <p:nvCxnSpPr>
                <p:cNvPr id="117" name="Google Shape;117;p14"/>
                <p:cNvCxnSpPr/>
                <p:nvPr/>
              </p:nvCxnSpPr>
              <p:spPr>
                <a:xfrm flipH="1" rot="10800000">
                  <a:off x="7027238" y="2845502"/>
                  <a:ext cx="113419" cy="8929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8" name="Google Shape;118;p14"/>
                <p:cNvCxnSpPr/>
                <p:nvPr/>
              </p:nvCxnSpPr>
              <p:spPr>
                <a:xfrm>
                  <a:off x="6582516" y="2934794"/>
                  <a:ext cx="450692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119" name="Google Shape;119;p14"/>
              <p:cNvGrpSpPr/>
              <p:nvPr/>
            </p:nvGrpSpPr>
            <p:grpSpPr>
              <a:xfrm>
                <a:off x="6399349" y="3400228"/>
                <a:ext cx="558142" cy="89292"/>
                <a:chOff x="6582995" y="2845433"/>
                <a:chExt cx="558142" cy="89292"/>
              </a:xfrm>
            </p:grpSpPr>
            <p:cxnSp>
              <p:nvCxnSpPr>
                <p:cNvPr id="120" name="Google Shape;120;p14"/>
                <p:cNvCxnSpPr/>
                <p:nvPr/>
              </p:nvCxnSpPr>
              <p:spPr>
                <a:xfrm flipH="1" rot="10800000">
                  <a:off x="7027718" y="2845433"/>
                  <a:ext cx="113419" cy="8929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21" name="Google Shape;121;p14"/>
                <p:cNvCxnSpPr/>
                <p:nvPr/>
              </p:nvCxnSpPr>
              <p:spPr>
                <a:xfrm>
                  <a:off x="6582995" y="2934724"/>
                  <a:ext cx="450692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122" name="Google Shape;122;p14"/>
              <p:cNvGrpSpPr/>
              <p:nvPr/>
            </p:nvGrpSpPr>
            <p:grpSpPr>
              <a:xfrm>
                <a:off x="6399351" y="3466022"/>
                <a:ext cx="558141" cy="93992"/>
                <a:chOff x="6583477" y="2845363"/>
                <a:chExt cx="558141" cy="93992"/>
              </a:xfrm>
            </p:grpSpPr>
            <p:cxnSp>
              <p:nvCxnSpPr>
                <p:cNvPr id="123" name="Google Shape;123;p14"/>
                <p:cNvCxnSpPr/>
                <p:nvPr/>
              </p:nvCxnSpPr>
              <p:spPr>
                <a:xfrm flipH="1" rot="10800000">
                  <a:off x="7028199" y="2845363"/>
                  <a:ext cx="113419" cy="9399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24" name="Google Shape;124;p14"/>
                <p:cNvCxnSpPr/>
                <p:nvPr/>
              </p:nvCxnSpPr>
              <p:spPr>
                <a:xfrm>
                  <a:off x="6583477" y="2939355"/>
                  <a:ext cx="450692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125" name="Google Shape;125;p14"/>
              <p:cNvGrpSpPr/>
              <p:nvPr/>
            </p:nvGrpSpPr>
            <p:grpSpPr>
              <a:xfrm>
                <a:off x="6396366" y="3528683"/>
                <a:ext cx="561126" cy="97125"/>
                <a:chOff x="6580972" y="2842160"/>
                <a:chExt cx="561126" cy="97125"/>
              </a:xfrm>
            </p:grpSpPr>
            <p:cxnSp>
              <p:nvCxnSpPr>
                <p:cNvPr id="126" name="Google Shape;126;p14"/>
                <p:cNvCxnSpPr/>
                <p:nvPr/>
              </p:nvCxnSpPr>
              <p:spPr>
                <a:xfrm flipH="1" rot="10800000">
                  <a:off x="7028679" y="2842160"/>
                  <a:ext cx="113419" cy="971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27" name="Google Shape;127;p14"/>
                <p:cNvCxnSpPr/>
                <p:nvPr/>
              </p:nvCxnSpPr>
              <p:spPr>
                <a:xfrm>
                  <a:off x="6580972" y="2939284"/>
                  <a:ext cx="453676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128" name="Google Shape;128;p14"/>
              <p:cNvGrpSpPr/>
              <p:nvPr/>
            </p:nvGrpSpPr>
            <p:grpSpPr>
              <a:xfrm>
                <a:off x="6396366" y="3594477"/>
                <a:ext cx="561125" cy="97125"/>
                <a:chOff x="6581452" y="2842090"/>
                <a:chExt cx="561125" cy="97125"/>
              </a:xfrm>
            </p:grpSpPr>
            <p:cxnSp>
              <p:nvCxnSpPr>
                <p:cNvPr id="129" name="Google Shape;129;p14"/>
                <p:cNvCxnSpPr/>
                <p:nvPr/>
              </p:nvCxnSpPr>
              <p:spPr>
                <a:xfrm flipH="1" rot="10800000">
                  <a:off x="7029158" y="2842090"/>
                  <a:ext cx="113419" cy="971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30" name="Google Shape;130;p14"/>
                <p:cNvCxnSpPr/>
                <p:nvPr/>
              </p:nvCxnSpPr>
              <p:spPr>
                <a:xfrm>
                  <a:off x="6581452" y="2939215"/>
                  <a:ext cx="453676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131" name="Google Shape;131;p14"/>
              <p:cNvGrpSpPr/>
              <p:nvPr/>
            </p:nvGrpSpPr>
            <p:grpSpPr>
              <a:xfrm>
                <a:off x="6396367" y="3664970"/>
                <a:ext cx="558140" cy="92426"/>
                <a:chOff x="6581933" y="2846719"/>
                <a:chExt cx="558140" cy="92426"/>
              </a:xfrm>
            </p:grpSpPr>
            <p:cxnSp>
              <p:nvCxnSpPr>
                <p:cNvPr id="132" name="Google Shape;132;p14"/>
                <p:cNvCxnSpPr/>
                <p:nvPr/>
              </p:nvCxnSpPr>
              <p:spPr>
                <a:xfrm flipH="1" rot="10800000">
                  <a:off x="7026654" y="2846719"/>
                  <a:ext cx="113419" cy="9242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33" name="Google Shape;133;p14"/>
                <p:cNvCxnSpPr/>
                <p:nvPr/>
              </p:nvCxnSpPr>
              <p:spPr>
                <a:xfrm>
                  <a:off x="6581933" y="2939145"/>
                  <a:ext cx="45069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134" name="Google Shape;134;p14"/>
              <p:cNvGrpSpPr/>
              <p:nvPr/>
            </p:nvGrpSpPr>
            <p:grpSpPr>
              <a:xfrm>
                <a:off x="6396367" y="3730765"/>
                <a:ext cx="558139" cy="92426"/>
                <a:chOff x="6582413" y="2846650"/>
                <a:chExt cx="558139" cy="92426"/>
              </a:xfrm>
            </p:grpSpPr>
            <p:cxnSp>
              <p:nvCxnSpPr>
                <p:cNvPr id="135" name="Google Shape;135;p14"/>
                <p:cNvCxnSpPr/>
                <p:nvPr/>
              </p:nvCxnSpPr>
              <p:spPr>
                <a:xfrm flipH="1" rot="10800000">
                  <a:off x="7027133" y="2846650"/>
                  <a:ext cx="113419" cy="9242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36" name="Google Shape;136;p14"/>
                <p:cNvCxnSpPr/>
                <p:nvPr/>
              </p:nvCxnSpPr>
              <p:spPr>
                <a:xfrm>
                  <a:off x="6582413" y="2939076"/>
                  <a:ext cx="45069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  <p:cxnSp>
          <p:nvCxnSpPr>
            <p:cNvPr id="137" name="Google Shape;137;p14"/>
            <p:cNvCxnSpPr/>
            <p:nvPr/>
          </p:nvCxnSpPr>
          <p:spPr>
            <a:xfrm flipH="1">
              <a:off x="6685171" y="4525377"/>
              <a:ext cx="4763" cy="855662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8" name="Google Shape;138;p14"/>
            <p:cNvCxnSpPr/>
            <p:nvPr/>
          </p:nvCxnSpPr>
          <p:spPr>
            <a:xfrm>
              <a:off x="6632784" y="4706352"/>
              <a:ext cx="5873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9" name="Google Shape;139;p14"/>
            <p:cNvCxnSpPr/>
            <p:nvPr/>
          </p:nvCxnSpPr>
          <p:spPr>
            <a:xfrm>
              <a:off x="6631196" y="4771439"/>
              <a:ext cx="5873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0" name="Google Shape;140;p14"/>
            <p:cNvCxnSpPr/>
            <p:nvPr/>
          </p:nvCxnSpPr>
          <p:spPr>
            <a:xfrm>
              <a:off x="6631196" y="4849227"/>
              <a:ext cx="5873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1" name="Google Shape;141;p14"/>
            <p:cNvCxnSpPr/>
            <p:nvPr/>
          </p:nvCxnSpPr>
          <p:spPr>
            <a:xfrm>
              <a:off x="6629609" y="4914314"/>
              <a:ext cx="5873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2" name="Google Shape;142;p14"/>
            <p:cNvCxnSpPr/>
            <p:nvPr/>
          </p:nvCxnSpPr>
          <p:spPr>
            <a:xfrm>
              <a:off x="6628021" y="4976227"/>
              <a:ext cx="603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3" name="Google Shape;143;p14"/>
            <p:cNvCxnSpPr/>
            <p:nvPr/>
          </p:nvCxnSpPr>
          <p:spPr>
            <a:xfrm>
              <a:off x="6628021" y="5044489"/>
              <a:ext cx="5873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4" name="Google Shape;144;p14"/>
            <p:cNvCxnSpPr/>
            <p:nvPr/>
          </p:nvCxnSpPr>
          <p:spPr>
            <a:xfrm>
              <a:off x="6626434" y="5114339"/>
              <a:ext cx="5873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5" name="Google Shape;145;p14"/>
            <p:cNvCxnSpPr/>
            <p:nvPr/>
          </p:nvCxnSpPr>
          <p:spPr>
            <a:xfrm>
              <a:off x="6629609" y="5184189"/>
              <a:ext cx="5873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6" name="Google Shape;146;p14"/>
            <p:cNvCxnSpPr/>
            <p:nvPr/>
          </p:nvCxnSpPr>
          <p:spPr>
            <a:xfrm>
              <a:off x="6631196" y="5252452"/>
              <a:ext cx="5873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7" name="Google Shape;147;p14"/>
            <p:cNvCxnSpPr/>
            <p:nvPr/>
          </p:nvCxnSpPr>
          <p:spPr>
            <a:xfrm>
              <a:off x="6631196" y="5322302"/>
              <a:ext cx="5873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8" name="Google Shape;148;p14"/>
            <p:cNvCxnSpPr/>
            <p:nvPr/>
          </p:nvCxnSpPr>
          <p:spPr>
            <a:xfrm>
              <a:off x="6632784" y="5387389"/>
              <a:ext cx="5873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9" name="Google Shape;149;p14"/>
            <p:cNvCxnSpPr/>
            <p:nvPr/>
          </p:nvCxnSpPr>
          <p:spPr>
            <a:xfrm rot="10800000">
              <a:off x="6632784" y="4531727"/>
              <a:ext cx="58737" cy="0"/>
            </a:xfrm>
            <a:prstGeom prst="straightConnector1">
              <a:avLst/>
            </a:prstGeom>
            <a:noFill/>
            <a:ln cap="flat" cmpd="sng" w="222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150" name="Google Shape;150;p14"/>
            <p:cNvGrpSpPr/>
            <p:nvPr/>
          </p:nvGrpSpPr>
          <p:grpSpPr>
            <a:xfrm>
              <a:off x="6434171" y="4488570"/>
              <a:ext cx="224203" cy="179034"/>
              <a:chOff x="3668110" y="2448910"/>
              <a:chExt cx="3794234" cy="2165130"/>
            </a:xfrm>
          </p:grpSpPr>
          <p:sp>
            <p:nvSpPr>
              <p:cNvPr id="151" name="Google Shape;151;p14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52;p14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53" name="Google Shape;153;p14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54" name="Google Shape;154;p14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5" name="Google Shape;155;p14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" name="Google Shape;156;p14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" name="Google Shape;157;p14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158" name="Google Shape;158;p14"/>
          <p:cNvGrpSpPr/>
          <p:nvPr/>
        </p:nvGrpSpPr>
        <p:grpSpPr>
          <a:xfrm>
            <a:off x="5974431" y="3377682"/>
            <a:ext cx="1055390" cy="275739"/>
            <a:chOff x="5974431" y="3377682"/>
            <a:chExt cx="1055390" cy="275739"/>
          </a:xfrm>
        </p:grpSpPr>
        <p:cxnSp>
          <p:nvCxnSpPr>
            <p:cNvPr id="159" name="Google Shape;159;p14"/>
            <p:cNvCxnSpPr/>
            <p:nvPr/>
          </p:nvCxnSpPr>
          <p:spPr>
            <a:xfrm rot="10800000">
              <a:off x="5974431" y="3483429"/>
              <a:ext cx="1055390" cy="16999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0" name="Google Shape;160;p14"/>
            <p:cNvCxnSpPr>
              <a:stCxn id="161" idx="8"/>
            </p:cNvCxnSpPr>
            <p:nvPr/>
          </p:nvCxnSpPr>
          <p:spPr>
            <a:xfrm rot="10800000">
              <a:off x="6223243" y="3427578"/>
              <a:ext cx="671700" cy="1737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2" name="Google Shape;162;p14"/>
            <p:cNvCxnSpPr/>
            <p:nvPr/>
          </p:nvCxnSpPr>
          <p:spPr>
            <a:xfrm rot="10800000">
              <a:off x="6465843" y="3377682"/>
              <a:ext cx="562839" cy="201824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63" name="Google Shape;163;p14"/>
          <p:cNvGrpSpPr/>
          <p:nvPr/>
        </p:nvGrpSpPr>
        <p:grpSpPr>
          <a:xfrm flipH="1" rot="10800000">
            <a:off x="5989981" y="3036336"/>
            <a:ext cx="1055390" cy="275739"/>
            <a:chOff x="6920204" y="3530082"/>
            <a:chExt cx="1055390" cy="275739"/>
          </a:xfrm>
        </p:grpSpPr>
        <p:cxnSp>
          <p:nvCxnSpPr>
            <p:cNvPr id="164" name="Google Shape;164;p14"/>
            <p:cNvCxnSpPr/>
            <p:nvPr/>
          </p:nvCxnSpPr>
          <p:spPr>
            <a:xfrm rot="10800000">
              <a:off x="6920204" y="3635829"/>
              <a:ext cx="1055390" cy="16999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5" name="Google Shape;165;p14"/>
            <p:cNvCxnSpPr/>
            <p:nvPr/>
          </p:nvCxnSpPr>
          <p:spPr>
            <a:xfrm rot="10800000">
              <a:off x="7169020" y="3579845"/>
              <a:ext cx="671696" cy="17383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6" name="Google Shape;166;p14"/>
            <p:cNvCxnSpPr/>
            <p:nvPr/>
          </p:nvCxnSpPr>
          <p:spPr>
            <a:xfrm rot="10800000">
              <a:off x="7411616" y="3530082"/>
              <a:ext cx="562839" cy="201824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67" name="Google Shape;167;p14"/>
          <p:cNvGrpSpPr/>
          <p:nvPr/>
        </p:nvGrpSpPr>
        <p:grpSpPr>
          <a:xfrm>
            <a:off x="6657747" y="2537293"/>
            <a:ext cx="5251865" cy="1075110"/>
            <a:chOff x="6657747" y="2537293"/>
            <a:chExt cx="5251865" cy="1075110"/>
          </a:xfrm>
        </p:grpSpPr>
        <p:cxnSp>
          <p:nvCxnSpPr>
            <p:cNvPr id="168" name="Google Shape;168;p14"/>
            <p:cNvCxnSpPr/>
            <p:nvPr/>
          </p:nvCxnSpPr>
          <p:spPr>
            <a:xfrm flipH="1">
              <a:off x="7111851" y="3098053"/>
              <a:ext cx="1587" cy="51435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169" name="Google Shape;169;p14"/>
            <p:cNvGrpSpPr/>
            <p:nvPr/>
          </p:nvGrpSpPr>
          <p:grpSpPr>
            <a:xfrm>
              <a:off x="6657747" y="2637514"/>
              <a:ext cx="914400" cy="479686"/>
              <a:chOff x="3668110" y="2448910"/>
              <a:chExt cx="3794234" cy="2165130"/>
            </a:xfrm>
          </p:grpSpPr>
          <p:sp>
            <p:nvSpPr>
              <p:cNvPr id="170" name="Google Shape;170;p14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14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72" name="Google Shape;172;p14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73" name="Google Shape;173;p14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4" name="Google Shape;174;p14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5" name="Google Shape;175;p14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6" name="Google Shape;176;p14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77" name="Google Shape;177;p14"/>
            <p:cNvSpPr txBox="1"/>
            <p:nvPr/>
          </p:nvSpPr>
          <p:spPr>
            <a:xfrm>
              <a:off x="8134745" y="2537293"/>
              <a:ext cx="3774867" cy="7694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Tier-1 switches</a:t>
              </a:r>
              <a:endParaRPr/>
            </a:p>
            <a:p>
              <a:pPr indent="-223837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000"/>
                <a:buFont typeface="Noto Sans Symbols"/>
                <a:buChar char="▪"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connecting to  ~16 T-2s below</a:t>
              </a:r>
              <a:endParaRPr/>
            </a:p>
          </p:txBody>
        </p:sp>
      </p:grpSp>
      <p:grpSp>
        <p:nvGrpSpPr>
          <p:cNvPr id="178" name="Google Shape;178;p14"/>
          <p:cNvGrpSpPr/>
          <p:nvPr/>
        </p:nvGrpSpPr>
        <p:grpSpPr>
          <a:xfrm>
            <a:off x="3209365" y="1435878"/>
            <a:ext cx="8735897" cy="769441"/>
            <a:chOff x="3209365" y="1435878"/>
            <a:chExt cx="8735897" cy="769441"/>
          </a:xfrm>
        </p:grpSpPr>
        <p:grpSp>
          <p:nvGrpSpPr>
            <p:cNvPr id="179" name="Google Shape;179;p14"/>
            <p:cNvGrpSpPr/>
            <p:nvPr/>
          </p:nvGrpSpPr>
          <p:grpSpPr>
            <a:xfrm>
              <a:off x="3209365" y="1621000"/>
              <a:ext cx="894855" cy="442494"/>
              <a:chOff x="7493876" y="2774731"/>
              <a:chExt cx="1481958" cy="894622"/>
            </a:xfrm>
          </p:grpSpPr>
          <p:sp>
            <p:nvSpPr>
              <p:cNvPr id="180" name="Google Shape;180;p14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81" name="Google Shape;181;p14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82" name="Google Shape;182;p14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83" name="Google Shape;183;p14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4" name="Google Shape;184;p14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5" name="Google Shape;185;p14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" name="Google Shape;84;p14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86" name="Google Shape;186;p14"/>
            <p:cNvGrpSpPr/>
            <p:nvPr/>
          </p:nvGrpSpPr>
          <p:grpSpPr>
            <a:xfrm>
              <a:off x="5489296" y="1629965"/>
              <a:ext cx="894855" cy="442494"/>
              <a:chOff x="7493876" y="2774731"/>
              <a:chExt cx="1481958" cy="894622"/>
            </a:xfrm>
          </p:grpSpPr>
          <p:sp>
            <p:nvSpPr>
              <p:cNvPr id="187" name="Google Shape;187;p14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88" name="Google Shape;188;p14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89" name="Google Shape;189;p14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90" name="Google Shape;190;p14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1" name="Google Shape;191;p14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2" name="Google Shape;192;p14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" name="Google Shape;91;p14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93" name="Google Shape;193;p14"/>
            <p:cNvSpPr txBox="1"/>
            <p:nvPr/>
          </p:nvSpPr>
          <p:spPr>
            <a:xfrm>
              <a:off x="8092348" y="1435878"/>
              <a:ext cx="3852914" cy="7694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Border routers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3837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000"/>
                <a:buFont typeface="Noto Sans Symbols"/>
                <a:buChar char="▪"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connections outside datacenter</a:t>
              </a:r>
              <a:endParaRPr/>
            </a:p>
          </p:txBody>
        </p:sp>
      </p:grpSp>
      <p:grpSp>
        <p:nvGrpSpPr>
          <p:cNvPr id="194" name="Google Shape;194;p14"/>
          <p:cNvGrpSpPr/>
          <p:nvPr/>
        </p:nvGrpSpPr>
        <p:grpSpPr>
          <a:xfrm>
            <a:off x="6424315" y="3564953"/>
            <a:ext cx="1277231" cy="1928806"/>
            <a:chOff x="6424315" y="3564953"/>
            <a:chExt cx="1277231" cy="1928806"/>
          </a:xfrm>
        </p:grpSpPr>
        <p:cxnSp>
          <p:nvCxnSpPr>
            <p:cNvPr id="195" name="Google Shape;195;p14"/>
            <p:cNvCxnSpPr>
              <a:endCxn id="154" idx="4"/>
            </p:cNvCxnSpPr>
            <p:nvPr/>
          </p:nvCxnSpPr>
          <p:spPr>
            <a:xfrm>
              <a:off x="7386846" y="3996739"/>
              <a:ext cx="314700" cy="554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196" name="Google Shape;196;p14"/>
            <p:cNvGrpSpPr/>
            <p:nvPr/>
          </p:nvGrpSpPr>
          <p:grpSpPr>
            <a:xfrm>
              <a:off x="6424315" y="3564953"/>
              <a:ext cx="1189752" cy="1928806"/>
              <a:chOff x="6424315" y="3564953"/>
              <a:chExt cx="1189752" cy="1928806"/>
            </a:xfrm>
          </p:grpSpPr>
          <p:cxnSp>
            <p:nvCxnSpPr>
              <p:cNvPr id="197" name="Google Shape;197;p14"/>
              <p:cNvCxnSpPr>
                <a:endCxn id="198" idx="4"/>
              </p:cNvCxnSpPr>
              <p:nvPr/>
            </p:nvCxnSpPr>
            <p:spPr>
              <a:xfrm flipH="1">
                <a:off x="6543647" y="3958639"/>
                <a:ext cx="436800" cy="59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99" name="Google Shape;199;p14"/>
              <p:cNvCxnSpPr>
                <a:endCxn id="200" idx="9"/>
              </p:cNvCxnSpPr>
              <p:nvPr/>
            </p:nvCxnSpPr>
            <p:spPr>
              <a:xfrm>
                <a:off x="7130402" y="3966699"/>
                <a:ext cx="32700" cy="57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201" name="Google Shape;201;p14"/>
              <p:cNvGrpSpPr/>
              <p:nvPr/>
            </p:nvGrpSpPr>
            <p:grpSpPr>
              <a:xfrm>
                <a:off x="6424315" y="3564953"/>
                <a:ext cx="1155347" cy="1928806"/>
                <a:chOff x="6424315" y="3564953"/>
                <a:chExt cx="1155347" cy="1928806"/>
              </a:xfrm>
            </p:grpSpPr>
            <p:cxnSp>
              <p:nvCxnSpPr>
                <p:cNvPr id="202" name="Google Shape;202;p14"/>
                <p:cNvCxnSpPr>
                  <a:endCxn id="203" idx="2"/>
                </p:cNvCxnSpPr>
                <p:nvPr/>
              </p:nvCxnSpPr>
              <p:spPr>
                <a:xfrm flipH="1">
                  <a:off x="6853172" y="3968164"/>
                  <a:ext cx="264900" cy="586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204" name="Google Shape;204;p14"/>
                <p:cNvGrpSpPr/>
                <p:nvPr/>
              </p:nvGrpSpPr>
              <p:grpSpPr>
                <a:xfrm>
                  <a:off x="6424315" y="4488570"/>
                  <a:ext cx="267206" cy="997245"/>
                  <a:chOff x="6424315" y="4488570"/>
                  <a:chExt cx="267206" cy="997245"/>
                </a:xfrm>
              </p:grpSpPr>
              <p:grpSp>
                <p:nvGrpSpPr>
                  <p:cNvPr id="205" name="Google Shape;205;p14"/>
                  <p:cNvGrpSpPr/>
                  <p:nvPr/>
                </p:nvGrpSpPr>
                <p:grpSpPr>
                  <a:xfrm>
                    <a:off x="6424315" y="4636502"/>
                    <a:ext cx="237939" cy="849312"/>
                    <a:chOff x="6396366" y="3061857"/>
                    <a:chExt cx="570079" cy="838094"/>
                  </a:xfrm>
                </p:grpSpPr>
                <p:sp>
                  <p:nvSpPr>
                    <p:cNvPr id="206" name="Google Shape;206;p14"/>
                    <p:cNvSpPr/>
                    <p:nvPr/>
                  </p:nvSpPr>
                  <p:spPr>
                    <a:xfrm>
                      <a:off x="6509786" y="3061857"/>
                      <a:ext cx="447707" cy="742536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207" name="Google Shape;207;p14"/>
                    <p:cNvCxnSpPr/>
                    <p:nvPr/>
                  </p:nvCxnSpPr>
                  <p:spPr>
                    <a:xfrm flipH="1" rot="10800000">
                      <a:off x="684705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208" name="Google Shape;208;p14"/>
                    <p:cNvSpPr/>
                    <p:nvPr/>
                  </p:nvSpPr>
                  <p:spPr>
                    <a:xfrm>
                      <a:off x="6476953" y="3071256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209" name="Google Shape;209;p14"/>
                    <p:cNvCxnSpPr/>
                    <p:nvPr/>
                  </p:nvCxnSpPr>
                  <p:spPr>
                    <a:xfrm flipH="1" rot="10800000">
                      <a:off x="639636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210" name="Google Shape;210;p14"/>
                    <p:cNvSpPr/>
                    <p:nvPr/>
                  </p:nvSpPr>
                  <p:spPr>
                    <a:xfrm>
                      <a:off x="6817210" y="3702567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11" name="Google Shape;211;p14"/>
                    <p:cNvSpPr/>
                    <p:nvPr/>
                  </p:nvSpPr>
                  <p:spPr>
                    <a:xfrm>
                      <a:off x="6405320" y="3157415"/>
                      <a:ext cx="444723" cy="742536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212" name="Google Shape;212;p14"/>
                    <p:cNvCxnSpPr/>
                    <p:nvPr/>
                  </p:nvCxnSpPr>
                  <p:spPr>
                    <a:xfrm flipH="1" rot="10800000">
                      <a:off x="6847057" y="3804392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grpSp>
                  <p:nvGrpSpPr>
                    <p:cNvPr id="213" name="Google Shape;213;p14"/>
                    <p:cNvGrpSpPr/>
                    <p:nvPr/>
                  </p:nvGrpSpPr>
                  <p:grpSpPr>
                    <a:xfrm>
                      <a:off x="6399350" y="3137050"/>
                      <a:ext cx="561125" cy="92425"/>
                      <a:chOff x="6581076" y="2845711"/>
                      <a:chExt cx="561125" cy="92425"/>
                    </a:xfrm>
                  </p:grpSpPr>
                  <p:cxnSp>
                    <p:nvCxnSpPr>
                      <p:cNvPr id="214" name="Google Shape;214;p14"/>
                      <p:cNvCxnSpPr/>
                      <p:nvPr/>
                    </p:nvCxnSpPr>
                    <p:spPr>
                      <a:xfrm flipH="1" rot="10800000">
                        <a:off x="7028782" y="2845711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15" name="Google Shape;215;p14"/>
                      <p:cNvCxnSpPr/>
                      <p:nvPr/>
                    </p:nvCxnSpPr>
                    <p:spPr>
                      <a:xfrm>
                        <a:off x="6581076" y="2938136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16" name="Google Shape;216;p14"/>
                    <p:cNvGrpSpPr/>
                    <p:nvPr/>
                  </p:nvGrpSpPr>
                  <p:grpSpPr>
                    <a:xfrm>
                      <a:off x="6399351" y="3202845"/>
                      <a:ext cx="567094" cy="89292"/>
                      <a:chOff x="6581557" y="2845642"/>
                      <a:chExt cx="567094" cy="89292"/>
                    </a:xfrm>
                  </p:grpSpPr>
                  <p:cxnSp>
                    <p:nvCxnSpPr>
                      <p:cNvPr id="217" name="Google Shape;217;p14"/>
                      <p:cNvCxnSpPr/>
                      <p:nvPr/>
                    </p:nvCxnSpPr>
                    <p:spPr>
                      <a:xfrm flipH="1" rot="10800000">
                        <a:off x="7029263" y="2845642"/>
                        <a:ext cx="119388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18" name="Google Shape;218;p14"/>
                      <p:cNvCxnSpPr/>
                      <p:nvPr/>
                    </p:nvCxnSpPr>
                    <p:spPr>
                      <a:xfrm>
                        <a:off x="6581557" y="293493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19" name="Google Shape;219;p14"/>
                    <p:cNvGrpSpPr/>
                    <p:nvPr/>
                  </p:nvGrpSpPr>
                  <p:grpSpPr>
                    <a:xfrm>
                      <a:off x="6399350" y="3268639"/>
                      <a:ext cx="558142" cy="89292"/>
                      <a:chOff x="6582036" y="2845572"/>
                      <a:chExt cx="558142" cy="89292"/>
                    </a:xfrm>
                  </p:grpSpPr>
                  <p:cxnSp>
                    <p:nvCxnSpPr>
                      <p:cNvPr id="220" name="Google Shape;220;p14"/>
                      <p:cNvCxnSpPr/>
                      <p:nvPr/>
                    </p:nvCxnSpPr>
                    <p:spPr>
                      <a:xfrm flipH="1" rot="10800000">
                        <a:off x="7026759" y="284557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21" name="Google Shape;221;p14"/>
                      <p:cNvCxnSpPr/>
                      <p:nvPr/>
                    </p:nvCxnSpPr>
                    <p:spPr>
                      <a:xfrm>
                        <a:off x="6582036" y="293486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22" name="Google Shape;222;p14"/>
                    <p:cNvGrpSpPr/>
                    <p:nvPr/>
                  </p:nvGrpSpPr>
                  <p:grpSpPr>
                    <a:xfrm>
                      <a:off x="6399350" y="3334433"/>
                      <a:ext cx="558141" cy="89292"/>
                      <a:chOff x="6582516" y="2845502"/>
                      <a:chExt cx="558141" cy="89292"/>
                    </a:xfrm>
                  </p:grpSpPr>
                  <p:cxnSp>
                    <p:nvCxnSpPr>
                      <p:cNvPr id="223" name="Google Shape;223;p14"/>
                      <p:cNvCxnSpPr/>
                      <p:nvPr/>
                    </p:nvCxnSpPr>
                    <p:spPr>
                      <a:xfrm flipH="1" rot="10800000">
                        <a:off x="7027238" y="284550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24" name="Google Shape;224;p14"/>
                      <p:cNvCxnSpPr/>
                      <p:nvPr/>
                    </p:nvCxnSpPr>
                    <p:spPr>
                      <a:xfrm>
                        <a:off x="6582516" y="293479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25" name="Google Shape;225;p14"/>
                    <p:cNvGrpSpPr/>
                    <p:nvPr/>
                  </p:nvGrpSpPr>
                  <p:grpSpPr>
                    <a:xfrm>
                      <a:off x="6399349" y="3400228"/>
                      <a:ext cx="558142" cy="89292"/>
                      <a:chOff x="6582995" y="2845433"/>
                      <a:chExt cx="558142" cy="89292"/>
                    </a:xfrm>
                  </p:grpSpPr>
                  <p:cxnSp>
                    <p:nvCxnSpPr>
                      <p:cNvPr id="226" name="Google Shape;226;p14"/>
                      <p:cNvCxnSpPr/>
                      <p:nvPr/>
                    </p:nvCxnSpPr>
                    <p:spPr>
                      <a:xfrm flipH="1" rot="10800000">
                        <a:off x="7027718" y="2845433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27" name="Google Shape;227;p14"/>
                      <p:cNvCxnSpPr/>
                      <p:nvPr/>
                    </p:nvCxnSpPr>
                    <p:spPr>
                      <a:xfrm>
                        <a:off x="6582995" y="293472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28" name="Google Shape;228;p14"/>
                    <p:cNvGrpSpPr/>
                    <p:nvPr/>
                  </p:nvGrpSpPr>
                  <p:grpSpPr>
                    <a:xfrm>
                      <a:off x="6399351" y="3466022"/>
                      <a:ext cx="558141" cy="93992"/>
                      <a:chOff x="6583477" y="2845363"/>
                      <a:chExt cx="558141" cy="93992"/>
                    </a:xfrm>
                  </p:grpSpPr>
                  <p:cxnSp>
                    <p:nvCxnSpPr>
                      <p:cNvPr id="229" name="Google Shape;229;p14"/>
                      <p:cNvCxnSpPr/>
                      <p:nvPr/>
                    </p:nvCxnSpPr>
                    <p:spPr>
                      <a:xfrm flipH="1" rot="10800000">
                        <a:off x="7028199" y="2845363"/>
                        <a:ext cx="113419" cy="939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30" name="Google Shape;230;p14"/>
                      <p:cNvCxnSpPr/>
                      <p:nvPr/>
                    </p:nvCxnSpPr>
                    <p:spPr>
                      <a:xfrm>
                        <a:off x="6583477" y="2939355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31" name="Google Shape;231;p14"/>
                    <p:cNvGrpSpPr/>
                    <p:nvPr/>
                  </p:nvGrpSpPr>
                  <p:grpSpPr>
                    <a:xfrm>
                      <a:off x="6396366" y="3528683"/>
                      <a:ext cx="561126" cy="97125"/>
                      <a:chOff x="6580972" y="2842160"/>
                      <a:chExt cx="561126" cy="97125"/>
                    </a:xfrm>
                  </p:grpSpPr>
                  <p:cxnSp>
                    <p:nvCxnSpPr>
                      <p:cNvPr id="232" name="Google Shape;232;p14"/>
                      <p:cNvCxnSpPr/>
                      <p:nvPr/>
                    </p:nvCxnSpPr>
                    <p:spPr>
                      <a:xfrm flipH="1" rot="10800000">
                        <a:off x="7028679" y="284216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33" name="Google Shape;233;p14"/>
                      <p:cNvCxnSpPr/>
                      <p:nvPr/>
                    </p:nvCxnSpPr>
                    <p:spPr>
                      <a:xfrm>
                        <a:off x="6580972" y="293928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34" name="Google Shape;234;p14"/>
                    <p:cNvGrpSpPr/>
                    <p:nvPr/>
                  </p:nvGrpSpPr>
                  <p:grpSpPr>
                    <a:xfrm>
                      <a:off x="6396366" y="3594477"/>
                      <a:ext cx="561125" cy="97125"/>
                      <a:chOff x="6581452" y="2842090"/>
                      <a:chExt cx="561125" cy="97125"/>
                    </a:xfrm>
                  </p:grpSpPr>
                  <p:cxnSp>
                    <p:nvCxnSpPr>
                      <p:cNvPr id="235" name="Google Shape;235;p14"/>
                      <p:cNvCxnSpPr/>
                      <p:nvPr/>
                    </p:nvCxnSpPr>
                    <p:spPr>
                      <a:xfrm flipH="1" rot="10800000">
                        <a:off x="7029158" y="284209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36" name="Google Shape;236;p14"/>
                      <p:cNvCxnSpPr/>
                      <p:nvPr/>
                    </p:nvCxnSpPr>
                    <p:spPr>
                      <a:xfrm>
                        <a:off x="6581452" y="2939215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37" name="Google Shape;237;p14"/>
                    <p:cNvGrpSpPr/>
                    <p:nvPr/>
                  </p:nvGrpSpPr>
                  <p:grpSpPr>
                    <a:xfrm>
                      <a:off x="6396367" y="3664970"/>
                      <a:ext cx="558140" cy="92426"/>
                      <a:chOff x="6581933" y="2846719"/>
                      <a:chExt cx="558140" cy="92426"/>
                    </a:xfrm>
                  </p:grpSpPr>
                  <p:cxnSp>
                    <p:nvCxnSpPr>
                      <p:cNvPr id="238" name="Google Shape;238;p14"/>
                      <p:cNvCxnSpPr/>
                      <p:nvPr/>
                    </p:nvCxnSpPr>
                    <p:spPr>
                      <a:xfrm flipH="1" rot="10800000">
                        <a:off x="7026654" y="2846719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39" name="Google Shape;239;p14"/>
                      <p:cNvCxnSpPr/>
                      <p:nvPr/>
                    </p:nvCxnSpPr>
                    <p:spPr>
                      <a:xfrm>
                        <a:off x="6581933" y="2939145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40" name="Google Shape;240;p14"/>
                    <p:cNvGrpSpPr/>
                    <p:nvPr/>
                  </p:nvGrpSpPr>
                  <p:grpSpPr>
                    <a:xfrm>
                      <a:off x="6396367" y="3730765"/>
                      <a:ext cx="558139" cy="92426"/>
                      <a:chOff x="6582413" y="2846650"/>
                      <a:chExt cx="558139" cy="92426"/>
                    </a:xfrm>
                  </p:grpSpPr>
                  <p:cxnSp>
                    <p:nvCxnSpPr>
                      <p:cNvPr id="241" name="Google Shape;241;p14"/>
                      <p:cNvCxnSpPr/>
                      <p:nvPr/>
                    </p:nvCxnSpPr>
                    <p:spPr>
                      <a:xfrm flipH="1" rot="10800000">
                        <a:off x="7027133" y="2846650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42" name="Google Shape;242;p14"/>
                      <p:cNvCxnSpPr/>
                      <p:nvPr/>
                    </p:nvCxnSpPr>
                    <p:spPr>
                      <a:xfrm>
                        <a:off x="6582413" y="2939076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cxnSp>
                <p:nvCxnSpPr>
                  <p:cNvPr id="243" name="Google Shape;243;p14"/>
                  <p:cNvCxnSpPr/>
                  <p:nvPr/>
                </p:nvCxnSpPr>
                <p:spPr>
                  <a:xfrm flipH="1">
                    <a:off x="6685171" y="4525377"/>
                    <a:ext cx="4763" cy="855662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44" name="Google Shape;244;p14"/>
                  <p:cNvCxnSpPr/>
                  <p:nvPr/>
                </p:nvCxnSpPr>
                <p:spPr>
                  <a:xfrm>
                    <a:off x="6632784" y="4706352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45" name="Google Shape;245;p14"/>
                  <p:cNvCxnSpPr/>
                  <p:nvPr/>
                </p:nvCxnSpPr>
                <p:spPr>
                  <a:xfrm>
                    <a:off x="6631196" y="477143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46" name="Google Shape;246;p14"/>
                  <p:cNvCxnSpPr/>
                  <p:nvPr/>
                </p:nvCxnSpPr>
                <p:spPr>
                  <a:xfrm>
                    <a:off x="6631196" y="4849227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47" name="Google Shape;247;p14"/>
                  <p:cNvCxnSpPr/>
                  <p:nvPr/>
                </p:nvCxnSpPr>
                <p:spPr>
                  <a:xfrm>
                    <a:off x="6629609" y="4914314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48" name="Google Shape;248;p14"/>
                  <p:cNvCxnSpPr/>
                  <p:nvPr/>
                </p:nvCxnSpPr>
                <p:spPr>
                  <a:xfrm>
                    <a:off x="6628021" y="4976227"/>
                    <a:ext cx="60325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49" name="Google Shape;249;p14"/>
                  <p:cNvCxnSpPr/>
                  <p:nvPr/>
                </p:nvCxnSpPr>
                <p:spPr>
                  <a:xfrm>
                    <a:off x="6628021" y="504448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50" name="Google Shape;250;p14"/>
                  <p:cNvCxnSpPr/>
                  <p:nvPr/>
                </p:nvCxnSpPr>
                <p:spPr>
                  <a:xfrm>
                    <a:off x="6626434" y="511433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51" name="Google Shape;251;p14"/>
                  <p:cNvCxnSpPr/>
                  <p:nvPr/>
                </p:nvCxnSpPr>
                <p:spPr>
                  <a:xfrm>
                    <a:off x="6629609" y="51841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52" name="Google Shape;252;p14"/>
                  <p:cNvCxnSpPr/>
                  <p:nvPr/>
                </p:nvCxnSpPr>
                <p:spPr>
                  <a:xfrm>
                    <a:off x="6631196" y="525245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53" name="Google Shape;253;p14"/>
                  <p:cNvCxnSpPr/>
                  <p:nvPr/>
                </p:nvCxnSpPr>
                <p:spPr>
                  <a:xfrm>
                    <a:off x="6631196" y="532230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54" name="Google Shape;254;p14"/>
                  <p:cNvCxnSpPr/>
                  <p:nvPr/>
                </p:nvCxnSpPr>
                <p:spPr>
                  <a:xfrm>
                    <a:off x="6632784" y="53873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55" name="Google Shape;255;p14"/>
                  <p:cNvCxnSpPr/>
                  <p:nvPr/>
                </p:nvCxnSpPr>
                <p:spPr>
                  <a:xfrm rot="10800000">
                    <a:off x="6632784" y="4531727"/>
                    <a:ext cx="58737" cy="0"/>
                  </a:xfrm>
                  <a:prstGeom prst="straightConnector1">
                    <a:avLst/>
                  </a:prstGeom>
                  <a:noFill/>
                  <a:ln cap="flat" cmpd="sng" w="222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256" name="Google Shape;256;p14"/>
                  <p:cNvGrpSpPr/>
                  <p:nvPr/>
                </p:nvGrpSpPr>
                <p:grpSpPr>
                  <a:xfrm>
                    <a:off x="6434171" y="4488570"/>
                    <a:ext cx="224203" cy="179034"/>
                    <a:chOff x="3668110" y="2448910"/>
                    <a:chExt cx="3794234" cy="2165130"/>
                  </a:xfrm>
                </p:grpSpPr>
                <p:sp>
                  <p:nvSpPr>
                    <p:cNvPr id="257" name="Google Shape;257;p14"/>
                    <p:cNvSpPr/>
                    <p:nvPr/>
                  </p:nvSpPr>
                  <p:spPr>
                    <a:xfrm>
                      <a:off x="3668110" y="3741409"/>
                      <a:ext cx="3780587" cy="872631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31538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58" name="Google Shape;258;p14"/>
                    <p:cNvSpPr/>
                    <p:nvPr/>
                  </p:nvSpPr>
                  <p:spPr>
                    <a:xfrm>
                      <a:off x="3678620" y="2448910"/>
                      <a:ext cx="3783724" cy="1324303"/>
                    </a:xfrm>
                    <a:custGeom>
                      <a:rect b="b" l="l" r="r" t="t"/>
                      <a:pathLst>
                        <a:path extrusionOk="0" h="1324303" w="3783724">
                          <a:moveTo>
                            <a:pt x="0" y="1313793"/>
                          </a:moveTo>
                          <a:lnTo>
                            <a:pt x="0" y="1313793"/>
                          </a:lnTo>
                          <a:lnTo>
                            <a:pt x="252248" y="0"/>
                          </a:lnTo>
                          <a:lnTo>
                            <a:pt x="3415862" y="21020"/>
                          </a:lnTo>
                          <a:lnTo>
                            <a:pt x="3783724" y="1324303"/>
                          </a:lnTo>
                          <a:lnTo>
                            <a:pt x="0" y="1313793"/>
                          </a:lnTo>
                          <a:close/>
                        </a:path>
                      </a:pathLst>
                    </a:cu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259" name="Google Shape;259;p14"/>
                    <p:cNvGrpSpPr/>
                    <p:nvPr/>
                  </p:nvGrpSpPr>
                  <p:grpSpPr>
                    <a:xfrm>
                      <a:off x="3941378" y="2603243"/>
                      <a:ext cx="3202061" cy="1066110"/>
                      <a:chOff x="7939341" y="3037317"/>
                      <a:chExt cx="897649" cy="353919"/>
                    </a:xfrm>
                  </p:grpSpPr>
                  <p:sp>
                    <p:nvSpPr>
                      <p:cNvPr id="198" name="Google Shape;198;p14"/>
                      <p:cNvSpPr/>
                      <p:nvPr/>
                    </p:nvSpPr>
                    <p:spPr>
                      <a:xfrm>
                        <a:off x="7964170" y="30373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60" name="Google Shape;260;p14"/>
                      <p:cNvSpPr/>
                      <p:nvPr/>
                    </p:nvSpPr>
                    <p:spPr>
                      <a:xfrm>
                        <a:off x="8519948" y="32067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61" name="Google Shape;261;p14"/>
                      <p:cNvSpPr/>
                      <p:nvPr/>
                    </p:nvSpPr>
                    <p:spPr>
                      <a:xfrm>
                        <a:off x="7939341" y="32067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62" name="Google Shape;262;p14"/>
                      <p:cNvSpPr/>
                      <p:nvPr/>
                    </p:nvSpPr>
                    <p:spPr>
                      <a:xfrm>
                        <a:off x="8047413" y="31234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263" name="Google Shape;263;p14"/>
                <p:cNvGrpSpPr/>
                <p:nvPr/>
              </p:nvGrpSpPr>
              <p:grpSpPr>
                <a:xfrm>
                  <a:off x="6665262" y="3564953"/>
                  <a:ext cx="914400" cy="479686"/>
                  <a:chOff x="3668110" y="2448910"/>
                  <a:chExt cx="3794234" cy="2165130"/>
                </a:xfrm>
              </p:grpSpPr>
              <p:sp>
                <p:nvSpPr>
                  <p:cNvPr id="264" name="Google Shape;264;p14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5" name="Google Shape;265;p14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266" name="Google Shape;266;p14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161" name="Google Shape;161;p14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7" name="Google Shape;267;p14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8" name="Google Shape;268;p14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9" name="Google Shape;269;p14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270" name="Google Shape;270;p14"/>
                <p:cNvGrpSpPr/>
                <p:nvPr/>
              </p:nvGrpSpPr>
              <p:grpSpPr>
                <a:xfrm>
                  <a:off x="6733565" y="4492542"/>
                  <a:ext cx="267206" cy="997245"/>
                  <a:chOff x="6424315" y="4488570"/>
                  <a:chExt cx="267206" cy="997245"/>
                </a:xfrm>
              </p:grpSpPr>
              <p:grpSp>
                <p:nvGrpSpPr>
                  <p:cNvPr id="271" name="Google Shape;271;p14"/>
                  <p:cNvGrpSpPr/>
                  <p:nvPr/>
                </p:nvGrpSpPr>
                <p:grpSpPr>
                  <a:xfrm>
                    <a:off x="6424315" y="4636502"/>
                    <a:ext cx="237939" cy="849312"/>
                    <a:chOff x="6396366" y="3061857"/>
                    <a:chExt cx="570079" cy="838094"/>
                  </a:xfrm>
                </p:grpSpPr>
                <p:sp>
                  <p:nvSpPr>
                    <p:cNvPr id="272" name="Google Shape;272;p14"/>
                    <p:cNvSpPr/>
                    <p:nvPr/>
                  </p:nvSpPr>
                  <p:spPr>
                    <a:xfrm>
                      <a:off x="6509786" y="3061857"/>
                      <a:ext cx="447707" cy="742536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273" name="Google Shape;273;p14"/>
                    <p:cNvCxnSpPr/>
                    <p:nvPr/>
                  </p:nvCxnSpPr>
                  <p:spPr>
                    <a:xfrm flipH="1" rot="10800000">
                      <a:off x="684705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274" name="Google Shape;274;p14"/>
                    <p:cNvSpPr/>
                    <p:nvPr/>
                  </p:nvSpPr>
                  <p:spPr>
                    <a:xfrm>
                      <a:off x="6476953" y="3071256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275" name="Google Shape;275;p14"/>
                    <p:cNvCxnSpPr/>
                    <p:nvPr/>
                  </p:nvCxnSpPr>
                  <p:spPr>
                    <a:xfrm flipH="1" rot="10800000">
                      <a:off x="639636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276" name="Google Shape;276;p14"/>
                    <p:cNvSpPr/>
                    <p:nvPr/>
                  </p:nvSpPr>
                  <p:spPr>
                    <a:xfrm>
                      <a:off x="6817210" y="3702567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77" name="Google Shape;277;p14"/>
                    <p:cNvSpPr/>
                    <p:nvPr/>
                  </p:nvSpPr>
                  <p:spPr>
                    <a:xfrm>
                      <a:off x="6405320" y="3157415"/>
                      <a:ext cx="444723" cy="742536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278" name="Google Shape;278;p14"/>
                    <p:cNvCxnSpPr/>
                    <p:nvPr/>
                  </p:nvCxnSpPr>
                  <p:spPr>
                    <a:xfrm flipH="1" rot="10800000">
                      <a:off x="6847057" y="3804392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grpSp>
                  <p:nvGrpSpPr>
                    <p:cNvPr id="279" name="Google Shape;279;p14"/>
                    <p:cNvGrpSpPr/>
                    <p:nvPr/>
                  </p:nvGrpSpPr>
                  <p:grpSpPr>
                    <a:xfrm>
                      <a:off x="6399350" y="3137050"/>
                      <a:ext cx="561125" cy="92425"/>
                      <a:chOff x="6581076" y="2845711"/>
                      <a:chExt cx="561125" cy="92425"/>
                    </a:xfrm>
                  </p:grpSpPr>
                  <p:cxnSp>
                    <p:nvCxnSpPr>
                      <p:cNvPr id="280" name="Google Shape;280;p14"/>
                      <p:cNvCxnSpPr/>
                      <p:nvPr/>
                    </p:nvCxnSpPr>
                    <p:spPr>
                      <a:xfrm flipH="1" rot="10800000">
                        <a:off x="7028782" y="2845711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81" name="Google Shape;281;p14"/>
                      <p:cNvCxnSpPr/>
                      <p:nvPr/>
                    </p:nvCxnSpPr>
                    <p:spPr>
                      <a:xfrm>
                        <a:off x="6581076" y="2938136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82" name="Google Shape;282;p14"/>
                    <p:cNvGrpSpPr/>
                    <p:nvPr/>
                  </p:nvGrpSpPr>
                  <p:grpSpPr>
                    <a:xfrm>
                      <a:off x="6399351" y="3202845"/>
                      <a:ext cx="567094" cy="89292"/>
                      <a:chOff x="6581557" y="2845642"/>
                      <a:chExt cx="567094" cy="89292"/>
                    </a:xfrm>
                  </p:grpSpPr>
                  <p:cxnSp>
                    <p:nvCxnSpPr>
                      <p:cNvPr id="283" name="Google Shape;283;p14"/>
                      <p:cNvCxnSpPr/>
                      <p:nvPr/>
                    </p:nvCxnSpPr>
                    <p:spPr>
                      <a:xfrm flipH="1" rot="10800000">
                        <a:off x="7029263" y="2845642"/>
                        <a:ext cx="119388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84" name="Google Shape;284;p14"/>
                      <p:cNvCxnSpPr/>
                      <p:nvPr/>
                    </p:nvCxnSpPr>
                    <p:spPr>
                      <a:xfrm>
                        <a:off x="6581557" y="293493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85" name="Google Shape;285;p14"/>
                    <p:cNvGrpSpPr/>
                    <p:nvPr/>
                  </p:nvGrpSpPr>
                  <p:grpSpPr>
                    <a:xfrm>
                      <a:off x="6399350" y="3268639"/>
                      <a:ext cx="558142" cy="89292"/>
                      <a:chOff x="6582036" y="2845572"/>
                      <a:chExt cx="558142" cy="89292"/>
                    </a:xfrm>
                  </p:grpSpPr>
                  <p:cxnSp>
                    <p:nvCxnSpPr>
                      <p:cNvPr id="286" name="Google Shape;286;p14"/>
                      <p:cNvCxnSpPr/>
                      <p:nvPr/>
                    </p:nvCxnSpPr>
                    <p:spPr>
                      <a:xfrm flipH="1" rot="10800000">
                        <a:off x="7026759" y="284557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87" name="Google Shape;287;p14"/>
                      <p:cNvCxnSpPr/>
                      <p:nvPr/>
                    </p:nvCxnSpPr>
                    <p:spPr>
                      <a:xfrm>
                        <a:off x="6582036" y="293486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88" name="Google Shape;288;p14"/>
                    <p:cNvGrpSpPr/>
                    <p:nvPr/>
                  </p:nvGrpSpPr>
                  <p:grpSpPr>
                    <a:xfrm>
                      <a:off x="6399350" y="3334433"/>
                      <a:ext cx="558141" cy="89292"/>
                      <a:chOff x="6582516" y="2845502"/>
                      <a:chExt cx="558141" cy="89292"/>
                    </a:xfrm>
                  </p:grpSpPr>
                  <p:cxnSp>
                    <p:nvCxnSpPr>
                      <p:cNvPr id="289" name="Google Shape;289;p14"/>
                      <p:cNvCxnSpPr/>
                      <p:nvPr/>
                    </p:nvCxnSpPr>
                    <p:spPr>
                      <a:xfrm flipH="1" rot="10800000">
                        <a:off x="7027238" y="284550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90" name="Google Shape;290;p14"/>
                      <p:cNvCxnSpPr/>
                      <p:nvPr/>
                    </p:nvCxnSpPr>
                    <p:spPr>
                      <a:xfrm>
                        <a:off x="6582516" y="293479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91" name="Google Shape;291;p14"/>
                    <p:cNvGrpSpPr/>
                    <p:nvPr/>
                  </p:nvGrpSpPr>
                  <p:grpSpPr>
                    <a:xfrm>
                      <a:off x="6399349" y="3400228"/>
                      <a:ext cx="558142" cy="89292"/>
                      <a:chOff x="6582995" y="2845433"/>
                      <a:chExt cx="558142" cy="89292"/>
                    </a:xfrm>
                  </p:grpSpPr>
                  <p:cxnSp>
                    <p:nvCxnSpPr>
                      <p:cNvPr id="292" name="Google Shape;292;p14"/>
                      <p:cNvCxnSpPr/>
                      <p:nvPr/>
                    </p:nvCxnSpPr>
                    <p:spPr>
                      <a:xfrm flipH="1" rot="10800000">
                        <a:off x="7027718" y="2845433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93" name="Google Shape;293;p14"/>
                      <p:cNvCxnSpPr/>
                      <p:nvPr/>
                    </p:nvCxnSpPr>
                    <p:spPr>
                      <a:xfrm>
                        <a:off x="6582995" y="293472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94" name="Google Shape;294;p14"/>
                    <p:cNvGrpSpPr/>
                    <p:nvPr/>
                  </p:nvGrpSpPr>
                  <p:grpSpPr>
                    <a:xfrm>
                      <a:off x="6399351" y="3466022"/>
                      <a:ext cx="558141" cy="93992"/>
                      <a:chOff x="6583477" y="2845363"/>
                      <a:chExt cx="558141" cy="93992"/>
                    </a:xfrm>
                  </p:grpSpPr>
                  <p:cxnSp>
                    <p:nvCxnSpPr>
                      <p:cNvPr id="295" name="Google Shape;295;p14"/>
                      <p:cNvCxnSpPr/>
                      <p:nvPr/>
                    </p:nvCxnSpPr>
                    <p:spPr>
                      <a:xfrm flipH="1" rot="10800000">
                        <a:off x="7028199" y="2845363"/>
                        <a:ext cx="113419" cy="939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96" name="Google Shape;296;p14"/>
                      <p:cNvCxnSpPr/>
                      <p:nvPr/>
                    </p:nvCxnSpPr>
                    <p:spPr>
                      <a:xfrm>
                        <a:off x="6583477" y="2939355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97" name="Google Shape;297;p14"/>
                    <p:cNvGrpSpPr/>
                    <p:nvPr/>
                  </p:nvGrpSpPr>
                  <p:grpSpPr>
                    <a:xfrm>
                      <a:off x="6396366" y="3528683"/>
                      <a:ext cx="561126" cy="97125"/>
                      <a:chOff x="6580972" y="2842160"/>
                      <a:chExt cx="561126" cy="97125"/>
                    </a:xfrm>
                  </p:grpSpPr>
                  <p:cxnSp>
                    <p:nvCxnSpPr>
                      <p:cNvPr id="298" name="Google Shape;298;p14"/>
                      <p:cNvCxnSpPr/>
                      <p:nvPr/>
                    </p:nvCxnSpPr>
                    <p:spPr>
                      <a:xfrm flipH="1" rot="10800000">
                        <a:off x="7028679" y="284216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99" name="Google Shape;299;p14"/>
                      <p:cNvCxnSpPr/>
                      <p:nvPr/>
                    </p:nvCxnSpPr>
                    <p:spPr>
                      <a:xfrm>
                        <a:off x="6580972" y="293928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300" name="Google Shape;300;p14"/>
                    <p:cNvGrpSpPr/>
                    <p:nvPr/>
                  </p:nvGrpSpPr>
                  <p:grpSpPr>
                    <a:xfrm>
                      <a:off x="6396366" y="3594477"/>
                      <a:ext cx="561125" cy="97125"/>
                      <a:chOff x="6581452" y="2842090"/>
                      <a:chExt cx="561125" cy="97125"/>
                    </a:xfrm>
                  </p:grpSpPr>
                  <p:cxnSp>
                    <p:nvCxnSpPr>
                      <p:cNvPr id="301" name="Google Shape;301;p14"/>
                      <p:cNvCxnSpPr/>
                      <p:nvPr/>
                    </p:nvCxnSpPr>
                    <p:spPr>
                      <a:xfrm flipH="1" rot="10800000">
                        <a:off x="7029158" y="284209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302" name="Google Shape;302;p14"/>
                      <p:cNvCxnSpPr/>
                      <p:nvPr/>
                    </p:nvCxnSpPr>
                    <p:spPr>
                      <a:xfrm>
                        <a:off x="6581452" y="2939215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303" name="Google Shape;303;p14"/>
                    <p:cNvGrpSpPr/>
                    <p:nvPr/>
                  </p:nvGrpSpPr>
                  <p:grpSpPr>
                    <a:xfrm>
                      <a:off x="6396367" y="3664970"/>
                      <a:ext cx="558140" cy="92426"/>
                      <a:chOff x="6581933" y="2846719"/>
                      <a:chExt cx="558140" cy="92426"/>
                    </a:xfrm>
                  </p:grpSpPr>
                  <p:cxnSp>
                    <p:nvCxnSpPr>
                      <p:cNvPr id="304" name="Google Shape;304;p14"/>
                      <p:cNvCxnSpPr/>
                      <p:nvPr/>
                    </p:nvCxnSpPr>
                    <p:spPr>
                      <a:xfrm flipH="1" rot="10800000">
                        <a:off x="7026654" y="2846719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305" name="Google Shape;305;p14"/>
                      <p:cNvCxnSpPr/>
                      <p:nvPr/>
                    </p:nvCxnSpPr>
                    <p:spPr>
                      <a:xfrm>
                        <a:off x="6581933" y="2939145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306" name="Google Shape;306;p14"/>
                    <p:cNvGrpSpPr/>
                    <p:nvPr/>
                  </p:nvGrpSpPr>
                  <p:grpSpPr>
                    <a:xfrm>
                      <a:off x="6396367" y="3730765"/>
                      <a:ext cx="558139" cy="92426"/>
                      <a:chOff x="6582413" y="2846650"/>
                      <a:chExt cx="558139" cy="92426"/>
                    </a:xfrm>
                  </p:grpSpPr>
                  <p:cxnSp>
                    <p:nvCxnSpPr>
                      <p:cNvPr id="307" name="Google Shape;307;p14"/>
                      <p:cNvCxnSpPr/>
                      <p:nvPr/>
                    </p:nvCxnSpPr>
                    <p:spPr>
                      <a:xfrm flipH="1" rot="10800000">
                        <a:off x="7027133" y="2846650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308" name="Google Shape;308;p14"/>
                      <p:cNvCxnSpPr/>
                      <p:nvPr/>
                    </p:nvCxnSpPr>
                    <p:spPr>
                      <a:xfrm>
                        <a:off x="6582413" y="2939076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cxnSp>
                <p:nvCxnSpPr>
                  <p:cNvPr id="309" name="Google Shape;309;p14"/>
                  <p:cNvCxnSpPr/>
                  <p:nvPr/>
                </p:nvCxnSpPr>
                <p:spPr>
                  <a:xfrm flipH="1">
                    <a:off x="6685171" y="4525377"/>
                    <a:ext cx="4763" cy="855662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10" name="Google Shape;310;p14"/>
                  <p:cNvCxnSpPr/>
                  <p:nvPr/>
                </p:nvCxnSpPr>
                <p:spPr>
                  <a:xfrm>
                    <a:off x="6632784" y="4706352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11" name="Google Shape;311;p14"/>
                  <p:cNvCxnSpPr/>
                  <p:nvPr/>
                </p:nvCxnSpPr>
                <p:spPr>
                  <a:xfrm>
                    <a:off x="6631196" y="477143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12" name="Google Shape;312;p14"/>
                  <p:cNvCxnSpPr/>
                  <p:nvPr/>
                </p:nvCxnSpPr>
                <p:spPr>
                  <a:xfrm>
                    <a:off x="6631196" y="4849227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13" name="Google Shape;313;p14"/>
                  <p:cNvCxnSpPr/>
                  <p:nvPr/>
                </p:nvCxnSpPr>
                <p:spPr>
                  <a:xfrm>
                    <a:off x="6629609" y="4914314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14" name="Google Shape;314;p14"/>
                  <p:cNvCxnSpPr/>
                  <p:nvPr/>
                </p:nvCxnSpPr>
                <p:spPr>
                  <a:xfrm>
                    <a:off x="6628021" y="4976227"/>
                    <a:ext cx="60325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15" name="Google Shape;315;p14"/>
                  <p:cNvCxnSpPr/>
                  <p:nvPr/>
                </p:nvCxnSpPr>
                <p:spPr>
                  <a:xfrm>
                    <a:off x="6628021" y="504448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16" name="Google Shape;316;p14"/>
                  <p:cNvCxnSpPr/>
                  <p:nvPr/>
                </p:nvCxnSpPr>
                <p:spPr>
                  <a:xfrm>
                    <a:off x="6626434" y="511433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17" name="Google Shape;317;p14"/>
                  <p:cNvCxnSpPr/>
                  <p:nvPr/>
                </p:nvCxnSpPr>
                <p:spPr>
                  <a:xfrm>
                    <a:off x="6629609" y="51841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18" name="Google Shape;318;p14"/>
                  <p:cNvCxnSpPr/>
                  <p:nvPr/>
                </p:nvCxnSpPr>
                <p:spPr>
                  <a:xfrm>
                    <a:off x="6631196" y="525245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19" name="Google Shape;319;p14"/>
                  <p:cNvCxnSpPr/>
                  <p:nvPr/>
                </p:nvCxnSpPr>
                <p:spPr>
                  <a:xfrm>
                    <a:off x="6631196" y="532230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20" name="Google Shape;320;p14"/>
                  <p:cNvCxnSpPr/>
                  <p:nvPr/>
                </p:nvCxnSpPr>
                <p:spPr>
                  <a:xfrm>
                    <a:off x="6632784" y="53873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21" name="Google Shape;321;p14"/>
                  <p:cNvCxnSpPr/>
                  <p:nvPr/>
                </p:nvCxnSpPr>
                <p:spPr>
                  <a:xfrm rot="10800000">
                    <a:off x="6632784" y="4531727"/>
                    <a:ext cx="58737" cy="0"/>
                  </a:xfrm>
                  <a:prstGeom prst="straightConnector1">
                    <a:avLst/>
                  </a:prstGeom>
                  <a:noFill/>
                  <a:ln cap="flat" cmpd="sng" w="222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322" name="Google Shape;322;p14"/>
                  <p:cNvGrpSpPr/>
                  <p:nvPr/>
                </p:nvGrpSpPr>
                <p:grpSpPr>
                  <a:xfrm>
                    <a:off x="6434171" y="4488570"/>
                    <a:ext cx="224203" cy="179034"/>
                    <a:chOff x="3668110" y="2448910"/>
                    <a:chExt cx="3794234" cy="2165130"/>
                  </a:xfrm>
                </p:grpSpPr>
                <p:sp>
                  <p:nvSpPr>
                    <p:cNvPr id="323" name="Google Shape;323;p14"/>
                    <p:cNvSpPr/>
                    <p:nvPr/>
                  </p:nvSpPr>
                  <p:spPr>
                    <a:xfrm>
                      <a:off x="3668110" y="3741409"/>
                      <a:ext cx="3780587" cy="872631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31538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24" name="Google Shape;324;p14"/>
                    <p:cNvSpPr/>
                    <p:nvPr/>
                  </p:nvSpPr>
                  <p:spPr>
                    <a:xfrm>
                      <a:off x="3678620" y="2448910"/>
                      <a:ext cx="3783724" cy="1324303"/>
                    </a:xfrm>
                    <a:custGeom>
                      <a:rect b="b" l="l" r="r" t="t"/>
                      <a:pathLst>
                        <a:path extrusionOk="0" h="1324303" w="3783724">
                          <a:moveTo>
                            <a:pt x="0" y="1313793"/>
                          </a:moveTo>
                          <a:lnTo>
                            <a:pt x="0" y="1313793"/>
                          </a:lnTo>
                          <a:lnTo>
                            <a:pt x="252248" y="0"/>
                          </a:lnTo>
                          <a:lnTo>
                            <a:pt x="3415862" y="21020"/>
                          </a:lnTo>
                          <a:lnTo>
                            <a:pt x="3783724" y="1324303"/>
                          </a:lnTo>
                          <a:lnTo>
                            <a:pt x="0" y="1313793"/>
                          </a:lnTo>
                          <a:close/>
                        </a:path>
                      </a:pathLst>
                    </a:cu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325" name="Google Shape;325;p14"/>
                    <p:cNvGrpSpPr/>
                    <p:nvPr/>
                  </p:nvGrpSpPr>
                  <p:grpSpPr>
                    <a:xfrm>
                      <a:off x="3941378" y="2603243"/>
                      <a:ext cx="3202061" cy="1066110"/>
                      <a:chOff x="7939341" y="3037317"/>
                      <a:chExt cx="897649" cy="353919"/>
                    </a:xfrm>
                  </p:grpSpPr>
                  <p:sp>
                    <p:nvSpPr>
                      <p:cNvPr id="326" name="Google Shape;326;p14"/>
                      <p:cNvSpPr/>
                      <p:nvPr/>
                    </p:nvSpPr>
                    <p:spPr>
                      <a:xfrm>
                        <a:off x="7964170" y="30373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327" name="Google Shape;327;p14"/>
                      <p:cNvSpPr/>
                      <p:nvPr/>
                    </p:nvSpPr>
                    <p:spPr>
                      <a:xfrm>
                        <a:off x="8519948" y="32067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328" name="Google Shape;328;p14"/>
                      <p:cNvSpPr/>
                      <p:nvPr/>
                    </p:nvSpPr>
                    <p:spPr>
                      <a:xfrm>
                        <a:off x="7939341" y="32067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03" name="Google Shape;203;p14"/>
                      <p:cNvSpPr/>
                      <p:nvPr/>
                    </p:nvSpPr>
                    <p:spPr>
                      <a:xfrm>
                        <a:off x="8047413" y="31234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329" name="Google Shape;329;p14"/>
                <p:cNvGrpSpPr/>
                <p:nvPr/>
              </p:nvGrpSpPr>
              <p:grpSpPr>
                <a:xfrm>
                  <a:off x="7042815" y="4496514"/>
                  <a:ext cx="267206" cy="997245"/>
                  <a:chOff x="6424315" y="4488570"/>
                  <a:chExt cx="267206" cy="997245"/>
                </a:xfrm>
              </p:grpSpPr>
              <p:grpSp>
                <p:nvGrpSpPr>
                  <p:cNvPr id="330" name="Google Shape;330;p14"/>
                  <p:cNvGrpSpPr/>
                  <p:nvPr/>
                </p:nvGrpSpPr>
                <p:grpSpPr>
                  <a:xfrm>
                    <a:off x="6424315" y="4636502"/>
                    <a:ext cx="237939" cy="849312"/>
                    <a:chOff x="6396366" y="3061857"/>
                    <a:chExt cx="570079" cy="838094"/>
                  </a:xfrm>
                </p:grpSpPr>
                <p:sp>
                  <p:nvSpPr>
                    <p:cNvPr id="331" name="Google Shape;331;p14"/>
                    <p:cNvSpPr/>
                    <p:nvPr/>
                  </p:nvSpPr>
                  <p:spPr>
                    <a:xfrm>
                      <a:off x="6509786" y="3061857"/>
                      <a:ext cx="447707" cy="742536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332" name="Google Shape;332;p14"/>
                    <p:cNvCxnSpPr/>
                    <p:nvPr/>
                  </p:nvCxnSpPr>
                  <p:spPr>
                    <a:xfrm flipH="1" rot="10800000">
                      <a:off x="684705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333" name="Google Shape;333;p14"/>
                    <p:cNvSpPr/>
                    <p:nvPr/>
                  </p:nvSpPr>
                  <p:spPr>
                    <a:xfrm>
                      <a:off x="6476953" y="3071256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334" name="Google Shape;334;p14"/>
                    <p:cNvCxnSpPr/>
                    <p:nvPr/>
                  </p:nvCxnSpPr>
                  <p:spPr>
                    <a:xfrm flipH="1" rot="10800000">
                      <a:off x="639636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335" name="Google Shape;335;p14"/>
                    <p:cNvSpPr/>
                    <p:nvPr/>
                  </p:nvSpPr>
                  <p:spPr>
                    <a:xfrm>
                      <a:off x="6817210" y="3702567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36" name="Google Shape;336;p14"/>
                    <p:cNvSpPr/>
                    <p:nvPr/>
                  </p:nvSpPr>
                  <p:spPr>
                    <a:xfrm>
                      <a:off x="6405320" y="3157415"/>
                      <a:ext cx="444723" cy="742536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337" name="Google Shape;337;p14"/>
                    <p:cNvCxnSpPr/>
                    <p:nvPr/>
                  </p:nvCxnSpPr>
                  <p:spPr>
                    <a:xfrm flipH="1" rot="10800000">
                      <a:off x="6847057" y="3804392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grpSp>
                  <p:nvGrpSpPr>
                    <p:cNvPr id="338" name="Google Shape;338;p14"/>
                    <p:cNvGrpSpPr/>
                    <p:nvPr/>
                  </p:nvGrpSpPr>
                  <p:grpSpPr>
                    <a:xfrm>
                      <a:off x="6399350" y="3137050"/>
                      <a:ext cx="561125" cy="92425"/>
                      <a:chOff x="6581076" y="2845711"/>
                      <a:chExt cx="561125" cy="92425"/>
                    </a:xfrm>
                  </p:grpSpPr>
                  <p:cxnSp>
                    <p:nvCxnSpPr>
                      <p:cNvPr id="339" name="Google Shape;339;p14"/>
                      <p:cNvCxnSpPr/>
                      <p:nvPr/>
                    </p:nvCxnSpPr>
                    <p:spPr>
                      <a:xfrm flipH="1" rot="10800000">
                        <a:off x="7028782" y="2845711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340" name="Google Shape;340;p14"/>
                      <p:cNvCxnSpPr/>
                      <p:nvPr/>
                    </p:nvCxnSpPr>
                    <p:spPr>
                      <a:xfrm>
                        <a:off x="6581076" y="2938136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341" name="Google Shape;341;p14"/>
                    <p:cNvGrpSpPr/>
                    <p:nvPr/>
                  </p:nvGrpSpPr>
                  <p:grpSpPr>
                    <a:xfrm>
                      <a:off x="6399351" y="3202845"/>
                      <a:ext cx="567094" cy="89292"/>
                      <a:chOff x="6581557" y="2845642"/>
                      <a:chExt cx="567094" cy="89292"/>
                    </a:xfrm>
                  </p:grpSpPr>
                  <p:cxnSp>
                    <p:nvCxnSpPr>
                      <p:cNvPr id="342" name="Google Shape;342;p14"/>
                      <p:cNvCxnSpPr/>
                      <p:nvPr/>
                    </p:nvCxnSpPr>
                    <p:spPr>
                      <a:xfrm flipH="1" rot="10800000">
                        <a:off x="7029263" y="2845642"/>
                        <a:ext cx="119388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343" name="Google Shape;343;p14"/>
                      <p:cNvCxnSpPr/>
                      <p:nvPr/>
                    </p:nvCxnSpPr>
                    <p:spPr>
                      <a:xfrm>
                        <a:off x="6581557" y="293493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344" name="Google Shape;344;p14"/>
                    <p:cNvGrpSpPr/>
                    <p:nvPr/>
                  </p:nvGrpSpPr>
                  <p:grpSpPr>
                    <a:xfrm>
                      <a:off x="6399350" y="3268639"/>
                      <a:ext cx="558142" cy="89292"/>
                      <a:chOff x="6582036" y="2845572"/>
                      <a:chExt cx="558142" cy="89292"/>
                    </a:xfrm>
                  </p:grpSpPr>
                  <p:cxnSp>
                    <p:nvCxnSpPr>
                      <p:cNvPr id="345" name="Google Shape;345;p14"/>
                      <p:cNvCxnSpPr/>
                      <p:nvPr/>
                    </p:nvCxnSpPr>
                    <p:spPr>
                      <a:xfrm flipH="1" rot="10800000">
                        <a:off x="7026759" y="284557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346" name="Google Shape;346;p14"/>
                      <p:cNvCxnSpPr/>
                      <p:nvPr/>
                    </p:nvCxnSpPr>
                    <p:spPr>
                      <a:xfrm>
                        <a:off x="6582036" y="293486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347" name="Google Shape;347;p14"/>
                    <p:cNvGrpSpPr/>
                    <p:nvPr/>
                  </p:nvGrpSpPr>
                  <p:grpSpPr>
                    <a:xfrm>
                      <a:off x="6399350" y="3334433"/>
                      <a:ext cx="558141" cy="89292"/>
                      <a:chOff x="6582516" y="2845502"/>
                      <a:chExt cx="558141" cy="89292"/>
                    </a:xfrm>
                  </p:grpSpPr>
                  <p:cxnSp>
                    <p:nvCxnSpPr>
                      <p:cNvPr id="348" name="Google Shape;348;p14"/>
                      <p:cNvCxnSpPr/>
                      <p:nvPr/>
                    </p:nvCxnSpPr>
                    <p:spPr>
                      <a:xfrm flipH="1" rot="10800000">
                        <a:off x="7027238" y="284550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349" name="Google Shape;349;p14"/>
                      <p:cNvCxnSpPr/>
                      <p:nvPr/>
                    </p:nvCxnSpPr>
                    <p:spPr>
                      <a:xfrm>
                        <a:off x="6582516" y="293479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350" name="Google Shape;350;p14"/>
                    <p:cNvGrpSpPr/>
                    <p:nvPr/>
                  </p:nvGrpSpPr>
                  <p:grpSpPr>
                    <a:xfrm>
                      <a:off x="6399349" y="3400228"/>
                      <a:ext cx="558142" cy="89292"/>
                      <a:chOff x="6582995" y="2845433"/>
                      <a:chExt cx="558142" cy="89292"/>
                    </a:xfrm>
                  </p:grpSpPr>
                  <p:cxnSp>
                    <p:nvCxnSpPr>
                      <p:cNvPr id="351" name="Google Shape;351;p14"/>
                      <p:cNvCxnSpPr/>
                      <p:nvPr/>
                    </p:nvCxnSpPr>
                    <p:spPr>
                      <a:xfrm flipH="1" rot="10800000">
                        <a:off x="7027718" y="2845433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352" name="Google Shape;352;p14"/>
                      <p:cNvCxnSpPr/>
                      <p:nvPr/>
                    </p:nvCxnSpPr>
                    <p:spPr>
                      <a:xfrm>
                        <a:off x="6582995" y="293472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353" name="Google Shape;353;p14"/>
                    <p:cNvGrpSpPr/>
                    <p:nvPr/>
                  </p:nvGrpSpPr>
                  <p:grpSpPr>
                    <a:xfrm>
                      <a:off x="6399351" y="3466022"/>
                      <a:ext cx="558141" cy="93992"/>
                      <a:chOff x="6583477" y="2845363"/>
                      <a:chExt cx="558141" cy="93992"/>
                    </a:xfrm>
                  </p:grpSpPr>
                  <p:cxnSp>
                    <p:nvCxnSpPr>
                      <p:cNvPr id="354" name="Google Shape;354;p14"/>
                      <p:cNvCxnSpPr/>
                      <p:nvPr/>
                    </p:nvCxnSpPr>
                    <p:spPr>
                      <a:xfrm flipH="1" rot="10800000">
                        <a:off x="7028199" y="2845363"/>
                        <a:ext cx="113419" cy="939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355" name="Google Shape;355;p14"/>
                      <p:cNvCxnSpPr/>
                      <p:nvPr/>
                    </p:nvCxnSpPr>
                    <p:spPr>
                      <a:xfrm>
                        <a:off x="6583477" y="2939355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356" name="Google Shape;356;p14"/>
                    <p:cNvGrpSpPr/>
                    <p:nvPr/>
                  </p:nvGrpSpPr>
                  <p:grpSpPr>
                    <a:xfrm>
                      <a:off x="6396366" y="3528683"/>
                      <a:ext cx="561126" cy="97125"/>
                      <a:chOff x="6580972" y="2842160"/>
                      <a:chExt cx="561126" cy="97125"/>
                    </a:xfrm>
                  </p:grpSpPr>
                  <p:cxnSp>
                    <p:nvCxnSpPr>
                      <p:cNvPr id="357" name="Google Shape;357;p14"/>
                      <p:cNvCxnSpPr/>
                      <p:nvPr/>
                    </p:nvCxnSpPr>
                    <p:spPr>
                      <a:xfrm flipH="1" rot="10800000">
                        <a:off x="7028679" y="284216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358" name="Google Shape;358;p14"/>
                      <p:cNvCxnSpPr/>
                      <p:nvPr/>
                    </p:nvCxnSpPr>
                    <p:spPr>
                      <a:xfrm>
                        <a:off x="6580972" y="293928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359" name="Google Shape;359;p14"/>
                    <p:cNvGrpSpPr/>
                    <p:nvPr/>
                  </p:nvGrpSpPr>
                  <p:grpSpPr>
                    <a:xfrm>
                      <a:off x="6396366" y="3594477"/>
                      <a:ext cx="561125" cy="97125"/>
                      <a:chOff x="6581452" y="2842090"/>
                      <a:chExt cx="561125" cy="97125"/>
                    </a:xfrm>
                  </p:grpSpPr>
                  <p:cxnSp>
                    <p:nvCxnSpPr>
                      <p:cNvPr id="360" name="Google Shape;360;p14"/>
                      <p:cNvCxnSpPr/>
                      <p:nvPr/>
                    </p:nvCxnSpPr>
                    <p:spPr>
                      <a:xfrm flipH="1" rot="10800000">
                        <a:off x="7029158" y="284209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361" name="Google Shape;361;p14"/>
                      <p:cNvCxnSpPr/>
                      <p:nvPr/>
                    </p:nvCxnSpPr>
                    <p:spPr>
                      <a:xfrm>
                        <a:off x="6581452" y="2939215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362" name="Google Shape;362;p14"/>
                    <p:cNvGrpSpPr/>
                    <p:nvPr/>
                  </p:nvGrpSpPr>
                  <p:grpSpPr>
                    <a:xfrm>
                      <a:off x="6396367" y="3664970"/>
                      <a:ext cx="558140" cy="92426"/>
                      <a:chOff x="6581933" y="2846719"/>
                      <a:chExt cx="558140" cy="92426"/>
                    </a:xfrm>
                  </p:grpSpPr>
                  <p:cxnSp>
                    <p:nvCxnSpPr>
                      <p:cNvPr id="363" name="Google Shape;363;p14"/>
                      <p:cNvCxnSpPr/>
                      <p:nvPr/>
                    </p:nvCxnSpPr>
                    <p:spPr>
                      <a:xfrm flipH="1" rot="10800000">
                        <a:off x="7026654" y="2846719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364" name="Google Shape;364;p14"/>
                      <p:cNvCxnSpPr/>
                      <p:nvPr/>
                    </p:nvCxnSpPr>
                    <p:spPr>
                      <a:xfrm>
                        <a:off x="6581933" y="2939145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365" name="Google Shape;365;p14"/>
                    <p:cNvGrpSpPr/>
                    <p:nvPr/>
                  </p:nvGrpSpPr>
                  <p:grpSpPr>
                    <a:xfrm>
                      <a:off x="6396367" y="3730765"/>
                      <a:ext cx="558139" cy="92426"/>
                      <a:chOff x="6582413" y="2846650"/>
                      <a:chExt cx="558139" cy="92426"/>
                    </a:xfrm>
                  </p:grpSpPr>
                  <p:cxnSp>
                    <p:nvCxnSpPr>
                      <p:cNvPr id="366" name="Google Shape;366;p14"/>
                      <p:cNvCxnSpPr/>
                      <p:nvPr/>
                    </p:nvCxnSpPr>
                    <p:spPr>
                      <a:xfrm flipH="1" rot="10800000">
                        <a:off x="7027133" y="2846650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367" name="Google Shape;367;p14"/>
                      <p:cNvCxnSpPr/>
                      <p:nvPr/>
                    </p:nvCxnSpPr>
                    <p:spPr>
                      <a:xfrm>
                        <a:off x="6582413" y="2939076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cxnSp>
                <p:nvCxnSpPr>
                  <p:cNvPr id="368" name="Google Shape;368;p14"/>
                  <p:cNvCxnSpPr/>
                  <p:nvPr/>
                </p:nvCxnSpPr>
                <p:spPr>
                  <a:xfrm flipH="1">
                    <a:off x="6685171" y="4525377"/>
                    <a:ext cx="4763" cy="855662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69" name="Google Shape;369;p14"/>
                  <p:cNvCxnSpPr/>
                  <p:nvPr/>
                </p:nvCxnSpPr>
                <p:spPr>
                  <a:xfrm>
                    <a:off x="6632784" y="4706352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70" name="Google Shape;370;p14"/>
                  <p:cNvCxnSpPr/>
                  <p:nvPr/>
                </p:nvCxnSpPr>
                <p:spPr>
                  <a:xfrm>
                    <a:off x="6631196" y="477143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71" name="Google Shape;371;p14"/>
                  <p:cNvCxnSpPr/>
                  <p:nvPr/>
                </p:nvCxnSpPr>
                <p:spPr>
                  <a:xfrm>
                    <a:off x="6631196" y="4849227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72" name="Google Shape;372;p14"/>
                  <p:cNvCxnSpPr/>
                  <p:nvPr/>
                </p:nvCxnSpPr>
                <p:spPr>
                  <a:xfrm>
                    <a:off x="6629609" y="4914314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73" name="Google Shape;373;p14"/>
                  <p:cNvCxnSpPr/>
                  <p:nvPr/>
                </p:nvCxnSpPr>
                <p:spPr>
                  <a:xfrm>
                    <a:off x="6628021" y="4976227"/>
                    <a:ext cx="60325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74" name="Google Shape;374;p14"/>
                  <p:cNvCxnSpPr/>
                  <p:nvPr/>
                </p:nvCxnSpPr>
                <p:spPr>
                  <a:xfrm>
                    <a:off x="6628021" y="504448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75" name="Google Shape;375;p14"/>
                  <p:cNvCxnSpPr/>
                  <p:nvPr/>
                </p:nvCxnSpPr>
                <p:spPr>
                  <a:xfrm>
                    <a:off x="6626434" y="511433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76" name="Google Shape;376;p14"/>
                  <p:cNvCxnSpPr/>
                  <p:nvPr/>
                </p:nvCxnSpPr>
                <p:spPr>
                  <a:xfrm>
                    <a:off x="6629609" y="51841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77" name="Google Shape;377;p14"/>
                  <p:cNvCxnSpPr/>
                  <p:nvPr/>
                </p:nvCxnSpPr>
                <p:spPr>
                  <a:xfrm>
                    <a:off x="6631196" y="525245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78" name="Google Shape;378;p14"/>
                  <p:cNvCxnSpPr/>
                  <p:nvPr/>
                </p:nvCxnSpPr>
                <p:spPr>
                  <a:xfrm>
                    <a:off x="6631196" y="532230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79" name="Google Shape;379;p14"/>
                  <p:cNvCxnSpPr/>
                  <p:nvPr/>
                </p:nvCxnSpPr>
                <p:spPr>
                  <a:xfrm>
                    <a:off x="6632784" y="53873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80" name="Google Shape;380;p14"/>
                  <p:cNvCxnSpPr/>
                  <p:nvPr/>
                </p:nvCxnSpPr>
                <p:spPr>
                  <a:xfrm rot="10800000">
                    <a:off x="6632784" y="4531727"/>
                    <a:ext cx="58737" cy="0"/>
                  </a:xfrm>
                  <a:prstGeom prst="straightConnector1">
                    <a:avLst/>
                  </a:prstGeom>
                  <a:noFill/>
                  <a:ln cap="flat" cmpd="sng" w="222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381" name="Google Shape;381;p14"/>
                  <p:cNvGrpSpPr/>
                  <p:nvPr/>
                </p:nvGrpSpPr>
                <p:grpSpPr>
                  <a:xfrm>
                    <a:off x="6434171" y="4488570"/>
                    <a:ext cx="224203" cy="179034"/>
                    <a:chOff x="3668110" y="2448910"/>
                    <a:chExt cx="3794234" cy="2165130"/>
                  </a:xfrm>
                </p:grpSpPr>
                <p:sp>
                  <p:nvSpPr>
                    <p:cNvPr id="382" name="Google Shape;382;p14"/>
                    <p:cNvSpPr/>
                    <p:nvPr/>
                  </p:nvSpPr>
                  <p:spPr>
                    <a:xfrm>
                      <a:off x="3668110" y="3741409"/>
                      <a:ext cx="3780587" cy="872631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31538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83" name="Google Shape;383;p14"/>
                    <p:cNvSpPr/>
                    <p:nvPr/>
                  </p:nvSpPr>
                  <p:spPr>
                    <a:xfrm>
                      <a:off x="3678620" y="2448910"/>
                      <a:ext cx="3783724" cy="1324303"/>
                    </a:xfrm>
                    <a:custGeom>
                      <a:rect b="b" l="l" r="r" t="t"/>
                      <a:pathLst>
                        <a:path extrusionOk="0" h="1324303" w="3783724">
                          <a:moveTo>
                            <a:pt x="0" y="1313793"/>
                          </a:moveTo>
                          <a:lnTo>
                            <a:pt x="0" y="1313793"/>
                          </a:lnTo>
                          <a:lnTo>
                            <a:pt x="252248" y="0"/>
                          </a:lnTo>
                          <a:lnTo>
                            <a:pt x="3415862" y="21020"/>
                          </a:lnTo>
                          <a:lnTo>
                            <a:pt x="3783724" y="1324303"/>
                          </a:lnTo>
                          <a:lnTo>
                            <a:pt x="0" y="1313793"/>
                          </a:lnTo>
                          <a:close/>
                        </a:path>
                      </a:pathLst>
                    </a:cu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384" name="Google Shape;384;p14"/>
                    <p:cNvGrpSpPr/>
                    <p:nvPr/>
                  </p:nvGrpSpPr>
                  <p:grpSpPr>
                    <a:xfrm>
                      <a:off x="3941378" y="2603243"/>
                      <a:ext cx="3202061" cy="1066110"/>
                      <a:chOff x="7939341" y="3037317"/>
                      <a:chExt cx="897649" cy="353919"/>
                    </a:xfrm>
                  </p:grpSpPr>
                  <p:sp>
                    <p:nvSpPr>
                      <p:cNvPr id="200" name="Google Shape;200;p14"/>
                      <p:cNvSpPr/>
                      <p:nvPr/>
                    </p:nvSpPr>
                    <p:spPr>
                      <a:xfrm>
                        <a:off x="7964170" y="30373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385" name="Google Shape;385;p14"/>
                      <p:cNvSpPr/>
                      <p:nvPr/>
                    </p:nvSpPr>
                    <p:spPr>
                      <a:xfrm>
                        <a:off x="8519948" y="32067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386" name="Google Shape;386;p14"/>
                      <p:cNvSpPr/>
                      <p:nvPr/>
                    </p:nvSpPr>
                    <p:spPr>
                      <a:xfrm>
                        <a:off x="7939341" y="32067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387" name="Google Shape;387;p14"/>
                      <p:cNvSpPr/>
                      <p:nvPr/>
                    </p:nvSpPr>
                    <p:spPr>
                      <a:xfrm>
                        <a:off x="8047413" y="31234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sp>
              <p:nvSpPr>
                <p:cNvPr id="388" name="Google Shape;388;p14"/>
                <p:cNvSpPr txBox="1"/>
                <p:nvPr/>
              </p:nvSpPr>
              <p:spPr>
                <a:xfrm>
                  <a:off x="7175036" y="4021359"/>
                  <a:ext cx="34336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…</a:t>
                  </a:r>
                  <a:endParaRPr/>
                </a:p>
              </p:txBody>
            </p:sp>
          </p:grpSp>
          <p:sp>
            <p:nvSpPr>
              <p:cNvPr id="389" name="Google Shape;389;p14"/>
              <p:cNvSpPr txBox="1"/>
              <p:nvPr/>
            </p:nvSpPr>
            <p:spPr>
              <a:xfrm>
                <a:off x="7270703" y="4827855"/>
                <a:ext cx="34336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…</a:t>
                </a:r>
                <a:endParaRPr/>
              </a:p>
            </p:txBody>
          </p:sp>
        </p:grpSp>
      </p:grpSp>
      <p:grpSp>
        <p:nvGrpSpPr>
          <p:cNvPr id="390" name="Google Shape;390;p14"/>
          <p:cNvGrpSpPr/>
          <p:nvPr/>
        </p:nvGrpSpPr>
        <p:grpSpPr>
          <a:xfrm>
            <a:off x="1017496" y="2600174"/>
            <a:ext cx="4405604" cy="990932"/>
            <a:chOff x="788896" y="6230880"/>
            <a:chExt cx="4405604" cy="990932"/>
          </a:xfrm>
        </p:grpSpPr>
        <p:grpSp>
          <p:nvGrpSpPr>
            <p:cNvPr id="391" name="Google Shape;391;p14"/>
            <p:cNvGrpSpPr/>
            <p:nvPr/>
          </p:nvGrpSpPr>
          <p:grpSpPr>
            <a:xfrm>
              <a:off x="1244508" y="6689164"/>
              <a:ext cx="3949992" cy="532648"/>
              <a:chOff x="1432767" y="3085352"/>
              <a:chExt cx="3949992" cy="532648"/>
            </a:xfrm>
          </p:grpSpPr>
          <p:cxnSp>
            <p:nvCxnSpPr>
              <p:cNvPr id="392" name="Google Shape;392;p14"/>
              <p:cNvCxnSpPr/>
              <p:nvPr/>
            </p:nvCxnSpPr>
            <p:spPr>
              <a:xfrm>
                <a:off x="3264355" y="3086100"/>
                <a:ext cx="1269273" cy="519098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93" name="Google Shape;393;p14"/>
              <p:cNvCxnSpPr/>
              <p:nvPr/>
            </p:nvCxnSpPr>
            <p:spPr>
              <a:xfrm flipH="1">
                <a:off x="1432767" y="3085352"/>
                <a:ext cx="1588" cy="51435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94" name="Google Shape;394;p14"/>
              <p:cNvCxnSpPr/>
              <p:nvPr/>
            </p:nvCxnSpPr>
            <p:spPr>
              <a:xfrm>
                <a:off x="3010952" y="3094877"/>
                <a:ext cx="0" cy="51435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95" name="Google Shape;395;p14"/>
              <p:cNvCxnSpPr/>
              <p:nvPr/>
            </p:nvCxnSpPr>
            <p:spPr>
              <a:xfrm flipH="1">
                <a:off x="4588152" y="3086100"/>
                <a:ext cx="1587" cy="51435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96" name="Google Shape;396;p14"/>
              <p:cNvCxnSpPr/>
              <p:nvPr/>
            </p:nvCxnSpPr>
            <p:spPr>
              <a:xfrm flipH="1">
                <a:off x="1502755" y="3091702"/>
                <a:ext cx="1269273" cy="519098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97" name="Google Shape;397;p14"/>
              <p:cNvCxnSpPr/>
              <p:nvPr/>
            </p:nvCxnSpPr>
            <p:spPr>
              <a:xfrm flipH="1">
                <a:off x="3050155" y="3091702"/>
                <a:ext cx="1417185" cy="526298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98" name="Google Shape;398;p14"/>
              <p:cNvCxnSpPr/>
              <p:nvPr/>
            </p:nvCxnSpPr>
            <p:spPr>
              <a:xfrm flipH="1">
                <a:off x="4780206" y="3340359"/>
                <a:ext cx="565231" cy="25215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99" name="Google Shape;399;p14"/>
              <p:cNvCxnSpPr/>
              <p:nvPr/>
            </p:nvCxnSpPr>
            <p:spPr>
              <a:xfrm flipH="1">
                <a:off x="1632664" y="3086100"/>
                <a:ext cx="2609091" cy="47315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0" name="Google Shape;400;p14"/>
              <p:cNvCxnSpPr/>
              <p:nvPr/>
            </p:nvCxnSpPr>
            <p:spPr>
              <a:xfrm flipH="1">
                <a:off x="3230270" y="3253273"/>
                <a:ext cx="2052963" cy="33434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1" name="Google Shape;401;p14"/>
              <p:cNvCxnSpPr>
                <a:endCxn id="402" idx="3"/>
              </p:cNvCxnSpPr>
              <p:nvPr/>
            </p:nvCxnSpPr>
            <p:spPr>
              <a:xfrm flipH="1">
                <a:off x="1802897" y="3147527"/>
                <a:ext cx="3530100" cy="4077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3" name="Google Shape;403;p14"/>
              <p:cNvCxnSpPr/>
              <p:nvPr/>
            </p:nvCxnSpPr>
            <p:spPr>
              <a:xfrm>
                <a:off x="1444739" y="3093289"/>
                <a:ext cx="1552575" cy="51752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4" name="Google Shape;404;p14"/>
              <p:cNvCxnSpPr/>
              <p:nvPr/>
            </p:nvCxnSpPr>
            <p:spPr>
              <a:xfrm>
                <a:off x="1585177" y="3086100"/>
                <a:ext cx="3014662" cy="52546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5" name="Google Shape;405;p14"/>
              <p:cNvCxnSpPr/>
              <p:nvPr/>
            </p:nvCxnSpPr>
            <p:spPr>
              <a:xfrm>
                <a:off x="1650240" y="3086100"/>
                <a:ext cx="3682756" cy="484414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6" name="Google Shape;406;p14"/>
              <p:cNvCxnSpPr/>
              <p:nvPr/>
            </p:nvCxnSpPr>
            <p:spPr>
              <a:xfrm rot="10800000">
                <a:off x="4665026" y="3086101"/>
                <a:ext cx="674190" cy="20449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7" name="Google Shape;407;p14"/>
              <p:cNvCxnSpPr/>
              <p:nvPr/>
            </p:nvCxnSpPr>
            <p:spPr>
              <a:xfrm>
                <a:off x="3419946" y="3086100"/>
                <a:ext cx="1962813" cy="3662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408" name="Google Shape;408;p14"/>
            <p:cNvGrpSpPr/>
            <p:nvPr/>
          </p:nvGrpSpPr>
          <p:grpSpPr>
            <a:xfrm>
              <a:off x="788896" y="6230951"/>
              <a:ext cx="914400" cy="479686"/>
              <a:chOff x="3668110" y="2448910"/>
              <a:chExt cx="3794234" cy="2165130"/>
            </a:xfrm>
          </p:grpSpPr>
          <p:sp>
            <p:nvSpPr>
              <p:cNvPr id="409" name="Google Shape;409;p14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" name="Google Shape;410;p14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11" name="Google Shape;411;p14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412" name="Google Shape;412;p14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3" name="Google Shape;413;p14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4" name="Google Shape;414;p14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5" name="Google Shape;415;p14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16" name="Google Shape;416;p14"/>
            <p:cNvGrpSpPr/>
            <p:nvPr/>
          </p:nvGrpSpPr>
          <p:grpSpPr>
            <a:xfrm>
              <a:off x="2375579" y="6230880"/>
              <a:ext cx="914400" cy="479686"/>
              <a:chOff x="3668110" y="2448910"/>
              <a:chExt cx="3794234" cy="2165130"/>
            </a:xfrm>
          </p:grpSpPr>
          <p:sp>
            <p:nvSpPr>
              <p:cNvPr id="417" name="Google Shape;417;p14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" name="Google Shape;418;p14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19" name="Google Shape;419;p14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420" name="Google Shape;420;p14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1" name="Google Shape;421;p14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2" name="Google Shape;422;p14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3" name="Google Shape;423;p14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24" name="Google Shape;424;p14"/>
            <p:cNvGrpSpPr/>
            <p:nvPr/>
          </p:nvGrpSpPr>
          <p:grpSpPr>
            <a:xfrm>
              <a:off x="3946379" y="6235680"/>
              <a:ext cx="914400" cy="479686"/>
              <a:chOff x="3668110" y="2448910"/>
              <a:chExt cx="3794234" cy="2165130"/>
            </a:xfrm>
          </p:grpSpPr>
          <p:sp>
            <p:nvSpPr>
              <p:cNvPr id="425" name="Google Shape;425;p14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" name="Google Shape;426;p14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27" name="Google Shape;427;p14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428" name="Google Shape;428;p14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9" name="Google Shape;429;p14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0" name="Google Shape;430;p14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1" name="Google Shape;431;p14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432" name="Google Shape;432;p14"/>
          <p:cNvGrpSpPr/>
          <p:nvPr/>
        </p:nvGrpSpPr>
        <p:grpSpPr>
          <a:xfrm>
            <a:off x="628632" y="3550503"/>
            <a:ext cx="4630108" cy="1935947"/>
            <a:chOff x="628632" y="3550503"/>
            <a:chExt cx="4630108" cy="1935947"/>
          </a:xfrm>
        </p:grpSpPr>
        <p:grpSp>
          <p:nvGrpSpPr>
            <p:cNvPr id="433" name="Google Shape;433;p14"/>
            <p:cNvGrpSpPr/>
            <p:nvPr/>
          </p:nvGrpSpPr>
          <p:grpSpPr>
            <a:xfrm>
              <a:off x="3833515" y="3951330"/>
              <a:ext cx="1425225" cy="1535120"/>
              <a:chOff x="6576715" y="4111039"/>
              <a:chExt cx="1425225" cy="1535120"/>
            </a:xfrm>
          </p:grpSpPr>
          <p:cxnSp>
            <p:nvCxnSpPr>
              <p:cNvPr id="434" name="Google Shape;434;p14"/>
              <p:cNvCxnSpPr>
                <a:endCxn id="435" idx="4"/>
              </p:cNvCxnSpPr>
              <p:nvPr/>
            </p:nvCxnSpPr>
            <p:spPr>
              <a:xfrm flipH="1">
                <a:off x="6696047" y="4111039"/>
                <a:ext cx="436800" cy="59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36" name="Google Shape;436;p14"/>
              <p:cNvCxnSpPr>
                <a:endCxn id="437" idx="2"/>
              </p:cNvCxnSpPr>
              <p:nvPr/>
            </p:nvCxnSpPr>
            <p:spPr>
              <a:xfrm flipH="1">
                <a:off x="7005572" y="4120564"/>
                <a:ext cx="264900" cy="5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38" name="Google Shape;438;p14"/>
              <p:cNvCxnSpPr>
                <a:endCxn id="439" idx="4"/>
              </p:cNvCxnSpPr>
              <p:nvPr/>
            </p:nvCxnSpPr>
            <p:spPr>
              <a:xfrm>
                <a:off x="7539246" y="4149139"/>
                <a:ext cx="314700" cy="55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440" name="Google Shape;440;p14"/>
              <p:cNvGrpSpPr/>
              <p:nvPr/>
            </p:nvGrpSpPr>
            <p:grpSpPr>
              <a:xfrm>
                <a:off x="6576715" y="4640970"/>
                <a:ext cx="267206" cy="997245"/>
                <a:chOff x="6424315" y="4488570"/>
                <a:chExt cx="267206" cy="997245"/>
              </a:xfrm>
            </p:grpSpPr>
            <p:grpSp>
              <p:nvGrpSpPr>
                <p:cNvPr id="441" name="Google Shape;441;p14"/>
                <p:cNvGrpSpPr/>
                <p:nvPr/>
              </p:nvGrpSpPr>
              <p:grpSpPr>
                <a:xfrm>
                  <a:off x="6424315" y="4636502"/>
                  <a:ext cx="237939" cy="849312"/>
                  <a:chOff x="6396366" y="3061857"/>
                  <a:chExt cx="570079" cy="838094"/>
                </a:xfrm>
              </p:grpSpPr>
              <p:sp>
                <p:nvSpPr>
                  <p:cNvPr id="442" name="Google Shape;442;p14"/>
                  <p:cNvSpPr/>
                  <p:nvPr/>
                </p:nvSpPr>
                <p:spPr>
                  <a:xfrm>
                    <a:off x="6509786" y="3061857"/>
                    <a:ext cx="447707" cy="742536"/>
                  </a:xfrm>
                  <a:prstGeom prst="rect">
                    <a:avLst/>
                  </a:pr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443" name="Google Shape;443;p14"/>
                  <p:cNvCxnSpPr/>
                  <p:nvPr/>
                </p:nvCxnSpPr>
                <p:spPr>
                  <a:xfrm flipH="1" rot="10800000">
                    <a:off x="684705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444" name="Google Shape;444;p14"/>
                  <p:cNvSpPr/>
                  <p:nvPr/>
                </p:nvSpPr>
                <p:spPr>
                  <a:xfrm>
                    <a:off x="6476953" y="3071256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445" name="Google Shape;445;p14"/>
                  <p:cNvCxnSpPr/>
                  <p:nvPr/>
                </p:nvCxnSpPr>
                <p:spPr>
                  <a:xfrm flipH="1" rot="10800000">
                    <a:off x="639636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446" name="Google Shape;446;p14"/>
                  <p:cNvSpPr/>
                  <p:nvPr/>
                </p:nvSpPr>
                <p:spPr>
                  <a:xfrm>
                    <a:off x="6817210" y="3702567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47" name="Google Shape;447;p14"/>
                  <p:cNvSpPr/>
                  <p:nvPr/>
                </p:nvSpPr>
                <p:spPr>
                  <a:xfrm>
                    <a:off x="6405320" y="3157415"/>
                    <a:ext cx="444723" cy="742536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448" name="Google Shape;448;p14"/>
                  <p:cNvCxnSpPr/>
                  <p:nvPr/>
                </p:nvCxnSpPr>
                <p:spPr>
                  <a:xfrm flipH="1" rot="10800000">
                    <a:off x="6847057" y="3804392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449" name="Google Shape;449;p14"/>
                  <p:cNvGrpSpPr/>
                  <p:nvPr/>
                </p:nvGrpSpPr>
                <p:grpSpPr>
                  <a:xfrm>
                    <a:off x="6399350" y="3137050"/>
                    <a:ext cx="561125" cy="92425"/>
                    <a:chOff x="6581076" y="2845711"/>
                    <a:chExt cx="561125" cy="92425"/>
                  </a:xfrm>
                </p:grpSpPr>
                <p:cxnSp>
                  <p:nvCxnSpPr>
                    <p:cNvPr id="450" name="Google Shape;450;p14"/>
                    <p:cNvCxnSpPr/>
                    <p:nvPr/>
                  </p:nvCxnSpPr>
                  <p:spPr>
                    <a:xfrm flipH="1" rot="10800000">
                      <a:off x="7028782" y="2845711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451" name="Google Shape;451;p14"/>
                    <p:cNvCxnSpPr/>
                    <p:nvPr/>
                  </p:nvCxnSpPr>
                  <p:spPr>
                    <a:xfrm>
                      <a:off x="6581076" y="2938136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452" name="Google Shape;452;p14"/>
                  <p:cNvGrpSpPr/>
                  <p:nvPr/>
                </p:nvGrpSpPr>
                <p:grpSpPr>
                  <a:xfrm>
                    <a:off x="6399351" y="3202845"/>
                    <a:ext cx="567094" cy="89292"/>
                    <a:chOff x="6581557" y="2845642"/>
                    <a:chExt cx="567094" cy="89292"/>
                  </a:xfrm>
                </p:grpSpPr>
                <p:cxnSp>
                  <p:nvCxnSpPr>
                    <p:cNvPr id="453" name="Google Shape;453;p14"/>
                    <p:cNvCxnSpPr/>
                    <p:nvPr/>
                  </p:nvCxnSpPr>
                  <p:spPr>
                    <a:xfrm flipH="1" rot="10800000">
                      <a:off x="7029263" y="2845642"/>
                      <a:ext cx="119388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454" name="Google Shape;454;p14"/>
                    <p:cNvCxnSpPr/>
                    <p:nvPr/>
                  </p:nvCxnSpPr>
                  <p:spPr>
                    <a:xfrm>
                      <a:off x="6581557" y="293493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455" name="Google Shape;455;p14"/>
                  <p:cNvGrpSpPr/>
                  <p:nvPr/>
                </p:nvGrpSpPr>
                <p:grpSpPr>
                  <a:xfrm>
                    <a:off x="6399350" y="3268639"/>
                    <a:ext cx="558142" cy="89292"/>
                    <a:chOff x="6582036" y="2845572"/>
                    <a:chExt cx="558142" cy="89292"/>
                  </a:xfrm>
                </p:grpSpPr>
                <p:cxnSp>
                  <p:nvCxnSpPr>
                    <p:cNvPr id="456" name="Google Shape;456;p14"/>
                    <p:cNvCxnSpPr/>
                    <p:nvPr/>
                  </p:nvCxnSpPr>
                  <p:spPr>
                    <a:xfrm flipH="1" rot="10800000">
                      <a:off x="7026759" y="284557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457" name="Google Shape;457;p14"/>
                    <p:cNvCxnSpPr/>
                    <p:nvPr/>
                  </p:nvCxnSpPr>
                  <p:spPr>
                    <a:xfrm>
                      <a:off x="6582036" y="293486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458" name="Google Shape;458;p14"/>
                  <p:cNvGrpSpPr/>
                  <p:nvPr/>
                </p:nvGrpSpPr>
                <p:grpSpPr>
                  <a:xfrm>
                    <a:off x="6399350" y="3334433"/>
                    <a:ext cx="558141" cy="89292"/>
                    <a:chOff x="6582516" y="2845502"/>
                    <a:chExt cx="558141" cy="89292"/>
                  </a:xfrm>
                </p:grpSpPr>
                <p:cxnSp>
                  <p:nvCxnSpPr>
                    <p:cNvPr id="459" name="Google Shape;459;p14"/>
                    <p:cNvCxnSpPr/>
                    <p:nvPr/>
                  </p:nvCxnSpPr>
                  <p:spPr>
                    <a:xfrm flipH="1" rot="10800000">
                      <a:off x="7027238" y="284550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460" name="Google Shape;460;p14"/>
                    <p:cNvCxnSpPr/>
                    <p:nvPr/>
                  </p:nvCxnSpPr>
                  <p:spPr>
                    <a:xfrm>
                      <a:off x="6582516" y="293479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461" name="Google Shape;461;p14"/>
                  <p:cNvGrpSpPr/>
                  <p:nvPr/>
                </p:nvGrpSpPr>
                <p:grpSpPr>
                  <a:xfrm>
                    <a:off x="6399349" y="3400228"/>
                    <a:ext cx="558142" cy="89292"/>
                    <a:chOff x="6582995" y="2845433"/>
                    <a:chExt cx="558142" cy="89292"/>
                  </a:xfrm>
                </p:grpSpPr>
                <p:cxnSp>
                  <p:nvCxnSpPr>
                    <p:cNvPr id="462" name="Google Shape;462;p14"/>
                    <p:cNvCxnSpPr/>
                    <p:nvPr/>
                  </p:nvCxnSpPr>
                  <p:spPr>
                    <a:xfrm flipH="1" rot="10800000">
                      <a:off x="7027718" y="2845433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463" name="Google Shape;463;p14"/>
                    <p:cNvCxnSpPr/>
                    <p:nvPr/>
                  </p:nvCxnSpPr>
                  <p:spPr>
                    <a:xfrm>
                      <a:off x="6582995" y="293472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464" name="Google Shape;464;p14"/>
                  <p:cNvGrpSpPr/>
                  <p:nvPr/>
                </p:nvGrpSpPr>
                <p:grpSpPr>
                  <a:xfrm>
                    <a:off x="6399351" y="3466022"/>
                    <a:ext cx="558141" cy="93992"/>
                    <a:chOff x="6583477" y="2845363"/>
                    <a:chExt cx="558141" cy="93992"/>
                  </a:xfrm>
                </p:grpSpPr>
                <p:cxnSp>
                  <p:nvCxnSpPr>
                    <p:cNvPr id="465" name="Google Shape;465;p14"/>
                    <p:cNvCxnSpPr/>
                    <p:nvPr/>
                  </p:nvCxnSpPr>
                  <p:spPr>
                    <a:xfrm flipH="1" rot="10800000">
                      <a:off x="7028199" y="2845363"/>
                      <a:ext cx="113419" cy="939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466" name="Google Shape;466;p14"/>
                    <p:cNvCxnSpPr/>
                    <p:nvPr/>
                  </p:nvCxnSpPr>
                  <p:spPr>
                    <a:xfrm>
                      <a:off x="6583477" y="2939355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467" name="Google Shape;467;p14"/>
                  <p:cNvGrpSpPr/>
                  <p:nvPr/>
                </p:nvGrpSpPr>
                <p:grpSpPr>
                  <a:xfrm>
                    <a:off x="6396366" y="3528683"/>
                    <a:ext cx="561126" cy="97125"/>
                    <a:chOff x="6580972" y="2842160"/>
                    <a:chExt cx="561126" cy="97125"/>
                  </a:xfrm>
                </p:grpSpPr>
                <p:cxnSp>
                  <p:nvCxnSpPr>
                    <p:cNvPr id="468" name="Google Shape;468;p14"/>
                    <p:cNvCxnSpPr/>
                    <p:nvPr/>
                  </p:nvCxnSpPr>
                  <p:spPr>
                    <a:xfrm flipH="1" rot="10800000">
                      <a:off x="7028679" y="284216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469" name="Google Shape;469;p14"/>
                    <p:cNvCxnSpPr/>
                    <p:nvPr/>
                  </p:nvCxnSpPr>
                  <p:spPr>
                    <a:xfrm>
                      <a:off x="6580972" y="293928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470" name="Google Shape;470;p14"/>
                  <p:cNvGrpSpPr/>
                  <p:nvPr/>
                </p:nvGrpSpPr>
                <p:grpSpPr>
                  <a:xfrm>
                    <a:off x="6396366" y="3594477"/>
                    <a:ext cx="561125" cy="97125"/>
                    <a:chOff x="6581452" y="2842090"/>
                    <a:chExt cx="561125" cy="97125"/>
                  </a:xfrm>
                </p:grpSpPr>
                <p:cxnSp>
                  <p:nvCxnSpPr>
                    <p:cNvPr id="471" name="Google Shape;471;p14"/>
                    <p:cNvCxnSpPr/>
                    <p:nvPr/>
                  </p:nvCxnSpPr>
                  <p:spPr>
                    <a:xfrm flipH="1" rot="10800000">
                      <a:off x="7029158" y="284209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472" name="Google Shape;472;p14"/>
                    <p:cNvCxnSpPr/>
                    <p:nvPr/>
                  </p:nvCxnSpPr>
                  <p:spPr>
                    <a:xfrm>
                      <a:off x="6581452" y="2939215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473" name="Google Shape;473;p14"/>
                  <p:cNvGrpSpPr/>
                  <p:nvPr/>
                </p:nvGrpSpPr>
                <p:grpSpPr>
                  <a:xfrm>
                    <a:off x="6396367" y="3664970"/>
                    <a:ext cx="558140" cy="92426"/>
                    <a:chOff x="6581933" y="2846719"/>
                    <a:chExt cx="558140" cy="92426"/>
                  </a:xfrm>
                </p:grpSpPr>
                <p:cxnSp>
                  <p:nvCxnSpPr>
                    <p:cNvPr id="474" name="Google Shape;474;p14"/>
                    <p:cNvCxnSpPr/>
                    <p:nvPr/>
                  </p:nvCxnSpPr>
                  <p:spPr>
                    <a:xfrm flipH="1" rot="10800000">
                      <a:off x="7026654" y="2846719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475" name="Google Shape;475;p14"/>
                    <p:cNvCxnSpPr/>
                    <p:nvPr/>
                  </p:nvCxnSpPr>
                  <p:spPr>
                    <a:xfrm>
                      <a:off x="6581933" y="2939145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476" name="Google Shape;476;p14"/>
                  <p:cNvGrpSpPr/>
                  <p:nvPr/>
                </p:nvGrpSpPr>
                <p:grpSpPr>
                  <a:xfrm>
                    <a:off x="6396367" y="3730765"/>
                    <a:ext cx="558139" cy="92426"/>
                    <a:chOff x="6582413" y="2846650"/>
                    <a:chExt cx="558139" cy="92426"/>
                  </a:xfrm>
                </p:grpSpPr>
                <p:cxnSp>
                  <p:nvCxnSpPr>
                    <p:cNvPr id="477" name="Google Shape;477;p14"/>
                    <p:cNvCxnSpPr/>
                    <p:nvPr/>
                  </p:nvCxnSpPr>
                  <p:spPr>
                    <a:xfrm flipH="1" rot="10800000">
                      <a:off x="7027133" y="2846650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478" name="Google Shape;478;p14"/>
                    <p:cNvCxnSpPr/>
                    <p:nvPr/>
                  </p:nvCxnSpPr>
                  <p:spPr>
                    <a:xfrm>
                      <a:off x="6582413" y="2939076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</p:grpSp>
            <p:cxnSp>
              <p:nvCxnSpPr>
                <p:cNvPr id="479" name="Google Shape;479;p14"/>
                <p:cNvCxnSpPr/>
                <p:nvPr/>
              </p:nvCxnSpPr>
              <p:spPr>
                <a:xfrm flipH="1">
                  <a:off x="6685171" y="4525377"/>
                  <a:ext cx="4763" cy="855662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80" name="Google Shape;480;p14"/>
                <p:cNvCxnSpPr/>
                <p:nvPr/>
              </p:nvCxnSpPr>
              <p:spPr>
                <a:xfrm>
                  <a:off x="6632784" y="4706352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81" name="Google Shape;481;p14"/>
                <p:cNvCxnSpPr/>
                <p:nvPr/>
              </p:nvCxnSpPr>
              <p:spPr>
                <a:xfrm>
                  <a:off x="6631196" y="477143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82" name="Google Shape;482;p14"/>
                <p:cNvCxnSpPr/>
                <p:nvPr/>
              </p:nvCxnSpPr>
              <p:spPr>
                <a:xfrm>
                  <a:off x="6631196" y="4849227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83" name="Google Shape;483;p14"/>
                <p:cNvCxnSpPr/>
                <p:nvPr/>
              </p:nvCxnSpPr>
              <p:spPr>
                <a:xfrm>
                  <a:off x="6629609" y="4914314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84" name="Google Shape;484;p14"/>
                <p:cNvCxnSpPr/>
                <p:nvPr/>
              </p:nvCxnSpPr>
              <p:spPr>
                <a:xfrm>
                  <a:off x="6628021" y="4976227"/>
                  <a:ext cx="6032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85" name="Google Shape;485;p14"/>
                <p:cNvCxnSpPr/>
                <p:nvPr/>
              </p:nvCxnSpPr>
              <p:spPr>
                <a:xfrm>
                  <a:off x="6628021" y="504448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86" name="Google Shape;486;p14"/>
                <p:cNvCxnSpPr/>
                <p:nvPr/>
              </p:nvCxnSpPr>
              <p:spPr>
                <a:xfrm>
                  <a:off x="6626434" y="511433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87" name="Google Shape;487;p14"/>
                <p:cNvCxnSpPr/>
                <p:nvPr/>
              </p:nvCxnSpPr>
              <p:spPr>
                <a:xfrm>
                  <a:off x="6629609" y="51841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88" name="Google Shape;488;p14"/>
                <p:cNvCxnSpPr/>
                <p:nvPr/>
              </p:nvCxnSpPr>
              <p:spPr>
                <a:xfrm>
                  <a:off x="6631196" y="525245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89" name="Google Shape;489;p14"/>
                <p:cNvCxnSpPr/>
                <p:nvPr/>
              </p:nvCxnSpPr>
              <p:spPr>
                <a:xfrm>
                  <a:off x="6631196" y="532230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90" name="Google Shape;490;p14"/>
                <p:cNvCxnSpPr/>
                <p:nvPr/>
              </p:nvCxnSpPr>
              <p:spPr>
                <a:xfrm>
                  <a:off x="6632784" y="53873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91" name="Google Shape;491;p14"/>
                <p:cNvCxnSpPr/>
                <p:nvPr/>
              </p:nvCxnSpPr>
              <p:spPr>
                <a:xfrm rot="10800000">
                  <a:off x="6632784" y="4531727"/>
                  <a:ext cx="58737" cy="0"/>
                </a:xfrm>
                <a:prstGeom prst="straightConnector1">
                  <a:avLst/>
                </a:prstGeom>
                <a:noFill/>
                <a:ln cap="flat" cmpd="sng" w="222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492" name="Google Shape;492;p14"/>
                <p:cNvGrpSpPr/>
                <p:nvPr/>
              </p:nvGrpSpPr>
              <p:grpSpPr>
                <a:xfrm>
                  <a:off x="6434171" y="4488570"/>
                  <a:ext cx="224203" cy="179034"/>
                  <a:chOff x="3668110" y="2448910"/>
                  <a:chExt cx="3794234" cy="2165130"/>
                </a:xfrm>
              </p:grpSpPr>
              <p:sp>
                <p:nvSpPr>
                  <p:cNvPr id="493" name="Google Shape;493;p14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4" name="Google Shape;494;p14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495" name="Google Shape;495;p14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435" name="Google Shape;435;p14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96" name="Google Shape;496;p14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97" name="Google Shape;497;p14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98" name="Google Shape;498;p14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cxnSp>
            <p:nvCxnSpPr>
              <p:cNvPr id="499" name="Google Shape;499;p14"/>
              <p:cNvCxnSpPr>
                <a:endCxn id="500" idx="9"/>
              </p:cNvCxnSpPr>
              <p:nvPr/>
            </p:nvCxnSpPr>
            <p:spPr>
              <a:xfrm>
                <a:off x="7282802" y="4119099"/>
                <a:ext cx="32700" cy="57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501" name="Google Shape;501;p14"/>
              <p:cNvGrpSpPr/>
              <p:nvPr/>
            </p:nvGrpSpPr>
            <p:grpSpPr>
              <a:xfrm>
                <a:off x="6885965" y="4644942"/>
                <a:ext cx="267206" cy="997245"/>
                <a:chOff x="6424315" y="4488570"/>
                <a:chExt cx="267206" cy="997245"/>
              </a:xfrm>
            </p:grpSpPr>
            <p:grpSp>
              <p:nvGrpSpPr>
                <p:cNvPr id="502" name="Google Shape;502;p14"/>
                <p:cNvGrpSpPr/>
                <p:nvPr/>
              </p:nvGrpSpPr>
              <p:grpSpPr>
                <a:xfrm>
                  <a:off x="6424315" y="4636502"/>
                  <a:ext cx="237939" cy="849312"/>
                  <a:chOff x="6396366" y="3061857"/>
                  <a:chExt cx="570079" cy="838094"/>
                </a:xfrm>
              </p:grpSpPr>
              <p:sp>
                <p:nvSpPr>
                  <p:cNvPr id="503" name="Google Shape;503;p14"/>
                  <p:cNvSpPr/>
                  <p:nvPr/>
                </p:nvSpPr>
                <p:spPr>
                  <a:xfrm>
                    <a:off x="6509786" y="3061857"/>
                    <a:ext cx="447707" cy="742536"/>
                  </a:xfrm>
                  <a:prstGeom prst="rect">
                    <a:avLst/>
                  </a:pr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504" name="Google Shape;504;p14"/>
                  <p:cNvCxnSpPr/>
                  <p:nvPr/>
                </p:nvCxnSpPr>
                <p:spPr>
                  <a:xfrm flipH="1" rot="10800000">
                    <a:off x="684705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505" name="Google Shape;505;p14"/>
                  <p:cNvSpPr/>
                  <p:nvPr/>
                </p:nvSpPr>
                <p:spPr>
                  <a:xfrm>
                    <a:off x="6476953" y="3071256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506" name="Google Shape;506;p14"/>
                  <p:cNvCxnSpPr/>
                  <p:nvPr/>
                </p:nvCxnSpPr>
                <p:spPr>
                  <a:xfrm flipH="1" rot="10800000">
                    <a:off x="639636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507" name="Google Shape;507;p14"/>
                  <p:cNvSpPr/>
                  <p:nvPr/>
                </p:nvSpPr>
                <p:spPr>
                  <a:xfrm>
                    <a:off x="6817210" y="3702567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8" name="Google Shape;508;p14"/>
                  <p:cNvSpPr/>
                  <p:nvPr/>
                </p:nvSpPr>
                <p:spPr>
                  <a:xfrm>
                    <a:off x="6405320" y="3157415"/>
                    <a:ext cx="444723" cy="742536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509" name="Google Shape;509;p14"/>
                  <p:cNvCxnSpPr/>
                  <p:nvPr/>
                </p:nvCxnSpPr>
                <p:spPr>
                  <a:xfrm flipH="1" rot="10800000">
                    <a:off x="6847057" y="3804392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510" name="Google Shape;510;p14"/>
                  <p:cNvGrpSpPr/>
                  <p:nvPr/>
                </p:nvGrpSpPr>
                <p:grpSpPr>
                  <a:xfrm>
                    <a:off x="6399350" y="3137050"/>
                    <a:ext cx="561125" cy="92425"/>
                    <a:chOff x="6581076" y="2845711"/>
                    <a:chExt cx="561125" cy="92425"/>
                  </a:xfrm>
                </p:grpSpPr>
                <p:cxnSp>
                  <p:nvCxnSpPr>
                    <p:cNvPr id="511" name="Google Shape;511;p14"/>
                    <p:cNvCxnSpPr/>
                    <p:nvPr/>
                  </p:nvCxnSpPr>
                  <p:spPr>
                    <a:xfrm flipH="1" rot="10800000">
                      <a:off x="7028782" y="2845711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512" name="Google Shape;512;p14"/>
                    <p:cNvCxnSpPr/>
                    <p:nvPr/>
                  </p:nvCxnSpPr>
                  <p:spPr>
                    <a:xfrm>
                      <a:off x="6581076" y="2938136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513" name="Google Shape;513;p14"/>
                  <p:cNvGrpSpPr/>
                  <p:nvPr/>
                </p:nvGrpSpPr>
                <p:grpSpPr>
                  <a:xfrm>
                    <a:off x="6399351" y="3202845"/>
                    <a:ext cx="567094" cy="89292"/>
                    <a:chOff x="6581557" y="2845642"/>
                    <a:chExt cx="567094" cy="89292"/>
                  </a:xfrm>
                </p:grpSpPr>
                <p:cxnSp>
                  <p:nvCxnSpPr>
                    <p:cNvPr id="514" name="Google Shape;514;p14"/>
                    <p:cNvCxnSpPr/>
                    <p:nvPr/>
                  </p:nvCxnSpPr>
                  <p:spPr>
                    <a:xfrm flipH="1" rot="10800000">
                      <a:off x="7029263" y="2845642"/>
                      <a:ext cx="119388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515" name="Google Shape;515;p14"/>
                    <p:cNvCxnSpPr/>
                    <p:nvPr/>
                  </p:nvCxnSpPr>
                  <p:spPr>
                    <a:xfrm>
                      <a:off x="6581557" y="293493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516" name="Google Shape;516;p14"/>
                  <p:cNvGrpSpPr/>
                  <p:nvPr/>
                </p:nvGrpSpPr>
                <p:grpSpPr>
                  <a:xfrm>
                    <a:off x="6399350" y="3268639"/>
                    <a:ext cx="558142" cy="89292"/>
                    <a:chOff x="6582036" y="2845572"/>
                    <a:chExt cx="558142" cy="89292"/>
                  </a:xfrm>
                </p:grpSpPr>
                <p:cxnSp>
                  <p:nvCxnSpPr>
                    <p:cNvPr id="517" name="Google Shape;517;p14"/>
                    <p:cNvCxnSpPr/>
                    <p:nvPr/>
                  </p:nvCxnSpPr>
                  <p:spPr>
                    <a:xfrm flipH="1" rot="10800000">
                      <a:off x="7026759" y="284557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518" name="Google Shape;518;p14"/>
                    <p:cNvCxnSpPr/>
                    <p:nvPr/>
                  </p:nvCxnSpPr>
                  <p:spPr>
                    <a:xfrm>
                      <a:off x="6582036" y="293486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519" name="Google Shape;519;p14"/>
                  <p:cNvGrpSpPr/>
                  <p:nvPr/>
                </p:nvGrpSpPr>
                <p:grpSpPr>
                  <a:xfrm>
                    <a:off x="6399350" y="3334433"/>
                    <a:ext cx="558141" cy="89292"/>
                    <a:chOff x="6582516" y="2845502"/>
                    <a:chExt cx="558141" cy="89292"/>
                  </a:xfrm>
                </p:grpSpPr>
                <p:cxnSp>
                  <p:nvCxnSpPr>
                    <p:cNvPr id="520" name="Google Shape;520;p14"/>
                    <p:cNvCxnSpPr/>
                    <p:nvPr/>
                  </p:nvCxnSpPr>
                  <p:spPr>
                    <a:xfrm flipH="1" rot="10800000">
                      <a:off x="7027238" y="284550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521" name="Google Shape;521;p14"/>
                    <p:cNvCxnSpPr/>
                    <p:nvPr/>
                  </p:nvCxnSpPr>
                  <p:spPr>
                    <a:xfrm>
                      <a:off x="6582516" y="293479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522" name="Google Shape;522;p14"/>
                  <p:cNvGrpSpPr/>
                  <p:nvPr/>
                </p:nvGrpSpPr>
                <p:grpSpPr>
                  <a:xfrm>
                    <a:off x="6399349" y="3400228"/>
                    <a:ext cx="558142" cy="89292"/>
                    <a:chOff x="6582995" y="2845433"/>
                    <a:chExt cx="558142" cy="89292"/>
                  </a:xfrm>
                </p:grpSpPr>
                <p:cxnSp>
                  <p:nvCxnSpPr>
                    <p:cNvPr id="523" name="Google Shape;523;p14"/>
                    <p:cNvCxnSpPr/>
                    <p:nvPr/>
                  </p:nvCxnSpPr>
                  <p:spPr>
                    <a:xfrm flipH="1" rot="10800000">
                      <a:off x="7027718" y="2845433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524" name="Google Shape;524;p14"/>
                    <p:cNvCxnSpPr/>
                    <p:nvPr/>
                  </p:nvCxnSpPr>
                  <p:spPr>
                    <a:xfrm>
                      <a:off x="6582995" y="293472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525" name="Google Shape;525;p14"/>
                  <p:cNvGrpSpPr/>
                  <p:nvPr/>
                </p:nvGrpSpPr>
                <p:grpSpPr>
                  <a:xfrm>
                    <a:off x="6399351" y="3466022"/>
                    <a:ext cx="558141" cy="93992"/>
                    <a:chOff x="6583477" y="2845363"/>
                    <a:chExt cx="558141" cy="93992"/>
                  </a:xfrm>
                </p:grpSpPr>
                <p:cxnSp>
                  <p:nvCxnSpPr>
                    <p:cNvPr id="526" name="Google Shape;526;p14"/>
                    <p:cNvCxnSpPr/>
                    <p:nvPr/>
                  </p:nvCxnSpPr>
                  <p:spPr>
                    <a:xfrm flipH="1" rot="10800000">
                      <a:off x="7028199" y="2845363"/>
                      <a:ext cx="113419" cy="939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527" name="Google Shape;527;p14"/>
                    <p:cNvCxnSpPr/>
                    <p:nvPr/>
                  </p:nvCxnSpPr>
                  <p:spPr>
                    <a:xfrm>
                      <a:off x="6583477" y="2939355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528" name="Google Shape;528;p14"/>
                  <p:cNvGrpSpPr/>
                  <p:nvPr/>
                </p:nvGrpSpPr>
                <p:grpSpPr>
                  <a:xfrm>
                    <a:off x="6396366" y="3528683"/>
                    <a:ext cx="561126" cy="97125"/>
                    <a:chOff x="6580972" y="2842160"/>
                    <a:chExt cx="561126" cy="97125"/>
                  </a:xfrm>
                </p:grpSpPr>
                <p:cxnSp>
                  <p:nvCxnSpPr>
                    <p:cNvPr id="529" name="Google Shape;529;p14"/>
                    <p:cNvCxnSpPr/>
                    <p:nvPr/>
                  </p:nvCxnSpPr>
                  <p:spPr>
                    <a:xfrm flipH="1" rot="10800000">
                      <a:off x="7028679" y="284216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530" name="Google Shape;530;p14"/>
                    <p:cNvCxnSpPr/>
                    <p:nvPr/>
                  </p:nvCxnSpPr>
                  <p:spPr>
                    <a:xfrm>
                      <a:off x="6580972" y="293928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531" name="Google Shape;531;p14"/>
                  <p:cNvGrpSpPr/>
                  <p:nvPr/>
                </p:nvGrpSpPr>
                <p:grpSpPr>
                  <a:xfrm>
                    <a:off x="6396366" y="3594477"/>
                    <a:ext cx="561125" cy="97125"/>
                    <a:chOff x="6581452" y="2842090"/>
                    <a:chExt cx="561125" cy="97125"/>
                  </a:xfrm>
                </p:grpSpPr>
                <p:cxnSp>
                  <p:nvCxnSpPr>
                    <p:cNvPr id="532" name="Google Shape;532;p14"/>
                    <p:cNvCxnSpPr/>
                    <p:nvPr/>
                  </p:nvCxnSpPr>
                  <p:spPr>
                    <a:xfrm flipH="1" rot="10800000">
                      <a:off x="7029158" y="284209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533" name="Google Shape;533;p14"/>
                    <p:cNvCxnSpPr/>
                    <p:nvPr/>
                  </p:nvCxnSpPr>
                  <p:spPr>
                    <a:xfrm>
                      <a:off x="6581452" y="2939215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534" name="Google Shape;534;p14"/>
                  <p:cNvGrpSpPr/>
                  <p:nvPr/>
                </p:nvGrpSpPr>
                <p:grpSpPr>
                  <a:xfrm>
                    <a:off x="6396367" y="3664970"/>
                    <a:ext cx="558140" cy="92426"/>
                    <a:chOff x="6581933" y="2846719"/>
                    <a:chExt cx="558140" cy="92426"/>
                  </a:xfrm>
                </p:grpSpPr>
                <p:cxnSp>
                  <p:nvCxnSpPr>
                    <p:cNvPr id="535" name="Google Shape;535;p14"/>
                    <p:cNvCxnSpPr/>
                    <p:nvPr/>
                  </p:nvCxnSpPr>
                  <p:spPr>
                    <a:xfrm flipH="1" rot="10800000">
                      <a:off x="7026654" y="2846719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536" name="Google Shape;536;p14"/>
                    <p:cNvCxnSpPr/>
                    <p:nvPr/>
                  </p:nvCxnSpPr>
                  <p:spPr>
                    <a:xfrm>
                      <a:off x="6581933" y="2939145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537" name="Google Shape;537;p14"/>
                  <p:cNvGrpSpPr/>
                  <p:nvPr/>
                </p:nvGrpSpPr>
                <p:grpSpPr>
                  <a:xfrm>
                    <a:off x="6396367" y="3730765"/>
                    <a:ext cx="558139" cy="92426"/>
                    <a:chOff x="6582413" y="2846650"/>
                    <a:chExt cx="558139" cy="92426"/>
                  </a:xfrm>
                </p:grpSpPr>
                <p:cxnSp>
                  <p:nvCxnSpPr>
                    <p:cNvPr id="538" name="Google Shape;538;p14"/>
                    <p:cNvCxnSpPr/>
                    <p:nvPr/>
                  </p:nvCxnSpPr>
                  <p:spPr>
                    <a:xfrm flipH="1" rot="10800000">
                      <a:off x="7027133" y="2846650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539" name="Google Shape;539;p14"/>
                    <p:cNvCxnSpPr/>
                    <p:nvPr/>
                  </p:nvCxnSpPr>
                  <p:spPr>
                    <a:xfrm>
                      <a:off x="6582413" y="2939076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</p:grpSp>
            <p:cxnSp>
              <p:nvCxnSpPr>
                <p:cNvPr id="540" name="Google Shape;540;p14"/>
                <p:cNvCxnSpPr/>
                <p:nvPr/>
              </p:nvCxnSpPr>
              <p:spPr>
                <a:xfrm flipH="1">
                  <a:off x="6685171" y="4525377"/>
                  <a:ext cx="4763" cy="855662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41" name="Google Shape;541;p14"/>
                <p:cNvCxnSpPr/>
                <p:nvPr/>
              </p:nvCxnSpPr>
              <p:spPr>
                <a:xfrm>
                  <a:off x="6632784" y="4706352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42" name="Google Shape;542;p14"/>
                <p:cNvCxnSpPr/>
                <p:nvPr/>
              </p:nvCxnSpPr>
              <p:spPr>
                <a:xfrm>
                  <a:off x="6631196" y="477143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43" name="Google Shape;543;p14"/>
                <p:cNvCxnSpPr/>
                <p:nvPr/>
              </p:nvCxnSpPr>
              <p:spPr>
                <a:xfrm>
                  <a:off x="6631196" y="4849227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44" name="Google Shape;544;p14"/>
                <p:cNvCxnSpPr/>
                <p:nvPr/>
              </p:nvCxnSpPr>
              <p:spPr>
                <a:xfrm>
                  <a:off x="6629609" y="4914314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45" name="Google Shape;545;p14"/>
                <p:cNvCxnSpPr/>
                <p:nvPr/>
              </p:nvCxnSpPr>
              <p:spPr>
                <a:xfrm>
                  <a:off x="6628021" y="4976227"/>
                  <a:ext cx="6032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46" name="Google Shape;546;p14"/>
                <p:cNvCxnSpPr/>
                <p:nvPr/>
              </p:nvCxnSpPr>
              <p:spPr>
                <a:xfrm>
                  <a:off x="6628021" y="504448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47" name="Google Shape;547;p14"/>
                <p:cNvCxnSpPr/>
                <p:nvPr/>
              </p:nvCxnSpPr>
              <p:spPr>
                <a:xfrm>
                  <a:off x="6626434" y="511433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48" name="Google Shape;548;p14"/>
                <p:cNvCxnSpPr/>
                <p:nvPr/>
              </p:nvCxnSpPr>
              <p:spPr>
                <a:xfrm>
                  <a:off x="6629609" y="51841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49" name="Google Shape;549;p14"/>
                <p:cNvCxnSpPr/>
                <p:nvPr/>
              </p:nvCxnSpPr>
              <p:spPr>
                <a:xfrm>
                  <a:off x="6631196" y="525245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50" name="Google Shape;550;p14"/>
                <p:cNvCxnSpPr/>
                <p:nvPr/>
              </p:nvCxnSpPr>
              <p:spPr>
                <a:xfrm>
                  <a:off x="6631196" y="532230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51" name="Google Shape;551;p14"/>
                <p:cNvCxnSpPr/>
                <p:nvPr/>
              </p:nvCxnSpPr>
              <p:spPr>
                <a:xfrm>
                  <a:off x="6632784" y="53873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52" name="Google Shape;552;p14"/>
                <p:cNvCxnSpPr/>
                <p:nvPr/>
              </p:nvCxnSpPr>
              <p:spPr>
                <a:xfrm rot="10800000">
                  <a:off x="6632784" y="4531727"/>
                  <a:ext cx="58737" cy="0"/>
                </a:xfrm>
                <a:prstGeom prst="straightConnector1">
                  <a:avLst/>
                </a:prstGeom>
                <a:noFill/>
                <a:ln cap="flat" cmpd="sng" w="222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553" name="Google Shape;553;p14"/>
                <p:cNvGrpSpPr/>
                <p:nvPr/>
              </p:nvGrpSpPr>
              <p:grpSpPr>
                <a:xfrm>
                  <a:off x="6434171" y="4488570"/>
                  <a:ext cx="224203" cy="179034"/>
                  <a:chOff x="3668110" y="2448910"/>
                  <a:chExt cx="3794234" cy="2165130"/>
                </a:xfrm>
              </p:grpSpPr>
              <p:sp>
                <p:nvSpPr>
                  <p:cNvPr id="554" name="Google Shape;554;p14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5" name="Google Shape;555;p14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556" name="Google Shape;556;p14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557" name="Google Shape;557;p14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58" name="Google Shape;558;p14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59" name="Google Shape;559;p14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37" name="Google Shape;437;p14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560" name="Google Shape;560;p14"/>
              <p:cNvGrpSpPr/>
              <p:nvPr/>
            </p:nvGrpSpPr>
            <p:grpSpPr>
              <a:xfrm>
                <a:off x="7195215" y="4648914"/>
                <a:ext cx="267206" cy="997245"/>
                <a:chOff x="6424315" y="4488570"/>
                <a:chExt cx="267206" cy="997245"/>
              </a:xfrm>
            </p:grpSpPr>
            <p:grpSp>
              <p:nvGrpSpPr>
                <p:cNvPr id="561" name="Google Shape;561;p14"/>
                <p:cNvGrpSpPr/>
                <p:nvPr/>
              </p:nvGrpSpPr>
              <p:grpSpPr>
                <a:xfrm>
                  <a:off x="6424315" y="4636502"/>
                  <a:ext cx="237939" cy="849312"/>
                  <a:chOff x="6396366" y="3061857"/>
                  <a:chExt cx="570079" cy="838094"/>
                </a:xfrm>
              </p:grpSpPr>
              <p:sp>
                <p:nvSpPr>
                  <p:cNvPr id="562" name="Google Shape;562;p14"/>
                  <p:cNvSpPr/>
                  <p:nvPr/>
                </p:nvSpPr>
                <p:spPr>
                  <a:xfrm>
                    <a:off x="6509786" y="3061857"/>
                    <a:ext cx="447707" cy="742536"/>
                  </a:xfrm>
                  <a:prstGeom prst="rect">
                    <a:avLst/>
                  </a:pr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563" name="Google Shape;563;p14"/>
                  <p:cNvCxnSpPr/>
                  <p:nvPr/>
                </p:nvCxnSpPr>
                <p:spPr>
                  <a:xfrm flipH="1" rot="10800000">
                    <a:off x="684705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564" name="Google Shape;564;p14"/>
                  <p:cNvSpPr/>
                  <p:nvPr/>
                </p:nvSpPr>
                <p:spPr>
                  <a:xfrm>
                    <a:off x="6476953" y="3071256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565" name="Google Shape;565;p14"/>
                  <p:cNvCxnSpPr/>
                  <p:nvPr/>
                </p:nvCxnSpPr>
                <p:spPr>
                  <a:xfrm flipH="1" rot="10800000">
                    <a:off x="639636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566" name="Google Shape;566;p14"/>
                  <p:cNvSpPr/>
                  <p:nvPr/>
                </p:nvSpPr>
                <p:spPr>
                  <a:xfrm>
                    <a:off x="6817210" y="3702567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67" name="Google Shape;567;p14"/>
                  <p:cNvSpPr/>
                  <p:nvPr/>
                </p:nvSpPr>
                <p:spPr>
                  <a:xfrm>
                    <a:off x="6405320" y="3157415"/>
                    <a:ext cx="444723" cy="742536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568" name="Google Shape;568;p14"/>
                  <p:cNvCxnSpPr/>
                  <p:nvPr/>
                </p:nvCxnSpPr>
                <p:spPr>
                  <a:xfrm flipH="1" rot="10800000">
                    <a:off x="6847057" y="3804392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569" name="Google Shape;569;p14"/>
                  <p:cNvGrpSpPr/>
                  <p:nvPr/>
                </p:nvGrpSpPr>
                <p:grpSpPr>
                  <a:xfrm>
                    <a:off x="6399350" y="3137050"/>
                    <a:ext cx="561125" cy="92425"/>
                    <a:chOff x="6581076" y="2845711"/>
                    <a:chExt cx="561125" cy="92425"/>
                  </a:xfrm>
                </p:grpSpPr>
                <p:cxnSp>
                  <p:nvCxnSpPr>
                    <p:cNvPr id="570" name="Google Shape;570;p14"/>
                    <p:cNvCxnSpPr/>
                    <p:nvPr/>
                  </p:nvCxnSpPr>
                  <p:spPr>
                    <a:xfrm flipH="1" rot="10800000">
                      <a:off x="7028782" y="2845711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571" name="Google Shape;571;p14"/>
                    <p:cNvCxnSpPr/>
                    <p:nvPr/>
                  </p:nvCxnSpPr>
                  <p:spPr>
                    <a:xfrm>
                      <a:off x="6581076" y="2938136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572" name="Google Shape;572;p14"/>
                  <p:cNvGrpSpPr/>
                  <p:nvPr/>
                </p:nvGrpSpPr>
                <p:grpSpPr>
                  <a:xfrm>
                    <a:off x="6399351" y="3202845"/>
                    <a:ext cx="567094" cy="89292"/>
                    <a:chOff x="6581557" y="2845642"/>
                    <a:chExt cx="567094" cy="89292"/>
                  </a:xfrm>
                </p:grpSpPr>
                <p:cxnSp>
                  <p:nvCxnSpPr>
                    <p:cNvPr id="573" name="Google Shape;573;p14"/>
                    <p:cNvCxnSpPr/>
                    <p:nvPr/>
                  </p:nvCxnSpPr>
                  <p:spPr>
                    <a:xfrm flipH="1" rot="10800000">
                      <a:off x="7029263" y="2845642"/>
                      <a:ext cx="119388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574" name="Google Shape;574;p14"/>
                    <p:cNvCxnSpPr/>
                    <p:nvPr/>
                  </p:nvCxnSpPr>
                  <p:spPr>
                    <a:xfrm>
                      <a:off x="6581557" y="293493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575" name="Google Shape;575;p14"/>
                  <p:cNvGrpSpPr/>
                  <p:nvPr/>
                </p:nvGrpSpPr>
                <p:grpSpPr>
                  <a:xfrm>
                    <a:off x="6399350" y="3268639"/>
                    <a:ext cx="558142" cy="89292"/>
                    <a:chOff x="6582036" y="2845572"/>
                    <a:chExt cx="558142" cy="89292"/>
                  </a:xfrm>
                </p:grpSpPr>
                <p:cxnSp>
                  <p:nvCxnSpPr>
                    <p:cNvPr id="576" name="Google Shape;576;p14"/>
                    <p:cNvCxnSpPr/>
                    <p:nvPr/>
                  </p:nvCxnSpPr>
                  <p:spPr>
                    <a:xfrm flipH="1" rot="10800000">
                      <a:off x="7026759" y="284557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577" name="Google Shape;577;p14"/>
                    <p:cNvCxnSpPr/>
                    <p:nvPr/>
                  </p:nvCxnSpPr>
                  <p:spPr>
                    <a:xfrm>
                      <a:off x="6582036" y="293486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578" name="Google Shape;578;p14"/>
                  <p:cNvGrpSpPr/>
                  <p:nvPr/>
                </p:nvGrpSpPr>
                <p:grpSpPr>
                  <a:xfrm>
                    <a:off x="6399350" y="3334433"/>
                    <a:ext cx="558141" cy="89292"/>
                    <a:chOff x="6582516" y="2845502"/>
                    <a:chExt cx="558141" cy="89292"/>
                  </a:xfrm>
                </p:grpSpPr>
                <p:cxnSp>
                  <p:nvCxnSpPr>
                    <p:cNvPr id="579" name="Google Shape;579;p14"/>
                    <p:cNvCxnSpPr/>
                    <p:nvPr/>
                  </p:nvCxnSpPr>
                  <p:spPr>
                    <a:xfrm flipH="1" rot="10800000">
                      <a:off x="7027238" y="284550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580" name="Google Shape;580;p14"/>
                    <p:cNvCxnSpPr/>
                    <p:nvPr/>
                  </p:nvCxnSpPr>
                  <p:spPr>
                    <a:xfrm>
                      <a:off x="6582516" y="293479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581" name="Google Shape;581;p14"/>
                  <p:cNvGrpSpPr/>
                  <p:nvPr/>
                </p:nvGrpSpPr>
                <p:grpSpPr>
                  <a:xfrm>
                    <a:off x="6399349" y="3400228"/>
                    <a:ext cx="558142" cy="89292"/>
                    <a:chOff x="6582995" y="2845433"/>
                    <a:chExt cx="558142" cy="89292"/>
                  </a:xfrm>
                </p:grpSpPr>
                <p:cxnSp>
                  <p:nvCxnSpPr>
                    <p:cNvPr id="582" name="Google Shape;582;p14"/>
                    <p:cNvCxnSpPr/>
                    <p:nvPr/>
                  </p:nvCxnSpPr>
                  <p:spPr>
                    <a:xfrm flipH="1" rot="10800000">
                      <a:off x="7027718" y="2845433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583" name="Google Shape;583;p14"/>
                    <p:cNvCxnSpPr/>
                    <p:nvPr/>
                  </p:nvCxnSpPr>
                  <p:spPr>
                    <a:xfrm>
                      <a:off x="6582995" y="293472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584" name="Google Shape;584;p14"/>
                  <p:cNvGrpSpPr/>
                  <p:nvPr/>
                </p:nvGrpSpPr>
                <p:grpSpPr>
                  <a:xfrm>
                    <a:off x="6399351" y="3466022"/>
                    <a:ext cx="558141" cy="93992"/>
                    <a:chOff x="6583477" y="2845363"/>
                    <a:chExt cx="558141" cy="93992"/>
                  </a:xfrm>
                </p:grpSpPr>
                <p:cxnSp>
                  <p:nvCxnSpPr>
                    <p:cNvPr id="585" name="Google Shape;585;p14"/>
                    <p:cNvCxnSpPr/>
                    <p:nvPr/>
                  </p:nvCxnSpPr>
                  <p:spPr>
                    <a:xfrm flipH="1" rot="10800000">
                      <a:off x="7028199" y="2845363"/>
                      <a:ext cx="113419" cy="939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586" name="Google Shape;586;p14"/>
                    <p:cNvCxnSpPr/>
                    <p:nvPr/>
                  </p:nvCxnSpPr>
                  <p:spPr>
                    <a:xfrm>
                      <a:off x="6583477" y="2939355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587" name="Google Shape;587;p14"/>
                  <p:cNvGrpSpPr/>
                  <p:nvPr/>
                </p:nvGrpSpPr>
                <p:grpSpPr>
                  <a:xfrm>
                    <a:off x="6396366" y="3528683"/>
                    <a:ext cx="561126" cy="97125"/>
                    <a:chOff x="6580972" y="2842160"/>
                    <a:chExt cx="561126" cy="97125"/>
                  </a:xfrm>
                </p:grpSpPr>
                <p:cxnSp>
                  <p:nvCxnSpPr>
                    <p:cNvPr id="588" name="Google Shape;588;p14"/>
                    <p:cNvCxnSpPr/>
                    <p:nvPr/>
                  </p:nvCxnSpPr>
                  <p:spPr>
                    <a:xfrm flipH="1" rot="10800000">
                      <a:off x="7028679" y="284216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589" name="Google Shape;589;p14"/>
                    <p:cNvCxnSpPr/>
                    <p:nvPr/>
                  </p:nvCxnSpPr>
                  <p:spPr>
                    <a:xfrm>
                      <a:off x="6580972" y="293928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590" name="Google Shape;590;p14"/>
                  <p:cNvGrpSpPr/>
                  <p:nvPr/>
                </p:nvGrpSpPr>
                <p:grpSpPr>
                  <a:xfrm>
                    <a:off x="6396366" y="3594477"/>
                    <a:ext cx="561125" cy="97125"/>
                    <a:chOff x="6581452" y="2842090"/>
                    <a:chExt cx="561125" cy="97125"/>
                  </a:xfrm>
                </p:grpSpPr>
                <p:cxnSp>
                  <p:nvCxnSpPr>
                    <p:cNvPr id="591" name="Google Shape;591;p14"/>
                    <p:cNvCxnSpPr/>
                    <p:nvPr/>
                  </p:nvCxnSpPr>
                  <p:spPr>
                    <a:xfrm flipH="1" rot="10800000">
                      <a:off x="7029158" y="284209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592" name="Google Shape;592;p14"/>
                    <p:cNvCxnSpPr/>
                    <p:nvPr/>
                  </p:nvCxnSpPr>
                  <p:spPr>
                    <a:xfrm>
                      <a:off x="6581452" y="2939215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593" name="Google Shape;593;p14"/>
                  <p:cNvGrpSpPr/>
                  <p:nvPr/>
                </p:nvGrpSpPr>
                <p:grpSpPr>
                  <a:xfrm>
                    <a:off x="6396367" y="3664970"/>
                    <a:ext cx="558140" cy="92426"/>
                    <a:chOff x="6581933" y="2846719"/>
                    <a:chExt cx="558140" cy="92426"/>
                  </a:xfrm>
                </p:grpSpPr>
                <p:cxnSp>
                  <p:nvCxnSpPr>
                    <p:cNvPr id="594" name="Google Shape;594;p14"/>
                    <p:cNvCxnSpPr/>
                    <p:nvPr/>
                  </p:nvCxnSpPr>
                  <p:spPr>
                    <a:xfrm flipH="1" rot="10800000">
                      <a:off x="7026654" y="2846719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595" name="Google Shape;595;p14"/>
                    <p:cNvCxnSpPr/>
                    <p:nvPr/>
                  </p:nvCxnSpPr>
                  <p:spPr>
                    <a:xfrm>
                      <a:off x="6581933" y="2939145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596" name="Google Shape;596;p14"/>
                  <p:cNvGrpSpPr/>
                  <p:nvPr/>
                </p:nvGrpSpPr>
                <p:grpSpPr>
                  <a:xfrm>
                    <a:off x="6396367" y="3730765"/>
                    <a:ext cx="558139" cy="92426"/>
                    <a:chOff x="6582413" y="2846650"/>
                    <a:chExt cx="558139" cy="92426"/>
                  </a:xfrm>
                </p:grpSpPr>
                <p:cxnSp>
                  <p:nvCxnSpPr>
                    <p:cNvPr id="597" name="Google Shape;597;p14"/>
                    <p:cNvCxnSpPr/>
                    <p:nvPr/>
                  </p:nvCxnSpPr>
                  <p:spPr>
                    <a:xfrm flipH="1" rot="10800000">
                      <a:off x="7027133" y="2846650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598" name="Google Shape;598;p14"/>
                    <p:cNvCxnSpPr/>
                    <p:nvPr/>
                  </p:nvCxnSpPr>
                  <p:spPr>
                    <a:xfrm>
                      <a:off x="6582413" y="2939076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</p:grpSp>
            <p:cxnSp>
              <p:nvCxnSpPr>
                <p:cNvPr id="599" name="Google Shape;599;p14"/>
                <p:cNvCxnSpPr/>
                <p:nvPr/>
              </p:nvCxnSpPr>
              <p:spPr>
                <a:xfrm flipH="1">
                  <a:off x="6685171" y="4525377"/>
                  <a:ext cx="4763" cy="855662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00" name="Google Shape;600;p14"/>
                <p:cNvCxnSpPr/>
                <p:nvPr/>
              </p:nvCxnSpPr>
              <p:spPr>
                <a:xfrm>
                  <a:off x="6632784" y="4706352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01" name="Google Shape;601;p14"/>
                <p:cNvCxnSpPr/>
                <p:nvPr/>
              </p:nvCxnSpPr>
              <p:spPr>
                <a:xfrm>
                  <a:off x="6631196" y="477143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02" name="Google Shape;602;p14"/>
                <p:cNvCxnSpPr/>
                <p:nvPr/>
              </p:nvCxnSpPr>
              <p:spPr>
                <a:xfrm>
                  <a:off x="6631196" y="4849227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03" name="Google Shape;603;p14"/>
                <p:cNvCxnSpPr/>
                <p:nvPr/>
              </p:nvCxnSpPr>
              <p:spPr>
                <a:xfrm>
                  <a:off x="6629609" y="4914314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04" name="Google Shape;604;p14"/>
                <p:cNvCxnSpPr/>
                <p:nvPr/>
              </p:nvCxnSpPr>
              <p:spPr>
                <a:xfrm>
                  <a:off x="6628021" y="4976227"/>
                  <a:ext cx="6032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05" name="Google Shape;605;p14"/>
                <p:cNvCxnSpPr/>
                <p:nvPr/>
              </p:nvCxnSpPr>
              <p:spPr>
                <a:xfrm>
                  <a:off x="6628021" y="504448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06" name="Google Shape;606;p14"/>
                <p:cNvCxnSpPr/>
                <p:nvPr/>
              </p:nvCxnSpPr>
              <p:spPr>
                <a:xfrm>
                  <a:off x="6626434" y="511433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07" name="Google Shape;607;p14"/>
                <p:cNvCxnSpPr/>
                <p:nvPr/>
              </p:nvCxnSpPr>
              <p:spPr>
                <a:xfrm>
                  <a:off x="6629609" y="51841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08" name="Google Shape;608;p14"/>
                <p:cNvCxnSpPr/>
                <p:nvPr/>
              </p:nvCxnSpPr>
              <p:spPr>
                <a:xfrm>
                  <a:off x="6631196" y="525245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09" name="Google Shape;609;p14"/>
                <p:cNvCxnSpPr/>
                <p:nvPr/>
              </p:nvCxnSpPr>
              <p:spPr>
                <a:xfrm>
                  <a:off x="6631196" y="532230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10" name="Google Shape;610;p14"/>
                <p:cNvCxnSpPr/>
                <p:nvPr/>
              </p:nvCxnSpPr>
              <p:spPr>
                <a:xfrm>
                  <a:off x="6632784" y="53873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11" name="Google Shape;611;p14"/>
                <p:cNvCxnSpPr/>
                <p:nvPr/>
              </p:nvCxnSpPr>
              <p:spPr>
                <a:xfrm rot="10800000">
                  <a:off x="6632784" y="4531727"/>
                  <a:ext cx="58737" cy="0"/>
                </a:xfrm>
                <a:prstGeom prst="straightConnector1">
                  <a:avLst/>
                </a:prstGeom>
                <a:noFill/>
                <a:ln cap="flat" cmpd="sng" w="222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612" name="Google Shape;612;p14"/>
                <p:cNvGrpSpPr/>
                <p:nvPr/>
              </p:nvGrpSpPr>
              <p:grpSpPr>
                <a:xfrm>
                  <a:off x="6434171" y="4488570"/>
                  <a:ext cx="224203" cy="179034"/>
                  <a:chOff x="3668110" y="2448910"/>
                  <a:chExt cx="3794234" cy="2165130"/>
                </a:xfrm>
              </p:grpSpPr>
              <p:sp>
                <p:nvSpPr>
                  <p:cNvPr id="613" name="Google Shape;613;p14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4" name="Google Shape;614;p14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615" name="Google Shape;615;p14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500" name="Google Shape;500;p14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16" name="Google Shape;616;p14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17" name="Google Shape;617;p14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18" name="Google Shape;618;p14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619" name="Google Shape;619;p14"/>
              <p:cNvGrpSpPr/>
              <p:nvPr/>
            </p:nvGrpSpPr>
            <p:grpSpPr>
              <a:xfrm>
                <a:off x="7734734" y="4641605"/>
                <a:ext cx="267206" cy="997245"/>
                <a:chOff x="6424315" y="4488570"/>
                <a:chExt cx="267206" cy="997245"/>
              </a:xfrm>
            </p:grpSpPr>
            <p:grpSp>
              <p:nvGrpSpPr>
                <p:cNvPr id="620" name="Google Shape;620;p14"/>
                <p:cNvGrpSpPr/>
                <p:nvPr/>
              </p:nvGrpSpPr>
              <p:grpSpPr>
                <a:xfrm>
                  <a:off x="6424315" y="4636502"/>
                  <a:ext cx="237939" cy="849312"/>
                  <a:chOff x="6396366" y="3061857"/>
                  <a:chExt cx="570079" cy="838094"/>
                </a:xfrm>
              </p:grpSpPr>
              <p:sp>
                <p:nvSpPr>
                  <p:cNvPr id="621" name="Google Shape;621;p14"/>
                  <p:cNvSpPr/>
                  <p:nvPr/>
                </p:nvSpPr>
                <p:spPr>
                  <a:xfrm>
                    <a:off x="6509786" y="3061857"/>
                    <a:ext cx="447707" cy="742536"/>
                  </a:xfrm>
                  <a:prstGeom prst="rect">
                    <a:avLst/>
                  </a:pr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22" name="Google Shape;622;p14"/>
                  <p:cNvCxnSpPr/>
                  <p:nvPr/>
                </p:nvCxnSpPr>
                <p:spPr>
                  <a:xfrm flipH="1" rot="10800000">
                    <a:off x="684705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623" name="Google Shape;623;p14"/>
                  <p:cNvSpPr/>
                  <p:nvPr/>
                </p:nvSpPr>
                <p:spPr>
                  <a:xfrm>
                    <a:off x="6476953" y="3071256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24" name="Google Shape;624;p14"/>
                  <p:cNvCxnSpPr/>
                  <p:nvPr/>
                </p:nvCxnSpPr>
                <p:spPr>
                  <a:xfrm flipH="1" rot="10800000">
                    <a:off x="639636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625" name="Google Shape;625;p14"/>
                  <p:cNvSpPr/>
                  <p:nvPr/>
                </p:nvSpPr>
                <p:spPr>
                  <a:xfrm>
                    <a:off x="6817210" y="3702567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6" name="Google Shape;626;p14"/>
                  <p:cNvSpPr/>
                  <p:nvPr/>
                </p:nvSpPr>
                <p:spPr>
                  <a:xfrm>
                    <a:off x="6405320" y="3157415"/>
                    <a:ext cx="444723" cy="742536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27" name="Google Shape;627;p14"/>
                  <p:cNvCxnSpPr/>
                  <p:nvPr/>
                </p:nvCxnSpPr>
                <p:spPr>
                  <a:xfrm flipH="1" rot="10800000">
                    <a:off x="6847057" y="3804392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628" name="Google Shape;628;p14"/>
                  <p:cNvGrpSpPr/>
                  <p:nvPr/>
                </p:nvGrpSpPr>
                <p:grpSpPr>
                  <a:xfrm>
                    <a:off x="6399350" y="3137050"/>
                    <a:ext cx="561125" cy="92425"/>
                    <a:chOff x="6581076" y="2845711"/>
                    <a:chExt cx="561125" cy="92425"/>
                  </a:xfrm>
                </p:grpSpPr>
                <p:cxnSp>
                  <p:nvCxnSpPr>
                    <p:cNvPr id="629" name="Google Shape;629;p14"/>
                    <p:cNvCxnSpPr/>
                    <p:nvPr/>
                  </p:nvCxnSpPr>
                  <p:spPr>
                    <a:xfrm flipH="1" rot="10800000">
                      <a:off x="7028782" y="2845711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30" name="Google Shape;630;p14"/>
                    <p:cNvCxnSpPr/>
                    <p:nvPr/>
                  </p:nvCxnSpPr>
                  <p:spPr>
                    <a:xfrm>
                      <a:off x="6581076" y="2938136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31" name="Google Shape;631;p14"/>
                  <p:cNvGrpSpPr/>
                  <p:nvPr/>
                </p:nvGrpSpPr>
                <p:grpSpPr>
                  <a:xfrm>
                    <a:off x="6399351" y="3202845"/>
                    <a:ext cx="567094" cy="89292"/>
                    <a:chOff x="6581557" y="2845642"/>
                    <a:chExt cx="567094" cy="89292"/>
                  </a:xfrm>
                </p:grpSpPr>
                <p:cxnSp>
                  <p:nvCxnSpPr>
                    <p:cNvPr id="632" name="Google Shape;632;p14"/>
                    <p:cNvCxnSpPr/>
                    <p:nvPr/>
                  </p:nvCxnSpPr>
                  <p:spPr>
                    <a:xfrm flipH="1" rot="10800000">
                      <a:off x="7029263" y="2845642"/>
                      <a:ext cx="119388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33" name="Google Shape;633;p14"/>
                    <p:cNvCxnSpPr/>
                    <p:nvPr/>
                  </p:nvCxnSpPr>
                  <p:spPr>
                    <a:xfrm>
                      <a:off x="6581557" y="293493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34" name="Google Shape;634;p14"/>
                  <p:cNvGrpSpPr/>
                  <p:nvPr/>
                </p:nvGrpSpPr>
                <p:grpSpPr>
                  <a:xfrm>
                    <a:off x="6399350" y="3268639"/>
                    <a:ext cx="558142" cy="89292"/>
                    <a:chOff x="6582036" y="2845572"/>
                    <a:chExt cx="558142" cy="89292"/>
                  </a:xfrm>
                </p:grpSpPr>
                <p:cxnSp>
                  <p:nvCxnSpPr>
                    <p:cNvPr id="635" name="Google Shape;635;p14"/>
                    <p:cNvCxnSpPr/>
                    <p:nvPr/>
                  </p:nvCxnSpPr>
                  <p:spPr>
                    <a:xfrm flipH="1" rot="10800000">
                      <a:off x="7026759" y="284557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36" name="Google Shape;636;p14"/>
                    <p:cNvCxnSpPr/>
                    <p:nvPr/>
                  </p:nvCxnSpPr>
                  <p:spPr>
                    <a:xfrm>
                      <a:off x="6582036" y="293486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37" name="Google Shape;637;p14"/>
                  <p:cNvGrpSpPr/>
                  <p:nvPr/>
                </p:nvGrpSpPr>
                <p:grpSpPr>
                  <a:xfrm>
                    <a:off x="6399350" y="3334433"/>
                    <a:ext cx="558141" cy="89292"/>
                    <a:chOff x="6582516" y="2845502"/>
                    <a:chExt cx="558141" cy="89292"/>
                  </a:xfrm>
                </p:grpSpPr>
                <p:cxnSp>
                  <p:nvCxnSpPr>
                    <p:cNvPr id="638" name="Google Shape;638;p14"/>
                    <p:cNvCxnSpPr/>
                    <p:nvPr/>
                  </p:nvCxnSpPr>
                  <p:spPr>
                    <a:xfrm flipH="1" rot="10800000">
                      <a:off x="7027238" y="284550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39" name="Google Shape;639;p14"/>
                    <p:cNvCxnSpPr/>
                    <p:nvPr/>
                  </p:nvCxnSpPr>
                  <p:spPr>
                    <a:xfrm>
                      <a:off x="6582516" y="293479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40" name="Google Shape;640;p14"/>
                  <p:cNvGrpSpPr/>
                  <p:nvPr/>
                </p:nvGrpSpPr>
                <p:grpSpPr>
                  <a:xfrm>
                    <a:off x="6399349" y="3400228"/>
                    <a:ext cx="558142" cy="89292"/>
                    <a:chOff x="6582995" y="2845433"/>
                    <a:chExt cx="558142" cy="89292"/>
                  </a:xfrm>
                </p:grpSpPr>
                <p:cxnSp>
                  <p:nvCxnSpPr>
                    <p:cNvPr id="641" name="Google Shape;641;p14"/>
                    <p:cNvCxnSpPr/>
                    <p:nvPr/>
                  </p:nvCxnSpPr>
                  <p:spPr>
                    <a:xfrm flipH="1" rot="10800000">
                      <a:off x="7027718" y="2845433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42" name="Google Shape;642;p14"/>
                    <p:cNvCxnSpPr/>
                    <p:nvPr/>
                  </p:nvCxnSpPr>
                  <p:spPr>
                    <a:xfrm>
                      <a:off x="6582995" y="293472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43" name="Google Shape;643;p14"/>
                  <p:cNvGrpSpPr/>
                  <p:nvPr/>
                </p:nvGrpSpPr>
                <p:grpSpPr>
                  <a:xfrm>
                    <a:off x="6399351" y="3466022"/>
                    <a:ext cx="558141" cy="93992"/>
                    <a:chOff x="6583477" y="2845363"/>
                    <a:chExt cx="558141" cy="93992"/>
                  </a:xfrm>
                </p:grpSpPr>
                <p:cxnSp>
                  <p:nvCxnSpPr>
                    <p:cNvPr id="644" name="Google Shape;644;p14"/>
                    <p:cNvCxnSpPr/>
                    <p:nvPr/>
                  </p:nvCxnSpPr>
                  <p:spPr>
                    <a:xfrm flipH="1" rot="10800000">
                      <a:off x="7028199" y="2845363"/>
                      <a:ext cx="113419" cy="939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45" name="Google Shape;645;p14"/>
                    <p:cNvCxnSpPr/>
                    <p:nvPr/>
                  </p:nvCxnSpPr>
                  <p:spPr>
                    <a:xfrm>
                      <a:off x="6583477" y="2939355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46" name="Google Shape;646;p14"/>
                  <p:cNvGrpSpPr/>
                  <p:nvPr/>
                </p:nvGrpSpPr>
                <p:grpSpPr>
                  <a:xfrm>
                    <a:off x="6396366" y="3528683"/>
                    <a:ext cx="561126" cy="97125"/>
                    <a:chOff x="6580972" y="2842160"/>
                    <a:chExt cx="561126" cy="97125"/>
                  </a:xfrm>
                </p:grpSpPr>
                <p:cxnSp>
                  <p:nvCxnSpPr>
                    <p:cNvPr id="647" name="Google Shape;647;p14"/>
                    <p:cNvCxnSpPr/>
                    <p:nvPr/>
                  </p:nvCxnSpPr>
                  <p:spPr>
                    <a:xfrm flipH="1" rot="10800000">
                      <a:off x="7028679" y="284216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48" name="Google Shape;648;p14"/>
                    <p:cNvCxnSpPr/>
                    <p:nvPr/>
                  </p:nvCxnSpPr>
                  <p:spPr>
                    <a:xfrm>
                      <a:off x="6580972" y="293928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49" name="Google Shape;649;p14"/>
                  <p:cNvGrpSpPr/>
                  <p:nvPr/>
                </p:nvGrpSpPr>
                <p:grpSpPr>
                  <a:xfrm>
                    <a:off x="6396366" y="3594477"/>
                    <a:ext cx="561125" cy="97125"/>
                    <a:chOff x="6581452" y="2842090"/>
                    <a:chExt cx="561125" cy="97125"/>
                  </a:xfrm>
                </p:grpSpPr>
                <p:cxnSp>
                  <p:nvCxnSpPr>
                    <p:cNvPr id="650" name="Google Shape;650;p14"/>
                    <p:cNvCxnSpPr/>
                    <p:nvPr/>
                  </p:nvCxnSpPr>
                  <p:spPr>
                    <a:xfrm flipH="1" rot="10800000">
                      <a:off x="7029158" y="284209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51" name="Google Shape;651;p14"/>
                    <p:cNvCxnSpPr/>
                    <p:nvPr/>
                  </p:nvCxnSpPr>
                  <p:spPr>
                    <a:xfrm>
                      <a:off x="6581452" y="2939215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52" name="Google Shape;652;p14"/>
                  <p:cNvGrpSpPr/>
                  <p:nvPr/>
                </p:nvGrpSpPr>
                <p:grpSpPr>
                  <a:xfrm>
                    <a:off x="6396367" y="3664970"/>
                    <a:ext cx="558140" cy="92426"/>
                    <a:chOff x="6581933" y="2846719"/>
                    <a:chExt cx="558140" cy="92426"/>
                  </a:xfrm>
                </p:grpSpPr>
                <p:cxnSp>
                  <p:nvCxnSpPr>
                    <p:cNvPr id="653" name="Google Shape;653;p14"/>
                    <p:cNvCxnSpPr/>
                    <p:nvPr/>
                  </p:nvCxnSpPr>
                  <p:spPr>
                    <a:xfrm flipH="1" rot="10800000">
                      <a:off x="7026654" y="2846719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54" name="Google Shape;654;p14"/>
                    <p:cNvCxnSpPr/>
                    <p:nvPr/>
                  </p:nvCxnSpPr>
                  <p:spPr>
                    <a:xfrm>
                      <a:off x="6581933" y="2939145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55" name="Google Shape;655;p14"/>
                  <p:cNvGrpSpPr/>
                  <p:nvPr/>
                </p:nvGrpSpPr>
                <p:grpSpPr>
                  <a:xfrm>
                    <a:off x="6396367" y="3730765"/>
                    <a:ext cx="558139" cy="92426"/>
                    <a:chOff x="6582413" y="2846650"/>
                    <a:chExt cx="558139" cy="92426"/>
                  </a:xfrm>
                </p:grpSpPr>
                <p:cxnSp>
                  <p:nvCxnSpPr>
                    <p:cNvPr id="656" name="Google Shape;656;p14"/>
                    <p:cNvCxnSpPr/>
                    <p:nvPr/>
                  </p:nvCxnSpPr>
                  <p:spPr>
                    <a:xfrm flipH="1" rot="10800000">
                      <a:off x="7027133" y="2846650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57" name="Google Shape;657;p14"/>
                    <p:cNvCxnSpPr/>
                    <p:nvPr/>
                  </p:nvCxnSpPr>
                  <p:spPr>
                    <a:xfrm>
                      <a:off x="6582413" y="2939076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</p:grpSp>
            <p:cxnSp>
              <p:nvCxnSpPr>
                <p:cNvPr id="658" name="Google Shape;658;p14"/>
                <p:cNvCxnSpPr/>
                <p:nvPr/>
              </p:nvCxnSpPr>
              <p:spPr>
                <a:xfrm flipH="1">
                  <a:off x="6685171" y="4525377"/>
                  <a:ext cx="4763" cy="855662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59" name="Google Shape;659;p14"/>
                <p:cNvCxnSpPr/>
                <p:nvPr/>
              </p:nvCxnSpPr>
              <p:spPr>
                <a:xfrm>
                  <a:off x="6632784" y="4706352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60" name="Google Shape;660;p14"/>
                <p:cNvCxnSpPr/>
                <p:nvPr/>
              </p:nvCxnSpPr>
              <p:spPr>
                <a:xfrm>
                  <a:off x="6631196" y="477143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61" name="Google Shape;661;p14"/>
                <p:cNvCxnSpPr/>
                <p:nvPr/>
              </p:nvCxnSpPr>
              <p:spPr>
                <a:xfrm>
                  <a:off x="6631196" y="4849227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62" name="Google Shape;662;p14"/>
                <p:cNvCxnSpPr/>
                <p:nvPr/>
              </p:nvCxnSpPr>
              <p:spPr>
                <a:xfrm>
                  <a:off x="6629609" y="4914314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63" name="Google Shape;663;p14"/>
                <p:cNvCxnSpPr/>
                <p:nvPr/>
              </p:nvCxnSpPr>
              <p:spPr>
                <a:xfrm>
                  <a:off x="6628021" y="4976227"/>
                  <a:ext cx="6032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64" name="Google Shape;664;p14"/>
                <p:cNvCxnSpPr/>
                <p:nvPr/>
              </p:nvCxnSpPr>
              <p:spPr>
                <a:xfrm>
                  <a:off x="6628021" y="504448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65" name="Google Shape;665;p14"/>
                <p:cNvCxnSpPr/>
                <p:nvPr/>
              </p:nvCxnSpPr>
              <p:spPr>
                <a:xfrm>
                  <a:off x="6626434" y="511433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66" name="Google Shape;666;p14"/>
                <p:cNvCxnSpPr/>
                <p:nvPr/>
              </p:nvCxnSpPr>
              <p:spPr>
                <a:xfrm>
                  <a:off x="6629609" y="51841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67" name="Google Shape;667;p14"/>
                <p:cNvCxnSpPr/>
                <p:nvPr/>
              </p:nvCxnSpPr>
              <p:spPr>
                <a:xfrm>
                  <a:off x="6631196" y="525245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68" name="Google Shape;668;p14"/>
                <p:cNvCxnSpPr/>
                <p:nvPr/>
              </p:nvCxnSpPr>
              <p:spPr>
                <a:xfrm>
                  <a:off x="6631196" y="532230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69" name="Google Shape;669;p14"/>
                <p:cNvCxnSpPr/>
                <p:nvPr/>
              </p:nvCxnSpPr>
              <p:spPr>
                <a:xfrm>
                  <a:off x="6632784" y="53873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70" name="Google Shape;670;p14"/>
                <p:cNvCxnSpPr/>
                <p:nvPr/>
              </p:nvCxnSpPr>
              <p:spPr>
                <a:xfrm rot="10800000">
                  <a:off x="6632784" y="4531727"/>
                  <a:ext cx="58737" cy="0"/>
                </a:xfrm>
                <a:prstGeom prst="straightConnector1">
                  <a:avLst/>
                </a:prstGeom>
                <a:noFill/>
                <a:ln cap="flat" cmpd="sng" w="222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671" name="Google Shape;671;p14"/>
                <p:cNvGrpSpPr/>
                <p:nvPr/>
              </p:nvGrpSpPr>
              <p:grpSpPr>
                <a:xfrm>
                  <a:off x="6434171" y="4488570"/>
                  <a:ext cx="224203" cy="179034"/>
                  <a:chOff x="3668110" y="2448910"/>
                  <a:chExt cx="3794234" cy="2165130"/>
                </a:xfrm>
              </p:grpSpPr>
              <p:sp>
                <p:nvSpPr>
                  <p:cNvPr id="672" name="Google Shape;672;p14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3" name="Google Shape;673;p14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674" name="Google Shape;674;p14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439" name="Google Shape;439;p14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75" name="Google Shape;675;p14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76" name="Google Shape;676;p14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77" name="Google Shape;677;p14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sp>
            <p:nvSpPr>
              <p:cNvPr id="678" name="Google Shape;678;p14"/>
              <p:cNvSpPr txBox="1"/>
              <p:nvPr/>
            </p:nvSpPr>
            <p:spPr>
              <a:xfrm>
                <a:off x="7327436" y="4173759"/>
                <a:ext cx="34336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…</a:t>
                </a:r>
                <a:endParaRPr/>
              </a:p>
            </p:txBody>
          </p:sp>
          <p:sp>
            <p:nvSpPr>
              <p:cNvPr id="679" name="Google Shape;679;p14"/>
              <p:cNvSpPr txBox="1"/>
              <p:nvPr/>
            </p:nvSpPr>
            <p:spPr>
              <a:xfrm>
                <a:off x="7423103" y="4980255"/>
                <a:ext cx="34336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…</a:t>
                </a:r>
                <a:endParaRPr/>
              </a:p>
            </p:txBody>
          </p:sp>
        </p:grpSp>
        <p:grpSp>
          <p:nvGrpSpPr>
            <p:cNvPr id="680" name="Google Shape;680;p14"/>
            <p:cNvGrpSpPr/>
            <p:nvPr/>
          </p:nvGrpSpPr>
          <p:grpSpPr>
            <a:xfrm>
              <a:off x="2237797" y="3951330"/>
              <a:ext cx="1425225" cy="1535120"/>
              <a:chOff x="6576715" y="4111039"/>
              <a:chExt cx="1425225" cy="1535120"/>
            </a:xfrm>
          </p:grpSpPr>
          <p:cxnSp>
            <p:nvCxnSpPr>
              <p:cNvPr id="681" name="Google Shape;681;p14"/>
              <p:cNvCxnSpPr>
                <a:endCxn id="682" idx="4"/>
              </p:cNvCxnSpPr>
              <p:nvPr/>
            </p:nvCxnSpPr>
            <p:spPr>
              <a:xfrm flipH="1">
                <a:off x="6696047" y="4111039"/>
                <a:ext cx="436800" cy="59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83" name="Google Shape;683;p14"/>
              <p:cNvCxnSpPr>
                <a:endCxn id="684" idx="2"/>
              </p:cNvCxnSpPr>
              <p:nvPr/>
            </p:nvCxnSpPr>
            <p:spPr>
              <a:xfrm flipH="1">
                <a:off x="7005572" y="4120564"/>
                <a:ext cx="264900" cy="5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85" name="Google Shape;685;p14"/>
              <p:cNvCxnSpPr>
                <a:endCxn id="686" idx="4"/>
              </p:cNvCxnSpPr>
              <p:nvPr/>
            </p:nvCxnSpPr>
            <p:spPr>
              <a:xfrm>
                <a:off x="7539246" y="4149139"/>
                <a:ext cx="314700" cy="55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687" name="Google Shape;687;p14"/>
              <p:cNvGrpSpPr/>
              <p:nvPr/>
            </p:nvGrpSpPr>
            <p:grpSpPr>
              <a:xfrm>
                <a:off x="6576715" y="4640970"/>
                <a:ext cx="267206" cy="997245"/>
                <a:chOff x="6424315" y="4488570"/>
                <a:chExt cx="267206" cy="997245"/>
              </a:xfrm>
            </p:grpSpPr>
            <p:grpSp>
              <p:nvGrpSpPr>
                <p:cNvPr id="688" name="Google Shape;688;p14"/>
                <p:cNvGrpSpPr/>
                <p:nvPr/>
              </p:nvGrpSpPr>
              <p:grpSpPr>
                <a:xfrm>
                  <a:off x="6424315" y="4636502"/>
                  <a:ext cx="237939" cy="849312"/>
                  <a:chOff x="6396366" y="3061857"/>
                  <a:chExt cx="570079" cy="838094"/>
                </a:xfrm>
              </p:grpSpPr>
              <p:sp>
                <p:nvSpPr>
                  <p:cNvPr id="689" name="Google Shape;689;p14"/>
                  <p:cNvSpPr/>
                  <p:nvPr/>
                </p:nvSpPr>
                <p:spPr>
                  <a:xfrm>
                    <a:off x="6509786" y="3061857"/>
                    <a:ext cx="447707" cy="742536"/>
                  </a:xfrm>
                  <a:prstGeom prst="rect">
                    <a:avLst/>
                  </a:pr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90" name="Google Shape;690;p14"/>
                  <p:cNvCxnSpPr/>
                  <p:nvPr/>
                </p:nvCxnSpPr>
                <p:spPr>
                  <a:xfrm flipH="1" rot="10800000">
                    <a:off x="684705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691" name="Google Shape;691;p14"/>
                  <p:cNvSpPr/>
                  <p:nvPr/>
                </p:nvSpPr>
                <p:spPr>
                  <a:xfrm>
                    <a:off x="6476953" y="3071256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92" name="Google Shape;692;p14"/>
                  <p:cNvCxnSpPr/>
                  <p:nvPr/>
                </p:nvCxnSpPr>
                <p:spPr>
                  <a:xfrm flipH="1" rot="10800000">
                    <a:off x="639636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693" name="Google Shape;693;p14"/>
                  <p:cNvSpPr/>
                  <p:nvPr/>
                </p:nvSpPr>
                <p:spPr>
                  <a:xfrm>
                    <a:off x="6817210" y="3702567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4" name="Google Shape;694;p14"/>
                  <p:cNvSpPr/>
                  <p:nvPr/>
                </p:nvSpPr>
                <p:spPr>
                  <a:xfrm>
                    <a:off x="6405320" y="3157415"/>
                    <a:ext cx="444723" cy="742536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95" name="Google Shape;695;p14"/>
                  <p:cNvCxnSpPr/>
                  <p:nvPr/>
                </p:nvCxnSpPr>
                <p:spPr>
                  <a:xfrm flipH="1" rot="10800000">
                    <a:off x="6847057" y="3804392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696" name="Google Shape;696;p14"/>
                  <p:cNvGrpSpPr/>
                  <p:nvPr/>
                </p:nvGrpSpPr>
                <p:grpSpPr>
                  <a:xfrm>
                    <a:off x="6399350" y="3137050"/>
                    <a:ext cx="561125" cy="92425"/>
                    <a:chOff x="6581076" y="2845711"/>
                    <a:chExt cx="561125" cy="92425"/>
                  </a:xfrm>
                </p:grpSpPr>
                <p:cxnSp>
                  <p:nvCxnSpPr>
                    <p:cNvPr id="697" name="Google Shape;697;p14"/>
                    <p:cNvCxnSpPr/>
                    <p:nvPr/>
                  </p:nvCxnSpPr>
                  <p:spPr>
                    <a:xfrm flipH="1" rot="10800000">
                      <a:off x="7028782" y="2845711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98" name="Google Shape;698;p14"/>
                    <p:cNvCxnSpPr/>
                    <p:nvPr/>
                  </p:nvCxnSpPr>
                  <p:spPr>
                    <a:xfrm>
                      <a:off x="6581076" y="2938136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99" name="Google Shape;699;p14"/>
                  <p:cNvGrpSpPr/>
                  <p:nvPr/>
                </p:nvGrpSpPr>
                <p:grpSpPr>
                  <a:xfrm>
                    <a:off x="6399351" y="3202845"/>
                    <a:ext cx="567094" cy="89292"/>
                    <a:chOff x="6581557" y="2845642"/>
                    <a:chExt cx="567094" cy="89292"/>
                  </a:xfrm>
                </p:grpSpPr>
                <p:cxnSp>
                  <p:nvCxnSpPr>
                    <p:cNvPr id="700" name="Google Shape;700;p14"/>
                    <p:cNvCxnSpPr/>
                    <p:nvPr/>
                  </p:nvCxnSpPr>
                  <p:spPr>
                    <a:xfrm flipH="1" rot="10800000">
                      <a:off x="7029263" y="2845642"/>
                      <a:ext cx="119388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01" name="Google Shape;701;p14"/>
                    <p:cNvCxnSpPr/>
                    <p:nvPr/>
                  </p:nvCxnSpPr>
                  <p:spPr>
                    <a:xfrm>
                      <a:off x="6581557" y="293493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702" name="Google Shape;702;p14"/>
                  <p:cNvGrpSpPr/>
                  <p:nvPr/>
                </p:nvGrpSpPr>
                <p:grpSpPr>
                  <a:xfrm>
                    <a:off x="6399350" y="3268639"/>
                    <a:ext cx="558142" cy="89292"/>
                    <a:chOff x="6582036" y="2845572"/>
                    <a:chExt cx="558142" cy="89292"/>
                  </a:xfrm>
                </p:grpSpPr>
                <p:cxnSp>
                  <p:nvCxnSpPr>
                    <p:cNvPr id="703" name="Google Shape;703;p14"/>
                    <p:cNvCxnSpPr/>
                    <p:nvPr/>
                  </p:nvCxnSpPr>
                  <p:spPr>
                    <a:xfrm flipH="1" rot="10800000">
                      <a:off x="7026759" y="284557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04" name="Google Shape;704;p14"/>
                    <p:cNvCxnSpPr/>
                    <p:nvPr/>
                  </p:nvCxnSpPr>
                  <p:spPr>
                    <a:xfrm>
                      <a:off x="6582036" y="293486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705" name="Google Shape;705;p14"/>
                  <p:cNvGrpSpPr/>
                  <p:nvPr/>
                </p:nvGrpSpPr>
                <p:grpSpPr>
                  <a:xfrm>
                    <a:off x="6399350" y="3334433"/>
                    <a:ext cx="558141" cy="89292"/>
                    <a:chOff x="6582516" y="2845502"/>
                    <a:chExt cx="558141" cy="89292"/>
                  </a:xfrm>
                </p:grpSpPr>
                <p:cxnSp>
                  <p:nvCxnSpPr>
                    <p:cNvPr id="706" name="Google Shape;706;p14"/>
                    <p:cNvCxnSpPr/>
                    <p:nvPr/>
                  </p:nvCxnSpPr>
                  <p:spPr>
                    <a:xfrm flipH="1" rot="10800000">
                      <a:off x="7027238" y="284550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07" name="Google Shape;707;p14"/>
                    <p:cNvCxnSpPr/>
                    <p:nvPr/>
                  </p:nvCxnSpPr>
                  <p:spPr>
                    <a:xfrm>
                      <a:off x="6582516" y="293479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708" name="Google Shape;708;p14"/>
                  <p:cNvGrpSpPr/>
                  <p:nvPr/>
                </p:nvGrpSpPr>
                <p:grpSpPr>
                  <a:xfrm>
                    <a:off x="6399349" y="3400228"/>
                    <a:ext cx="558142" cy="89292"/>
                    <a:chOff x="6582995" y="2845433"/>
                    <a:chExt cx="558142" cy="89292"/>
                  </a:xfrm>
                </p:grpSpPr>
                <p:cxnSp>
                  <p:nvCxnSpPr>
                    <p:cNvPr id="709" name="Google Shape;709;p14"/>
                    <p:cNvCxnSpPr/>
                    <p:nvPr/>
                  </p:nvCxnSpPr>
                  <p:spPr>
                    <a:xfrm flipH="1" rot="10800000">
                      <a:off x="7027718" y="2845433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10" name="Google Shape;710;p14"/>
                    <p:cNvCxnSpPr/>
                    <p:nvPr/>
                  </p:nvCxnSpPr>
                  <p:spPr>
                    <a:xfrm>
                      <a:off x="6582995" y="293472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711" name="Google Shape;711;p14"/>
                  <p:cNvGrpSpPr/>
                  <p:nvPr/>
                </p:nvGrpSpPr>
                <p:grpSpPr>
                  <a:xfrm>
                    <a:off x="6399351" y="3466022"/>
                    <a:ext cx="558141" cy="93992"/>
                    <a:chOff x="6583477" y="2845363"/>
                    <a:chExt cx="558141" cy="93992"/>
                  </a:xfrm>
                </p:grpSpPr>
                <p:cxnSp>
                  <p:nvCxnSpPr>
                    <p:cNvPr id="712" name="Google Shape;712;p14"/>
                    <p:cNvCxnSpPr/>
                    <p:nvPr/>
                  </p:nvCxnSpPr>
                  <p:spPr>
                    <a:xfrm flipH="1" rot="10800000">
                      <a:off x="7028199" y="2845363"/>
                      <a:ext cx="113419" cy="939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13" name="Google Shape;713;p14"/>
                    <p:cNvCxnSpPr/>
                    <p:nvPr/>
                  </p:nvCxnSpPr>
                  <p:spPr>
                    <a:xfrm>
                      <a:off x="6583477" y="2939355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714" name="Google Shape;714;p14"/>
                  <p:cNvGrpSpPr/>
                  <p:nvPr/>
                </p:nvGrpSpPr>
                <p:grpSpPr>
                  <a:xfrm>
                    <a:off x="6396366" y="3528683"/>
                    <a:ext cx="561126" cy="97125"/>
                    <a:chOff x="6580972" y="2842160"/>
                    <a:chExt cx="561126" cy="97125"/>
                  </a:xfrm>
                </p:grpSpPr>
                <p:cxnSp>
                  <p:nvCxnSpPr>
                    <p:cNvPr id="715" name="Google Shape;715;p14"/>
                    <p:cNvCxnSpPr/>
                    <p:nvPr/>
                  </p:nvCxnSpPr>
                  <p:spPr>
                    <a:xfrm flipH="1" rot="10800000">
                      <a:off x="7028679" y="284216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16" name="Google Shape;716;p14"/>
                    <p:cNvCxnSpPr/>
                    <p:nvPr/>
                  </p:nvCxnSpPr>
                  <p:spPr>
                    <a:xfrm>
                      <a:off x="6580972" y="293928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717" name="Google Shape;717;p14"/>
                  <p:cNvGrpSpPr/>
                  <p:nvPr/>
                </p:nvGrpSpPr>
                <p:grpSpPr>
                  <a:xfrm>
                    <a:off x="6396366" y="3594477"/>
                    <a:ext cx="561125" cy="97125"/>
                    <a:chOff x="6581452" y="2842090"/>
                    <a:chExt cx="561125" cy="97125"/>
                  </a:xfrm>
                </p:grpSpPr>
                <p:cxnSp>
                  <p:nvCxnSpPr>
                    <p:cNvPr id="718" name="Google Shape;718;p14"/>
                    <p:cNvCxnSpPr/>
                    <p:nvPr/>
                  </p:nvCxnSpPr>
                  <p:spPr>
                    <a:xfrm flipH="1" rot="10800000">
                      <a:off x="7029158" y="284209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19" name="Google Shape;719;p14"/>
                    <p:cNvCxnSpPr/>
                    <p:nvPr/>
                  </p:nvCxnSpPr>
                  <p:spPr>
                    <a:xfrm>
                      <a:off x="6581452" y="2939215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720" name="Google Shape;720;p14"/>
                  <p:cNvGrpSpPr/>
                  <p:nvPr/>
                </p:nvGrpSpPr>
                <p:grpSpPr>
                  <a:xfrm>
                    <a:off x="6396367" y="3664970"/>
                    <a:ext cx="558140" cy="92426"/>
                    <a:chOff x="6581933" y="2846719"/>
                    <a:chExt cx="558140" cy="92426"/>
                  </a:xfrm>
                </p:grpSpPr>
                <p:cxnSp>
                  <p:nvCxnSpPr>
                    <p:cNvPr id="721" name="Google Shape;721;p14"/>
                    <p:cNvCxnSpPr/>
                    <p:nvPr/>
                  </p:nvCxnSpPr>
                  <p:spPr>
                    <a:xfrm flipH="1" rot="10800000">
                      <a:off x="7026654" y="2846719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22" name="Google Shape;722;p14"/>
                    <p:cNvCxnSpPr/>
                    <p:nvPr/>
                  </p:nvCxnSpPr>
                  <p:spPr>
                    <a:xfrm>
                      <a:off x="6581933" y="2939145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723" name="Google Shape;723;p14"/>
                  <p:cNvGrpSpPr/>
                  <p:nvPr/>
                </p:nvGrpSpPr>
                <p:grpSpPr>
                  <a:xfrm>
                    <a:off x="6396367" y="3730765"/>
                    <a:ext cx="558139" cy="92426"/>
                    <a:chOff x="6582413" y="2846650"/>
                    <a:chExt cx="558139" cy="92426"/>
                  </a:xfrm>
                </p:grpSpPr>
                <p:cxnSp>
                  <p:nvCxnSpPr>
                    <p:cNvPr id="724" name="Google Shape;724;p14"/>
                    <p:cNvCxnSpPr/>
                    <p:nvPr/>
                  </p:nvCxnSpPr>
                  <p:spPr>
                    <a:xfrm flipH="1" rot="10800000">
                      <a:off x="7027133" y="2846650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25" name="Google Shape;725;p14"/>
                    <p:cNvCxnSpPr/>
                    <p:nvPr/>
                  </p:nvCxnSpPr>
                  <p:spPr>
                    <a:xfrm>
                      <a:off x="6582413" y="2939076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</p:grpSp>
            <p:cxnSp>
              <p:nvCxnSpPr>
                <p:cNvPr id="726" name="Google Shape;726;p14"/>
                <p:cNvCxnSpPr/>
                <p:nvPr/>
              </p:nvCxnSpPr>
              <p:spPr>
                <a:xfrm flipH="1">
                  <a:off x="6685171" y="4525377"/>
                  <a:ext cx="4763" cy="855662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27" name="Google Shape;727;p14"/>
                <p:cNvCxnSpPr/>
                <p:nvPr/>
              </p:nvCxnSpPr>
              <p:spPr>
                <a:xfrm>
                  <a:off x="6632784" y="4706352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28" name="Google Shape;728;p14"/>
                <p:cNvCxnSpPr/>
                <p:nvPr/>
              </p:nvCxnSpPr>
              <p:spPr>
                <a:xfrm>
                  <a:off x="6631196" y="477143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29" name="Google Shape;729;p14"/>
                <p:cNvCxnSpPr/>
                <p:nvPr/>
              </p:nvCxnSpPr>
              <p:spPr>
                <a:xfrm>
                  <a:off x="6631196" y="4849227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30" name="Google Shape;730;p14"/>
                <p:cNvCxnSpPr/>
                <p:nvPr/>
              </p:nvCxnSpPr>
              <p:spPr>
                <a:xfrm>
                  <a:off x="6629609" y="4914314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31" name="Google Shape;731;p14"/>
                <p:cNvCxnSpPr/>
                <p:nvPr/>
              </p:nvCxnSpPr>
              <p:spPr>
                <a:xfrm>
                  <a:off x="6628021" y="4976227"/>
                  <a:ext cx="6032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32" name="Google Shape;732;p14"/>
                <p:cNvCxnSpPr/>
                <p:nvPr/>
              </p:nvCxnSpPr>
              <p:spPr>
                <a:xfrm>
                  <a:off x="6628021" y="504448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33" name="Google Shape;733;p14"/>
                <p:cNvCxnSpPr/>
                <p:nvPr/>
              </p:nvCxnSpPr>
              <p:spPr>
                <a:xfrm>
                  <a:off x="6626434" y="511433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34" name="Google Shape;734;p14"/>
                <p:cNvCxnSpPr/>
                <p:nvPr/>
              </p:nvCxnSpPr>
              <p:spPr>
                <a:xfrm>
                  <a:off x="6629609" y="51841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35" name="Google Shape;735;p14"/>
                <p:cNvCxnSpPr/>
                <p:nvPr/>
              </p:nvCxnSpPr>
              <p:spPr>
                <a:xfrm>
                  <a:off x="6631196" y="525245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36" name="Google Shape;736;p14"/>
                <p:cNvCxnSpPr/>
                <p:nvPr/>
              </p:nvCxnSpPr>
              <p:spPr>
                <a:xfrm>
                  <a:off x="6631196" y="532230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37" name="Google Shape;737;p14"/>
                <p:cNvCxnSpPr/>
                <p:nvPr/>
              </p:nvCxnSpPr>
              <p:spPr>
                <a:xfrm>
                  <a:off x="6632784" y="53873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38" name="Google Shape;738;p14"/>
                <p:cNvCxnSpPr/>
                <p:nvPr/>
              </p:nvCxnSpPr>
              <p:spPr>
                <a:xfrm rot="10800000">
                  <a:off x="6632784" y="4531727"/>
                  <a:ext cx="58737" cy="0"/>
                </a:xfrm>
                <a:prstGeom prst="straightConnector1">
                  <a:avLst/>
                </a:prstGeom>
                <a:noFill/>
                <a:ln cap="flat" cmpd="sng" w="222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739" name="Google Shape;739;p14"/>
                <p:cNvGrpSpPr/>
                <p:nvPr/>
              </p:nvGrpSpPr>
              <p:grpSpPr>
                <a:xfrm>
                  <a:off x="6434171" y="4488570"/>
                  <a:ext cx="224203" cy="179034"/>
                  <a:chOff x="3668110" y="2448910"/>
                  <a:chExt cx="3794234" cy="2165130"/>
                </a:xfrm>
              </p:grpSpPr>
              <p:sp>
                <p:nvSpPr>
                  <p:cNvPr id="740" name="Google Shape;740;p14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1" name="Google Shape;741;p14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742" name="Google Shape;742;p14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682" name="Google Shape;682;p14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43" name="Google Shape;743;p14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44" name="Google Shape;744;p14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45" name="Google Shape;745;p14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cxnSp>
            <p:nvCxnSpPr>
              <p:cNvPr id="746" name="Google Shape;746;p14"/>
              <p:cNvCxnSpPr>
                <a:endCxn id="747" idx="9"/>
              </p:cNvCxnSpPr>
              <p:nvPr/>
            </p:nvCxnSpPr>
            <p:spPr>
              <a:xfrm>
                <a:off x="7282802" y="4119099"/>
                <a:ext cx="32700" cy="57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748" name="Google Shape;748;p14"/>
              <p:cNvGrpSpPr/>
              <p:nvPr/>
            </p:nvGrpSpPr>
            <p:grpSpPr>
              <a:xfrm>
                <a:off x="6885965" y="4644942"/>
                <a:ext cx="267206" cy="997245"/>
                <a:chOff x="6424315" y="4488570"/>
                <a:chExt cx="267206" cy="997245"/>
              </a:xfrm>
            </p:grpSpPr>
            <p:grpSp>
              <p:nvGrpSpPr>
                <p:cNvPr id="749" name="Google Shape;749;p14"/>
                <p:cNvGrpSpPr/>
                <p:nvPr/>
              </p:nvGrpSpPr>
              <p:grpSpPr>
                <a:xfrm>
                  <a:off x="6424315" y="4636502"/>
                  <a:ext cx="237939" cy="849312"/>
                  <a:chOff x="6396366" y="3061857"/>
                  <a:chExt cx="570079" cy="838094"/>
                </a:xfrm>
              </p:grpSpPr>
              <p:sp>
                <p:nvSpPr>
                  <p:cNvPr id="750" name="Google Shape;750;p14"/>
                  <p:cNvSpPr/>
                  <p:nvPr/>
                </p:nvSpPr>
                <p:spPr>
                  <a:xfrm>
                    <a:off x="6509786" y="3061857"/>
                    <a:ext cx="447707" cy="742536"/>
                  </a:xfrm>
                  <a:prstGeom prst="rect">
                    <a:avLst/>
                  </a:pr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751" name="Google Shape;751;p14"/>
                  <p:cNvCxnSpPr/>
                  <p:nvPr/>
                </p:nvCxnSpPr>
                <p:spPr>
                  <a:xfrm flipH="1" rot="10800000">
                    <a:off x="684705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752" name="Google Shape;752;p14"/>
                  <p:cNvSpPr/>
                  <p:nvPr/>
                </p:nvSpPr>
                <p:spPr>
                  <a:xfrm>
                    <a:off x="6476953" y="3071256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753" name="Google Shape;753;p14"/>
                  <p:cNvCxnSpPr/>
                  <p:nvPr/>
                </p:nvCxnSpPr>
                <p:spPr>
                  <a:xfrm flipH="1" rot="10800000">
                    <a:off x="639636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754" name="Google Shape;754;p14"/>
                  <p:cNvSpPr/>
                  <p:nvPr/>
                </p:nvSpPr>
                <p:spPr>
                  <a:xfrm>
                    <a:off x="6817210" y="3702567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55" name="Google Shape;755;p14"/>
                  <p:cNvSpPr/>
                  <p:nvPr/>
                </p:nvSpPr>
                <p:spPr>
                  <a:xfrm>
                    <a:off x="6405320" y="3157415"/>
                    <a:ext cx="444723" cy="742536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756" name="Google Shape;756;p14"/>
                  <p:cNvCxnSpPr/>
                  <p:nvPr/>
                </p:nvCxnSpPr>
                <p:spPr>
                  <a:xfrm flipH="1" rot="10800000">
                    <a:off x="6847057" y="3804392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757" name="Google Shape;757;p14"/>
                  <p:cNvGrpSpPr/>
                  <p:nvPr/>
                </p:nvGrpSpPr>
                <p:grpSpPr>
                  <a:xfrm>
                    <a:off x="6399350" y="3137050"/>
                    <a:ext cx="561125" cy="92425"/>
                    <a:chOff x="6581076" y="2845711"/>
                    <a:chExt cx="561125" cy="92425"/>
                  </a:xfrm>
                </p:grpSpPr>
                <p:cxnSp>
                  <p:nvCxnSpPr>
                    <p:cNvPr id="758" name="Google Shape;758;p14"/>
                    <p:cNvCxnSpPr/>
                    <p:nvPr/>
                  </p:nvCxnSpPr>
                  <p:spPr>
                    <a:xfrm flipH="1" rot="10800000">
                      <a:off x="7028782" y="2845711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59" name="Google Shape;759;p14"/>
                    <p:cNvCxnSpPr/>
                    <p:nvPr/>
                  </p:nvCxnSpPr>
                  <p:spPr>
                    <a:xfrm>
                      <a:off x="6581076" y="2938136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760" name="Google Shape;760;p14"/>
                  <p:cNvGrpSpPr/>
                  <p:nvPr/>
                </p:nvGrpSpPr>
                <p:grpSpPr>
                  <a:xfrm>
                    <a:off x="6399351" y="3202845"/>
                    <a:ext cx="567094" cy="89292"/>
                    <a:chOff x="6581557" y="2845642"/>
                    <a:chExt cx="567094" cy="89292"/>
                  </a:xfrm>
                </p:grpSpPr>
                <p:cxnSp>
                  <p:nvCxnSpPr>
                    <p:cNvPr id="761" name="Google Shape;761;p14"/>
                    <p:cNvCxnSpPr/>
                    <p:nvPr/>
                  </p:nvCxnSpPr>
                  <p:spPr>
                    <a:xfrm flipH="1" rot="10800000">
                      <a:off x="7029263" y="2845642"/>
                      <a:ext cx="119388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62" name="Google Shape;762;p14"/>
                    <p:cNvCxnSpPr/>
                    <p:nvPr/>
                  </p:nvCxnSpPr>
                  <p:spPr>
                    <a:xfrm>
                      <a:off x="6581557" y="293493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763" name="Google Shape;763;p14"/>
                  <p:cNvGrpSpPr/>
                  <p:nvPr/>
                </p:nvGrpSpPr>
                <p:grpSpPr>
                  <a:xfrm>
                    <a:off x="6399350" y="3268639"/>
                    <a:ext cx="558142" cy="89292"/>
                    <a:chOff x="6582036" y="2845572"/>
                    <a:chExt cx="558142" cy="89292"/>
                  </a:xfrm>
                </p:grpSpPr>
                <p:cxnSp>
                  <p:nvCxnSpPr>
                    <p:cNvPr id="764" name="Google Shape;764;p14"/>
                    <p:cNvCxnSpPr/>
                    <p:nvPr/>
                  </p:nvCxnSpPr>
                  <p:spPr>
                    <a:xfrm flipH="1" rot="10800000">
                      <a:off x="7026759" y="284557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65" name="Google Shape;765;p14"/>
                    <p:cNvCxnSpPr/>
                    <p:nvPr/>
                  </p:nvCxnSpPr>
                  <p:spPr>
                    <a:xfrm>
                      <a:off x="6582036" y="293486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766" name="Google Shape;766;p14"/>
                  <p:cNvGrpSpPr/>
                  <p:nvPr/>
                </p:nvGrpSpPr>
                <p:grpSpPr>
                  <a:xfrm>
                    <a:off x="6399350" y="3334433"/>
                    <a:ext cx="558141" cy="89292"/>
                    <a:chOff x="6582516" y="2845502"/>
                    <a:chExt cx="558141" cy="89292"/>
                  </a:xfrm>
                </p:grpSpPr>
                <p:cxnSp>
                  <p:nvCxnSpPr>
                    <p:cNvPr id="767" name="Google Shape;767;p14"/>
                    <p:cNvCxnSpPr/>
                    <p:nvPr/>
                  </p:nvCxnSpPr>
                  <p:spPr>
                    <a:xfrm flipH="1" rot="10800000">
                      <a:off x="7027238" y="284550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68" name="Google Shape;768;p14"/>
                    <p:cNvCxnSpPr/>
                    <p:nvPr/>
                  </p:nvCxnSpPr>
                  <p:spPr>
                    <a:xfrm>
                      <a:off x="6582516" y="293479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769" name="Google Shape;769;p14"/>
                  <p:cNvGrpSpPr/>
                  <p:nvPr/>
                </p:nvGrpSpPr>
                <p:grpSpPr>
                  <a:xfrm>
                    <a:off x="6399349" y="3400228"/>
                    <a:ext cx="558142" cy="89292"/>
                    <a:chOff x="6582995" y="2845433"/>
                    <a:chExt cx="558142" cy="89292"/>
                  </a:xfrm>
                </p:grpSpPr>
                <p:cxnSp>
                  <p:nvCxnSpPr>
                    <p:cNvPr id="770" name="Google Shape;770;p14"/>
                    <p:cNvCxnSpPr/>
                    <p:nvPr/>
                  </p:nvCxnSpPr>
                  <p:spPr>
                    <a:xfrm flipH="1" rot="10800000">
                      <a:off x="7027718" y="2845433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71" name="Google Shape;771;p14"/>
                    <p:cNvCxnSpPr/>
                    <p:nvPr/>
                  </p:nvCxnSpPr>
                  <p:spPr>
                    <a:xfrm>
                      <a:off x="6582995" y="293472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772" name="Google Shape;772;p14"/>
                  <p:cNvGrpSpPr/>
                  <p:nvPr/>
                </p:nvGrpSpPr>
                <p:grpSpPr>
                  <a:xfrm>
                    <a:off x="6399351" y="3466022"/>
                    <a:ext cx="558141" cy="93992"/>
                    <a:chOff x="6583477" y="2845363"/>
                    <a:chExt cx="558141" cy="93992"/>
                  </a:xfrm>
                </p:grpSpPr>
                <p:cxnSp>
                  <p:nvCxnSpPr>
                    <p:cNvPr id="773" name="Google Shape;773;p14"/>
                    <p:cNvCxnSpPr/>
                    <p:nvPr/>
                  </p:nvCxnSpPr>
                  <p:spPr>
                    <a:xfrm flipH="1" rot="10800000">
                      <a:off x="7028199" y="2845363"/>
                      <a:ext cx="113419" cy="939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74" name="Google Shape;774;p14"/>
                    <p:cNvCxnSpPr/>
                    <p:nvPr/>
                  </p:nvCxnSpPr>
                  <p:spPr>
                    <a:xfrm>
                      <a:off x="6583477" y="2939355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775" name="Google Shape;775;p14"/>
                  <p:cNvGrpSpPr/>
                  <p:nvPr/>
                </p:nvGrpSpPr>
                <p:grpSpPr>
                  <a:xfrm>
                    <a:off x="6396366" y="3528683"/>
                    <a:ext cx="561126" cy="97125"/>
                    <a:chOff x="6580972" y="2842160"/>
                    <a:chExt cx="561126" cy="97125"/>
                  </a:xfrm>
                </p:grpSpPr>
                <p:cxnSp>
                  <p:nvCxnSpPr>
                    <p:cNvPr id="776" name="Google Shape;776;p14"/>
                    <p:cNvCxnSpPr/>
                    <p:nvPr/>
                  </p:nvCxnSpPr>
                  <p:spPr>
                    <a:xfrm flipH="1" rot="10800000">
                      <a:off x="7028679" y="284216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77" name="Google Shape;777;p14"/>
                    <p:cNvCxnSpPr/>
                    <p:nvPr/>
                  </p:nvCxnSpPr>
                  <p:spPr>
                    <a:xfrm>
                      <a:off x="6580972" y="293928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778" name="Google Shape;778;p14"/>
                  <p:cNvGrpSpPr/>
                  <p:nvPr/>
                </p:nvGrpSpPr>
                <p:grpSpPr>
                  <a:xfrm>
                    <a:off x="6396366" y="3594477"/>
                    <a:ext cx="561125" cy="97125"/>
                    <a:chOff x="6581452" y="2842090"/>
                    <a:chExt cx="561125" cy="97125"/>
                  </a:xfrm>
                </p:grpSpPr>
                <p:cxnSp>
                  <p:nvCxnSpPr>
                    <p:cNvPr id="779" name="Google Shape;779;p14"/>
                    <p:cNvCxnSpPr/>
                    <p:nvPr/>
                  </p:nvCxnSpPr>
                  <p:spPr>
                    <a:xfrm flipH="1" rot="10800000">
                      <a:off x="7029158" y="284209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80" name="Google Shape;780;p14"/>
                    <p:cNvCxnSpPr/>
                    <p:nvPr/>
                  </p:nvCxnSpPr>
                  <p:spPr>
                    <a:xfrm>
                      <a:off x="6581452" y="2939215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781" name="Google Shape;781;p14"/>
                  <p:cNvGrpSpPr/>
                  <p:nvPr/>
                </p:nvGrpSpPr>
                <p:grpSpPr>
                  <a:xfrm>
                    <a:off x="6396367" y="3664970"/>
                    <a:ext cx="558140" cy="92426"/>
                    <a:chOff x="6581933" y="2846719"/>
                    <a:chExt cx="558140" cy="92426"/>
                  </a:xfrm>
                </p:grpSpPr>
                <p:cxnSp>
                  <p:nvCxnSpPr>
                    <p:cNvPr id="782" name="Google Shape;782;p14"/>
                    <p:cNvCxnSpPr/>
                    <p:nvPr/>
                  </p:nvCxnSpPr>
                  <p:spPr>
                    <a:xfrm flipH="1" rot="10800000">
                      <a:off x="7026654" y="2846719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83" name="Google Shape;783;p14"/>
                    <p:cNvCxnSpPr/>
                    <p:nvPr/>
                  </p:nvCxnSpPr>
                  <p:spPr>
                    <a:xfrm>
                      <a:off x="6581933" y="2939145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784" name="Google Shape;784;p14"/>
                  <p:cNvGrpSpPr/>
                  <p:nvPr/>
                </p:nvGrpSpPr>
                <p:grpSpPr>
                  <a:xfrm>
                    <a:off x="6396367" y="3730765"/>
                    <a:ext cx="558139" cy="92426"/>
                    <a:chOff x="6582413" y="2846650"/>
                    <a:chExt cx="558139" cy="92426"/>
                  </a:xfrm>
                </p:grpSpPr>
                <p:cxnSp>
                  <p:nvCxnSpPr>
                    <p:cNvPr id="785" name="Google Shape;785;p14"/>
                    <p:cNvCxnSpPr/>
                    <p:nvPr/>
                  </p:nvCxnSpPr>
                  <p:spPr>
                    <a:xfrm flipH="1" rot="10800000">
                      <a:off x="7027133" y="2846650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86" name="Google Shape;786;p14"/>
                    <p:cNvCxnSpPr/>
                    <p:nvPr/>
                  </p:nvCxnSpPr>
                  <p:spPr>
                    <a:xfrm>
                      <a:off x="6582413" y="2939076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</p:grpSp>
            <p:cxnSp>
              <p:nvCxnSpPr>
                <p:cNvPr id="787" name="Google Shape;787;p14"/>
                <p:cNvCxnSpPr/>
                <p:nvPr/>
              </p:nvCxnSpPr>
              <p:spPr>
                <a:xfrm flipH="1">
                  <a:off x="6685171" y="4525377"/>
                  <a:ext cx="4763" cy="855662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88" name="Google Shape;788;p14"/>
                <p:cNvCxnSpPr/>
                <p:nvPr/>
              </p:nvCxnSpPr>
              <p:spPr>
                <a:xfrm>
                  <a:off x="6632784" y="4706352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89" name="Google Shape;789;p14"/>
                <p:cNvCxnSpPr/>
                <p:nvPr/>
              </p:nvCxnSpPr>
              <p:spPr>
                <a:xfrm>
                  <a:off x="6631196" y="477143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90" name="Google Shape;790;p14"/>
                <p:cNvCxnSpPr/>
                <p:nvPr/>
              </p:nvCxnSpPr>
              <p:spPr>
                <a:xfrm>
                  <a:off x="6631196" y="4849227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91" name="Google Shape;791;p14"/>
                <p:cNvCxnSpPr/>
                <p:nvPr/>
              </p:nvCxnSpPr>
              <p:spPr>
                <a:xfrm>
                  <a:off x="6629609" y="4914314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92" name="Google Shape;792;p14"/>
                <p:cNvCxnSpPr/>
                <p:nvPr/>
              </p:nvCxnSpPr>
              <p:spPr>
                <a:xfrm>
                  <a:off x="6628021" y="4976227"/>
                  <a:ext cx="6032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93" name="Google Shape;793;p14"/>
                <p:cNvCxnSpPr/>
                <p:nvPr/>
              </p:nvCxnSpPr>
              <p:spPr>
                <a:xfrm>
                  <a:off x="6628021" y="504448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94" name="Google Shape;794;p14"/>
                <p:cNvCxnSpPr/>
                <p:nvPr/>
              </p:nvCxnSpPr>
              <p:spPr>
                <a:xfrm>
                  <a:off x="6626434" y="511433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95" name="Google Shape;795;p14"/>
                <p:cNvCxnSpPr/>
                <p:nvPr/>
              </p:nvCxnSpPr>
              <p:spPr>
                <a:xfrm>
                  <a:off x="6629609" y="51841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96" name="Google Shape;796;p14"/>
                <p:cNvCxnSpPr/>
                <p:nvPr/>
              </p:nvCxnSpPr>
              <p:spPr>
                <a:xfrm>
                  <a:off x="6631196" y="525245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97" name="Google Shape;797;p14"/>
                <p:cNvCxnSpPr/>
                <p:nvPr/>
              </p:nvCxnSpPr>
              <p:spPr>
                <a:xfrm>
                  <a:off x="6631196" y="532230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98" name="Google Shape;798;p14"/>
                <p:cNvCxnSpPr/>
                <p:nvPr/>
              </p:nvCxnSpPr>
              <p:spPr>
                <a:xfrm>
                  <a:off x="6632784" y="53873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99" name="Google Shape;799;p14"/>
                <p:cNvCxnSpPr/>
                <p:nvPr/>
              </p:nvCxnSpPr>
              <p:spPr>
                <a:xfrm rot="10800000">
                  <a:off x="6632784" y="4531727"/>
                  <a:ext cx="58737" cy="0"/>
                </a:xfrm>
                <a:prstGeom prst="straightConnector1">
                  <a:avLst/>
                </a:prstGeom>
                <a:noFill/>
                <a:ln cap="flat" cmpd="sng" w="222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800" name="Google Shape;800;p14"/>
                <p:cNvGrpSpPr/>
                <p:nvPr/>
              </p:nvGrpSpPr>
              <p:grpSpPr>
                <a:xfrm>
                  <a:off x="6434171" y="4488570"/>
                  <a:ext cx="224203" cy="179034"/>
                  <a:chOff x="3668110" y="2448910"/>
                  <a:chExt cx="3794234" cy="2165130"/>
                </a:xfrm>
              </p:grpSpPr>
              <p:sp>
                <p:nvSpPr>
                  <p:cNvPr id="801" name="Google Shape;801;p14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02" name="Google Shape;802;p14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803" name="Google Shape;803;p14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804" name="Google Shape;804;p14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05" name="Google Shape;805;p14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06" name="Google Shape;806;p14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84" name="Google Shape;684;p14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807" name="Google Shape;807;p14"/>
              <p:cNvGrpSpPr/>
              <p:nvPr/>
            </p:nvGrpSpPr>
            <p:grpSpPr>
              <a:xfrm>
                <a:off x="7195215" y="4648914"/>
                <a:ext cx="267206" cy="997245"/>
                <a:chOff x="6424315" y="4488570"/>
                <a:chExt cx="267206" cy="997245"/>
              </a:xfrm>
            </p:grpSpPr>
            <p:grpSp>
              <p:nvGrpSpPr>
                <p:cNvPr id="808" name="Google Shape;808;p14"/>
                <p:cNvGrpSpPr/>
                <p:nvPr/>
              </p:nvGrpSpPr>
              <p:grpSpPr>
                <a:xfrm>
                  <a:off x="6424315" y="4636502"/>
                  <a:ext cx="237939" cy="849312"/>
                  <a:chOff x="6396366" y="3061857"/>
                  <a:chExt cx="570079" cy="838094"/>
                </a:xfrm>
              </p:grpSpPr>
              <p:sp>
                <p:nvSpPr>
                  <p:cNvPr id="809" name="Google Shape;809;p14"/>
                  <p:cNvSpPr/>
                  <p:nvPr/>
                </p:nvSpPr>
                <p:spPr>
                  <a:xfrm>
                    <a:off x="6509786" y="3061857"/>
                    <a:ext cx="447707" cy="742536"/>
                  </a:xfrm>
                  <a:prstGeom prst="rect">
                    <a:avLst/>
                  </a:pr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810" name="Google Shape;810;p14"/>
                  <p:cNvCxnSpPr/>
                  <p:nvPr/>
                </p:nvCxnSpPr>
                <p:spPr>
                  <a:xfrm flipH="1" rot="10800000">
                    <a:off x="684705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811" name="Google Shape;811;p14"/>
                  <p:cNvSpPr/>
                  <p:nvPr/>
                </p:nvSpPr>
                <p:spPr>
                  <a:xfrm>
                    <a:off x="6476953" y="3071256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812" name="Google Shape;812;p14"/>
                  <p:cNvCxnSpPr/>
                  <p:nvPr/>
                </p:nvCxnSpPr>
                <p:spPr>
                  <a:xfrm flipH="1" rot="10800000">
                    <a:off x="639636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813" name="Google Shape;813;p14"/>
                  <p:cNvSpPr/>
                  <p:nvPr/>
                </p:nvSpPr>
                <p:spPr>
                  <a:xfrm>
                    <a:off x="6817210" y="3702567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14" name="Google Shape;814;p14"/>
                  <p:cNvSpPr/>
                  <p:nvPr/>
                </p:nvSpPr>
                <p:spPr>
                  <a:xfrm>
                    <a:off x="6405320" y="3157415"/>
                    <a:ext cx="444723" cy="742536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815" name="Google Shape;815;p14"/>
                  <p:cNvCxnSpPr/>
                  <p:nvPr/>
                </p:nvCxnSpPr>
                <p:spPr>
                  <a:xfrm flipH="1" rot="10800000">
                    <a:off x="6847057" y="3804392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816" name="Google Shape;816;p14"/>
                  <p:cNvGrpSpPr/>
                  <p:nvPr/>
                </p:nvGrpSpPr>
                <p:grpSpPr>
                  <a:xfrm>
                    <a:off x="6399350" y="3137050"/>
                    <a:ext cx="561125" cy="92425"/>
                    <a:chOff x="6581076" y="2845711"/>
                    <a:chExt cx="561125" cy="92425"/>
                  </a:xfrm>
                </p:grpSpPr>
                <p:cxnSp>
                  <p:nvCxnSpPr>
                    <p:cNvPr id="817" name="Google Shape;817;p14"/>
                    <p:cNvCxnSpPr/>
                    <p:nvPr/>
                  </p:nvCxnSpPr>
                  <p:spPr>
                    <a:xfrm flipH="1" rot="10800000">
                      <a:off x="7028782" y="2845711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818" name="Google Shape;818;p14"/>
                    <p:cNvCxnSpPr/>
                    <p:nvPr/>
                  </p:nvCxnSpPr>
                  <p:spPr>
                    <a:xfrm>
                      <a:off x="6581076" y="2938136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819" name="Google Shape;819;p14"/>
                  <p:cNvGrpSpPr/>
                  <p:nvPr/>
                </p:nvGrpSpPr>
                <p:grpSpPr>
                  <a:xfrm>
                    <a:off x="6399351" y="3202845"/>
                    <a:ext cx="567094" cy="89292"/>
                    <a:chOff x="6581557" y="2845642"/>
                    <a:chExt cx="567094" cy="89292"/>
                  </a:xfrm>
                </p:grpSpPr>
                <p:cxnSp>
                  <p:nvCxnSpPr>
                    <p:cNvPr id="820" name="Google Shape;820;p14"/>
                    <p:cNvCxnSpPr/>
                    <p:nvPr/>
                  </p:nvCxnSpPr>
                  <p:spPr>
                    <a:xfrm flipH="1" rot="10800000">
                      <a:off x="7029263" y="2845642"/>
                      <a:ext cx="119388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821" name="Google Shape;821;p14"/>
                    <p:cNvCxnSpPr/>
                    <p:nvPr/>
                  </p:nvCxnSpPr>
                  <p:spPr>
                    <a:xfrm>
                      <a:off x="6581557" y="293493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822" name="Google Shape;822;p14"/>
                  <p:cNvGrpSpPr/>
                  <p:nvPr/>
                </p:nvGrpSpPr>
                <p:grpSpPr>
                  <a:xfrm>
                    <a:off x="6399350" y="3268639"/>
                    <a:ext cx="558142" cy="89292"/>
                    <a:chOff x="6582036" y="2845572"/>
                    <a:chExt cx="558142" cy="89292"/>
                  </a:xfrm>
                </p:grpSpPr>
                <p:cxnSp>
                  <p:nvCxnSpPr>
                    <p:cNvPr id="823" name="Google Shape;823;p14"/>
                    <p:cNvCxnSpPr/>
                    <p:nvPr/>
                  </p:nvCxnSpPr>
                  <p:spPr>
                    <a:xfrm flipH="1" rot="10800000">
                      <a:off x="7026759" y="284557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824" name="Google Shape;824;p14"/>
                    <p:cNvCxnSpPr/>
                    <p:nvPr/>
                  </p:nvCxnSpPr>
                  <p:spPr>
                    <a:xfrm>
                      <a:off x="6582036" y="293486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825" name="Google Shape;825;p14"/>
                  <p:cNvGrpSpPr/>
                  <p:nvPr/>
                </p:nvGrpSpPr>
                <p:grpSpPr>
                  <a:xfrm>
                    <a:off x="6399350" y="3334433"/>
                    <a:ext cx="558141" cy="89292"/>
                    <a:chOff x="6582516" y="2845502"/>
                    <a:chExt cx="558141" cy="89292"/>
                  </a:xfrm>
                </p:grpSpPr>
                <p:cxnSp>
                  <p:nvCxnSpPr>
                    <p:cNvPr id="826" name="Google Shape;826;p14"/>
                    <p:cNvCxnSpPr/>
                    <p:nvPr/>
                  </p:nvCxnSpPr>
                  <p:spPr>
                    <a:xfrm flipH="1" rot="10800000">
                      <a:off x="7027238" y="284550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827" name="Google Shape;827;p14"/>
                    <p:cNvCxnSpPr/>
                    <p:nvPr/>
                  </p:nvCxnSpPr>
                  <p:spPr>
                    <a:xfrm>
                      <a:off x="6582516" y="293479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828" name="Google Shape;828;p14"/>
                  <p:cNvGrpSpPr/>
                  <p:nvPr/>
                </p:nvGrpSpPr>
                <p:grpSpPr>
                  <a:xfrm>
                    <a:off x="6399349" y="3400228"/>
                    <a:ext cx="558142" cy="89292"/>
                    <a:chOff x="6582995" y="2845433"/>
                    <a:chExt cx="558142" cy="89292"/>
                  </a:xfrm>
                </p:grpSpPr>
                <p:cxnSp>
                  <p:nvCxnSpPr>
                    <p:cNvPr id="829" name="Google Shape;829;p14"/>
                    <p:cNvCxnSpPr/>
                    <p:nvPr/>
                  </p:nvCxnSpPr>
                  <p:spPr>
                    <a:xfrm flipH="1" rot="10800000">
                      <a:off x="7027718" y="2845433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830" name="Google Shape;830;p14"/>
                    <p:cNvCxnSpPr/>
                    <p:nvPr/>
                  </p:nvCxnSpPr>
                  <p:spPr>
                    <a:xfrm>
                      <a:off x="6582995" y="293472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831" name="Google Shape;831;p14"/>
                  <p:cNvGrpSpPr/>
                  <p:nvPr/>
                </p:nvGrpSpPr>
                <p:grpSpPr>
                  <a:xfrm>
                    <a:off x="6399351" y="3466022"/>
                    <a:ext cx="558141" cy="93992"/>
                    <a:chOff x="6583477" y="2845363"/>
                    <a:chExt cx="558141" cy="93992"/>
                  </a:xfrm>
                </p:grpSpPr>
                <p:cxnSp>
                  <p:nvCxnSpPr>
                    <p:cNvPr id="832" name="Google Shape;832;p14"/>
                    <p:cNvCxnSpPr/>
                    <p:nvPr/>
                  </p:nvCxnSpPr>
                  <p:spPr>
                    <a:xfrm flipH="1" rot="10800000">
                      <a:off x="7028199" y="2845363"/>
                      <a:ext cx="113419" cy="939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833" name="Google Shape;833;p14"/>
                    <p:cNvCxnSpPr/>
                    <p:nvPr/>
                  </p:nvCxnSpPr>
                  <p:spPr>
                    <a:xfrm>
                      <a:off x="6583477" y="2939355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834" name="Google Shape;834;p14"/>
                  <p:cNvGrpSpPr/>
                  <p:nvPr/>
                </p:nvGrpSpPr>
                <p:grpSpPr>
                  <a:xfrm>
                    <a:off x="6396366" y="3528683"/>
                    <a:ext cx="561126" cy="97125"/>
                    <a:chOff x="6580972" y="2842160"/>
                    <a:chExt cx="561126" cy="97125"/>
                  </a:xfrm>
                </p:grpSpPr>
                <p:cxnSp>
                  <p:nvCxnSpPr>
                    <p:cNvPr id="835" name="Google Shape;835;p14"/>
                    <p:cNvCxnSpPr/>
                    <p:nvPr/>
                  </p:nvCxnSpPr>
                  <p:spPr>
                    <a:xfrm flipH="1" rot="10800000">
                      <a:off x="7028679" y="284216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836" name="Google Shape;836;p14"/>
                    <p:cNvCxnSpPr/>
                    <p:nvPr/>
                  </p:nvCxnSpPr>
                  <p:spPr>
                    <a:xfrm>
                      <a:off x="6580972" y="293928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837" name="Google Shape;837;p14"/>
                  <p:cNvGrpSpPr/>
                  <p:nvPr/>
                </p:nvGrpSpPr>
                <p:grpSpPr>
                  <a:xfrm>
                    <a:off x="6396366" y="3594477"/>
                    <a:ext cx="561125" cy="97125"/>
                    <a:chOff x="6581452" y="2842090"/>
                    <a:chExt cx="561125" cy="97125"/>
                  </a:xfrm>
                </p:grpSpPr>
                <p:cxnSp>
                  <p:nvCxnSpPr>
                    <p:cNvPr id="838" name="Google Shape;838;p14"/>
                    <p:cNvCxnSpPr/>
                    <p:nvPr/>
                  </p:nvCxnSpPr>
                  <p:spPr>
                    <a:xfrm flipH="1" rot="10800000">
                      <a:off x="7029158" y="284209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839" name="Google Shape;839;p14"/>
                    <p:cNvCxnSpPr/>
                    <p:nvPr/>
                  </p:nvCxnSpPr>
                  <p:spPr>
                    <a:xfrm>
                      <a:off x="6581452" y="2939215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840" name="Google Shape;840;p14"/>
                  <p:cNvGrpSpPr/>
                  <p:nvPr/>
                </p:nvGrpSpPr>
                <p:grpSpPr>
                  <a:xfrm>
                    <a:off x="6396367" y="3664970"/>
                    <a:ext cx="558140" cy="92426"/>
                    <a:chOff x="6581933" y="2846719"/>
                    <a:chExt cx="558140" cy="92426"/>
                  </a:xfrm>
                </p:grpSpPr>
                <p:cxnSp>
                  <p:nvCxnSpPr>
                    <p:cNvPr id="841" name="Google Shape;841;p14"/>
                    <p:cNvCxnSpPr/>
                    <p:nvPr/>
                  </p:nvCxnSpPr>
                  <p:spPr>
                    <a:xfrm flipH="1" rot="10800000">
                      <a:off x="7026654" y="2846719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842" name="Google Shape;842;p14"/>
                    <p:cNvCxnSpPr/>
                    <p:nvPr/>
                  </p:nvCxnSpPr>
                  <p:spPr>
                    <a:xfrm>
                      <a:off x="6581933" y="2939145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843" name="Google Shape;843;p14"/>
                  <p:cNvGrpSpPr/>
                  <p:nvPr/>
                </p:nvGrpSpPr>
                <p:grpSpPr>
                  <a:xfrm>
                    <a:off x="6396367" y="3730765"/>
                    <a:ext cx="558139" cy="92426"/>
                    <a:chOff x="6582413" y="2846650"/>
                    <a:chExt cx="558139" cy="92426"/>
                  </a:xfrm>
                </p:grpSpPr>
                <p:cxnSp>
                  <p:nvCxnSpPr>
                    <p:cNvPr id="844" name="Google Shape;844;p14"/>
                    <p:cNvCxnSpPr/>
                    <p:nvPr/>
                  </p:nvCxnSpPr>
                  <p:spPr>
                    <a:xfrm flipH="1" rot="10800000">
                      <a:off x="7027133" y="2846650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845" name="Google Shape;845;p14"/>
                    <p:cNvCxnSpPr/>
                    <p:nvPr/>
                  </p:nvCxnSpPr>
                  <p:spPr>
                    <a:xfrm>
                      <a:off x="6582413" y="2939076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</p:grpSp>
            <p:cxnSp>
              <p:nvCxnSpPr>
                <p:cNvPr id="846" name="Google Shape;846;p14"/>
                <p:cNvCxnSpPr/>
                <p:nvPr/>
              </p:nvCxnSpPr>
              <p:spPr>
                <a:xfrm flipH="1">
                  <a:off x="6685171" y="4525377"/>
                  <a:ext cx="4763" cy="855662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847" name="Google Shape;847;p14"/>
                <p:cNvCxnSpPr/>
                <p:nvPr/>
              </p:nvCxnSpPr>
              <p:spPr>
                <a:xfrm>
                  <a:off x="6632784" y="4706352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848" name="Google Shape;848;p14"/>
                <p:cNvCxnSpPr/>
                <p:nvPr/>
              </p:nvCxnSpPr>
              <p:spPr>
                <a:xfrm>
                  <a:off x="6631196" y="477143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849" name="Google Shape;849;p14"/>
                <p:cNvCxnSpPr/>
                <p:nvPr/>
              </p:nvCxnSpPr>
              <p:spPr>
                <a:xfrm>
                  <a:off x="6631196" y="4849227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850" name="Google Shape;850;p14"/>
                <p:cNvCxnSpPr/>
                <p:nvPr/>
              </p:nvCxnSpPr>
              <p:spPr>
                <a:xfrm>
                  <a:off x="6629609" y="4914314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851" name="Google Shape;851;p14"/>
                <p:cNvCxnSpPr/>
                <p:nvPr/>
              </p:nvCxnSpPr>
              <p:spPr>
                <a:xfrm>
                  <a:off x="6628021" y="4976227"/>
                  <a:ext cx="6032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852" name="Google Shape;852;p14"/>
                <p:cNvCxnSpPr/>
                <p:nvPr/>
              </p:nvCxnSpPr>
              <p:spPr>
                <a:xfrm>
                  <a:off x="6628021" y="504448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853" name="Google Shape;853;p14"/>
                <p:cNvCxnSpPr/>
                <p:nvPr/>
              </p:nvCxnSpPr>
              <p:spPr>
                <a:xfrm>
                  <a:off x="6626434" y="511433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854" name="Google Shape;854;p14"/>
                <p:cNvCxnSpPr/>
                <p:nvPr/>
              </p:nvCxnSpPr>
              <p:spPr>
                <a:xfrm>
                  <a:off x="6629609" y="51841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855" name="Google Shape;855;p14"/>
                <p:cNvCxnSpPr/>
                <p:nvPr/>
              </p:nvCxnSpPr>
              <p:spPr>
                <a:xfrm>
                  <a:off x="6631196" y="525245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856" name="Google Shape;856;p14"/>
                <p:cNvCxnSpPr/>
                <p:nvPr/>
              </p:nvCxnSpPr>
              <p:spPr>
                <a:xfrm>
                  <a:off x="6631196" y="532230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857" name="Google Shape;857;p14"/>
                <p:cNvCxnSpPr/>
                <p:nvPr/>
              </p:nvCxnSpPr>
              <p:spPr>
                <a:xfrm>
                  <a:off x="6632784" y="53873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858" name="Google Shape;858;p14"/>
                <p:cNvCxnSpPr/>
                <p:nvPr/>
              </p:nvCxnSpPr>
              <p:spPr>
                <a:xfrm rot="10800000">
                  <a:off x="6632784" y="4531727"/>
                  <a:ext cx="58737" cy="0"/>
                </a:xfrm>
                <a:prstGeom prst="straightConnector1">
                  <a:avLst/>
                </a:prstGeom>
                <a:noFill/>
                <a:ln cap="flat" cmpd="sng" w="222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859" name="Google Shape;859;p14"/>
                <p:cNvGrpSpPr/>
                <p:nvPr/>
              </p:nvGrpSpPr>
              <p:grpSpPr>
                <a:xfrm>
                  <a:off x="6434171" y="4488570"/>
                  <a:ext cx="224203" cy="179034"/>
                  <a:chOff x="3668110" y="2448910"/>
                  <a:chExt cx="3794234" cy="2165130"/>
                </a:xfrm>
              </p:grpSpPr>
              <p:sp>
                <p:nvSpPr>
                  <p:cNvPr id="860" name="Google Shape;860;p14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1" name="Google Shape;861;p14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862" name="Google Shape;862;p14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747" name="Google Shape;747;p14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63" name="Google Shape;863;p14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64" name="Google Shape;864;p14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65" name="Google Shape;865;p14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866" name="Google Shape;866;p14"/>
              <p:cNvGrpSpPr/>
              <p:nvPr/>
            </p:nvGrpSpPr>
            <p:grpSpPr>
              <a:xfrm>
                <a:off x="7734734" y="4641605"/>
                <a:ext cx="267206" cy="997245"/>
                <a:chOff x="6424315" y="4488570"/>
                <a:chExt cx="267206" cy="997245"/>
              </a:xfrm>
            </p:grpSpPr>
            <p:grpSp>
              <p:nvGrpSpPr>
                <p:cNvPr id="867" name="Google Shape;867;p14"/>
                <p:cNvGrpSpPr/>
                <p:nvPr/>
              </p:nvGrpSpPr>
              <p:grpSpPr>
                <a:xfrm>
                  <a:off x="6424315" y="4636502"/>
                  <a:ext cx="237939" cy="849312"/>
                  <a:chOff x="6396366" y="3061857"/>
                  <a:chExt cx="570079" cy="838094"/>
                </a:xfrm>
              </p:grpSpPr>
              <p:sp>
                <p:nvSpPr>
                  <p:cNvPr id="868" name="Google Shape;868;p14"/>
                  <p:cNvSpPr/>
                  <p:nvPr/>
                </p:nvSpPr>
                <p:spPr>
                  <a:xfrm>
                    <a:off x="6509786" y="3061857"/>
                    <a:ext cx="447707" cy="742536"/>
                  </a:xfrm>
                  <a:prstGeom prst="rect">
                    <a:avLst/>
                  </a:pr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869" name="Google Shape;869;p14"/>
                  <p:cNvCxnSpPr/>
                  <p:nvPr/>
                </p:nvCxnSpPr>
                <p:spPr>
                  <a:xfrm flipH="1" rot="10800000">
                    <a:off x="684705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870" name="Google Shape;870;p14"/>
                  <p:cNvSpPr/>
                  <p:nvPr/>
                </p:nvSpPr>
                <p:spPr>
                  <a:xfrm>
                    <a:off x="6476953" y="3071256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871" name="Google Shape;871;p14"/>
                  <p:cNvCxnSpPr/>
                  <p:nvPr/>
                </p:nvCxnSpPr>
                <p:spPr>
                  <a:xfrm flipH="1" rot="10800000">
                    <a:off x="639636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872" name="Google Shape;872;p14"/>
                  <p:cNvSpPr/>
                  <p:nvPr/>
                </p:nvSpPr>
                <p:spPr>
                  <a:xfrm>
                    <a:off x="6817210" y="3702567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3" name="Google Shape;873;p14"/>
                  <p:cNvSpPr/>
                  <p:nvPr/>
                </p:nvSpPr>
                <p:spPr>
                  <a:xfrm>
                    <a:off x="6405320" y="3157415"/>
                    <a:ext cx="444723" cy="742536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874" name="Google Shape;874;p14"/>
                  <p:cNvCxnSpPr/>
                  <p:nvPr/>
                </p:nvCxnSpPr>
                <p:spPr>
                  <a:xfrm flipH="1" rot="10800000">
                    <a:off x="6847057" y="3804392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875" name="Google Shape;875;p14"/>
                  <p:cNvGrpSpPr/>
                  <p:nvPr/>
                </p:nvGrpSpPr>
                <p:grpSpPr>
                  <a:xfrm>
                    <a:off x="6399350" y="3137050"/>
                    <a:ext cx="561125" cy="92425"/>
                    <a:chOff x="6581076" y="2845711"/>
                    <a:chExt cx="561125" cy="92425"/>
                  </a:xfrm>
                </p:grpSpPr>
                <p:cxnSp>
                  <p:nvCxnSpPr>
                    <p:cNvPr id="876" name="Google Shape;876;p14"/>
                    <p:cNvCxnSpPr/>
                    <p:nvPr/>
                  </p:nvCxnSpPr>
                  <p:spPr>
                    <a:xfrm flipH="1" rot="10800000">
                      <a:off x="7028782" y="2845711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877" name="Google Shape;877;p14"/>
                    <p:cNvCxnSpPr/>
                    <p:nvPr/>
                  </p:nvCxnSpPr>
                  <p:spPr>
                    <a:xfrm>
                      <a:off x="6581076" y="2938136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878" name="Google Shape;878;p14"/>
                  <p:cNvGrpSpPr/>
                  <p:nvPr/>
                </p:nvGrpSpPr>
                <p:grpSpPr>
                  <a:xfrm>
                    <a:off x="6399351" y="3202845"/>
                    <a:ext cx="567094" cy="89292"/>
                    <a:chOff x="6581557" y="2845642"/>
                    <a:chExt cx="567094" cy="89292"/>
                  </a:xfrm>
                </p:grpSpPr>
                <p:cxnSp>
                  <p:nvCxnSpPr>
                    <p:cNvPr id="879" name="Google Shape;879;p14"/>
                    <p:cNvCxnSpPr/>
                    <p:nvPr/>
                  </p:nvCxnSpPr>
                  <p:spPr>
                    <a:xfrm flipH="1" rot="10800000">
                      <a:off x="7029263" y="2845642"/>
                      <a:ext cx="119388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880" name="Google Shape;880;p14"/>
                    <p:cNvCxnSpPr/>
                    <p:nvPr/>
                  </p:nvCxnSpPr>
                  <p:spPr>
                    <a:xfrm>
                      <a:off x="6581557" y="293493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881" name="Google Shape;881;p14"/>
                  <p:cNvGrpSpPr/>
                  <p:nvPr/>
                </p:nvGrpSpPr>
                <p:grpSpPr>
                  <a:xfrm>
                    <a:off x="6399350" y="3268639"/>
                    <a:ext cx="558142" cy="89292"/>
                    <a:chOff x="6582036" y="2845572"/>
                    <a:chExt cx="558142" cy="89292"/>
                  </a:xfrm>
                </p:grpSpPr>
                <p:cxnSp>
                  <p:nvCxnSpPr>
                    <p:cNvPr id="882" name="Google Shape;882;p14"/>
                    <p:cNvCxnSpPr/>
                    <p:nvPr/>
                  </p:nvCxnSpPr>
                  <p:spPr>
                    <a:xfrm flipH="1" rot="10800000">
                      <a:off x="7026759" y="284557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883" name="Google Shape;883;p14"/>
                    <p:cNvCxnSpPr/>
                    <p:nvPr/>
                  </p:nvCxnSpPr>
                  <p:spPr>
                    <a:xfrm>
                      <a:off x="6582036" y="293486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884" name="Google Shape;884;p14"/>
                  <p:cNvGrpSpPr/>
                  <p:nvPr/>
                </p:nvGrpSpPr>
                <p:grpSpPr>
                  <a:xfrm>
                    <a:off x="6399350" y="3334433"/>
                    <a:ext cx="558141" cy="89292"/>
                    <a:chOff x="6582516" y="2845502"/>
                    <a:chExt cx="558141" cy="89292"/>
                  </a:xfrm>
                </p:grpSpPr>
                <p:cxnSp>
                  <p:nvCxnSpPr>
                    <p:cNvPr id="885" name="Google Shape;885;p14"/>
                    <p:cNvCxnSpPr/>
                    <p:nvPr/>
                  </p:nvCxnSpPr>
                  <p:spPr>
                    <a:xfrm flipH="1" rot="10800000">
                      <a:off x="7027238" y="284550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886" name="Google Shape;886;p14"/>
                    <p:cNvCxnSpPr/>
                    <p:nvPr/>
                  </p:nvCxnSpPr>
                  <p:spPr>
                    <a:xfrm>
                      <a:off x="6582516" y="293479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887" name="Google Shape;887;p14"/>
                  <p:cNvGrpSpPr/>
                  <p:nvPr/>
                </p:nvGrpSpPr>
                <p:grpSpPr>
                  <a:xfrm>
                    <a:off x="6399349" y="3400228"/>
                    <a:ext cx="558142" cy="89292"/>
                    <a:chOff x="6582995" y="2845433"/>
                    <a:chExt cx="558142" cy="89292"/>
                  </a:xfrm>
                </p:grpSpPr>
                <p:cxnSp>
                  <p:nvCxnSpPr>
                    <p:cNvPr id="888" name="Google Shape;888;p14"/>
                    <p:cNvCxnSpPr/>
                    <p:nvPr/>
                  </p:nvCxnSpPr>
                  <p:spPr>
                    <a:xfrm flipH="1" rot="10800000">
                      <a:off x="7027718" y="2845433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889" name="Google Shape;889;p14"/>
                    <p:cNvCxnSpPr/>
                    <p:nvPr/>
                  </p:nvCxnSpPr>
                  <p:spPr>
                    <a:xfrm>
                      <a:off x="6582995" y="293472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890" name="Google Shape;890;p14"/>
                  <p:cNvGrpSpPr/>
                  <p:nvPr/>
                </p:nvGrpSpPr>
                <p:grpSpPr>
                  <a:xfrm>
                    <a:off x="6399351" y="3466022"/>
                    <a:ext cx="558141" cy="93992"/>
                    <a:chOff x="6583477" y="2845363"/>
                    <a:chExt cx="558141" cy="93992"/>
                  </a:xfrm>
                </p:grpSpPr>
                <p:cxnSp>
                  <p:nvCxnSpPr>
                    <p:cNvPr id="891" name="Google Shape;891;p14"/>
                    <p:cNvCxnSpPr/>
                    <p:nvPr/>
                  </p:nvCxnSpPr>
                  <p:spPr>
                    <a:xfrm flipH="1" rot="10800000">
                      <a:off x="7028199" y="2845363"/>
                      <a:ext cx="113419" cy="939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892" name="Google Shape;892;p14"/>
                    <p:cNvCxnSpPr/>
                    <p:nvPr/>
                  </p:nvCxnSpPr>
                  <p:spPr>
                    <a:xfrm>
                      <a:off x="6583477" y="2939355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893" name="Google Shape;893;p14"/>
                  <p:cNvGrpSpPr/>
                  <p:nvPr/>
                </p:nvGrpSpPr>
                <p:grpSpPr>
                  <a:xfrm>
                    <a:off x="6396366" y="3528683"/>
                    <a:ext cx="561126" cy="97125"/>
                    <a:chOff x="6580972" y="2842160"/>
                    <a:chExt cx="561126" cy="97125"/>
                  </a:xfrm>
                </p:grpSpPr>
                <p:cxnSp>
                  <p:nvCxnSpPr>
                    <p:cNvPr id="894" name="Google Shape;894;p14"/>
                    <p:cNvCxnSpPr/>
                    <p:nvPr/>
                  </p:nvCxnSpPr>
                  <p:spPr>
                    <a:xfrm flipH="1" rot="10800000">
                      <a:off x="7028679" y="284216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895" name="Google Shape;895;p14"/>
                    <p:cNvCxnSpPr/>
                    <p:nvPr/>
                  </p:nvCxnSpPr>
                  <p:spPr>
                    <a:xfrm>
                      <a:off x="6580972" y="293928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896" name="Google Shape;896;p14"/>
                  <p:cNvGrpSpPr/>
                  <p:nvPr/>
                </p:nvGrpSpPr>
                <p:grpSpPr>
                  <a:xfrm>
                    <a:off x="6396366" y="3594477"/>
                    <a:ext cx="561125" cy="97125"/>
                    <a:chOff x="6581452" y="2842090"/>
                    <a:chExt cx="561125" cy="97125"/>
                  </a:xfrm>
                </p:grpSpPr>
                <p:cxnSp>
                  <p:nvCxnSpPr>
                    <p:cNvPr id="897" name="Google Shape;897;p14"/>
                    <p:cNvCxnSpPr/>
                    <p:nvPr/>
                  </p:nvCxnSpPr>
                  <p:spPr>
                    <a:xfrm flipH="1" rot="10800000">
                      <a:off x="7029158" y="284209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898" name="Google Shape;898;p14"/>
                    <p:cNvCxnSpPr/>
                    <p:nvPr/>
                  </p:nvCxnSpPr>
                  <p:spPr>
                    <a:xfrm>
                      <a:off x="6581452" y="2939215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899" name="Google Shape;899;p14"/>
                  <p:cNvGrpSpPr/>
                  <p:nvPr/>
                </p:nvGrpSpPr>
                <p:grpSpPr>
                  <a:xfrm>
                    <a:off x="6396367" y="3664970"/>
                    <a:ext cx="558140" cy="92426"/>
                    <a:chOff x="6581933" y="2846719"/>
                    <a:chExt cx="558140" cy="92426"/>
                  </a:xfrm>
                </p:grpSpPr>
                <p:cxnSp>
                  <p:nvCxnSpPr>
                    <p:cNvPr id="900" name="Google Shape;900;p14"/>
                    <p:cNvCxnSpPr/>
                    <p:nvPr/>
                  </p:nvCxnSpPr>
                  <p:spPr>
                    <a:xfrm flipH="1" rot="10800000">
                      <a:off x="7026654" y="2846719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901" name="Google Shape;901;p14"/>
                    <p:cNvCxnSpPr/>
                    <p:nvPr/>
                  </p:nvCxnSpPr>
                  <p:spPr>
                    <a:xfrm>
                      <a:off x="6581933" y="2939145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902" name="Google Shape;902;p14"/>
                  <p:cNvGrpSpPr/>
                  <p:nvPr/>
                </p:nvGrpSpPr>
                <p:grpSpPr>
                  <a:xfrm>
                    <a:off x="6396367" y="3730765"/>
                    <a:ext cx="558139" cy="92426"/>
                    <a:chOff x="6582413" y="2846650"/>
                    <a:chExt cx="558139" cy="92426"/>
                  </a:xfrm>
                </p:grpSpPr>
                <p:cxnSp>
                  <p:nvCxnSpPr>
                    <p:cNvPr id="903" name="Google Shape;903;p14"/>
                    <p:cNvCxnSpPr/>
                    <p:nvPr/>
                  </p:nvCxnSpPr>
                  <p:spPr>
                    <a:xfrm flipH="1" rot="10800000">
                      <a:off x="7027133" y="2846650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904" name="Google Shape;904;p14"/>
                    <p:cNvCxnSpPr/>
                    <p:nvPr/>
                  </p:nvCxnSpPr>
                  <p:spPr>
                    <a:xfrm>
                      <a:off x="6582413" y="2939076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</p:grpSp>
            <p:cxnSp>
              <p:nvCxnSpPr>
                <p:cNvPr id="905" name="Google Shape;905;p14"/>
                <p:cNvCxnSpPr/>
                <p:nvPr/>
              </p:nvCxnSpPr>
              <p:spPr>
                <a:xfrm flipH="1">
                  <a:off x="6685171" y="4525377"/>
                  <a:ext cx="4763" cy="855662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06" name="Google Shape;906;p14"/>
                <p:cNvCxnSpPr/>
                <p:nvPr/>
              </p:nvCxnSpPr>
              <p:spPr>
                <a:xfrm>
                  <a:off x="6632784" y="4706352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07" name="Google Shape;907;p14"/>
                <p:cNvCxnSpPr/>
                <p:nvPr/>
              </p:nvCxnSpPr>
              <p:spPr>
                <a:xfrm>
                  <a:off x="6631196" y="477143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08" name="Google Shape;908;p14"/>
                <p:cNvCxnSpPr/>
                <p:nvPr/>
              </p:nvCxnSpPr>
              <p:spPr>
                <a:xfrm>
                  <a:off x="6631196" y="4849227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09" name="Google Shape;909;p14"/>
                <p:cNvCxnSpPr/>
                <p:nvPr/>
              </p:nvCxnSpPr>
              <p:spPr>
                <a:xfrm>
                  <a:off x="6629609" y="4914314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10" name="Google Shape;910;p14"/>
                <p:cNvCxnSpPr/>
                <p:nvPr/>
              </p:nvCxnSpPr>
              <p:spPr>
                <a:xfrm>
                  <a:off x="6628021" y="4976227"/>
                  <a:ext cx="6032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11" name="Google Shape;911;p14"/>
                <p:cNvCxnSpPr/>
                <p:nvPr/>
              </p:nvCxnSpPr>
              <p:spPr>
                <a:xfrm>
                  <a:off x="6628021" y="504448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12" name="Google Shape;912;p14"/>
                <p:cNvCxnSpPr/>
                <p:nvPr/>
              </p:nvCxnSpPr>
              <p:spPr>
                <a:xfrm>
                  <a:off x="6626434" y="511433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13" name="Google Shape;913;p14"/>
                <p:cNvCxnSpPr/>
                <p:nvPr/>
              </p:nvCxnSpPr>
              <p:spPr>
                <a:xfrm>
                  <a:off x="6629609" y="51841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14" name="Google Shape;914;p14"/>
                <p:cNvCxnSpPr/>
                <p:nvPr/>
              </p:nvCxnSpPr>
              <p:spPr>
                <a:xfrm>
                  <a:off x="6631196" y="525245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15" name="Google Shape;915;p14"/>
                <p:cNvCxnSpPr/>
                <p:nvPr/>
              </p:nvCxnSpPr>
              <p:spPr>
                <a:xfrm>
                  <a:off x="6631196" y="532230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16" name="Google Shape;916;p14"/>
                <p:cNvCxnSpPr/>
                <p:nvPr/>
              </p:nvCxnSpPr>
              <p:spPr>
                <a:xfrm>
                  <a:off x="6632784" y="53873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17" name="Google Shape;917;p14"/>
                <p:cNvCxnSpPr/>
                <p:nvPr/>
              </p:nvCxnSpPr>
              <p:spPr>
                <a:xfrm rot="10800000">
                  <a:off x="6632784" y="4531727"/>
                  <a:ext cx="58737" cy="0"/>
                </a:xfrm>
                <a:prstGeom prst="straightConnector1">
                  <a:avLst/>
                </a:prstGeom>
                <a:noFill/>
                <a:ln cap="flat" cmpd="sng" w="222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918" name="Google Shape;918;p14"/>
                <p:cNvGrpSpPr/>
                <p:nvPr/>
              </p:nvGrpSpPr>
              <p:grpSpPr>
                <a:xfrm>
                  <a:off x="6434171" y="4488570"/>
                  <a:ext cx="224203" cy="179034"/>
                  <a:chOff x="3668110" y="2448910"/>
                  <a:chExt cx="3794234" cy="2165130"/>
                </a:xfrm>
              </p:grpSpPr>
              <p:sp>
                <p:nvSpPr>
                  <p:cNvPr id="919" name="Google Shape;919;p14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20" name="Google Shape;920;p14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921" name="Google Shape;921;p14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686" name="Google Shape;686;p14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2" name="Google Shape;922;p14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3" name="Google Shape;923;p14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4" name="Google Shape;924;p14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sp>
            <p:nvSpPr>
              <p:cNvPr id="925" name="Google Shape;925;p14"/>
              <p:cNvSpPr txBox="1"/>
              <p:nvPr/>
            </p:nvSpPr>
            <p:spPr>
              <a:xfrm>
                <a:off x="7327436" y="4173759"/>
                <a:ext cx="34336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…</a:t>
                </a:r>
                <a:endParaRPr/>
              </a:p>
            </p:txBody>
          </p:sp>
          <p:sp>
            <p:nvSpPr>
              <p:cNvPr id="926" name="Google Shape;926;p14"/>
              <p:cNvSpPr txBox="1"/>
              <p:nvPr/>
            </p:nvSpPr>
            <p:spPr>
              <a:xfrm>
                <a:off x="7423103" y="4980255"/>
                <a:ext cx="34336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…</a:t>
                </a:r>
                <a:endParaRPr/>
              </a:p>
            </p:txBody>
          </p:sp>
        </p:grpSp>
        <p:grpSp>
          <p:nvGrpSpPr>
            <p:cNvPr id="927" name="Google Shape;927;p14"/>
            <p:cNvGrpSpPr/>
            <p:nvPr/>
          </p:nvGrpSpPr>
          <p:grpSpPr>
            <a:xfrm>
              <a:off x="628632" y="3951330"/>
              <a:ext cx="1425225" cy="1535120"/>
              <a:chOff x="6576715" y="4111039"/>
              <a:chExt cx="1425225" cy="1535120"/>
            </a:xfrm>
          </p:grpSpPr>
          <p:cxnSp>
            <p:nvCxnSpPr>
              <p:cNvPr id="928" name="Google Shape;928;p14"/>
              <p:cNvCxnSpPr>
                <a:endCxn id="929" idx="4"/>
              </p:cNvCxnSpPr>
              <p:nvPr/>
            </p:nvCxnSpPr>
            <p:spPr>
              <a:xfrm flipH="1">
                <a:off x="6696047" y="4111039"/>
                <a:ext cx="436800" cy="59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30" name="Google Shape;930;p14"/>
              <p:cNvCxnSpPr>
                <a:endCxn id="931" idx="2"/>
              </p:cNvCxnSpPr>
              <p:nvPr/>
            </p:nvCxnSpPr>
            <p:spPr>
              <a:xfrm flipH="1">
                <a:off x="7005572" y="4120564"/>
                <a:ext cx="264900" cy="5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32" name="Google Shape;932;p14"/>
              <p:cNvCxnSpPr>
                <a:endCxn id="933" idx="4"/>
              </p:cNvCxnSpPr>
              <p:nvPr/>
            </p:nvCxnSpPr>
            <p:spPr>
              <a:xfrm>
                <a:off x="7539246" y="4149139"/>
                <a:ext cx="314700" cy="55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934" name="Google Shape;934;p14"/>
              <p:cNvGrpSpPr/>
              <p:nvPr/>
            </p:nvGrpSpPr>
            <p:grpSpPr>
              <a:xfrm>
                <a:off x="6576715" y="4640970"/>
                <a:ext cx="267206" cy="997245"/>
                <a:chOff x="6424315" y="4488570"/>
                <a:chExt cx="267206" cy="997245"/>
              </a:xfrm>
            </p:grpSpPr>
            <p:grpSp>
              <p:nvGrpSpPr>
                <p:cNvPr id="935" name="Google Shape;935;p14"/>
                <p:cNvGrpSpPr/>
                <p:nvPr/>
              </p:nvGrpSpPr>
              <p:grpSpPr>
                <a:xfrm>
                  <a:off x="6424315" y="4636502"/>
                  <a:ext cx="237939" cy="849312"/>
                  <a:chOff x="6396366" y="3061857"/>
                  <a:chExt cx="570079" cy="838094"/>
                </a:xfrm>
              </p:grpSpPr>
              <p:sp>
                <p:nvSpPr>
                  <p:cNvPr id="936" name="Google Shape;936;p14"/>
                  <p:cNvSpPr/>
                  <p:nvPr/>
                </p:nvSpPr>
                <p:spPr>
                  <a:xfrm>
                    <a:off x="6509786" y="3061857"/>
                    <a:ext cx="447707" cy="742536"/>
                  </a:xfrm>
                  <a:prstGeom prst="rect">
                    <a:avLst/>
                  </a:pr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937" name="Google Shape;937;p14"/>
                  <p:cNvCxnSpPr/>
                  <p:nvPr/>
                </p:nvCxnSpPr>
                <p:spPr>
                  <a:xfrm flipH="1" rot="10800000">
                    <a:off x="684705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938" name="Google Shape;938;p14"/>
                  <p:cNvSpPr/>
                  <p:nvPr/>
                </p:nvSpPr>
                <p:spPr>
                  <a:xfrm>
                    <a:off x="6476953" y="3071256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939" name="Google Shape;939;p14"/>
                  <p:cNvCxnSpPr/>
                  <p:nvPr/>
                </p:nvCxnSpPr>
                <p:spPr>
                  <a:xfrm flipH="1" rot="10800000">
                    <a:off x="639636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940" name="Google Shape;940;p14"/>
                  <p:cNvSpPr/>
                  <p:nvPr/>
                </p:nvSpPr>
                <p:spPr>
                  <a:xfrm>
                    <a:off x="6817210" y="3702567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41" name="Google Shape;941;p14"/>
                  <p:cNvSpPr/>
                  <p:nvPr/>
                </p:nvSpPr>
                <p:spPr>
                  <a:xfrm>
                    <a:off x="6405320" y="3157415"/>
                    <a:ext cx="444723" cy="742536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942" name="Google Shape;942;p14"/>
                  <p:cNvCxnSpPr/>
                  <p:nvPr/>
                </p:nvCxnSpPr>
                <p:spPr>
                  <a:xfrm flipH="1" rot="10800000">
                    <a:off x="6847057" y="3804392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943" name="Google Shape;943;p14"/>
                  <p:cNvGrpSpPr/>
                  <p:nvPr/>
                </p:nvGrpSpPr>
                <p:grpSpPr>
                  <a:xfrm>
                    <a:off x="6399350" y="3137050"/>
                    <a:ext cx="561125" cy="92425"/>
                    <a:chOff x="6581076" y="2845711"/>
                    <a:chExt cx="561125" cy="92425"/>
                  </a:xfrm>
                </p:grpSpPr>
                <p:cxnSp>
                  <p:nvCxnSpPr>
                    <p:cNvPr id="944" name="Google Shape;944;p14"/>
                    <p:cNvCxnSpPr/>
                    <p:nvPr/>
                  </p:nvCxnSpPr>
                  <p:spPr>
                    <a:xfrm flipH="1" rot="10800000">
                      <a:off x="7028782" y="2845711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945" name="Google Shape;945;p14"/>
                    <p:cNvCxnSpPr/>
                    <p:nvPr/>
                  </p:nvCxnSpPr>
                  <p:spPr>
                    <a:xfrm>
                      <a:off x="6581076" y="2938136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946" name="Google Shape;946;p14"/>
                  <p:cNvGrpSpPr/>
                  <p:nvPr/>
                </p:nvGrpSpPr>
                <p:grpSpPr>
                  <a:xfrm>
                    <a:off x="6399351" y="3202845"/>
                    <a:ext cx="567094" cy="89292"/>
                    <a:chOff x="6581557" y="2845642"/>
                    <a:chExt cx="567094" cy="89292"/>
                  </a:xfrm>
                </p:grpSpPr>
                <p:cxnSp>
                  <p:nvCxnSpPr>
                    <p:cNvPr id="947" name="Google Shape;947;p14"/>
                    <p:cNvCxnSpPr/>
                    <p:nvPr/>
                  </p:nvCxnSpPr>
                  <p:spPr>
                    <a:xfrm flipH="1" rot="10800000">
                      <a:off x="7029263" y="2845642"/>
                      <a:ext cx="119388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948" name="Google Shape;948;p14"/>
                    <p:cNvCxnSpPr/>
                    <p:nvPr/>
                  </p:nvCxnSpPr>
                  <p:spPr>
                    <a:xfrm>
                      <a:off x="6581557" y="293493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949" name="Google Shape;949;p14"/>
                  <p:cNvGrpSpPr/>
                  <p:nvPr/>
                </p:nvGrpSpPr>
                <p:grpSpPr>
                  <a:xfrm>
                    <a:off x="6399350" y="3268639"/>
                    <a:ext cx="558142" cy="89292"/>
                    <a:chOff x="6582036" y="2845572"/>
                    <a:chExt cx="558142" cy="89292"/>
                  </a:xfrm>
                </p:grpSpPr>
                <p:cxnSp>
                  <p:nvCxnSpPr>
                    <p:cNvPr id="950" name="Google Shape;950;p14"/>
                    <p:cNvCxnSpPr/>
                    <p:nvPr/>
                  </p:nvCxnSpPr>
                  <p:spPr>
                    <a:xfrm flipH="1" rot="10800000">
                      <a:off x="7026759" y="284557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951" name="Google Shape;951;p14"/>
                    <p:cNvCxnSpPr/>
                    <p:nvPr/>
                  </p:nvCxnSpPr>
                  <p:spPr>
                    <a:xfrm>
                      <a:off x="6582036" y="293486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952" name="Google Shape;952;p14"/>
                  <p:cNvGrpSpPr/>
                  <p:nvPr/>
                </p:nvGrpSpPr>
                <p:grpSpPr>
                  <a:xfrm>
                    <a:off x="6399350" y="3334433"/>
                    <a:ext cx="558141" cy="89292"/>
                    <a:chOff x="6582516" y="2845502"/>
                    <a:chExt cx="558141" cy="89292"/>
                  </a:xfrm>
                </p:grpSpPr>
                <p:cxnSp>
                  <p:nvCxnSpPr>
                    <p:cNvPr id="953" name="Google Shape;953;p14"/>
                    <p:cNvCxnSpPr/>
                    <p:nvPr/>
                  </p:nvCxnSpPr>
                  <p:spPr>
                    <a:xfrm flipH="1" rot="10800000">
                      <a:off x="7027238" y="284550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954" name="Google Shape;954;p14"/>
                    <p:cNvCxnSpPr/>
                    <p:nvPr/>
                  </p:nvCxnSpPr>
                  <p:spPr>
                    <a:xfrm>
                      <a:off x="6582516" y="293479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955" name="Google Shape;955;p14"/>
                  <p:cNvGrpSpPr/>
                  <p:nvPr/>
                </p:nvGrpSpPr>
                <p:grpSpPr>
                  <a:xfrm>
                    <a:off x="6399349" y="3400228"/>
                    <a:ext cx="558142" cy="89292"/>
                    <a:chOff x="6582995" y="2845433"/>
                    <a:chExt cx="558142" cy="89292"/>
                  </a:xfrm>
                </p:grpSpPr>
                <p:cxnSp>
                  <p:nvCxnSpPr>
                    <p:cNvPr id="956" name="Google Shape;956;p14"/>
                    <p:cNvCxnSpPr/>
                    <p:nvPr/>
                  </p:nvCxnSpPr>
                  <p:spPr>
                    <a:xfrm flipH="1" rot="10800000">
                      <a:off x="7027718" y="2845433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957" name="Google Shape;957;p14"/>
                    <p:cNvCxnSpPr/>
                    <p:nvPr/>
                  </p:nvCxnSpPr>
                  <p:spPr>
                    <a:xfrm>
                      <a:off x="6582995" y="293472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958" name="Google Shape;958;p14"/>
                  <p:cNvGrpSpPr/>
                  <p:nvPr/>
                </p:nvGrpSpPr>
                <p:grpSpPr>
                  <a:xfrm>
                    <a:off x="6399351" y="3466022"/>
                    <a:ext cx="558141" cy="93992"/>
                    <a:chOff x="6583477" y="2845363"/>
                    <a:chExt cx="558141" cy="93992"/>
                  </a:xfrm>
                </p:grpSpPr>
                <p:cxnSp>
                  <p:nvCxnSpPr>
                    <p:cNvPr id="959" name="Google Shape;959;p14"/>
                    <p:cNvCxnSpPr/>
                    <p:nvPr/>
                  </p:nvCxnSpPr>
                  <p:spPr>
                    <a:xfrm flipH="1" rot="10800000">
                      <a:off x="7028199" y="2845363"/>
                      <a:ext cx="113419" cy="939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960" name="Google Shape;960;p14"/>
                    <p:cNvCxnSpPr/>
                    <p:nvPr/>
                  </p:nvCxnSpPr>
                  <p:spPr>
                    <a:xfrm>
                      <a:off x="6583477" y="2939355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961" name="Google Shape;961;p14"/>
                  <p:cNvGrpSpPr/>
                  <p:nvPr/>
                </p:nvGrpSpPr>
                <p:grpSpPr>
                  <a:xfrm>
                    <a:off x="6396366" y="3528683"/>
                    <a:ext cx="561126" cy="97125"/>
                    <a:chOff x="6580972" y="2842160"/>
                    <a:chExt cx="561126" cy="97125"/>
                  </a:xfrm>
                </p:grpSpPr>
                <p:cxnSp>
                  <p:nvCxnSpPr>
                    <p:cNvPr id="962" name="Google Shape;962;p14"/>
                    <p:cNvCxnSpPr/>
                    <p:nvPr/>
                  </p:nvCxnSpPr>
                  <p:spPr>
                    <a:xfrm flipH="1" rot="10800000">
                      <a:off x="7028679" y="284216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963" name="Google Shape;963;p14"/>
                    <p:cNvCxnSpPr/>
                    <p:nvPr/>
                  </p:nvCxnSpPr>
                  <p:spPr>
                    <a:xfrm>
                      <a:off x="6580972" y="293928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964" name="Google Shape;964;p14"/>
                  <p:cNvGrpSpPr/>
                  <p:nvPr/>
                </p:nvGrpSpPr>
                <p:grpSpPr>
                  <a:xfrm>
                    <a:off x="6396366" y="3594477"/>
                    <a:ext cx="561125" cy="97125"/>
                    <a:chOff x="6581452" y="2842090"/>
                    <a:chExt cx="561125" cy="97125"/>
                  </a:xfrm>
                </p:grpSpPr>
                <p:cxnSp>
                  <p:nvCxnSpPr>
                    <p:cNvPr id="965" name="Google Shape;965;p14"/>
                    <p:cNvCxnSpPr/>
                    <p:nvPr/>
                  </p:nvCxnSpPr>
                  <p:spPr>
                    <a:xfrm flipH="1" rot="10800000">
                      <a:off x="7029158" y="284209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966" name="Google Shape;966;p14"/>
                    <p:cNvCxnSpPr/>
                    <p:nvPr/>
                  </p:nvCxnSpPr>
                  <p:spPr>
                    <a:xfrm>
                      <a:off x="6581452" y="2939215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967" name="Google Shape;967;p14"/>
                  <p:cNvGrpSpPr/>
                  <p:nvPr/>
                </p:nvGrpSpPr>
                <p:grpSpPr>
                  <a:xfrm>
                    <a:off x="6396367" y="3664970"/>
                    <a:ext cx="558140" cy="92426"/>
                    <a:chOff x="6581933" y="2846719"/>
                    <a:chExt cx="558140" cy="92426"/>
                  </a:xfrm>
                </p:grpSpPr>
                <p:cxnSp>
                  <p:nvCxnSpPr>
                    <p:cNvPr id="968" name="Google Shape;968;p14"/>
                    <p:cNvCxnSpPr/>
                    <p:nvPr/>
                  </p:nvCxnSpPr>
                  <p:spPr>
                    <a:xfrm flipH="1" rot="10800000">
                      <a:off x="7026654" y="2846719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969" name="Google Shape;969;p14"/>
                    <p:cNvCxnSpPr/>
                    <p:nvPr/>
                  </p:nvCxnSpPr>
                  <p:spPr>
                    <a:xfrm>
                      <a:off x="6581933" y="2939145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970" name="Google Shape;970;p14"/>
                  <p:cNvGrpSpPr/>
                  <p:nvPr/>
                </p:nvGrpSpPr>
                <p:grpSpPr>
                  <a:xfrm>
                    <a:off x="6396367" y="3730765"/>
                    <a:ext cx="558139" cy="92426"/>
                    <a:chOff x="6582413" y="2846650"/>
                    <a:chExt cx="558139" cy="92426"/>
                  </a:xfrm>
                </p:grpSpPr>
                <p:cxnSp>
                  <p:nvCxnSpPr>
                    <p:cNvPr id="971" name="Google Shape;971;p14"/>
                    <p:cNvCxnSpPr/>
                    <p:nvPr/>
                  </p:nvCxnSpPr>
                  <p:spPr>
                    <a:xfrm flipH="1" rot="10800000">
                      <a:off x="7027133" y="2846650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972" name="Google Shape;972;p14"/>
                    <p:cNvCxnSpPr/>
                    <p:nvPr/>
                  </p:nvCxnSpPr>
                  <p:spPr>
                    <a:xfrm>
                      <a:off x="6582413" y="2939076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</p:grpSp>
            <p:cxnSp>
              <p:nvCxnSpPr>
                <p:cNvPr id="973" name="Google Shape;973;p14"/>
                <p:cNvCxnSpPr/>
                <p:nvPr/>
              </p:nvCxnSpPr>
              <p:spPr>
                <a:xfrm flipH="1">
                  <a:off x="6685171" y="4525377"/>
                  <a:ext cx="4763" cy="855662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74" name="Google Shape;974;p14"/>
                <p:cNvCxnSpPr/>
                <p:nvPr/>
              </p:nvCxnSpPr>
              <p:spPr>
                <a:xfrm>
                  <a:off x="6632784" y="4706352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75" name="Google Shape;975;p14"/>
                <p:cNvCxnSpPr/>
                <p:nvPr/>
              </p:nvCxnSpPr>
              <p:spPr>
                <a:xfrm>
                  <a:off x="6631196" y="477143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76" name="Google Shape;976;p14"/>
                <p:cNvCxnSpPr/>
                <p:nvPr/>
              </p:nvCxnSpPr>
              <p:spPr>
                <a:xfrm>
                  <a:off x="6631196" y="4849227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77" name="Google Shape;977;p14"/>
                <p:cNvCxnSpPr/>
                <p:nvPr/>
              </p:nvCxnSpPr>
              <p:spPr>
                <a:xfrm>
                  <a:off x="6629609" y="4914314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78" name="Google Shape;978;p14"/>
                <p:cNvCxnSpPr/>
                <p:nvPr/>
              </p:nvCxnSpPr>
              <p:spPr>
                <a:xfrm>
                  <a:off x="6628021" y="4976227"/>
                  <a:ext cx="6032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79" name="Google Shape;979;p14"/>
                <p:cNvCxnSpPr/>
                <p:nvPr/>
              </p:nvCxnSpPr>
              <p:spPr>
                <a:xfrm>
                  <a:off x="6628021" y="504448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80" name="Google Shape;980;p14"/>
                <p:cNvCxnSpPr/>
                <p:nvPr/>
              </p:nvCxnSpPr>
              <p:spPr>
                <a:xfrm>
                  <a:off x="6626434" y="511433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81" name="Google Shape;981;p14"/>
                <p:cNvCxnSpPr/>
                <p:nvPr/>
              </p:nvCxnSpPr>
              <p:spPr>
                <a:xfrm>
                  <a:off x="6629609" y="51841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82" name="Google Shape;982;p14"/>
                <p:cNvCxnSpPr/>
                <p:nvPr/>
              </p:nvCxnSpPr>
              <p:spPr>
                <a:xfrm>
                  <a:off x="6631196" y="525245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83" name="Google Shape;983;p14"/>
                <p:cNvCxnSpPr/>
                <p:nvPr/>
              </p:nvCxnSpPr>
              <p:spPr>
                <a:xfrm>
                  <a:off x="6631196" y="532230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84" name="Google Shape;984;p14"/>
                <p:cNvCxnSpPr/>
                <p:nvPr/>
              </p:nvCxnSpPr>
              <p:spPr>
                <a:xfrm>
                  <a:off x="6632784" y="53873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85" name="Google Shape;985;p14"/>
                <p:cNvCxnSpPr/>
                <p:nvPr/>
              </p:nvCxnSpPr>
              <p:spPr>
                <a:xfrm rot="10800000">
                  <a:off x="6632784" y="4531727"/>
                  <a:ext cx="58737" cy="0"/>
                </a:xfrm>
                <a:prstGeom prst="straightConnector1">
                  <a:avLst/>
                </a:prstGeom>
                <a:noFill/>
                <a:ln cap="flat" cmpd="sng" w="222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986" name="Google Shape;986;p14"/>
                <p:cNvGrpSpPr/>
                <p:nvPr/>
              </p:nvGrpSpPr>
              <p:grpSpPr>
                <a:xfrm>
                  <a:off x="6434171" y="4488570"/>
                  <a:ext cx="224203" cy="179034"/>
                  <a:chOff x="3668110" y="2448910"/>
                  <a:chExt cx="3794234" cy="2165130"/>
                </a:xfrm>
              </p:grpSpPr>
              <p:sp>
                <p:nvSpPr>
                  <p:cNvPr id="987" name="Google Shape;987;p14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88" name="Google Shape;988;p14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989" name="Google Shape;989;p14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929" name="Google Shape;929;p14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90" name="Google Shape;990;p14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91" name="Google Shape;991;p14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92" name="Google Shape;992;p14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cxnSp>
            <p:nvCxnSpPr>
              <p:cNvPr id="993" name="Google Shape;993;p14"/>
              <p:cNvCxnSpPr>
                <a:endCxn id="994" idx="9"/>
              </p:cNvCxnSpPr>
              <p:nvPr/>
            </p:nvCxnSpPr>
            <p:spPr>
              <a:xfrm>
                <a:off x="7282802" y="4119099"/>
                <a:ext cx="32700" cy="57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995" name="Google Shape;995;p14"/>
              <p:cNvGrpSpPr/>
              <p:nvPr/>
            </p:nvGrpSpPr>
            <p:grpSpPr>
              <a:xfrm>
                <a:off x="6885965" y="4644942"/>
                <a:ext cx="267206" cy="997245"/>
                <a:chOff x="6424315" y="4488570"/>
                <a:chExt cx="267206" cy="997245"/>
              </a:xfrm>
            </p:grpSpPr>
            <p:grpSp>
              <p:nvGrpSpPr>
                <p:cNvPr id="996" name="Google Shape;996;p14"/>
                <p:cNvGrpSpPr/>
                <p:nvPr/>
              </p:nvGrpSpPr>
              <p:grpSpPr>
                <a:xfrm>
                  <a:off x="6424315" y="4636502"/>
                  <a:ext cx="237939" cy="849312"/>
                  <a:chOff x="6396366" y="3061857"/>
                  <a:chExt cx="570079" cy="838094"/>
                </a:xfrm>
              </p:grpSpPr>
              <p:sp>
                <p:nvSpPr>
                  <p:cNvPr id="997" name="Google Shape;997;p14"/>
                  <p:cNvSpPr/>
                  <p:nvPr/>
                </p:nvSpPr>
                <p:spPr>
                  <a:xfrm>
                    <a:off x="6509786" y="3061857"/>
                    <a:ext cx="447707" cy="742536"/>
                  </a:xfrm>
                  <a:prstGeom prst="rect">
                    <a:avLst/>
                  </a:pr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998" name="Google Shape;998;p14"/>
                  <p:cNvCxnSpPr/>
                  <p:nvPr/>
                </p:nvCxnSpPr>
                <p:spPr>
                  <a:xfrm flipH="1" rot="10800000">
                    <a:off x="684705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999" name="Google Shape;999;p14"/>
                  <p:cNvSpPr/>
                  <p:nvPr/>
                </p:nvSpPr>
                <p:spPr>
                  <a:xfrm>
                    <a:off x="6476953" y="3071256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1000" name="Google Shape;1000;p14"/>
                  <p:cNvCxnSpPr/>
                  <p:nvPr/>
                </p:nvCxnSpPr>
                <p:spPr>
                  <a:xfrm flipH="1" rot="10800000">
                    <a:off x="639636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1001" name="Google Shape;1001;p14"/>
                  <p:cNvSpPr/>
                  <p:nvPr/>
                </p:nvSpPr>
                <p:spPr>
                  <a:xfrm>
                    <a:off x="6817210" y="3702567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2" name="Google Shape;1002;p14"/>
                  <p:cNvSpPr/>
                  <p:nvPr/>
                </p:nvSpPr>
                <p:spPr>
                  <a:xfrm>
                    <a:off x="6405320" y="3157415"/>
                    <a:ext cx="444723" cy="742536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1003" name="Google Shape;1003;p14"/>
                  <p:cNvCxnSpPr/>
                  <p:nvPr/>
                </p:nvCxnSpPr>
                <p:spPr>
                  <a:xfrm flipH="1" rot="10800000">
                    <a:off x="6847057" y="3804392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1004" name="Google Shape;1004;p14"/>
                  <p:cNvGrpSpPr/>
                  <p:nvPr/>
                </p:nvGrpSpPr>
                <p:grpSpPr>
                  <a:xfrm>
                    <a:off x="6399350" y="3137050"/>
                    <a:ext cx="561125" cy="92425"/>
                    <a:chOff x="6581076" y="2845711"/>
                    <a:chExt cx="561125" cy="92425"/>
                  </a:xfrm>
                </p:grpSpPr>
                <p:cxnSp>
                  <p:nvCxnSpPr>
                    <p:cNvPr id="1005" name="Google Shape;1005;p14"/>
                    <p:cNvCxnSpPr/>
                    <p:nvPr/>
                  </p:nvCxnSpPr>
                  <p:spPr>
                    <a:xfrm flipH="1" rot="10800000">
                      <a:off x="7028782" y="2845711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006" name="Google Shape;1006;p14"/>
                    <p:cNvCxnSpPr/>
                    <p:nvPr/>
                  </p:nvCxnSpPr>
                  <p:spPr>
                    <a:xfrm>
                      <a:off x="6581076" y="2938136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1007" name="Google Shape;1007;p14"/>
                  <p:cNvGrpSpPr/>
                  <p:nvPr/>
                </p:nvGrpSpPr>
                <p:grpSpPr>
                  <a:xfrm>
                    <a:off x="6399351" y="3202845"/>
                    <a:ext cx="567094" cy="89292"/>
                    <a:chOff x="6581557" y="2845642"/>
                    <a:chExt cx="567094" cy="89292"/>
                  </a:xfrm>
                </p:grpSpPr>
                <p:cxnSp>
                  <p:nvCxnSpPr>
                    <p:cNvPr id="1008" name="Google Shape;1008;p14"/>
                    <p:cNvCxnSpPr/>
                    <p:nvPr/>
                  </p:nvCxnSpPr>
                  <p:spPr>
                    <a:xfrm flipH="1" rot="10800000">
                      <a:off x="7029263" y="2845642"/>
                      <a:ext cx="119388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009" name="Google Shape;1009;p14"/>
                    <p:cNvCxnSpPr/>
                    <p:nvPr/>
                  </p:nvCxnSpPr>
                  <p:spPr>
                    <a:xfrm>
                      <a:off x="6581557" y="293493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1010" name="Google Shape;1010;p14"/>
                  <p:cNvGrpSpPr/>
                  <p:nvPr/>
                </p:nvGrpSpPr>
                <p:grpSpPr>
                  <a:xfrm>
                    <a:off x="6399350" y="3268639"/>
                    <a:ext cx="558142" cy="89292"/>
                    <a:chOff x="6582036" y="2845572"/>
                    <a:chExt cx="558142" cy="89292"/>
                  </a:xfrm>
                </p:grpSpPr>
                <p:cxnSp>
                  <p:nvCxnSpPr>
                    <p:cNvPr id="1011" name="Google Shape;1011;p14"/>
                    <p:cNvCxnSpPr/>
                    <p:nvPr/>
                  </p:nvCxnSpPr>
                  <p:spPr>
                    <a:xfrm flipH="1" rot="10800000">
                      <a:off x="7026759" y="284557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012" name="Google Shape;1012;p14"/>
                    <p:cNvCxnSpPr/>
                    <p:nvPr/>
                  </p:nvCxnSpPr>
                  <p:spPr>
                    <a:xfrm>
                      <a:off x="6582036" y="293486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1013" name="Google Shape;1013;p14"/>
                  <p:cNvGrpSpPr/>
                  <p:nvPr/>
                </p:nvGrpSpPr>
                <p:grpSpPr>
                  <a:xfrm>
                    <a:off x="6399350" y="3334433"/>
                    <a:ext cx="558141" cy="89292"/>
                    <a:chOff x="6582516" y="2845502"/>
                    <a:chExt cx="558141" cy="89292"/>
                  </a:xfrm>
                </p:grpSpPr>
                <p:cxnSp>
                  <p:nvCxnSpPr>
                    <p:cNvPr id="1014" name="Google Shape;1014;p14"/>
                    <p:cNvCxnSpPr/>
                    <p:nvPr/>
                  </p:nvCxnSpPr>
                  <p:spPr>
                    <a:xfrm flipH="1" rot="10800000">
                      <a:off x="7027238" y="284550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015" name="Google Shape;1015;p14"/>
                    <p:cNvCxnSpPr/>
                    <p:nvPr/>
                  </p:nvCxnSpPr>
                  <p:spPr>
                    <a:xfrm>
                      <a:off x="6582516" y="293479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1016" name="Google Shape;1016;p14"/>
                  <p:cNvGrpSpPr/>
                  <p:nvPr/>
                </p:nvGrpSpPr>
                <p:grpSpPr>
                  <a:xfrm>
                    <a:off x="6399349" y="3400228"/>
                    <a:ext cx="558142" cy="89292"/>
                    <a:chOff x="6582995" y="2845433"/>
                    <a:chExt cx="558142" cy="89292"/>
                  </a:xfrm>
                </p:grpSpPr>
                <p:cxnSp>
                  <p:nvCxnSpPr>
                    <p:cNvPr id="1017" name="Google Shape;1017;p14"/>
                    <p:cNvCxnSpPr/>
                    <p:nvPr/>
                  </p:nvCxnSpPr>
                  <p:spPr>
                    <a:xfrm flipH="1" rot="10800000">
                      <a:off x="7027718" y="2845433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018" name="Google Shape;1018;p14"/>
                    <p:cNvCxnSpPr/>
                    <p:nvPr/>
                  </p:nvCxnSpPr>
                  <p:spPr>
                    <a:xfrm>
                      <a:off x="6582995" y="293472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1019" name="Google Shape;1019;p14"/>
                  <p:cNvGrpSpPr/>
                  <p:nvPr/>
                </p:nvGrpSpPr>
                <p:grpSpPr>
                  <a:xfrm>
                    <a:off x="6399351" y="3466022"/>
                    <a:ext cx="558141" cy="93992"/>
                    <a:chOff x="6583477" y="2845363"/>
                    <a:chExt cx="558141" cy="93992"/>
                  </a:xfrm>
                </p:grpSpPr>
                <p:cxnSp>
                  <p:nvCxnSpPr>
                    <p:cNvPr id="1020" name="Google Shape;1020;p14"/>
                    <p:cNvCxnSpPr/>
                    <p:nvPr/>
                  </p:nvCxnSpPr>
                  <p:spPr>
                    <a:xfrm flipH="1" rot="10800000">
                      <a:off x="7028199" y="2845363"/>
                      <a:ext cx="113419" cy="939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021" name="Google Shape;1021;p14"/>
                    <p:cNvCxnSpPr/>
                    <p:nvPr/>
                  </p:nvCxnSpPr>
                  <p:spPr>
                    <a:xfrm>
                      <a:off x="6583477" y="2939355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1022" name="Google Shape;1022;p14"/>
                  <p:cNvGrpSpPr/>
                  <p:nvPr/>
                </p:nvGrpSpPr>
                <p:grpSpPr>
                  <a:xfrm>
                    <a:off x="6396366" y="3528683"/>
                    <a:ext cx="561126" cy="97125"/>
                    <a:chOff x="6580972" y="2842160"/>
                    <a:chExt cx="561126" cy="97125"/>
                  </a:xfrm>
                </p:grpSpPr>
                <p:cxnSp>
                  <p:nvCxnSpPr>
                    <p:cNvPr id="1023" name="Google Shape;1023;p14"/>
                    <p:cNvCxnSpPr/>
                    <p:nvPr/>
                  </p:nvCxnSpPr>
                  <p:spPr>
                    <a:xfrm flipH="1" rot="10800000">
                      <a:off x="7028679" y="284216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024" name="Google Shape;1024;p14"/>
                    <p:cNvCxnSpPr/>
                    <p:nvPr/>
                  </p:nvCxnSpPr>
                  <p:spPr>
                    <a:xfrm>
                      <a:off x="6580972" y="293928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1025" name="Google Shape;1025;p14"/>
                  <p:cNvGrpSpPr/>
                  <p:nvPr/>
                </p:nvGrpSpPr>
                <p:grpSpPr>
                  <a:xfrm>
                    <a:off x="6396366" y="3594477"/>
                    <a:ext cx="561125" cy="97125"/>
                    <a:chOff x="6581452" y="2842090"/>
                    <a:chExt cx="561125" cy="97125"/>
                  </a:xfrm>
                </p:grpSpPr>
                <p:cxnSp>
                  <p:nvCxnSpPr>
                    <p:cNvPr id="1026" name="Google Shape;1026;p14"/>
                    <p:cNvCxnSpPr/>
                    <p:nvPr/>
                  </p:nvCxnSpPr>
                  <p:spPr>
                    <a:xfrm flipH="1" rot="10800000">
                      <a:off x="7029158" y="284209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027" name="Google Shape;1027;p14"/>
                    <p:cNvCxnSpPr/>
                    <p:nvPr/>
                  </p:nvCxnSpPr>
                  <p:spPr>
                    <a:xfrm>
                      <a:off x="6581452" y="2939215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1028" name="Google Shape;1028;p14"/>
                  <p:cNvGrpSpPr/>
                  <p:nvPr/>
                </p:nvGrpSpPr>
                <p:grpSpPr>
                  <a:xfrm>
                    <a:off x="6396367" y="3664970"/>
                    <a:ext cx="558140" cy="92426"/>
                    <a:chOff x="6581933" y="2846719"/>
                    <a:chExt cx="558140" cy="92426"/>
                  </a:xfrm>
                </p:grpSpPr>
                <p:cxnSp>
                  <p:nvCxnSpPr>
                    <p:cNvPr id="1029" name="Google Shape;1029;p14"/>
                    <p:cNvCxnSpPr/>
                    <p:nvPr/>
                  </p:nvCxnSpPr>
                  <p:spPr>
                    <a:xfrm flipH="1" rot="10800000">
                      <a:off x="7026654" y="2846719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030" name="Google Shape;1030;p14"/>
                    <p:cNvCxnSpPr/>
                    <p:nvPr/>
                  </p:nvCxnSpPr>
                  <p:spPr>
                    <a:xfrm>
                      <a:off x="6581933" y="2939145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1031" name="Google Shape;1031;p14"/>
                  <p:cNvGrpSpPr/>
                  <p:nvPr/>
                </p:nvGrpSpPr>
                <p:grpSpPr>
                  <a:xfrm>
                    <a:off x="6396367" y="3730765"/>
                    <a:ext cx="558139" cy="92426"/>
                    <a:chOff x="6582413" y="2846650"/>
                    <a:chExt cx="558139" cy="92426"/>
                  </a:xfrm>
                </p:grpSpPr>
                <p:cxnSp>
                  <p:nvCxnSpPr>
                    <p:cNvPr id="1032" name="Google Shape;1032;p14"/>
                    <p:cNvCxnSpPr/>
                    <p:nvPr/>
                  </p:nvCxnSpPr>
                  <p:spPr>
                    <a:xfrm flipH="1" rot="10800000">
                      <a:off x="7027133" y="2846650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033" name="Google Shape;1033;p14"/>
                    <p:cNvCxnSpPr/>
                    <p:nvPr/>
                  </p:nvCxnSpPr>
                  <p:spPr>
                    <a:xfrm>
                      <a:off x="6582413" y="2939076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</p:grpSp>
            <p:cxnSp>
              <p:nvCxnSpPr>
                <p:cNvPr id="1034" name="Google Shape;1034;p14"/>
                <p:cNvCxnSpPr/>
                <p:nvPr/>
              </p:nvCxnSpPr>
              <p:spPr>
                <a:xfrm flipH="1">
                  <a:off x="6685171" y="4525377"/>
                  <a:ext cx="4763" cy="855662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035" name="Google Shape;1035;p14"/>
                <p:cNvCxnSpPr/>
                <p:nvPr/>
              </p:nvCxnSpPr>
              <p:spPr>
                <a:xfrm>
                  <a:off x="6632784" y="4706352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036" name="Google Shape;1036;p14"/>
                <p:cNvCxnSpPr/>
                <p:nvPr/>
              </p:nvCxnSpPr>
              <p:spPr>
                <a:xfrm>
                  <a:off x="6631196" y="477143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037" name="Google Shape;1037;p14"/>
                <p:cNvCxnSpPr/>
                <p:nvPr/>
              </p:nvCxnSpPr>
              <p:spPr>
                <a:xfrm>
                  <a:off x="6631196" y="4849227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038" name="Google Shape;1038;p14"/>
                <p:cNvCxnSpPr/>
                <p:nvPr/>
              </p:nvCxnSpPr>
              <p:spPr>
                <a:xfrm>
                  <a:off x="6629609" y="4914314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039" name="Google Shape;1039;p14"/>
                <p:cNvCxnSpPr/>
                <p:nvPr/>
              </p:nvCxnSpPr>
              <p:spPr>
                <a:xfrm>
                  <a:off x="6628021" y="4976227"/>
                  <a:ext cx="6032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040" name="Google Shape;1040;p14"/>
                <p:cNvCxnSpPr/>
                <p:nvPr/>
              </p:nvCxnSpPr>
              <p:spPr>
                <a:xfrm>
                  <a:off x="6628021" y="504448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041" name="Google Shape;1041;p14"/>
                <p:cNvCxnSpPr/>
                <p:nvPr/>
              </p:nvCxnSpPr>
              <p:spPr>
                <a:xfrm>
                  <a:off x="6626434" y="511433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042" name="Google Shape;1042;p14"/>
                <p:cNvCxnSpPr/>
                <p:nvPr/>
              </p:nvCxnSpPr>
              <p:spPr>
                <a:xfrm>
                  <a:off x="6629609" y="51841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043" name="Google Shape;1043;p14"/>
                <p:cNvCxnSpPr/>
                <p:nvPr/>
              </p:nvCxnSpPr>
              <p:spPr>
                <a:xfrm>
                  <a:off x="6631196" y="525245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044" name="Google Shape;1044;p14"/>
                <p:cNvCxnSpPr/>
                <p:nvPr/>
              </p:nvCxnSpPr>
              <p:spPr>
                <a:xfrm>
                  <a:off x="6631196" y="532230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045" name="Google Shape;1045;p14"/>
                <p:cNvCxnSpPr/>
                <p:nvPr/>
              </p:nvCxnSpPr>
              <p:spPr>
                <a:xfrm>
                  <a:off x="6632784" y="53873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046" name="Google Shape;1046;p14"/>
                <p:cNvCxnSpPr/>
                <p:nvPr/>
              </p:nvCxnSpPr>
              <p:spPr>
                <a:xfrm rot="10800000">
                  <a:off x="6632784" y="4531727"/>
                  <a:ext cx="58737" cy="0"/>
                </a:xfrm>
                <a:prstGeom prst="straightConnector1">
                  <a:avLst/>
                </a:prstGeom>
                <a:noFill/>
                <a:ln cap="flat" cmpd="sng" w="222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1047" name="Google Shape;1047;p14"/>
                <p:cNvGrpSpPr/>
                <p:nvPr/>
              </p:nvGrpSpPr>
              <p:grpSpPr>
                <a:xfrm>
                  <a:off x="6434171" y="4488570"/>
                  <a:ext cx="224203" cy="179034"/>
                  <a:chOff x="3668110" y="2448910"/>
                  <a:chExt cx="3794234" cy="2165130"/>
                </a:xfrm>
              </p:grpSpPr>
              <p:sp>
                <p:nvSpPr>
                  <p:cNvPr id="1048" name="Google Shape;1048;p14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49" name="Google Shape;1049;p14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1050" name="Google Shape;1050;p14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1051" name="Google Shape;1051;p14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52" name="Google Shape;1052;p14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53" name="Google Shape;1053;p14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31" name="Google Shape;931;p14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1054" name="Google Shape;1054;p14"/>
              <p:cNvGrpSpPr/>
              <p:nvPr/>
            </p:nvGrpSpPr>
            <p:grpSpPr>
              <a:xfrm>
                <a:off x="7195215" y="4648914"/>
                <a:ext cx="267206" cy="997245"/>
                <a:chOff x="6424315" y="4488570"/>
                <a:chExt cx="267206" cy="997245"/>
              </a:xfrm>
            </p:grpSpPr>
            <p:grpSp>
              <p:nvGrpSpPr>
                <p:cNvPr id="1055" name="Google Shape;1055;p14"/>
                <p:cNvGrpSpPr/>
                <p:nvPr/>
              </p:nvGrpSpPr>
              <p:grpSpPr>
                <a:xfrm>
                  <a:off x="6424315" y="4636502"/>
                  <a:ext cx="237939" cy="849312"/>
                  <a:chOff x="6396366" y="3061857"/>
                  <a:chExt cx="570079" cy="838094"/>
                </a:xfrm>
              </p:grpSpPr>
              <p:sp>
                <p:nvSpPr>
                  <p:cNvPr id="1056" name="Google Shape;1056;p14"/>
                  <p:cNvSpPr/>
                  <p:nvPr/>
                </p:nvSpPr>
                <p:spPr>
                  <a:xfrm>
                    <a:off x="6509786" y="3061857"/>
                    <a:ext cx="447707" cy="742536"/>
                  </a:xfrm>
                  <a:prstGeom prst="rect">
                    <a:avLst/>
                  </a:pr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1057" name="Google Shape;1057;p14"/>
                  <p:cNvCxnSpPr/>
                  <p:nvPr/>
                </p:nvCxnSpPr>
                <p:spPr>
                  <a:xfrm flipH="1" rot="10800000">
                    <a:off x="684705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1058" name="Google Shape;1058;p14"/>
                  <p:cNvSpPr/>
                  <p:nvPr/>
                </p:nvSpPr>
                <p:spPr>
                  <a:xfrm>
                    <a:off x="6476953" y="3071256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1059" name="Google Shape;1059;p14"/>
                  <p:cNvCxnSpPr/>
                  <p:nvPr/>
                </p:nvCxnSpPr>
                <p:spPr>
                  <a:xfrm flipH="1" rot="10800000">
                    <a:off x="639636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1060" name="Google Shape;1060;p14"/>
                  <p:cNvSpPr/>
                  <p:nvPr/>
                </p:nvSpPr>
                <p:spPr>
                  <a:xfrm>
                    <a:off x="6817210" y="3702567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61" name="Google Shape;1061;p14"/>
                  <p:cNvSpPr/>
                  <p:nvPr/>
                </p:nvSpPr>
                <p:spPr>
                  <a:xfrm>
                    <a:off x="6405320" y="3157415"/>
                    <a:ext cx="444723" cy="742536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1062" name="Google Shape;1062;p14"/>
                  <p:cNvCxnSpPr/>
                  <p:nvPr/>
                </p:nvCxnSpPr>
                <p:spPr>
                  <a:xfrm flipH="1" rot="10800000">
                    <a:off x="6847057" y="3804392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1063" name="Google Shape;1063;p14"/>
                  <p:cNvGrpSpPr/>
                  <p:nvPr/>
                </p:nvGrpSpPr>
                <p:grpSpPr>
                  <a:xfrm>
                    <a:off x="6399350" y="3137050"/>
                    <a:ext cx="561125" cy="92425"/>
                    <a:chOff x="6581076" y="2845711"/>
                    <a:chExt cx="561125" cy="92425"/>
                  </a:xfrm>
                </p:grpSpPr>
                <p:cxnSp>
                  <p:nvCxnSpPr>
                    <p:cNvPr id="1064" name="Google Shape;1064;p14"/>
                    <p:cNvCxnSpPr/>
                    <p:nvPr/>
                  </p:nvCxnSpPr>
                  <p:spPr>
                    <a:xfrm flipH="1" rot="10800000">
                      <a:off x="7028782" y="2845711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065" name="Google Shape;1065;p14"/>
                    <p:cNvCxnSpPr/>
                    <p:nvPr/>
                  </p:nvCxnSpPr>
                  <p:spPr>
                    <a:xfrm>
                      <a:off x="6581076" y="2938136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1066" name="Google Shape;1066;p14"/>
                  <p:cNvGrpSpPr/>
                  <p:nvPr/>
                </p:nvGrpSpPr>
                <p:grpSpPr>
                  <a:xfrm>
                    <a:off x="6399351" y="3202845"/>
                    <a:ext cx="567094" cy="89292"/>
                    <a:chOff x="6581557" y="2845642"/>
                    <a:chExt cx="567094" cy="89292"/>
                  </a:xfrm>
                </p:grpSpPr>
                <p:cxnSp>
                  <p:nvCxnSpPr>
                    <p:cNvPr id="1067" name="Google Shape;1067;p14"/>
                    <p:cNvCxnSpPr/>
                    <p:nvPr/>
                  </p:nvCxnSpPr>
                  <p:spPr>
                    <a:xfrm flipH="1" rot="10800000">
                      <a:off x="7029263" y="2845642"/>
                      <a:ext cx="119388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068" name="Google Shape;1068;p14"/>
                    <p:cNvCxnSpPr/>
                    <p:nvPr/>
                  </p:nvCxnSpPr>
                  <p:spPr>
                    <a:xfrm>
                      <a:off x="6581557" y="293493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1069" name="Google Shape;1069;p14"/>
                  <p:cNvGrpSpPr/>
                  <p:nvPr/>
                </p:nvGrpSpPr>
                <p:grpSpPr>
                  <a:xfrm>
                    <a:off x="6399350" y="3268639"/>
                    <a:ext cx="558142" cy="89292"/>
                    <a:chOff x="6582036" y="2845572"/>
                    <a:chExt cx="558142" cy="89292"/>
                  </a:xfrm>
                </p:grpSpPr>
                <p:cxnSp>
                  <p:nvCxnSpPr>
                    <p:cNvPr id="1070" name="Google Shape;1070;p14"/>
                    <p:cNvCxnSpPr/>
                    <p:nvPr/>
                  </p:nvCxnSpPr>
                  <p:spPr>
                    <a:xfrm flipH="1" rot="10800000">
                      <a:off x="7026759" y="284557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071" name="Google Shape;1071;p14"/>
                    <p:cNvCxnSpPr/>
                    <p:nvPr/>
                  </p:nvCxnSpPr>
                  <p:spPr>
                    <a:xfrm>
                      <a:off x="6582036" y="293486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1072" name="Google Shape;1072;p14"/>
                  <p:cNvGrpSpPr/>
                  <p:nvPr/>
                </p:nvGrpSpPr>
                <p:grpSpPr>
                  <a:xfrm>
                    <a:off x="6399350" y="3334433"/>
                    <a:ext cx="558141" cy="89292"/>
                    <a:chOff x="6582516" y="2845502"/>
                    <a:chExt cx="558141" cy="89292"/>
                  </a:xfrm>
                </p:grpSpPr>
                <p:cxnSp>
                  <p:nvCxnSpPr>
                    <p:cNvPr id="1073" name="Google Shape;1073;p14"/>
                    <p:cNvCxnSpPr/>
                    <p:nvPr/>
                  </p:nvCxnSpPr>
                  <p:spPr>
                    <a:xfrm flipH="1" rot="10800000">
                      <a:off x="7027238" y="284550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074" name="Google Shape;1074;p14"/>
                    <p:cNvCxnSpPr/>
                    <p:nvPr/>
                  </p:nvCxnSpPr>
                  <p:spPr>
                    <a:xfrm>
                      <a:off x="6582516" y="293479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1075" name="Google Shape;1075;p14"/>
                  <p:cNvGrpSpPr/>
                  <p:nvPr/>
                </p:nvGrpSpPr>
                <p:grpSpPr>
                  <a:xfrm>
                    <a:off x="6399349" y="3400228"/>
                    <a:ext cx="558142" cy="89292"/>
                    <a:chOff x="6582995" y="2845433"/>
                    <a:chExt cx="558142" cy="89292"/>
                  </a:xfrm>
                </p:grpSpPr>
                <p:cxnSp>
                  <p:nvCxnSpPr>
                    <p:cNvPr id="1076" name="Google Shape;1076;p14"/>
                    <p:cNvCxnSpPr/>
                    <p:nvPr/>
                  </p:nvCxnSpPr>
                  <p:spPr>
                    <a:xfrm flipH="1" rot="10800000">
                      <a:off x="7027718" y="2845433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077" name="Google Shape;1077;p14"/>
                    <p:cNvCxnSpPr/>
                    <p:nvPr/>
                  </p:nvCxnSpPr>
                  <p:spPr>
                    <a:xfrm>
                      <a:off x="6582995" y="293472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1078" name="Google Shape;1078;p14"/>
                  <p:cNvGrpSpPr/>
                  <p:nvPr/>
                </p:nvGrpSpPr>
                <p:grpSpPr>
                  <a:xfrm>
                    <a:off x="6399351" y="3466022"/>
                    <a:ext cx="558141" cy="93992"/>
                    <a:chOff x="6583477" y="2845363"/>
                    <a:chExt cx="558141" cy="93992"/>
                  </a:xfrm>
                </p:grpSpPr>
                <p:cxnSp>
                  <p:nvCxnSpPr>
                    <p:cNvPr id="1079" name="Google Shape;1079;p14"/>
                    <p:cNvCxnSpPr/>
                    <p:nvPr/>
                  </p:nvCxnSpPr>
                  <p:spPr>
                    <a:xfrm flipH="1" rot="10800000">
                      <a:off x="7028199" y="2845363"/>
                      <a:ext cx="113419" cy="939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080" name="Google Shape;1080;p14"/>
                    <p:cNvCxnSpPr/>
                    <p:nvPr/>
                  </p:nvCxnSpPr>
                  <p:spPr>
                    <a:xfrm>
                      <a:off x="6583477" y="2939355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1081" name="Google Shape;1081;p14"/>
                  <p:cNvGrpSpPr/>
                  <p:nvPr/>
                </p:nvGrpSpPr>
                <p:grpSpPr>
                  <a:xfrm>
                    <a:off x="6396366" y="3528683"/>
                    <a:ext cx="561126" cy="97125"/>
                    <a:chOff x="6580972" y="2842160"/>
                    <a:chExt cx="561126" cy="97125"/>
                  </a:xfrm>
                </p:grpSpPr>
                <p:cxnSp>
                  <p:nvCxnSpPr>
                    <p:cNvPr id="1082" name="Google Shape;1082;p14"/>
                    <p:cNvCxnSpPr/>
                    <p:nvPr/>
                  </p:nvCxnSpPr>
                  <p:spPr>
                    <a:xfrm flipH="1" rot="10800000">
                      <a:off x="7028679" y="284216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083" name="Google Shape;1083;p14"/>
                    <p:cNvCxnSpPr/>
                    <p:nvPr/>
                  </p:nvCxnSpPr>
                  <p:spPr>
                    <a:xfrm>
                      <a:off x="6580972" y="293928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1084" name="Google Shape;1084;p14"/>
                  <p:cNvGrpSpPr/>
                  <p:nvPr/>
                </p:nvGrpSpPr>
                <p:grpSpPr>
                  <a:xfrm>
                    <a:off x="6396366" y="3594477"/>
                    <a:ext cx="561125" cy="97125"/>
                    <a:chOff x="6581452" y="2842090"/>
                    <a:chExt cx="561125" cy="97125"/>
                  </a:xfrm>
                </p:grpSpPr>
                <p:cxnSp>
                  <p:nvCxnSpPr>
                    <p:cNvPr id="1085" name="Google Shape;1085;p14"/>
                    <p:cNvCxnSpPr/>
                    <p:nvPr/>
                  </p:nvCxnSpPr>
                  <p:spPr>
                    <a:xfrm flipH="1" rot="10800000">
                      <a:off x="7029158" y="284209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086" name="Google Shape;1086;p14"/>
                    <p:cNvCxnSpPr/>
                    <p:nvPr/>
                  </p:nvCxnSpPr>
                  <p:spPr>
                    <a:xfrm>
                      <a:off x="6581452" y="2939215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1087" name="Google Shape;1087;p14"/>
                  <p:cNvGrpSpPr/>
                  <p:nvPr/>
                </p:nvGrpSpPr>
                <p:grpSpPr>
                  <a:xfrm>
                    <a:off x="6396367" y="3664970"/>
                    <a:ext cx="558140" cy="92426"/>
                    <a:chOff x="6581933" y="2846719"/>
                    <a:chExt cx="558140" cy="92426"/>
                  </a:xfrm>
                </p:grpSpPr>
                <p:cxnSp>
                  <p:nvCxnSpPr>
                    <p:cNvPr id="1088" name="Google Shape;1088;p14"/>
                    <p:cNvCxnSpPr/>
                    <p:nvPr/>
                  </p:nvCxnSpPr>
                  <p:spPr>
                    <a:xfrm flipH="1" rot="10800000">
                      <a:off x="7026654" y="2846719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089" name="Google Shape;1089;p14"/>
                    <p:cNvCxnSpPr/>
                    <p:nvPr/>
                  </p:nvCxnSpPr>
                  <p:spPr>
                    <a:xfrm>
                      <a:off x="6581933" y="2939145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1090" name="Google Shape;1090;p14"/>
                  <p:cNvGrpSpPr/>
                  <p:nvPr/>
                </p:nvGrpSpPr>
                <p:grpSpPr>
                  <a:xfrm>
                    <a:off x="6396367" y="3730765"/>
                    <a:ext cx="558139" cy="92426"/>
                    <a:chOff x="6582413" y="2846650"/>
                    <a:chExt cx="558139" cy="92426"/>
                  </a:xfrm>
                </p:grpSpPr>
                <p:cxnSp>
                  <p:nvCxnSpPr>
                    <p:cNvPr id="1091" name="Google Shape;1091;p14"/>
                    <p:cNvCxnSpPr/>
                    <p:nvPr/>
                  </p:nvCxnSpPr>
                  <p:spPr>
                    <a:xfrm flipH="1" rot="10800000">
                      <a:off x="7027133" y="2846650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092" name="Google Shape;1092;p14"/>
                    <p:cNvCxnSpPr/>
                    <p:nvPr/>
                  </p:nvCxnSpPr>
                  <p:spPr>
                    <a:xfrm>
                      <a:off x="6582413" y="2939076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</p:grpSp>
            <p:cxnSp>
              <p:nvCxnSpPr>
                <p:cNvPr id="1093" name="Google Shape;1093;p14"/>
                <p:cNvCxnSpPr/>
                <p:nvPr/>
              </p:nvCxnSpPr>
              <p:spPr>
                <a:xfrm flipH="1">
                  <a:off x="6685171" y="4525377"/>
                  <a:ext cx="4763" cy="855662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094" name="Google Shape;1094;p14"/>
                <p:cNvCxnSpPr/>
                <p:nvPr/>
              </p:nvCxnSpPr>
              <p:spPr>
                <a:xfrm>
                  <a:off x="6632784" y="4706352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095" name="Google Shape;1095;p14"/>
                <p:cNvCxnSpPr/>
                <p:nvPr/>
              </p:nvCxnSpPr>
              <p:spPr>
                <a:xfrm>
                  <a:off x="6631196" y="477143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096" name="Google Shape;1096;p14"/>
                <p:cNvCxnSpPr/>
                <p:nvPr/>
              </p:nvCxnSpPr>
              <p:spPr>
                <a:xfrm>
                  <a:off x="6631196" y="4849227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097" name="Google Shape;1097;p14"/>
                <p:cNvCxnSpPr/>
                <p:nvPr/>
              </p:nvCxnSpPr>
              <p:spPr>
                <a:xfrm>
                  <a:off x="6629609" y="4914314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098" name="Google Shape;1098;p14"/>
                <p:cNvCxnSpPr/>
                <p:nvPr/>
              </p:nvCxnSpPr>
              <p:spPr>
                <a:xfrm>
                  <a:off x="6628021" y="4976227"/>
                  <a:ext cx="6032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099" name="Google Shape;1099;p14"/>
                <p:cNvCxnSpPr/>
                <p:nvPr/>
              </p:nvCxnSpPr>
              <p:spPr>
                <a:xfrm>
                  <a:off x="6628021" y="504448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00" name="Google Shape;1100;p14"/>
                <p:cNvCxnSpPr/>
                <p:nvPr/>
              </p:nvCxnSpPr>
              <p:spPr>
                <a:xfrm>
                  <a:off x="6626434" y="511433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01" name="Google Shape;1101;p14"/>
                <p:cNvCxnSpPr/>
                <p:nvPr/>
              </p:nvCxnSpPr>
              <p:spPr>
                <a:xfrm>
                  <a:off x="6629609" y="51841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02" name="Google Shape;1102;p14"/>
                <p:cNvCxnSpPr/>
                <p:nvPr/>
              </p:nvCxnSpPr>
              <p:spPr>
                <a:xfrm>
                  <a:off x="6631196" y="525245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03" name="Google Shape;1103;p14"/>
                <p:cNvCxnSpPr/>
                <p:nvPr/>
              </p:nvCxnSpPr>
              <p:spPr>
                <a:xfrm>
                  <a:off x="6631196" y="532230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04" name="Google Shape;1104;p14"/>
                <p:cNvCxnSpPr/>
                <p:nvPr/>
              </p:nvCxnSpPr>
              <p:spPr>
                <a:xfrm>
                  <a:off x="6632784" y="53873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05" name="Google Shape;1105;p14"/>
                <p:cNvCxnSpPr/>
                <p:nvPr/>
              </p:nvCxnSpPr>
              <p:spPr>
                <a:xfrm rot="10800000">
                  <a:off x="6632784" y="4531727"/>
                  <a:ext cx="58737" cy="0"/>
                </a:xfrm>
                <a:prstGeom prst="straightConnector1">
                  <a:avLst/>
                </a:prstGeom>
                <a:noFill/>
                <a:ln cap="flat" cmpd="sng" w="222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1106" name="Google Shape;1106;p14"/>
                <p:cNvGrpSpPr/>
                <p:nvPr/>
              </p:nvGrpSpPr>
              <p:grpSpPr>
                <a:xfrm>
                  <a:off x="6434171" y="4488570"/>
                  <a:ext cx="224203" cy="179034"/>
                  <a:chOff x="3668110" y="2448910"/>
                  <a:chExt cx="3794234" cy="2165130"/>
                </a:xfrm>
              </p:grpSpPr>
              <p:sp>
                <p:nvSpPr>
                  <p:cNvPr id="1107" name="Google Shape;1107;p14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08" name="Google Shape;1108;p14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1109" name="Google Shape;1109;p14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994" name="Google Shape;994;p14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10" name="Google Shape;1110;p14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11" name="Google Shape;1111;p14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12" name="Google Shape;1112;p14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1113" name="Google Shape;1113;p14"/>
              <p:cNvGrpSpPr/>
              <p:nvPr/>
            </p:nvGrpSpPr>
            <p:grpSpPr>
              <a:xfrm>
                <a:off x="7734734" y="4641605"/>
                <a:ext cx="267206" cy="997245"/>
                <a:chOff x="6424315" y="4488570"/>
                <a:chExt cx="267206" cy="997245"/>
              </a:xfrm>
            </p:grpSpPr>
            <p:grpSp>
              <p:nvGrpSpPr>
                <p:cNvPr id="1114" name="Google Shape;1114;p14"/>
                <p:cNvGrpSpPr/>
                <p:nvPr/>
              </p:nvGrpSpPr>
              <p:grpSpPr>
                <a:xfrm>
                  <a:off x="6424315" y="4636502"/>
                  <a:ext cx="237939" cy="849312"/>
                  <a:chOff x="6396366" y="3061857"/>
                  <a:chExt cx="570079" cy="838094"/>
                </a:xfrm>
              </p:grpSpPr>
              <p:sp>
                <p:nvSpPr>
                  <p:cNvPr id="1115" name="Google Shape;1115;p14"/>
                  <p:cNvSpPr/>
                  <p:nvPr/>
                </p:nvSpPr>
                <p:spPr>
                  <a:xfrm>
                    <a:off x="6509786" y="3061857"/>
                    <a:ext cx="447707" cy="742536"/>
                  </a:xfrm>
                  <a:prstGeom prst="rect">
                    <a:avLst/>
                  </a:pr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1116" name="Google Shape;1116;p14"/>
                  <p:cNvCxnSpPr/>
                  <p:nvPr/>
                </p:nvCxnSpPr>
                <p:spPr>
                  <a:xfrm flipH="1" rot="10800000">
                    <a:off x="684705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1117" name="Google Shape;1117;p14"/>
                  <p:cNvSpPr/>
                  <p:nvPr/>
                </p:nvSpPr>
                <p:spPr>
                  <a:xfrm>
                    <a:off x="6476953" y="3071256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1118" name="Google Shape;1118;p14"/>
                  <p:cNvCxnSpPr/>
                  <p:nvPr/>
                </p:nvCxnSpPr>
                <p:spPr>
                  <a:xfrm flipH="1" rot="10800000">
                    <a:off x="639636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1119" name="Google Shape;1119;p14"/>
                  <p:cNvSpPr/>
                  <p:nvPr/>
                </p:nvSpPr>
                <p:spPr>
                  <a:xfrm>
                    <a:off x="6817210" y="3702567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0" name="Google Shape;1120;p14"/>
                  <p:cNvSpPr/>
                  <p:nvPr/>
                </p:nvSpPr>
                <p:spPr>
                  <a:xfrm>
                    <a:off x="6405320" y="3157415"/>
                    <a:ext cx="444723" cy="742536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1121" name="Google Shape;1121;p14"/>
                  <p:cNvCxnSpPr/>
                  <p:nvPr/>
                </p:nvCxnSpPr>
                <p:spPr>
                  <a:xfrm flipH="1" rot="10800000">
                    <a:off x="6847057" y="3804392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1122" name="Google Shape;1122;p14"/>
                  <p:cNvGrpSpPr/>
                  <p:nvPr/>
                </p:nvGrpSpPr>
                <p:grpSpPr>
                  <a:xfrm>
                    <a:off x="6399350" y="3137050"/>
                    <a:ext cx="561125" cy="92425"/>
                    <a:chOff x="6581076" y="2845711"/>
                    <a:chExt cx="561125" cy="92425"/>
                  </a:xfrm>
                </p:grpSpPr>
                <p:cxnSp>
                  <p:nvCxnSpPr>
                    <p:cNvPr id="1123" name="Google Shape;1123;p14"/>
                    <p:cNvCxnSpPr/>
                    <p:nvPr/>
                  </p:nvCxnSpPr>
                  <p:spPr>
                    <a:xfrm flipH="1" rot="10800000">
                      <a:off x="7028782" y="2845711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124" name="Google Shape;1124;p14"/>
                    <p:cNvCxnSpPr/>
                    <p:nvPr/>
                  </p:nvCxnSpPr>
                  <p:spPr>
                    <a:xfrm>
                      <a:off x="6581076" y="2938136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1125" name="Google Shape;1125;p14"/>
                  <p:cNvGrpSpPr/>
                  <p:nvPr/>
                </p:nvGrpSpPr>
                <p:grpSpPr>
                  <a:xfrm>
                    <a:off x="6399351" y="3202845"/>
                    <a:ext cx="567094" cy="89292"/>
                    <a:chOff x="6581557" y="2845642"/>
                    <a:chExt cx="567094" cy="89292"/>
                  </a:xfrm>
                </p:grpSpPr>
                <p:cxnSp>
                  <p:nvCxnSpPr>
                    <p:cNvPr id="1126" name="Google Shape;1126;p14"/>
                    <p:cNvCxnSpPr/>
                    <p:nvPr/>
                  </p:nvCxnSpPr>
                  <p:spPr>
                    <a:xfrm flipH="1" rot="10800000">
                      <a:off x="7029263" y="2845642"/>
                      <a:ext cx="119388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127" name="Google Shape;1127;p14"/>
                    <p:cNvCxnSpPr/>
                    <p:nvPr/>
                  </p:nvCxnSpPr>
                  <p:spPr>
                    <a:xfrm>
                      <a:off x="6581557" y="293493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1128" name="Google Shape;1128;p14"/>
                  <p:cNvGrpSpPr/>
                  <p:nvPr/>
                </p:nvGrpSpPr>
                <p:grpSpPr>
                  <a:xfrm>
                    <a:off x="6399350" y="3268639"/>
                    <a:ext cx="558142" cy="89292"/>
                    <a:chOff x="6582036" y="2845572"/>
                    <a:chExt cx="558142" cy="89292"/>
                  </a:xfrm>
                </p:grpSpPr>
                <p:cxnSp>
                  <p:nvCxnSpPr>
                    <p:cNvPr id="1129" name="Google Shape;1129;p14"/>
                    <p:cNvCxnSpPr/>
                    <p:nvPr/>
                  </p:nvCxnSpPr>
                  <p:spPr>
                    <a:xfrm flipH="1" rot="10800000">
                      <a:off x="7026759" y="284557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130" name="Google Shape;1130;p14"/>
                    <p:cNvCxnSpPr/>
                    <p:nvPr/>
                  </p:nvCxnSpPr>
                  <p:spPr>
                    <a:xfrm>
                      <a:off x="6582036" y="293486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1131" name="Google Shape;1131;p14"/>
                  <p:cNvGrpSpPr/>
                  <p:nvPr/>
                </p:nvGrpSpPr>
                <p:grpSpPr>
                  <a:xfrm>
                    <a:off x="6399350" y="3334433"/>
                    <a:ext cx="558141" cy="89292"/>
                    <a:chOff x="6582516" y="2845502"/>
                    <a:chExt cx="558141" cy="89292"/>
                  </a:xfrm>
                </p:grpSpPr>
                <p:cxnSp>
                  <p:nvCxnSpPr>
                    <p:cNvPr id="1132" name="Google Shape;1132;p14"/>
                    <p:cNvCxnSpPr/>
                    <p:nvPr/>
                  </p:nvCxnSpPr>
                  <p:spPr>
                    <a:xfrm flipH="1" rot="10800000">
                      <a:off x="7027238" y="284550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133" name="Google Shape;1133;p14"/>
                    <p:cNvCxnSpPr/>
                    <p:nvPr/>
                  </p:nvCxnSpPr>
                  <p:spPr>
                    <a:xfrm>
                      <a:off x="6582516" y="293479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1134" name="Google Shape;1134;p14"/>
                  <p:cNvGrpSpPr/>
                  <p:nvPr/>
                </p:nvGrpSpPr>
                <p:grpSpPr>
                  <a:xfrm>
                    <a:off x="6399349" y="3400228"/>
                    <a:ext cx="558142" cy="89292"/>
                    <a:chOff x="6582995" y="2845433"/>
                    <a:chExt cx="558142" cy="89292"/>
                  </a:xfrm>
                </p:grpSpPr>
                <p:cxnSp>
                  <p:nvCxnSpPr>
                    <p:cNvPr id="1135" name="Google Shape;1135;p14"/>
                    <p:cNvCxnSpPr/>
                    <p:nvPr/>
                  </p:nvCxnSpPr>
                  <p:spPr>
                    <a:xfrm flipH="1" rot="10800000">
                      <a:off x="7027718" y="2845433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136" name="Google Shape;1136;p14"/>
                    <p:cNvCxnSpPr/>
                    <p:nvPr/>
                  </p:nvCxnSpPr>
                  <p:spPr>
                    <a:xfrm>
                      <a:off x="6582995" y="293472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1137" name="Google Shape;1137;p14"/>
                  <p:cNvGrpSpPr/>
                  <p:nvPr/>
                </p:nvGrpSpPr>
                <p:grpSpPr>
                  <a:xfrm>
                    <a:off x="6399351" y="3466022"/>
                    <a:ext cx="558141" cy="93992"/>
                    <a:chOff x="6583477" y="2845363"/>
                    <a:chExt cx="558141" cy="93992"/>
                  </a:xfrm>
                </p:grpSpPr>
                <p:cxnSp>
                  <p:nvCxnSpPr>
                    <p:cNvPr id="1138" name="Google Shape;1138;p14"/>
                    <p:cNvCxnSpPr/>
                    <p:nvPr/>
                  </p:nvCxnSpPr>
                  <p:spPr>
                    <a:xfrm flipH="1" rot="10800000">
                      <a:off x="7028199" y="2845363"/>
                      <a:ext cx="113419" cy="939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139" name="Google Shape;1139;p14"/>
                    <p:cNvCxnSpPr/>
                    <p:nvPr/>
                  </p:nvCxnSpPr>
                  <p:spPr>
                    <a:xfrm>
                      <a:off x="6583477" y="2939355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1140" name="Google Shape;1140;p14"/>
                  <p:cNvGrpSpPr/>
                  <p:nvPr/>
                </p:nvGrpSpPr>
                <p:grpSpPr>
                  <a:xfrm>
                    <a:off x="6396366" y="3528683"/>
                    <a:ext cx="561126" cy="97125"/>
                    <a:chOff x="6580972" y="2842160"/>
                    <a:chExt cx="561126" cy="97125"/>
                  </a:xfrm>
                </p:grpSpPr>
                <p:cxnSp>
                  <p:nvCxnSpPr>
                    <p:cNvPr id="1141" name="Google Shape;1141;p14"/>
                    <p:cNvCxnSpPr/>
                    <p:nvPr/>
                  </p:nvCxnSpPr>
                  <p:spPr>
                    <a:xfrm flipH="1" rot="10800000">
                      <a:off x="7028679" y="284216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142" name="Google Shape;1142;p14"/>
                    <p:cNvCxnSpPr/>
                    <p:nvPr/>
                  </p:nvCxnSpPr>
                  <p:spPr>
                    <a:xfrm>
                      <a:off x="6580972" y="293928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1143" name="Google Shape;1143;p14"/>
                  <p:cNvGrpSpPr/>
                  <p:nvPr/>
                </p:nvGrpSpPr>
                <p:grpSpPr>
                  <a:xfrm>
                    <a:off x="6396366" y="3594477"/>
                    <a:ext cx="561125" cy="97125"/>
                    <a:chOff x="6581452" y="2842090"/>
                    <a:chExt cx="561125" cy="97125"/>
                  </a:xfrm>
                </p:grpSpPr>
                <p:cxnSp>
                  <p:nvCxnSpPr>
                    <p:cNvPr id="1144" name="Google Shape;1144;p14"/>
                    <p:cNvCxnSpPr/>
                    <p:nvPr/>
                  </p:nvCxnSpPr>
                  <p:spPr>
                    <a:xfrm flipH="1" rot="10800000">
                      <a:off x="7029158" y="284209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145" name="Google Shape;1145;p14"/>
                    <p:cNvCxnSpPr/>
                    <p:nvPr/>
                  </p:nvCxnSpPr>
                  <p:spPr>
                    <a:xfrm>
                      <a:off x="6581452" y="2939215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1146" name="Google Shape;1146;p14"/>
                  <p:cNvGrpSpPr/>
                  <p:nvPr/>
                </p:nvGrpSpPr>
                <p:grpSpPr>
                  <a:xfrm>
                    <a:off x="6396367" y="3664970"/>
                    <a:ext cx="558140" cy="92426"/>
                    <a:chOff x="6581933" y="2846719"/>
                    <a:chExt cx="558140" cy="92426"/>
                  </a:xfrm>
                </p:grpSpPr>
                <p:cxnSp>
                  <p:nvCxnSpPr>
                    <p:cNvPr id="1147" name="Google Shape;1147;p14"/>
                    <p:cNvCxnSpPr/>
                    <p:nvPr/>
                  </p:nvCxnSpPr>
                  <p:spPr>
                    <a:xfrm flipH="1" rot="10800000">
                      <a:off x="7026654" y="2846719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148" name="Google Shape;1148;p14"/>
                    <p:cNvCxnSpPr/>
                    <p:nvPr/>
                  </p:nvCxnSpPr>
                  <p:spPr>
                    <a:xfrm>
                      <a:off x="6581933" y="2939145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1149" name="Google Shape;1149;p14"/>
                  <p:cNvGrpSpPr/>
                  <p:nvPr/>
                </p:nvGrpSpPr>
                <p:grpSpPr>
                  <a:xfrm>
                    <a:off x="6396367" y="3730765"/>
                    <a:ext cx="558139" cy="92426"/>
                    <a:chOff x="6582413" y="2846650"/>
                    <a:chExt cx="558139" cy="92426"/>
                  </a:xfrm>
                </p:grpSpPr>
                <p:cxnSp>
                  <p:nvCxnSpPr>
                    <p:cNvPr id="1150" name="Google Shape;1150;p14"/>
                    <p:cNvCxnSpPr/>
                    <p:nvPr/>
                  </p:nvCxnSpPr>
                  <p:spPr>
                    <a:xfrm flipH="1" rot="10800000">
                      <a:off x="7027133" y="2846650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151" name="Google Shape;1151;p14"/>
                    <p:cNvCxnSpPr/>
                    <p:nvPr/>
                  </p:nvCxnSpPr>
                  <p:spPr>
                    <a:xfrm>
                      <a:off x="6582413" y="2939076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</p:grpSp>
            <p:cxnSp>
              <p:nvCxnSpPr>
                <p:cNvPr id="1152" name="Google Shape;1152;p14"/>
                <p:cNvCxnSpPr/>
                <p:nvPr/>
              </p:nvCxnSpPr>
              <p:spPr>
                <a:xfrm flipH="1">
                  <a:off x="6685171" y="4525377"/>
                  <a:ext cx="4763" cy="855662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53" name="Google Shape;1153;p14"/>
                <p:cNvCxnSpPr/>
                <p:nvPr/>
              </p:nvCxnSpPr>
              <p:spPr>
                <a:xfrm>
                  <a:off x="6632784" y="4706352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54" name="Google Shape;1154;p14"/>
                <p:cNvCxnSpPr/>
                <p:nvPr/>
              </p:nvCxnSpPr>
              <p:spPr>
                <a:xfrm>
                  <a:off x="6631196" y="477143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55" name="Google Shape;1155;p14"/>
                <p:cNvCxnSpPr/>
                <p:nvPr/>
              </p:nvCxnSpPr>
              <p:spPr>
                <a:xfrm>
                  <a:off x="6631196" y="4849227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56" name="Google Shape;1156;p14"/>
                <p:cNvCxnSpPr/>
                <p:nvPr/>
              </p:nvCxnSpPr>
              <p:spPr>
                <a:xfrm>
                  <a:off x="6629609" y="4914314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57" name="Google Shape;1157;p14"/>
                <p:cNvCxnSpPr/>
                <p:nvPr/>
              </p:nvCxnSpPr>
              <p:spPr>
                <a:xfrm>
                  <a:off x="6628021" y="4976227"/>
                  <a:ext cx="6032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58" name="Google Shape;1158;p14"/>
                <p:cNvCxnSpPr/>
                <p:nvPr/>
              </p:nvCxnSpPr>
              <p:spPr>
                <a:xfrm>
                  <a:off x="6628021" y="504448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59" name="Google Shape;1159;p14"/>
                <p:cNvCxnSpPr/>
                <p:nvPr/>
              </p:nvCxnSpPr>
              <p:spPr>
                <a:xfrm>
                  <a:off x="6626434" y="511433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60" name="Google Shape;1160;p14"/>
                <p:cNvCxnSpPr/>
                <p:nvPr/>
              </p:nvCxnSpPr>
              <p:spPr>
                <a:xfrm>
                  <a:off x="6629609" y="51841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61" name="Google Shape;1161;p14"/>
                <p:cNvCxnSpPr/>
                <p:nvPr/>
              </p:nvCxnSpPr>
              <p:spPr>
                <a:xfrm>
                  <a:off x="6631196" y="525245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62" name="Google Shape;1162;p14"/>
                <p:cNvCxnSpPr/>
                <p:nvPr/>
              </p:nvCxnSpPr>
              <p:spPr>
                <a:xfrm>
                  <a:off x="6631196" y="532230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63" name="Google Shape;1163;p14"/>
                <p:cNvCxnSpPr/>
                <p:nvPr/>
              </p:nvCxnSpPr>
              <p:spPr>
                <a:xfrm>
                  <a:off x="6632784" y="53873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64" name="Google Shape;1164;p14"/>
                <p:cNvCxnSpPr/>
                <p:nvPr/>
              </p:nvCxnSpPr>
              <p:spPr>
                <a:xfrm rot="10800000">
                  <a:off x="6632784" y="4531727"/>
                  <a:ext cx="58737" cy="0"/>
                </a:xfrm>
                <a:prstGeom prst="straightConnector1">
                  <a:avLst/>
                </a:prstGeom>
                <a:noFill/>
                <a:ln cap="flat" cmpd="sng" w="222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1165" name="Google Shape;1165;p14"/>
                <p:cNvGrpSpPr/>
                <p:nvPr/>
              </p:nvGrpSpPr>
              <p:grpSpPr>
                <a:xfrm>
                  <a:off x="6434171" y="4488570"/>
                  <a:ext cx="224203" cy="179034"/>
                  <a:chOff x="3668110" y="2448910"/>
                  <a:chExt cx="3794234" cy="2165130"/>
                </a:xfrm>
              </p:grpSpPr>
              <p:sp>
                <p:nvSpPr>
                  <p:cNvPr id="1166" name="Google Shape;1166;p14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67" name="Google Shape;1167;p14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1168" name="Google Shape;1168;p14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933" name="Google Shape;933;p14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69" name="Google Shape;1169;p14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70" name="Google Shape;1170;p14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71" name="Google Shape;1171;p14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sp>
            <p:nvSpPr>
              <p:cNvPr id="1172" name="Google Shape;1172;p14"/>
              <p:cNvSpPr txBox="1"/>
              <p:nvPr/>
            </p:nvSpPr>
            <p:spPr>
              <a:xfrm>
                <a:off x="7327436" y="4173759"/>
                <a:ext cx="34336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…</a:t>
                </a:r>
                <a:endParaRPr/>
              </a:p>
            </p:txBody>
          </p:sp>
          <p:sp>
            <p:nvSpPr>
              <p:cNvPr id="1173" name="Google Shape;1173;p14"/>
              <p:cNvSpPr txBox="1"/>
              <p:nvPr/>
            </p:nvSpPr>
            <p:spPr>
              <a:xfrm>
                <a:off x="7423103" y="4980255"/>
                <a:ext cx="34336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…</a:t>
                </a:r>
                <a:endParaRPr/>
              </a:p>
            </p:txBody>
          </p:sp>
        </p:grpSp>
        <p:grpSp>
          <p:nvGrpSpPr>
            <p:cNvPr id="1174" name="Google Shape;1174;p14"/>
            <p:cNvGrpSpPr/>
            <p:nvPr/>
          </p:nvGrpSpPr>
          <p:grpSpPr>
            <a:xfrm>
              <a:off x="977155" y="3550503"/>
              <a:ext cx="914400" cy="479686"/>
              <a:chOff x="3668110" y="2448910"/>
              <a:chExt cx="3794234" cy="2165130"/>
            </a:xfrm>
          </p:grpSpPr>
          <p:sp>
            <p:nvSpPr>
              <p:cNvPr id="1175" name="Google Shape;1175;p14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2" name="Google Shape;402;p14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176" name="Google Shape;1176;p14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177" name="Google Shape;1177;p14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78" name="Google Shape;1178;p14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79" name="Google Shape;1179;p14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0" name="Google Shape;1180;p14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181" name="Google Shape;1181;p14"/>
            <p:cNvGrpSpPr/>
            <p:nvPr/>
          </p:nvGrpSpPr>
          <p:grpSpPr>
            <a:xfrm>
              <a:off x="2554943" y="3564953"/>
              <a:ext cx="914400" cy="479686"/>
              <a:chOff x="3668110" y="2448910"/>
              <a:chExt cx="3794234" cy="2165130"/>
            </a:xfrm>
          </p:grpSpPr>
          <p:sp>
            <p:nvSpPr>
              <p:cNvPr id="1182" name="Google Shape;1182;p14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3" name="Google Shape;1183;p14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184" name="Google Shape;1184;p14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185" name="Google Shape;1185;p14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6" name="Google Shape;1186;p14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7" name="Google Shape;1187;p14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8" name="Google Shape;1188;p14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189" name="Google Shape;1189;p14"/>
            <p:cNvGrpSpPr/>
            <p:nvPr/>
          </p:nvGrpSpPr>
          <p:grpSpPr>
            <a:xfrm>
              <a:off x="4132731" y="3579403"/>
              <a:ext cx="914400" cy="479686"/>
              <a:chOff x="3668110" y="2448910"/>
              <a:chExt cx="3794234" cy="2165130"/>
            </a:xfrm>
          </p:grpSpPr>
          <p:sp>
            <p:nvSpPr>
              <p:cNvPr id="1190" name="Google Shape;1190;p14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1" name="Google Shape;1191;p14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192" name="Google Shape;1192;p14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193" name="Google Shape;1193;p14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4" name="Google Shape;1194;p14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5" name="Google Shape;1195;p14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6" name="Google Shape;1196;p14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15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Datacenter networks: network elements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3" name="Google Shape;1203;p15"/>
          <p:cNvSpPr txBox="1"/>
          <p:nvPr>
            <p:ph idx="12" type="sldNum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4" name="Google Shape;120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39034" y="1653147"/>
            <a:ext cx="8440271" cy="4747652"/>
          </a:xfrm>
          <a:prstGeom prst="rect">
            <a:avLst/>
          </a:prstGeom>
          <a:noFill/>
          <a:ln>
            <a:noFill/>
          </a:ln>
        </p:spPr>
      </p:pic>
      <p:sp>
        <p:nvSpPr>
          <p:cNvPr id="1205" name="Google Shape;1205;p15"/>
          <p:cNvSpPr txBox="1"/>
          <p:nvPr/>
        </p:nvSpPr>
        <p:spPr>
          <a:xfrm>
            <a:off x="874058" y="1371600"/>
            <a:ext cx="669003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Facebook F16 data center network topology:</a:t>
            </a:r>
            <a:endParaRPr/>
          </a:p>
        </p:txBody>
      </p:sp>
      <p:sp>
        <p:nvSpPr>
          <p:cNvPr id="1206" name="Google Shape;1206;p15"/>
          <p:cNvSpPr txBox="1"/>
          <p:nvPr/>
        </p:nvSpPr>
        <p:spPr>
          <a:xfrm>
            <a:off x="1905000" y="6252882"/>
            <a:ext cx="82143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https://engineering.fb.com/data-center-engineering/f16-minipack/    (posted 3/2019)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16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Datacenter networks: multipath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3" name="Google Shape;1213;p16"/>
          <p:cNvSpPr txBox="1"/>
          <p:nvPr>
            <p:ph idx="12" type="sldNum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14" name="Google Shape;1214;p16"/>
          <p:cNvGrpSpPr/>
          <p:nvPr/>
        </p:nvGrpSpPr>
        <p:grpSpPr>
          <a:xfrm>
            <a:off x="1358152" y="2378040"/>
            <a:ext cx="9601201" cy="4184782"/>
            <a:chOff x="1344706" y="2006080"/>
            <a:chExt cx="6858000" cy="2801542"/>
          </a:xfrm>
        </p:grpSpPr>
        <p:pic>
          <p:nvPicPr>
            <p:cNvPr id="1215" name="Google Shape;1215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344706" y="2006080"/>
              <a:ext cx="6858000" cy="27740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6" name="Google Shape;1216;p16"/>
            <p:cNvSpPr/>
            <p:nvPr/>
          </p:nvSpPr>
          <p:spPr>
            <a:xfrm>
              <a:off x="1562964" y="3208452"/>
              <a:ext cx="5345622" cy="22643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17" name="Google Shape;1217;p16"/>
            <p:cNvGrpSpPr/>
            <p:nvPr/>
          </p:nvGrpSpPr>
          <p:grpSpPr>
            <a:xfrm>
              <a:off x="1707882" y="3208452"/>
              <a:ext cx="1877813" cy="232782"/>
              <a:chOff x="430412" y="3248793"/>
              <a:chExt cx="1877813" cy="232782"/>
            </a:xfrm>
          </p:grpSpPr>
          <p:cxnSp>
            <p:nvCxnSpPr>
              <p:cNvPr id="1218" name="Google Shape;1218;p16"/>
              <p:cNvCxnSpPr/>
              <p:nvPr/>
            </p:nvCxnSpPr>
            <p:spPr>
              <a:xfrm flipH="1" rot="10800000">
                <a:off x="430412" y="3248793"/>
                <a:ext cx="1738110" cy="22643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19" name="Google Shape;1219;p16"/>
              <p:cNvCxnSpPr/>
              <p:nvPr/>
            </p:nvCxnSpPr>
            <p:spPr>
              <a:xfrm flipH="1" rot="10800000">
                <a:off x="760625" y="3248793"/>
                <a:ext cx="1439650" cy="23278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20" name="Google Shape;1220;p16"/>
              <p:cNvCxnSpPr/>
              <p:nvPr/>
            </p:nvCxnSpPr>
            <p:spPr>
              <a:xfrm flipH="1" rot="10800000">
                <a:off x="1098582" y="3248793"/>
                <a:ext cx="1146632" cy="22643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21" name="Google Shape;1221;p16"/>
              <p:cNvCxnSpPr/>
              <p:nvPr/>
            </p:nvCxnSpPr>
            <p:spPr>
              <a:xfrm flipH="1" rot="10800000">
                <a:off x="1465090" y="3248793"/>
                <a:ext cx="843135" cy="22643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222" name="Google Shape;1222;p16"/>
            <p:cNvGrpSpPr/>
            <p:nvPr/>
          </p:nvGrpSpPr>
          <p:grpSpPr>
            <a:xfrm>
              <a:off x="3101707" y="3208452"/>
              <a:ext cx="1877813" cy="232782"/>
              <a:chOff x="430412" y="3248793"/>
              <a:chExt cx="1877813" cy="232782"/>
            </a:xfrm>
          </p:grpSpPr>
          <p:cxnSp>
            <p:nvCxnSpPr>
              <p:cNvPr id="1223" name="Google Shape;1223;p16"/>
              <p:cNvCxnSpPr/>
              <p:nvPr/>
            </p:nvCxnSpPr>
            <p:spPr>
              <a:xfrm flipH="1" rot="10800000">
                <a:off x="430412" y="3248793"/>
                <a:ext cx="1738110" cy="22643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24" name="Google Shape;1224;p16"/>
              <p:cNvCxnSpPr/>
              <p:nvPr/>
            </p:nvCxnSpPr>
            <p:spPr>
              <a:xfrm flipH="1" rot="10800000">
                <a:off x="760625" y="3248793"/>
                <a:ext cx="1439650" cy="23278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25" name="Google Shape;1225;p16"/>
              <p:cNvCxnSpPr/>
              <p:nvPr/>
            </p:nvCxnSpPr>
            <p:spPr>
              <a:xfrm flipH="1" rot="10800000">
                <a:off x="1098582" y="3248793"/>
                <a:ext cx="1146632" cy="22643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26" name="Google Shape;1226;p16"/>
              <p:cNvCxnSpPr/>
              <p:nvPr/>
            </p:nvCxnSpPr>
            <p:spPr>
              <a:xfrm flipH="1" rot="10800000">
                <a:off x="1465090" y="3248793"/>
                <a:ext cx="843135" cy="22643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227" name="Google Shape;1227;p16"/>
            <p:cNvGrpSpPr/>
            <p:nvPr/>
          </p:nvGrpSpPr>
          <p:grpSpPr>
            <a:xfrm>
              <a:off x="4495532" y="3211627"/>
              <a:ext cx="1877813" cy="232782"/>
              <a:chOff x="430412" y="3248793"/>
              <a:chExt cx="1877813" cy="232782"/>
            </a:xfrm>
          </p:grpSpPr>
          <p:cxnSp>
            <p:nvCxnSpPr>
              <p:cNvPr id="1228" name="Google Shape;1228;p16"/>
              <p:cNvCxnSpPr/>
              <p:nvPr/>
            </p:nvCxnSpPr>
            <p:spPr>
              <a:xfrm flipH="1" rot="10800000">
                <a:off x="430412" y="3248793"/>
                <a:ext cx="1738110" cy="22643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29" name="Google Shape;1229;p16"/>
              <p:cNvCxnSpPr/>
              <p:nvPr/>
            </p:nvCxnSpPr>
            <p:spPr>
              <a:xfrm flipH="1" rot="10800000">
                <a:off x="760625" y="3248793"/>
                <a:ext cx="1439650" cy="23278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30" name="Google Shape;1230;p16"/>
              <p:cNvCxnSpPr/>
              <p:nvPr/>
            </p:nvCxnSpPr>
            <p:spPr>
              <a:xfrm flipH="1" rot="10800000">
                <a:off x="1098582" y="3248793"/>
                <a:ext cx="1146632" cy="22643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31" name="Google Shape;1231;p16"/>
              <p:cNvCxnSpPr/>
              <p:nvPr/>
            </p:nvCxnSpPr>
            <p:spPr>
              <a:xfrm flipH="1" rot="10800000">
                <a:off x="1465090" y="3248793"/>
                <a:ext cx="843135" cy="22643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232" name="Google Shape;1232;p16"/>
            <p:cNvGrpSpPr/>
            <p:nvPr/>
          </p:nvGrpSpPr>
          <p:grpSpPr>
            <a:xfrm>
              <a:off x="1612076" y="3208452"/>
              <a:ext cx="1043898" cy="232783"/>
              <a:chOff x="334606" y="3248793"/>
              <a:chExt cx="1043898" cy="232783"/>
            </a:xfrm>
          </p:grpSpPr>
          <p:cxnSp>
            <p:nvCxnSpPr>
              <p:cNvPr id="1233" name="Google Shape;1233;p16"/>
              <p:cNvCxnSpPr/>
              <p:nvPr/>
            </p:nvCxnSpPr>
            <p:spPr>
              <a:xfrm flipH="1" rot="10800000">
                <a:off x="334606" y="3248793"/>
                <a:ext cx="623584" cy="23278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34" name="Google Shape;1234;p16"/>
              <p:cNvCxnSpPr/>
              <p:nvPr/>
            </p:nvCxnSpPr>
            <p:spPr>
              <a:xfrm flipH="1" rot="10800000">
                <a:off x="684422" y="3248793"/>
                <a:ext cx="304005" cy="22643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35" name="Google Shape;1235;p16"/>
              <p:cNvCxnSpPr/>
              <p:nvPr/>
            </p:nvCxnSpPr>
            <p:spPr>
              <a:xfrm rot="10800000">
                <a:off x="1020687" y="3251968"/>
                <a:ext cx="18156" cy="2230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36" name="Google Shape;1236;p16"/>
              <p:cNvCxnSpPr/>
              <p:nvPr/>
            </p:nvCxnSpPr>
            <p:spPr>
              <a:xfrm rot="10800000">
                <a:off x="1050169" y="3251968"/>
                <a:ext cx="328335" cy="22960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237" name="Google Shape;1237;p16"/>
            <p:cNvGrpSpPr/>
            <p:nvPr/>
          </p:nvGrpSpPr>
          <p:grpSpPr>
            <a:xfrm>
              <a:off x="3019745" y="3208452"/>
              <a:ext cx="1043898" cy="232783"/>
              <a:chOff x="334606" y="3248793"/>
              <a:chExt cx="1043898" cy="232783"/>
            </a:xfrm>
          </p:grpSpPr>
          <p:cxnSp>
            <p:nvCxnSpPr>
              <p:cNvPr id="1238" name="Google Shape;1238;p16"/>
              <p:cNvCxnSpPr/>
              <p:nvPr/>
            </p:nvCxnSpPr>
            <p:spPr>
              <a:xfrm flipH="1" rot="10800000">
                <a:off x="334606" y="3248793"/>
                <a:ext cx="623584" cy="23278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39" name="Google Shape;1239;p16"/>
              <p:cNvCxnSpPr/>
              <p:nvPr/>
            </p:nvCxnSpPr>
            <p:spPr>
              <a:xfrm flipH="1" rot="10800000">
                <a:off x="684422" y="3248793"/>
                <a:ext cx="304005" cy="22643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40" name="Google Shape;1240;p16"/>
              <p:cNvCxnSpPr/>
              <p:nvPr/>
            </p:nvCxnSpPr>
            <p:spPr>
              <a:xfrm rot="10800000">
                <a:off x="1020687" y="3251968"/>
                <a:ext cx="18156" cy="2230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41" name="Google Shape;1241;p16"/>
              <p:cNvCxnSpPr/>
              <p:nvPr/>
            </p:nvCxnSpPr>
            <p:spPr>
              <a:xfrm rot="10800000">
                <a:off x="1050169" y="3251968"/>
                <a:ext cx="328335" cy="22960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242" name="Google Shape;1242;p16"/>
            <p:cNvGrpSpPr/>
            <p:nvPr/>
          </p:nvGrpSpPr>
          <p:grpSpPr>
            <a:xfrm>
              <a:off x="4427414" y="3208452"/>
              <a:ext cx="1043898" cy="232783"/>
              <a:chOff x="334606" y="3248793"/>
              <a:chExt cx="1043898" cy="232783"/>
            </a:xfrm>
          </p:grpSpPr>
          <p:cxnSp>
            <p:nvCxnSpPr>
              <p:cNvPr id="1243" name="Google Shape;1243;p16"/>
              <p:cNvCxnSpPr/>
              <p:nvPr/>
            </p:nvCxnSpPr>
            <p:spPr>
              <a:xfrm flipH="1" rot="10800000">
                <a:off x="334606" y="3248793"/>
                <a:ext cx="623584" cy="23278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44" name="Google Shape;1244;p16"/>
              <p:cNvCxnSpPr/>
              <p:nvPr/>
            </p:nvCxnSpPr>
            <p:spPr>
              <a:xfrm flipH="1" rot="10800000">
                <a:off x="684422" y="3248793"/>
                <a:ext cx="304005" cy="22643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45" name="Google Shape;1245;p16"/>
              <p:cNvCxnSpPr/>
              <p:nvPr/>
            </p:nvCxnSpPr>
            <p:spPr>
              <a:xfrm rot="10800000">
                <a:off x="1020687" y="3251968"/>
                <a:ext cx="18156" cy="2230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46" name="Google Shape;1246;p16"/>
              <p:cNvCxnSpPr/>
              <p:nvPr/>
            </p:nvCxnSpPr>
            <p:spPr>
              <a:xfrm rot="10800000">
                <a:off x="1050169" y="3251968"/>
                <a:ext cx="328335" cy="22960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247" name="Google Shape;1247;p16"/>
            <p:cNvGrpSpPr/>
            <p:nvPr/>
          </p:nvGrpSpPr>
          <p:grpSpPr>
            <a:xfrm>
              <a:off x="5835083" y="3208452"/>
              <a:ext cx="1043898" cy="232783"/>
              <a:chOff x="334606" y="3248793"/>
              <a:chExt cx="1043898" cy="232783"/>
            </a:xfrm>
          </p:grpSpPr>
          <p:cxnSp>
            <p:nvCxnSpPr>
              <p:cNvPr id="1248" name="Google Shape;1248;p16"/>
              <p:cNvCxnSpPr/>
              <p:nvPr/>
            </p:nvCxnSpPr>
            <p:spPr>
              <a:xfrm flipH="1" rot="10800000">
                <a:off x="334606" y="3248793"/>
                <a:ext cx="623584" cy="23278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49" name="Google Shape;1249;p16"/>
              <p:cNvCxnSpPr/>
              <p:nvPr/>
            </p:nvCxnSpPr>
            <p:spPr>
              <a:xfrm flipH="1" rot="10800000">
                <a:off x="684422" y="3248793"/>
                <a:ext cx="304005" cy="22643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50" name="Google Shape;1250;p16"/>
              <p:cNvCxnSpPr/>
              <p:nvPr/>
            </p:nvCxnSpPr>
            <p:spPr>
              <a:xfrm rot="10800000">
                <a:off x="1020687" y="3251968"/>
                <a:ext cx="18156" cy="2230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51" name="Google Shape;1251;p16"/>
              <p:cNvCxnSpPr/>
              <p:nvPr/>
            </p:nvCxnSpPr>
            <p:spPr>
              <a:xfrm rot="10800000">
                <a:off x="1050169" y="3251968"/>
                <a:ext cx="328335" cy="22960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252" name="Google Shape;1252;p16"/>
            <p:cNvCxnSpPr/>
            <p:nvPr/>
          </p:nvCxnSpPr>
          <p:spPr>
            <a:xfrm rot="10800000">
              <a:off x="2038095" y="3208452"/>
              <a:ext cx="3938756" cy="22619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53" name="Google Shape;1253;p16"/>
            <p:cNvCxnSpPr/>
            <p:nvPr/>
          </p:nvCxnSpPr>
          <p:spPr>
            <a:xfrm rot="10800000">
              <a:off x="2103840" y="3208452"/>
              <a:ext cx="4173610" cy="22619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54" name="Google Shape;1254;p16"/>
            <p:cNvCxnSpPr/>
            <p:nvPr/>
          </p:nvCxnSpPr>
          <p:spPr>
            <a:xfrm rot="10800000">
              <a:off x="2163497" y="3208452"/>
              <a:ext cx="4839817" cy="23595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55" name="Google Shape;1255;p16"/>
            <p:cNvCxnSpPr/>
            <p:nvPr/>
          </p:nvCxnSpPr>
          <p:spPr>
            <a:xfrm rot="10800000">
              <a:off x="2136799" y="3211627"/>
              <a:ext cx="4507481" cy="22643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256" name="Google Shape;1256;p16"/>
            <p:cNvSpPr txBox="1"/>
            <p:nvPr/>
          </p:nvSpPr>
          <p:spPr>
            <a:xfrm>
              <a:off x="4400143" y="4218034"/>
              <a:ext cx="243163" cy="226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/>
            </a:p>
          </p:txBody>
        </p:sp>
        <p:sp>
          <p:nvSpPr>
            <p:cNvPr id="1257" name="Google Shape;1257;p16"/>
            <p:cNvSpPr txBox="1"/>
            <p:nvPr/>
          </p:nvSpPr>
          <p:spPr>
            <a:xfrm>
              <a:off x="4715567" y="4218848"/>
              <a:ext cx="312906" cy="226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1258" name="Google Shape;1258;p16"/>
            <p:cNvSpPr txBox="1"/>
            <p:nvPr/>
          </p:nvSpPr>
          <p:spPr>
            <a:xfrm>
              <a:off x="5068973" y="4220999"/>
              <a:ext cx="301660" cy="226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11</a:t>
              </a:r>
              <a:endParaRPr/>
            </a:p>
          </p:txBody>
        </p:sp>
        <p:sp>
          <p:nvSpPr>
            <p:cNvPr id="1259" name="Google Shape;1259;p16"/>
            <p:cNvSpPr txBox="1"/>
            <p:nvPr/>
          </p:nvSpPr>
          <p:spPr>
            <a:xfrm>
              <a:off x="5433769" y="4217456"/>
              <a:ext cx="312906" cy="226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/>
            </a:p>
          </p:txBody>
        </p:sp>
        <p:sp>
          <p:nvSpPr>
            <p:cNvPr id="1260" name="Google Shape;1260;p16"/>
            <p:cNvSpPr txBox="1"/>
            <p:nvPr/>
          </p:nvSpPr>
          <p:spPr>
            <a:xfrm>
              <a:off x="5792870" y="4213911"/>
              <a:ext cx="301660" cy="226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13</a:t>
              </a:r>
              <a:endParaRPr/>
            </a:p>
          </p:txBody>
        </p:sp>
        <p:sp>
          <p:nvSpPr>
            <p:cNvPr id="1261" name="Google Shape;1261;p16"/>
            <p:cNvSpPr txBox="1"/>
            <p:nvPr/>
          </p:nvSpPr>
          <p:spPr>
            <a:xfrm>
              <a:off x="6151971" y="4216061"/>
              <a:ext cx="312906" cy="226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14</a:t>
              </a:r>
              <a:endParaRPr/>
            </a:p>
          </p:txBody>
        </p:sp>
        <p:sp>
          <p:nvSpPr>
            <p:cNvPr id="1262" name="Google Shape;1262;p16"/>
            <p:cNvSpPr txBox="1"/>
            <p:nvPr/>
          </p:nvSpPr>
          <p:spPr>
            <a:xfrm>
              <a:off x="6511072" y="4212518"/>
              <a:ext cx="301660" cy="226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15</a:t>
              </a:r>
              <a:endParaRPr/>
            </a:p>
          </p:txBody>
        </p:sp>
        <p:sp>
          <p:nvSpPr>
            <p:cNvPr id="1263" name="Google Shape;1263;p16"/>
            <p:cNvSpPr txBox="1"/>
            <p:nvPr/>
          </p:nvSpPr>
          <p:spPr>
            <a:xfrm>
              <a:off x="6858783" y="4208974"/>
              <a:ext cx="301660" cy="226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16</a:t>
              </a:r>
              <a:endParaRPr/>
            </a:p>
          </p:txBody>
        </p:sp>
        <p:sp>
          <p:nvSpPr>
            <p:cNvPr id="1264" name="Google Shape;1264;p16"/>
            <p:cNvSpPr txBox="1"/>
            <p:nvPr/>
          </p:nvSpPr>
          <p:spPr>
            <a:xfrm>
              <a:off x="1517707" y="4498556"/>
              <a:ext cx="5921569" cy="30906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two </a:t>
              </a:r>
              <a:r>
                <a:rPr b="0" i="0" lang="en-US" sz="2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disjoint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paths highlighted between racks 1 and 11</a:t>
              </a:r>
              <a:endParaRPr/>
            </a:p>
          </p:txBody>
        </p:sp>
        <p:sp>
          <p:nvSpPr>
            <p:cNvPr id="1265" name="Google Shape;1265;p16"/>
            <p:cNvSpPr/>
            <p:nvPr/>
          </p:nvSpPr>
          <p:spPr>
            <a:xfrm>
              <a:off x="1624856" y="2465450"/>
              <a:ext cx="3485236" cy="973841"/>
            </a:xfrm>
            <a:custGeom>
              <a:rect b="b" l="l" r="r" t="t"/>
              <a:pathLst>
                <a:path extrusionOk="0" h="973841" w="3485236">
                  <a:moveTo>
                    <a:pt x="0" y="973841"/>
                  </a:moveTo>
                  <a:lnTo>
                    <a:pt x="569482" y="757432"/>
                  </a:lnTo>
                  <a:cubicBezTo>
                    <a:pt x="569482" y="504955"/>
                    <a:pt x="569483" y="252477"/>
                    <a:pt x="569483" y="0"/>
                  </a:cubicBezTo>
                  <a:lnTo>
                    <a:pt x="3211885" y="569497"/>
                  </a:lnTo>
                  <a:lnTo>
                    <a:pt x="3468152" y="734652"/>
                  </a:lnTo>
                  <a:lnTo>
                    <a:pt x="3485236" y="973841"/>
                  </a:lnTo>
                </a:path>
              </a:pathLst>
            </a:custGeom>
            <a:noFill/>
            <a:ln cap="flat" cmpd="sng" w="444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6" name="Google Shape;1266;p16"/>
            <p:cNvSpPr/>
            <p:nvPr/>
          </p:nvSpPr>
          <p:spPr>
            <a:xfrm>
              <a:off x="1715628" y="2483588"/>
              <a:ext cx="4584339" cy="973842"/>
            </a:xfrm>
            <a:custGeom>
              <a:rect b="b" l="l" r="r" t="t"/>
              <a:pathLst>
                <a:path extrusionOk="0" h="973842" w="4584339">
                  <a:moveTo>
                    <a:pt x="0" y="973842"/>
                  </a:moveTo>
                  <a:lnTo>
                    <a:pt x="1873598" y="649228"/>
                  </a:lnTo>
                  <a:cubicBezTo>
                    <a:pt x="1873598" y="396751"/>
                    <a:pt x="1884989" y="252477"/>
                    <a:pt x="1884989" y="0"/>
                  </a:cubicBezTo>
                  <a:lnTo>
                    <a:pt x="4572949" y="569497"/>
                  </a:lnTo>
                  <a:lnTo>
                    <a:pt x="4584339" y="728958"/>
                  </a:lnTo>
                  <a:lnTo>
                    <a:pt x="3451066" y="939672"/>
                  </a:lnTo>
                </a:path>
              </a:pathLst>
            </a:custGeom>
            <a:noFill/>
            <a:ln cap="flat" cmpd="sng" w="539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7" name="Google Shape;1267;p16"/>
          <p:cNvSpPr txBox="1"/>
          <p:nvPr/>
        </p:nvSpPr>
        <p:spPr>
          <a:xfrm>
            <a:off x="935691" y="1287837"/>
            <a:ext cx="11256309" cy="1799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9400" lvl="0" marL="279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rich interconnection among switches, racks:</a:t>
            </a:r>
            <a:endParaRPr/>
          </a:p>
          <a:p>
            <a:pPr indent="-223837" lvl="1" marL="681038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increased throughput between racks (multiple routing paths possible)</a:t>
            </a:r>
            <a:endParaRPr/>
          </a:p>
          <a:p>
            <a:pPr indent="-223837" lvl="1" marL="681038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increased reliability via redundancy</a:t>
            </a:r>
            <a:endParaRPr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1" sz="3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268" name="Google Shape;1268;p16"/>
          <p:cNvGrpSpPr/>
          <p:nvPr/>
        </p:nvGrpSpPr>
        <p:grpSpPr>
          <a:xfrm>
            <a:off x="2334159" y="2821994"/>
            <a:ext cx="610209" cy="346402"/>
            <a:chOff x="3668110" y="2448910"/>
            <a:chExt cx="3794234" cy="2165130"/>
          </a:xfrm>
        </p:grpSpPr>
        <p:sp>
          <p:nvSpPr>
            <p:cNvPr id="1269" name="Google Shape;1269;p1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0" name="Google Shape;1270;p1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71" name="Google Shape;1271;p1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272" name="Google Shape;1272;p1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3" name="Google Shape;1273;p1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4" name="Google Shape;1274;p1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5" name="Google Shape;1275;p1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76" name="Google Shape;1276;p16"/>
          <p:cNvGrpSpPr/>
          <p:nvPr/>
        </p:nvGrpSpPr>
        <p:grpSpPr>
          <a:xfrm>
            <a:off x="4287927" y="2823518"/>
            <a:ext cx="610209" cy="346402"/>
            <a:chOff x="3668110" y="2448910"/>
            <a:chExt cx="3794234" cy="2165130"/>
          </a:xfrm>
        </p:grpSpPr>
        <p:sp>
          <p:nvSpPr>
            <p:cNvPr id="1277" name="Google Shape;1277;p1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8" name="Google Shape;1278;p1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79" name="Google Shape;1279;p1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280" name="Google Shape;1280;p1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1" name="Google Shape;1281;p1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2" name="Google Shape;1282;p1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3" name="Google Shape;1283;p1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84" name="Google Shape;1284;p16"/>
          <p:cNvGrpSpPr/>
          <p:nvPr/>
        </p:nvGrpSpPr>
        <p:grpSpPr>
          <a:xfrm>
            <a:off x="6241695" y="2825042"/>
            <a:ext cx="610209" cy="346402"/>
            <a:chOff x="3668110" y="2448910"/>
            <a:chExt cx="3794234" cy="2165130"/>
          </a:xfrm>
        </p:grpSpPr>
        <p:sp>
          <p:nvSpPr>
            <p:cNvPr id="1285" name="Google Shape;1285;p1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6" name="Google Shape;1286;p1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87" name="Google Shape;1287;p1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288" name="Google Shape;1288;p1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9" name="Google Shape;1289;p1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0" name="Google Shape;1290;p1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1" name="Google Shape;1291;p1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92" name="Google Shape;1292;p16"/>
          <p:cNvGrpSpPr/>
          <p:nvPr/>
        </p:nvGrpSpPr>
        <p:grpSpPr>
          <a:xfrm>
            <a:off x="8218323" y="2826566"/>
            <a:ext cx="610209" cy="346402"/>
            <a:chOff x="3668110" y="2448910"/>
            <a:chExt cx="3794234" cy="2165130"/>
          </a:xfrm>
        </p:grpSpPr>
        <p:sp>
          <p:nvSpPr>
            <p:cNvPr id="1293" name="Google Shape;1293;p1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4" name="Google Shape;1294;p1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95" name="Google Shape;1295;p1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296" name="Google Shape;1296;p1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7" name="Google Shape;1297;p1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8" name="Google Shape;1298;p1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9" name="Google Shape;1299;p1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00" name="Google Shape;1300;p16"/>
          <p:cNvGrpSpPr/>
          <p:nvPr/>
        </p:nvGrpSpPr>
        <p:grpSpPr>
          <a:xfrm>
            <a:off x="2367687" y="3863340"/>
            <a:ext cx="549249" cy="301752"/>
            <a:chOff x="3668110" y="2448910"/>
            <a:chExt cx="3794234" cy="2165130"/>
          </a:xfrm>
        </p:grpSpPr>
        <p:sp>
          <p:nvSpPr>
            <p:cNvPr id="1301" name="Google Shape;1301;p1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2" name="Google Shape;1302;p1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03" name="Google Shape;1303;p1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304" name="Google Shape;1304;p1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5" name="Google Shape;1305;p1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6" name="Google Shape;1306;p1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7" name="Google Shape;1307;p1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08" name="Google Shape;1308;p16"/>
          <p:cNvGrpSpPr/>
          <p:nvPr/>
        </p:nvGrpSpPr>
        <p:grpSpPr>
          <a:xfrm>
            <a:off x="4316883" y="3875986"/>
            <a:ext cx="549249" cy="301752"/>
            <a:chOff x="3668110" y="2448910"/>
            <a:chExt cx="3794234" cy="2165130"/>
          </a:xfrm>
        </p:grpSpPr>
        <p:sp>
          <p:nvSpPr>
            <p:cNvPr id="1309" name="Google Shape;1309;p1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0" name="Google Shape;1310;p1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11" name="Google Shape;1311;p1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312" name="Google Shape;1312;p1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3" name="Google Shape;1313;p1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4" name="Google Shape;1314;p1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5" name="Google Shape;1315;p1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16" name="Google Shape;1316;p16"/>
          <p:cNvGrpSpPr/>
          <p:nvPr/>
        </p:nvGrpSpPr>
        <p:grpSpPr>
          <a:xfrm>
            <a:off x="6316371" y="3879488"/>
            <a:ext cx="549249" cy="301752"/>
            <a:chOff x="3668110" y="2448910"/>
            <a:chExt cx="3794234" cy="2165130"/>
          </a:xfrm>
        </p:grpSpPr>
        <p:sp>
          <p:nvSpPr>
            <p:cNvPr id="1317" name="Google Shape;1317;p1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8" name="Google Shape;1318;p1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19" name="Google Shape;1319;p1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320" name="Google Shape;1320;p1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1" name="Google Shape;1321;p1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2" name="Google Shape;1322;p1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3" name="Google Shape;1323;p1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24" name="Google Shape;1324;p16"/>
          <p:cNvGrpSpPr/>
          <p:nvPr/>
        </p:nvGrpSpPr>
        <p:grpSpPr>
          <a:xfrm>
            <a:off x="8279283" y="3887562"/>
            <a:ext cx="549249" cy="301752"/>
            <a:chOff x="3668110" y="2448910"/>
            <a:chExt cx="3794234" cy="2165130"/>
          </a:xfrm>
        </p:grpSpPr>
        <p:sp>
          <p:nvSpPr>
            <p:cNvPr id="1325" name="Google Shape;1325;p1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6" name="Google Shape;1326;p1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27" name="Google Shape;1327;p1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328" name="Google Shape;1328;p1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9" name="Google Shape;1329;p1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0" name="Google Shape;1330;p1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1" name="Google Shape;1331;p1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32" name="Google Shape;1332;p16"/>
          <p:cNvGrpSpPr/>
          <p:nvPr/>
        </p:nvGrpSpPr>
        <p:grpSpPr>
          <a:xfrm>
            <a:off x="1695279" y="4542558"/>
            <a:ext cx="389682" cy="227238"/>
            <a:chOff x="3668110" y="2448910"/>
            <a:chExt cx="3794234" cy="2165130"/>
          </a:xfrm>
        </p:grpSpPr>
        <p:sp>
          <p:nvSpPr>
            <p:cNvPr id="1333" name="Google Shape;1333;p1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4" name="Google Shape;1334;p1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35" name="Google Shape;1335;p1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336" name="Google Shape;1336;p1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7" name="Google Shape;1337;p1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8" name="Google Shape;1338;p1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9" name="Google Shape;1339;p1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40" name="Google Shape;1340;p16"/>
          <p:cNvGrpSpPr/>
          <p:nvPr/>
        </p:nvGrpSpPr>
        <p:grpSpPr>
          <a:xfrm>
            <a:off x="2185175" y="4543504"/>
            <a:ext cx="389682" cy="227238"/>
            <a:chOff x="3668110" y="2448910"/>
            <a:chExt cx="3794234" cy="2165130"/>
          </a:xfrm>
        </p:grpSpPr>
        <p:sp>
          <p:nvSpPr>
            <p:cNvPr id="1341" name="Google Shape;1341;p1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2" name="Google Shape;1342;p1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43" name="Google Shape;1343;p1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344" name="Google Shape;1344;p1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5" name="Google Shape;1345;p1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6" name="Google Shape;1346;p1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7" name="Google Shape;1347;p1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48" name="Google Shape;1348;p16"/>
          <p:cNvGrpSpPr/>
          <p:nvPr/>
        </p:nvGrpSpPr>
        <p:grpSpPr>
          <a:xfrm>
            <a:off x="2678246" y="4544450"/>
            <a:ext cx="389682" cy="227238"/>
            <a:chOff x="3668110" y="2448910"/>
            <a:chExt cx="3794234" cy="2165130"/>
          </a:xfrm>
        </p:grpSpPr>
        <p:sp>
          <p:nvSpPr>
            <p:cNvPr id="1349" name="Google Shape;1349;p1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0" name="Google Shape;1350;p1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51" name="Google Shape;1351;p1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352" name="Google Shape;1352;p1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3" name="Google Shape;1353;p1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4" name="Google Shape;1354;p1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5" name="Google Shape;1355;p1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56" name="Google Shape;1356;p16"/>
          <p:cNvGrpSpPr/>
          <p:nvPr/>
        </p:nvGrpSpPr>
        <p:grpSpPr>
          <a:xfrm>
            <a:off x="3171317" y="4545396"/>
            <a:ext cx="389682" cy="227238"/>
            <a:chOff x="3668110" y="2448910"/>
            <a:chExt cx="3794234" cy="2165130"/>
          </a:xfrm>
        </p:grpSpPr>
        <p:sp>
          <p:nvSpPr>
            <p:cNvPr id="1357" name="Google Shape;1357;p1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8" name="Google Shape;1358;p1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59" name="Google Shape;1359;p1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360" name="Google Shape;1360;p1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1" name="Google Shape;1361;p1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2" name="Google Shape;1362;p1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3" name="Google Shape;1363;p1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64" name="Google Shape;1364;p16"/>
          <p:cNvGrpSpPr/>
          <p:nvPr/>
        </p:nvGrpSpPr>
        <p:grpSpPr>
          <a:xfrm>
            <a:off x="3664388" y="4546342"/>
            <a:ext cx="389682" cy="227238"/>
            <a:chOff x="3668110" y="2448910"/>
            <a:chExt cx="3794234" cy="2165130"/>
          </a:xfrm>
        </p:grpSpPr>
        <p:sp>
          <p:nvSpPr>
            <p:cNvPr id="1365" name="Google Shape;1365;p1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6" name="Google Shape;1366;p1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67" name="Google Shape;1367;p1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368" name="Google Shape;1368;p1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9" name="Google Shape;1369;p1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0" name="Google Shape;1370;p1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1" name="Google Shape;1371;p1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72" name="Google Shape;1372;p16"/>
          <p:cNvGrpSpPr/>
          <p:nvPr/>
        </p:nvGrpSpPr>
        <p:grpSpPr>
          <a:xfrm>
            <a:off x="4157459" y="4547288"/>
            <a:ext cx="389682" cy="227238"/>
            <a:chOff x="3668110" y="2448910"/>
            <a:chExt cx="3794234" cy="2165130"/>
          </a:xfrm>
        </p:grpSpPr>
        <p:sp>
          <p:nvSpPr>
            <p:cNvPr id="1373" name="Google Shape;1373;p1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4" name="Google Shape;1374;p1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75" name="Google Shape;1375;p1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376" name="Google Shape;1376;p1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7" name="Google Shape;1377;p1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8" name="Google Shape;1378;p1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9" name="Google Shape;1379;p1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80" name="Google Shape;1380;p16"/>
          <p:cNvGrpSpPr/>
          <p:nvPr/>
        </p:nvGrpSpPr>
        <p:grpSpPr>
          <a:xfrm>
            <a:off x="4650530" y="4548234"/>
            <a:ext cx="389682" cy="227238"/>
            <a:chOff x="3668110" y="2448910"/>
            <a:chExt cx="3794234" cy="2165130"/>
          </a:xfrm>
        </p:grpSpPr>
        <p:sp>
          <p:nvSpPr>
            <p:cNvPr id="1381" name="Google Shape;1381;p1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2" name="Google Shape;1382;p1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83" name="Google Shape;1383;p1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384" name="Google Shape;1384;p1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5" name="Google Shape;1385;p1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6" name="Google Shape;1386;p1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7" name="Google Shape;1387;p1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88" name="Google Shape;1388;p16"/>
          <p:cNvGrpSpPr/>
          <p:nvPr/>
        </p:nvGrpSpPr>
        <p:grpSpPr>
          <a:xfrm>
            <a:off x="5143601" y="4549180"/>
            <a:ext cx="389682" cy="227238"/>
            <a:chOff x="3668110" y="2448910"/>
            <a:chExt cx="3794234" cy="2165130"/>
          </a:xfrm>
        </p:grpSpPr>
        <p:sp>
          <p:nvSpPr>
            <p:cNvPr id="1389" name="Google Shape;1389;p1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0" name="Google Shape;1390;p1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91" name="Google Shape;1391;p1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392" name="Google Shape;1392;p1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3" name="Google Shape;1393;p1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4" name="Google Shape;1394;p1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5" name="Google Shape;1395;p1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96" name="Google Shape;1396;p16"/>
          <p:cNvGrpSpPr/>
          <p:nvPr/>
        </p:nvGrpSpPr>
        <p:grpSpPr>
          <a:xfrm>
            <a:off x="5636672" y="4550126"/>
            <a:ext cx="389682" cy="227238"/>
            <a:chOff x="3668110" y="2448910"/>
            <a:chExt cx="3794234" cy="2165130"/>
          </a:xfrm>
        </p:grpSpPr>
        <p:sp>
          <p:nvSpPr>
            <p:cNvPr id="1397" name="Google Shape;1397;p1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8" name="Google Shape;1398;p1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99" name="Google Shape;1399;p1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400" name="Google Shape;1400;p1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1" name="Google Shape;1401;p1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2" name="Google Shape;1402;p1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3" name="Google Shape;1403;p1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404" name="Google Shape;1404;p16"/>
          <p:cNvGrpSpPr/>
          <p:nvPr/>
        </p:nvGrpSpPr>
        <p:grpSpPr>
          <a:xfrm>
            <a:off x="6129743" y="4547897"/>
            <a:ext cx="389682" cy="227238"/>
            <a:chOff x="3668110" y="2448910"/>
            <a:chExt cx="3794234" cy="2165130"/>
          </a:xfrm>
        </p:grpSpPr>
        <p:sp>
          <p:nvSpPr>
            <p:cNvPr id="1405" name="Google Shape;1405;p1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6" name="Google Shape;1406;p1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07" name="Google Shape;1407;p1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408" name="Google Shape;1408;p1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9" name="Google Shape;1409;p1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0" name="Google Shape;1410;p1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1" name="Google Shape;1411;p1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412" name="Google Shape;1412;p16"/>
          <p:cNvGrpSpPr/>
          <p:nvPr/>
        </p:nvGrpSpPr>
        <p:grpSpPr>
          <a:xfrm>
            <a:off x="6622814" y="4545668"/>
            <a:ext cx="389682" cy="227238"/>
            <a:chOff x="3668110" y="2448910"/>
            <a:chExt cx="3794234" cy="2165130"/>
          </a:xfrm>
        </p:grpSpPr>
        <p:sp>
          <p:nvSpPr>
            <p:cNvPr id="1413" name="Google Shape;1413;p1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4" name="Google Shape;1414;p1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15" name="Google Shape;1415;p1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416" name="Google Shape;1416;p1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7" name="Google Shape;1417;p1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8" name="Google Shape;1418;p1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9" name="Google Shape;1419;p1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420" name="Google Shape;1420;p16"/>
          <p:cNvGrpSpPr/>
          <p:nvPr/>
        </p:nvGrpSpPr>
        <p:grpSpPr>
          <a:xfrm>
            <a:off x="7115885" y="4543439"/>
            <a:ext cx="389682" cy="227238"/>
            <a:chOff x="3668110" y="2448910"/>
            <a:chExt cx="3794234" cy="2165130"/>
          </a:xfrm>
        </p:grpSpPr>
        <p:sp>
          <p:nvSpPr>
            <p:cNvPr id="1421" name="Google Shape;1421;p1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2" name="Google Shape;1422;p1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23" name="Google Shape;1423;p1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424" name="Google Shape;1424;p1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5" name="Google Shape;1425;p1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6" name="Google Shape;1426;p1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7" name="Google Shape;1427;p1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428" name="Google Shape;1428;p16"/>
          <p:cNvGrpSpPr/>
          <p:nvPr/>
        </p:nvGrpSpPr>
        <p:grpSpPr>
          <a:xfrm>
            <a:off x="7608956" y="4541210"/>
            <a:ext cx="389682" cy="227238"/>
            <a:chOff x="3668110" y="2448910"/>
            <a:chExt cx="3794234" cy="2165130"/>
          </a:xfrm>
        </p:grpSpPr>
        <p:sp>
          <p:nvSpPr>
            <p:cNvPr id="1429" name="Google Shape;1429;p1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0" name="Google Shape;1430;p1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31" name="Google Shape;1431;p1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432" name="Google Shape;1432;p1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3" name="Google Shape;1433;p1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4" name="Google Shape;1434;p1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5" name="Google Shape;1435;p1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436" name="Google Shape;1436;p16"/>
          <p:cNvGrpSpPr/>
          <p:nvPr/>
        </p:nvGrpSpPr>
        <p:grpSpPr>
          <a:xfrm>
            <a:off x="8102027" y="4538981"/>
            <a:ext cx="389682" cy="227238"/>
            <a:chOff x="3668110" y="2448910"/>
            <a:chExt cx="3794234" cy="2165130"/>
          </a:xfrm>
        </p:grpSpPr>
        <p:sp>
          <p:nvSpPr>
            <p:cNvPr id="1437" name="Google Shape;1437;p1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8" name="Google Shape;1438;p1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39" name="Google Shape;1439;p1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440" name="Google Shape;1440;p1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1" name="Google Shape;1441;p1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2" name="Google Shape;1442;p1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3" name="Google Shape;1443;p1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444" name="Google Shape;1444;p16"/>
          <p:cNvGrpSpPr/>
          <p:nvPr/>
        </p:nvGrpSpPr>
        <p:grpSpPr>
          <a:xfrm>
            <a:off x="8595098" y="4536752"/>
            <a:ext cx="389682" cy="227238"/>
            <a:chOff x="3668110" y="2448910"/>
            <a:chExt cx="3794234" cy="2165130"/>
          </a:xfrm>
        </p:grpSpPr>
        <p:sp>
          <p:nvSpPr>
            <p:cNvPr id="1445" name="Google Shape;1445;p1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6" name="Google Shape;1446;p1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47" name="Google Shape;1447;p1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448" name="Google Shape;1448;p1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9" name="Google Shape;1449;p1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0" name="Google Shape;1450;p1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1" name="Google Shape;1451;p1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452" name="Google Shape;1452;p16"/>
          <p:cNvGrpSpPr/>
          <p:nvPr/>
        </p:nvGrpSpPr>
        <p:grpSpPr>
          <a:xfrm>
            <a:off x="9088169" y="4537698"/>
            <a:ext cx="389682" cy="227238"/>
            <a:chOff x="3668110" y="2448910"/>
            <a:chExt cx="3794234" cy="2165130"/>
          </a:xfrm>
        </p:grpSpPr>
        <p:sp>
          <p:nvSpPr>
            <p:cNvPr id="1453" name="Google Shape;1453;p1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4" name="Google Shape;1454;p1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55" name="Google Shape;1455;p1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456" name="Google Shape;1456;p1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7" name="Google Shape;1457;p1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8" name="Google Shape;1458;p1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9" name="Google Shape;1459;p1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4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5" name="Google Shape;1465;p17"/>
          <p:cNvGrpSpPr/>
          <p:nvPr/>
        </p:nvGrpSpPr>
        <p:grpSpPr>
          <a:xfrm>
            <a:off x="506660" y="2185776"/>
            <a:ext cx="7220908" cy="3872759"/>
            <a:chOff x="628632" y="1621000"/>
            <a:chExt cx="7220908" cy="3872759"/>
          </a:xfrm>
        </p:grpSpPr>
        <p:grpSp>
          <p:nvGrpSpPr>
            <p:cNvPr id="1466" name="Google Shape;1466;p17"/>
            <p:cNvGrpSpPr/>
            <p:nvPr/>
          </p:nvGrpSpPr>
          <p:grpSpPr>
            <a:xfrm>
              <a:off x="1479177" y="1790648"/>
              <a:ext cx="5700821" cy="1085228"/>
              <a:chOff x="1411941" y="1759320"/>
              <a:chExt cx="5700821" cy="1085228"/>
            </a:xfrm>
          </p:grpSpPr>
          <p:cxnSp>
            <p:nvCxnSpPr>
              <p:cNvPr id="1467" name="Google Shape;1467;p17"/>
              <p:cNvCxnSpPr>
                <a:endCxn id="1468" idx="9"/>
              </p:cNvCxnSpPr>
              <p:nvPr/>
            </p:nvCxnSpPr>
            <p:spPr>
              <a:xfrm flipH="1" rot="10800000">
                <a:off x="1411941" y="1792306"/>
                <a:ext cx="2243400" cy="9240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69" name="Google Shape;1469;p17"/>
              <p:cNvCxnSpPr/>
              <p:nvPr/>
            </p:nvCxnSpPr>
            <p:spPr>
              <a:xfrm flipH="1" rot="10800000">
                <a:off x="1425388" y="1790700"/>
                <a:ext cx="4493570" cy="939053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70" name="Google Shape;1470;p17"/>
              <p:cNvCxnSpPr>
                <a:endCxn id="1468" idx="9"/>
              </p:cNvCxnSpPr>
              <p:nvPr/>
            </p:nvCxnSpPr>
            <p:spPr>
              <a:xfrm flipH="1" rot="10800000">
                <a:off x="3016624" y="1792518"/>
                <a:ext cx="638700" cy="10224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71" name="Google Shape;1471;p17"/>
              <p:cNvCxnSpPr>
                <a:endCxn id="1468" idx="13"/>
              </p:cNvCxnSpPr>
              <p:nvPr/>
            </p:nvCxnSpPr>
            <p:spPr>
              <a:xfrm rot="10800000">
                <a:off x="3558266" y="1759320"/>
                <a:ext cx="1022700" cy="10539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72" name="Google Shape;1472;p17"/>
              <p:cNvCxnSpPr>
                <a:endCxn id="1468" idx="9"/>
              </p:cNvCxnSpPr>
              <p:nvPr/>
            </p:nvCxnSpPr>
            <p:spPr>
              <a:xfrm rot="10800000">
                <a:off x="3655262" y="1792448"/>
                <a:ext cx="3457500" cy="10521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73" name="Google Shape;1473;p17"/>
              <p:cNvCxnSpPr/>
              <p:nvPr/>
            </p:nvCxnSpPr>
            <p:spPr>
              <a:xfrm flipH="1" rot="10800000">
                <a:off x="2985160" y="1759372"/>
                <a:ext cx="2906904" cy="1002576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74" name="Google Shape;1474;p17"/>
              <p:cNvCxnSpPr>
                <a:endCxn id="1475" idx="6"/>
              </p:cNvCxnSpPr>
              <p:nvPr/>
            </p:nvCxnSpPr>
            <p:spPr>
              <a:xfrm rot="10800000">
                <a:off x="6032103" y="1818876"/>
                <a:ext cx="1009500" cy="9744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76" name="Google Shape;1476;p17"/>
              <p:cNvCxnSpPr>
                <a:endCxn id="1475" idx="12"/>
              </p:cNvCxnSpPr>
              <p:nvPr/>
            </p:nvCxnSpPr>
            <p:spPr>
              <a:xfrm flipH="1" rot="10800000">
                <a:off x="4549326" y="1819176"/>
                <a:ext cx="1290300" cy="9741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477" name="Google Shape;1477;p17"/>
            <p:cNvGrpSpPr/>
            <p:nvPr/>
          </p:nvGrpSpPr>
          <p:grpSpPr>
            <a:xfrm>
              <a:off x="7582334" y="4489205"/>
              <a:ext cx="267206" cy="997245"/>
              <a:chOff x="6424315" y="4488570"/>
              <a:chExt cx="267206" cy="997245"/>
            </a:xfrm>
          </p:grpSpPr>
          <p:grpSp>
            <p:nvGrpSpPr>
              <p:cNvPr id="1478" name="Google Shape;1478;p17"/>
              <p:cNvGrpSpPr/>
              <p:nvPr/>
            </p:nvGrpSpPr>
            <p:grpSpPr>
              <a:xfrm>
                <a:off x="6424315" y="4636502"/>
                <a:ext cx="237939" cy="849312"/>
                <a:chOff x="6396366" y="3061857"/>
                <a:chExt cx="570079" cy="838094"/>
              </a:xfrm>
            </p:grpSpPr>
            <p:sp>
              <p:nvSpPr>
                <p:cNvPr id="1479" name="Google Shape;1479;p17"/>
                <p:cNvSpPr/>
                <p:nvPr/>
              </p:nvSpPr>
              <p:spPr>
                <a:xfrm>
                  <a:off x="6509786" y="3061857"/>
                  <a:ext cx="447707" cy="742536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480" name="Google Shape;1480;p17"/>
                <p:cNvCxnSpPr/>
                <p:nvPr/>
              </p:nvCxnSpPr>
              <p:spPr>
                <a:xfrm flipH="1" rot="10800000">
                  <a:off x="6847057" y="3061857"/>
                  <a:ext cx="113419" cy="9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1481" name="Google Shape;1481;p17"/>
                <p:cNvSpPr/>
                <p:nvPr/>
              </p:nvSpPr>
              <p:spPr>
                <a:xfrm>
                  <a:off x="6476953" y="3071256"/>
                  <a:ext cx="131327" cy="115923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482" name="Google Shape;1482;p17"/>
                <p:cNvCxnSpPr/>
                <p:nvPr/>
              </p:nvCxnSpPr>
              <p:spPr>
                <a:xfrm flipH="1" rot="10800000">
                  <a:off x="6396367" y="3061857"/>
                  <a:ext cx="113419" cy="9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1483" name="Google Shape;1483;p17"/>
                <p:cNvSpPr/>
                <p:nvPr/>
              </p:nvSpPr>
              <p:spPr>
                <a:xfrm>
                  <a:off x="6817210" y="3702567"/>
                  <a:ext cx="131327" cy="115923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84" name="Google Shape;1484;p17"/>
                <p:cNvSpPr/>
                <p:nvPr/>
              </p:nvSpPr>
              <p:spPr>
                <a:xfrm>
                  <a:off x="6405320" y="3157415"/>
                  <a:ext cx="444723" cy="742536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485" name="Google Shape;1485;p17"/>
                <p:cNvCxnSpPr/>
                <p:nvPr/>
              </p:nvCxnSpPr>
              <p:spPr>
                <a:xfrm flipH="1" rot="10800000">
                  <a:off x="6847057" y="3804392"/>
                  <a:ext cx="113419" cy="9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1486" name="Google Shape;1486;p17"/>
                <p:cNvGrpSpPr/>
                <p:nvPr/>
              </p:nvGrpSpPr>
              <p:grpSpPr>
                <a:xfrm>
                  <a:off x="6399350" y="3137050"/>
                  <a:ext cx="561125" cy="92425"/>
                  <a:chOff x="6581076" y="2845711"/>
                  <a:chExt cx="561125" cy="92425"/>
                </a:xfrm>
              </p:grpSpPr>
              <p:cxnSp>
                <p:nvCxnSpPr>
                  <p:cNvPr id="1487" name="Google Shape;1487;p17"/>
                  <p:cNvCxnSpPr/>
                  <p:nvPr/>
                </p:nvCxnSpPr>
                <p:spPr>
                  <a:xfrm flipH="1" rot="10800000">
                    <a:off x="7028782" y="2845711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488" name="Google Shape;1488;p17"/>
                  <p:cNvCxnSpPr/>
                  <p:nvPr/>
                </p:nvCxnSpPr>
                <p:spPr>
                  <a:xfrm>
                    <a:off x="6581076" y="2938136"/>
                    <a:ext cx="453676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1489" name="Google Shape;1489;p17"/>
                <p:cNvGrpSpPr/>
                <p:nvPr/>
              </p:nvGrpSpPr>
              <p:grpSpPr>
                <a:xfrm>
                  <a:off x="6399351" y="3202845"/>
                  <a:ext cx="567094" cy="89292"/>
                  <a:chOff x="6581557" y="2845642"/>
                  <a:chExt cx="567094" cy="89292"/>
                </a:xfrm>
              </p:grpSpPr>
              <p:cxnSp>
                <p:nvCxnSpPr>
                  <p:cNvPr id="1490" name="Google Shape;1490;p17"/>
                  <p:cNvCxnSpPr/>
                  <p:nvPr/>
                </p:nvCxnSpPr>
                <p:spPr>
                  <a:xfrm flipH="1" rot="10800000">
                    <a:off x="7029263" y="2845642"/>
                    <a:ext cx="119388" cy="89292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491" name="Google Shape;1491;p17"/>
                  <p:cNvCxnSpPr/>
                  <p:nvPr/>
                </p:nvCxnSpPr>
                <p:spPr>
                  <a:xfrm>
                    <a:off x="6581557" y="2934934"/>
                    <a:ext cx="453676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1492" name="Google Shape;1492;p17"/>
                <p:cNvGrpSpPr/>
                <p:nvPr/>
              </p:nvGrpSpPr>
              <p:grpSpPr>
                <a:xfrm>
                  <a:off x="6399350" y="3268639"/>
                  <a:ext cx="558142" cy="89292"/>
                  <a:chOff x="6582036" y="2845572"/>
                  <a:chExt cx="558142" cy="89292"/>
                </a:xfrm>
              </p:grpSpPr>
              <p:cxnSp>
                <p:nvCxnSpPr>
                  <p:cNvPr id="1493" name="Google Shape;1493;p17"/>
                  <p:cNvCxnSpPr/>
                  <p:nvPr/>
                </p:nvCxnSpPr>
                <p:spPr>
                  <a:xfrm flipH="1" rot="10800000">
                    <a:off x="7026759" y="2845572"/>
                    <a:ext cx="113419" cy="89292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494" name="Google Shape;1494;p17"/>
                  <p:cNvCxnSpPr/>
                  <p:nvPr/>
                </p:nvCxnSpPr>
                <p:spPr>
                  <a:xfrm>
                    <a:off x="6582036" y="2934864"/>
                    <a:ext cx="450692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1495" name="Google Shape;1495;p17"/>
                <p:cNvGrpSpPr/>
                <p:nvPr/>
              </p:nvGrpSpPr>
              <p:grpSpPr>
                <a:xfrm>
                  <a:off x="6399350" y="3334433"/>
                  <a:ext cx="558141" cy="89292"/>
                  <a:chOff x="6582516" y="2845502"/>
                  <a:chExt cx="558141" cy="89292"/>
                </a:xfrm>
              </p:grpSpPr>
              <p:cxnSp>
                <p:nvCxnSpPr>
                  <p:cNvPr id="1496" name="Google Shape;1496;p17"/>
                  <p:cNvCxnSpPr/>
                  <p:nvPr/>
                </p:nvCxnSpPr>
                <p:spPr>
                  <a:xfrm flipH="1" rot="10800000">
                    <a:off x="7027238" y="2845502"/>
                    <a:ext cx="113419" cy="89292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497" name="Google Shape;1497;p17"/>
                  <p:cNvCxnSpPr/>
                  <p:nvPr/>
                </p:nvCxnSpPr>
                <p:spPr>
                  <a:xfrm>
                    <a:off x="6582516" y="2934794"/>
                    <a:ext cx="450692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1498" name="Google Shape;1498;p17"/>
                <p:cNvGrpSpPr/>
                <p:nvPr/>
              </p:nvGrpSpPr>
              <p:grpSpPr>
                <a:xfrm>
                  <a:off x="6399349" y="3400228"/>
                  <a:ext cx="558142" cy="89292"/>
                  <a:chOff x="6582995" y="2845433"/>
                  <a:chExt cx="558142" cy="89292"/>
                </a:xfrm>
              </p:grpSpPr>
              <p:cxnSp>
                <p:nvCxnSpPr>
                  <p:cNvPr id="1499" name="Google Shape;1499;p17"/>
                  <p:cNvCxnSpPr/>
                  <p:nvPr/>
                </p:nvCxnSpPr>
                <p:spPr>
                  <a:xfrm flipH="1" rot="10800000">
                    <a:off x="7027718" y="2845433"/>
                    <a:ext cx="113419" cy="89292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500" name="Google Shape;1500;p17"/>
                  <p:cNvCxnSpPr/>
                  <p:nvPr/>
                </p:nvCxnSpPr>
                <p:spPr>
                  <a:xfrm>
                    <a:off x="6582995" y="2934724"/>
                    <a:ext cx="450692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1501" name="Google Shape;1501;p17"/>
                <p:cNvGrpSpPr/>
                <p:nvPr/>
              </p:nvGrpSpPr>
              <p:grpSpPr>
                <a:xfrm>
                  <a:off x="6399351" y="3466022"/>
                  <a:ext cx="558141" cy="93992"/>
                  <a:chOff x="6583477" y="2845363"/>
                  <a:chExt cx="558141" cy="93992"/>
                </a:xfrm>
              </p:grpSpPr>
              <p:cxnSp>
                <p:nvCxnSpPr>
                  <p:cNvPr id="1502" name="Google Shape;1502;p17"/>
                  <p:cNvCxnSpPr/>
                  <p:nvPr/>
                </p:nvCxnSpPr>
                <p:spPr>
                  <a:xfrm flipH="1" rot="10800000">
                    <a:off x="7028199" y="2845363"/>
                    <a:ext cx="113419" cy="93992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503" name="Google Shape;1503;p17"/>
                  <p:cNvCxnSpPr/>
                  <p:nvPr/>
                </p:nvCxnSpPr>
                <p:spPr>
                  <a:xfrm>
                    <a:off x="6583477" y="2939355"/>
                    <a:ext cx="450692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1504" name="Google Shape;1504;p17"/>
                <p:cNvGrpSpPr/>
                <p:nvPr/>
              </p:nvGrpSpPr>
              <p:grpSpPr>
                <a:xfrm>
                  <a:off x="6396366" y="3528683"/>
                  <a:ext cx="561126" cy="97125"/>
                  <a:chOff x="6580972" y="2842160"/>
                  <a:chExt cx="561126" cy="97125"/>
                </a:xfrm>
              </p:grpSpPr>
              <p:cxnSp>
                <p:nvCxnSpPr>
                  <p:cNvPr id="1505" name="Google Shape;1505;p17"/>
                  <p:cNvCxnSpPr/>
                  <p:nvPr/>
                </p:nvCxnSpPr>
                <p:spPr>
                  <a:xfrm flipH="1" rot="10800000">
                    <a:off x="7028679" y="2842160"/>
                    <a:ext cx="113419" cy="971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506" name="Google Shape;1506;p17"/>
                  <p:cNvCxnSpPr/>
                  <p:nvPr/>
                </p:nvCxnSpPr>
                <p:spPr>
                  <a:xfrm>
                    <a:off x="6580972" y="2939284"/>
                    <a:ext cx="453676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1507" name="Google Shape;1507;p17"/>
                <p:cNvGrpSpPr/>
                <p:nvPr/>
              </p:nvGrpSpPr>
              <p:grpSpPr>
                <a:xfrm>
                  <a:off x="6396366" y="3594477"/>
                  <a:ext cx="561125" cy="97125"/>
                  <a:chOff x="6581452" y="2842090"/>
                  <a:chExt cx="561125" cy="97125"/>
                </a:xfrm>
              </p:grpSpPr>
              <p:cxnSp>
                <p:nvCxnSpPr>
                  <p:cNvPr id="1508" name="Google Shape;1508;p17"/>
                  <p:cNvCxnSpPr/>
                  <p:nvPr/>
                </p:nvCxnSpPr>
                <p:spPr>
                  <a:xfrm flipH="1" rot="10800000">
                    <a:off x="7029158" y="2842090"/>
                    <a:ext cx="113419" cy="971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509" name="Google Shape;1509;p17"/>
                  <p:cNvCxnSpPr/>
                  <p:nvPr/>
                </p:nvCxnSpPr>
                <p:spPr>
                  <a:xfrm>
                    <a:off x="6581452" y="2939215"/>
                    <a:ext cx="453676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1510" name="Google Shape;1510;p17"/>
                <p:cNvGrpSpPr/>
                <p:nvPr/>
              </p:nvGrpSpPr>
              <p:grpSpPr>
                <a:xfrm>
                  <a:off x="6396367" y="3664970"/>
                  <a:ext cx="558140" cy="92426"/>
                  <a:chOff x="6581933" y="2846719"/>
                  <a:chExt cx="558140" cy="92426"/>
                </a:xfrm>
              </p:grpSpPr>
              <p:cxnSp>
                <p:nvCxnSpPr>
                  <p:cNvPr id="1511" name="Google Shape;1511;p17"/>
                  <p:cNvCxnSpPr/>
                  <p:nvPr/>
                </p:nvCxnSpPr>
                <p:spPr>
                  <a:xfrm flipH="1" rot="10800000">
                    <a:off x="7026654" y="2846719"/>
                    <a:ext cx="113419" cy="92426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512" name="Google Shape;1512;p17"/>
                  <p:cNvCxnSpPr/>
                  <p:nvPr/>
                </p:nvCxnSpPr>
                <p:spPr>
                  <a:xfrm>
                    <a:off x="6581933" y="2939145"/>
                    <a:ext cx="45069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1513" name="Google Shape;1513;p17"/>
                <p:cNvGrpSpPr/>
                <p:nvPr/>
              </p:nvGrpSpPr>
              <p:grpSpPr>
                <a:xfrm>
                  <a:off x="6396367" y="3730765"/>
                  <a:ext cx="558139" cy="92426"/>
                  <a:chOff x="6582413" y="2846650"/>
                  <a:chExt cx="558139" cy="92426"/>
                </a:xfrm>
              </p:grpSpPr>
              <p:cxnSp>
                <p:nvCxnSpPr>
                  <p:cNvPr id="1514" name="Google Shape;1514;p17"/>
                  <p:cNvCxnSpPr/>
                  <p:nvPr/>
                </p:nvCxnSpPr>
                <p:spPr>
                  <a:xfrm flipH="1" rot="10800000">
                    <a:off x="7027133" y="2846650"/>
                    <a:ext cx="113419" cy="92426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515" name="Google Shape;1515;p17"/>
                  <p:cNvCxnSpPr/>
                  <p:nvPr/>
                </p:nvCxnSpPr>
                <p:spPr>
                  <a:xfrm>
                    <a:off x="6582413" y="2939076"/>
                    <a:ext cx="45069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</p:grpSp>
          <p:cxnSp>
            <p:nvCxnSpPr>
              <p:cNvPr id="1516" name="Google Shape;1516;p17"/>
              <p:cNvCxnSpPr/>
              <p:nvPr/>
            </p:nvCxnSpPr>
            <p:spPr>
              <a:xfrm flipH="1">
                <a:off x="6685171" y="4525377"/>
                <a:ext cx="4763" cy="855662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17" name="Google Shape;1517;p17"/>
              <p:cNvCxnSpPr/>
              <p:nvPr/>
            </p:nvCxnSpPr>
            <p:spPr>
              <a:xfrm>
                <a:off x="6632784" y="4706352"/>
                <a:ext cx="5873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18" name="Google Shape;1518;p17"/>
              <p:cNvCxnSpPr/>
              <p:nvPr/>
            </p:nvCxnSpPr>
            <p:spPr>
              <a:xfrm>
                <a:off x="6631196" y="4771439"/>
                <a:ext cx="5873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19" name="Google Shape;1519;p17"/>
              <p:cNvCxnSpPr/>
              <p:nvPr/>
            </p:nvCxnSpPr>
            <p:spPr>
              <a:xfrm>
                <a:off x="6631196" y="4849227"/>
                <a:ext cx="5873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20" name="Google Shape;1520;p17"/>
              <p:cNvCxnSpPr/>
              <p:nvPr/>
            </p:nvCxnSpPr>
            <p:spPr>
              <a:xfrm>
                <a:off x="6629609" y="4914314"/>
                <a:ext cx="5873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21" name="Google Shape;1521;p17"/>
              <p:cNvCxnSpPr/>
              <p:nvPr/>
            </p:nvCxnSpPr>
            <p:spPr>
              <a:xfrm>
                <a:off x="6628021" y="4976227"/>
                <a:ext cx="60325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22" name="Google Shape;1522;p17"/>
              <p:cNvCxnSpPr/>
              <p:nvPr/>
            </p:nvCxnSpPr>
            <p:spPr>
              <a:xfrm>
                <a:off x="6628021" y="5044489"/>
                <a:ext cx="5873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23" name="Google Shape;1523;p17"/>
              <p:cNvCxnSpPr/>
              <p:nvPr/>
            </p:nvCxnSpPr>
            <p:spPr>
              <a:xfrm>
                <a:off x="6626434" y="5114339"/>
                <a:ext cx="5873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24" name="Google Shape;1524;p17"/>
              <p:cNvCxnSpPr/>
              <p:nvPr/>
            </p:nvCxnSpPr>
            <p:spPr>
              <a:xfrm>
                <a:off x="6629609" y="5184189"/>
                <a:ext cx="5873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25" name="Google Shape;1525;p17"/>
              <p:cNvCxnSpPr/>
              <p:nvPr/>
            </p:nvCxnSpPr>
            <p:spPr>
              <a:xfrm>
                <a:off x="6631196" y="5252452"/>
                <a:ext cx="5873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26" name="Google Shape;1526;p17"/>
              <p:cNvCxnSpPr/>
              <p:nvPr/>
            </p:nvCxnSpPr>
            <p:spPr>
              <a:xfrm>
                <a:off x="6631196" y="5322302"/>
                <a:ext cx="5873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27" name="Google Shape;1527;p17"/>
              <p:cNvCxnSpPr/>
              <p:nvPr/>
            </p:nvCxnSpPr>
            <p:spPr>
              <a:xfrm>
                <a:off x="6632784" y="5387389"/>
                <a:ext cx="5873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28" name="Google Shape;1528;p17"/>
              <p:cNvCxnSpPr/>
              <p:nvPr/>
            </p:nvCxnSpPr>
            <p:spPr>
              <a:xfrm rot="10800000">
                <a:off x="6632784" y="4531727"/>
                <a:ext cx="58737" cy="0"/>
              </a:xfrm>
              <a:prstGeom prst="straightConnector1">
                <a:avLst/>
              </a:prstGeom>
              <a:noFill/>
              <a:ln cap="flat" cmpd="sng" w="222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529" name="Google Shape;1529;p17"/>
              <p:cNvGrpSpPr/>
              <p:nvPr/>
            </p:nvGrpSpPr>
            <p:grpSpPr>
              <a:xfrm>
                <a:off x="6434171" y="4488570"/>
                <a:ext cx="224203" cy="179034"/>
                <a:chOff x="3668110" y="2448910"/>
                <a:chExt cx="3794234" cy="2165130"/>
              </a:xfrm>
            </p:grpSpPr>
            <p:sp>
              <p:nvSpPr>
                <p:cNvPr id="1530" name="Google Shape;1530;p17"/>
                <p:cNvSpPr/>
                <p:nvPr/>
              </p:nvSpPr>
              <p:spPr>
                <a:xfrm>
                  <a:off x="3668110" y="3741409"/>
                  <a:ext cx="3780587" cy="872631"/>
                </a:xfrm>
                <a:prstGeom prst="rect">
                  <a:avLst/>
                </a:pr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31" name="Google Shape;1531;p17"/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532" name="Google Shape;1532;p17"/>
                <p:cNvGrpSpPr/>
                <p:nvPr/>
              </p:nvGrpSpPr>
              <p:grpSpPr>
                <a:xfrm>
                  <a:off x="3941378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1533" name="Google Shape;1533;p17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34" name="Google Shape;1534;p17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35" name="Google Shape;1535;p17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36" name="Google Shape;1536;p17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1537" name="Google Shape;1537;p17"/>
            <p:cNvGrpSpPr/>
            <p:nvPr/>
          </p:nvGrpSpPr>
          <p:grpSpPr>
            <a:xfrm>
              <a:off x="5974431" y="3377682"/>
              <a:ext cx="1055390" cy="275739"/>
              <a:chOff x="5974431" y="3377682"/>
              <a:chExt cx="1055390" cy="275739"/>
            </a:xfrm>
          </p:grpSpPr>
          <p:cxnSp>
            <p:nvCxnSpPr>
              <p:cNvPr id="1538" name="Google Shape;1538;p17"/>
              <p:cNvCxnSpPr/>
              <p:nvPr/>
            </p:nvCxnSpPr>
            <p:spPr>
              <a:xfrm rot="10800000">
                <a:off x="5974431" y="3483429"/>
                <a:ext cx="1055390" cy="16999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39" name="Google Shape;1539;p17"/>
              <p:cNvCxnSpPr>
                <a:stCxn id="1540" idx="8"/>
              </p:cNvCxnSpPr>
              <p:nvPr/>
            </p:nvCxnSpPr>
            <p:spPr>
              <a:xfrm rot="10800000">
                <a:off x="6223243" y="3427578"/>
                <a:ext cx="671700" cy="1737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41" name="Google Shape;1541;p17"/>
              <p:cNvCxnSpPr/>
              <p:nvPr/>
            </p:nvCxnSpPr>
            <p:spPr>
              <a:xfrm rot="10800000">
                <a:off x="6465843" y="3377682"/>
                <a:ext cx="562839" cy="201824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542" name="Google Shape;1542;p17"/>
            <p:cNvGrpSpPr/>
            <p:nvPr/>
          </p:nvGrpSpPr>
          <p:grpSpPr>
            <a:xfrm flipH="1" rot="10800000">
              <a:off x="5989981" y="3036336"/>
              <a:ext cx="1055390" cy="275739"/>
              <a:chOff x="6920204" y="3530082"/>
              <a:chExt cx="1055390" cy="275739"/>
            </a:xfrm>
          </p:grpSpPr>
          <p:cxnSp>
            <p:nvCxnSpPr>
              <p:cNvPr id="1543" name="Google Shape;1543;p17"/>
              <p:cNvCxnSpPr/>
              <p:nvPr/>
            </p:nvCxnSpPr>
            <p:spPr>
              <a:xfrm rot="10800000">
                <a:off x="6920204" y="3635829"/>
                <a:ext cx="1055390" cy="16999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44" name="Google Shape;1544;p17"/>
              <p:cNvCxnSpPr/>
              <p:nvPr/>
            </p:nvCxnSpPr>
            <p:spPr>
              <a:xfrm rot="10800000">
                <a:off x="7169020" y="3579845"/>
                <a:ext cx="671696" cy="17383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45" name="Google Shape;1545;p17"/>
              <p:cNvCxnSpPr/>
              <p:nvPr/>
            </p:nvCxnSpPr>
            <p:spPr>
              <a:xfrm rot="10800000">
                <a:off x="7411616" y="3530082"/>
                <a:ext cx="562839" cy="201824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546" name="Google Shape;1546;p17"/>
            <p:cNvCxnSpPr/>
            <p:nvPr/>
          </p:nvCxnSpPr>
          <p:spPr>
            <a:xfrm flipH="1">
              <a:off x="7111851" y="3098053"/>
              <a:ext cx="1587" cy="51435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1547" name="Google Shape;1547;p17"/>
            <p:cNvGrpSpPr/>
            <p:nvPr/>
          </p:nvGrpSpPr>
          <p:grpSpPr>
            <a:xfrm>
              <a:off x="6657747" y="2637514"/>
              <a:ext cx="914400" cy="479686"/>
              <a:chOff x="3668110" y="2448910"/>
              <a:chExt cx="3794234" cy="2165130"/>
            </a:xfrm>
          </p:grpSpPr>
          <p:sp>
            <p:nvSpPr>
              <p:cNvPr id="1548" name="Google Shape;1548;p17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9" name="Google Shape;1549;p17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550" name="Google Shape;1550;p17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551" name="Google Shape;1551;p17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52" name="Google Shape;1552;p17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53" name="Google Shape;1553;p17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54" name="Google Shape;1554;p17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55" name="Google Shape;1555;p17"/>
            <p:cNvGrpSpPr/>
            <p:nvPr/>
          </p:nvGrpSpPr>
          <p:grpSpPr>
            <a:xfrm>
              <a:off x="3209365" y="1621000"/>
              <a:ext cx="894855" cy="442494"/>
              <a:chOff x="7493876" y="2774731"/>
              <a:chExt cx="1481958" cy="894622"/>
            </a:xfrm>
          </p:grpSpPr>
          <p:sp>
            <p:nvSpPr>
              <p:cNvPr id="1556" name="Google Shape;1556;p17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557" name="Google Shape;1557;p17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558" name="Google Shape;1558;p17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559" name="Google Shape;1559;p17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0" name="Google Shape;1560;p17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1" name="Google Shape;1561;p17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68" name="Google Shape;1468;p17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62" name="Google Shape;1562;p17"/>
            <p:cNvGrpSpPr/>
            <p:nvPr/>
          </p:nvGrpSpPr>
          <p:grpSpPr>
            <a:xfrm>
              <a:off x="5489296" y="1629965"/>
              <a:ext cx="894855" cy="442494"/>
              <a:chOff x="7493876" y="2774731"/>
              <a:chExt cx="1481958" cy="894622"/>
            </a:xfrm>
          </p:grpSpPr>
          <p:sp>
            <p:nvSpPr>
              <p:cNvPr id="1563" name="Google Shape;1563;p17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564" name="Google Shape;1564;p17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565" name="Google Shape;1565;p17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566" name="Google Shape;1566;p17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7" name="Google Shape;1567;p17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8" name="Google Shape;1568;p17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75" name="Google Shape;1475;p17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69" name="Google Shape;1569;p17"/>
            <p:cNvGrpSpPr/>
            <p:nvPr/>
          </p:nvGrpSpPr>
          <p:grpSpPr>
            <a:xfrm>
              <a:off x="6424315" y="3564953"/>
              <a:ext cx="1277231" cy="1928806"/>
              <a:chOff x="6424315" y="3564953"/>
              <a:chExt cx="1277231" cy="1928806"/>
            </a:xfrm>
          </p:grpSpPr>
          <p:cxnSp>
            <p:nvCxnSpPr>
              <p:cNvPr id="1570" name="Google Shape;1570;p17"/>
              <p:cNvCxnSpPr>
                <a:endCxn id="1533" idx="4"/>
              </p:cNvCxnSpPr>
              <p:nvPr/>
            </p:nvCxnSpPr>
            <p:spPr>
              <a:xfrm>
                <a:off x="7386846" y="3996739"/>
                <a:ext cx="314700" cy="55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571" name="Google Shape;1571;p17"/>
              <p:cNvGrpSpPr/>
              <p:nvPr/>
            </p:nvGrpSpPr>
            <p:grpSpPr>
              <a:xfrm>
                <a:off x="6424315" y="3564953"/>
                <a:ext cx="1189752" cy="1928806"/>
                <a:chOff x="6424315" y="3564953"/>
                <a:chExt cx="1189752" cy="1928806"/>
              </a:xfrm>
            </p:grpSpPr>
            <p:cxnSp>
              <p:nvCxnSpPr>
                <p:cNvPr id="1572" name="Google Shape;1572;p17"/>
                <p:cNvCxnSpPr>
                  <a:endCxn id="1573" idx="4"/>
                </p:cNvCxnSpPr>
                <p:nvPr/>
              </p:nvCxnSpPr>
              <p:spPr>
                <a:xfrm flipH="1">
                  <a:off x="6543647" y="3958639"/>
                  <a:ext cx="436800" cy="591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574" name="Google Shape;1574;p17"/>
                <p:cNvCxnSpPr>
                  <a:endCxn id="1575" idx="9"/>
                </p:cNvCxnSpPr>
                <p:nvPr/>
              </p:nvCxnSpPr>
              <p:spPr>
                <a:xfrm>
                  <a:off x="7130402" y="3966699"/>
                  <a:ext cx="32700" cy="571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1576" name="Google Shape;1576;p17"/>
                <p:cNvGrpSpPr/>
                <p:nvPr/>
              </p:nvGrpSpPr>
              <p:grpSpPr>
                <a:xfrm>
                  <a:off x="6424315" y="3564953"/>
                  <a:ext cx="1155347" cy="1928806"/>
                  <a:chOff x="6424315" y="3564953"/>
                  <a:chExt cx="1155347" cy="1928806"/>
                </a:xfrm>
              </p:grpSpPr>
              <p:cxnSp>
                <p:nvCxnSpPr>
                  <p:cNvPr id="1577" name="Google Shape;1577;p17"/>
                  <p:cNvCxnSpPr>
                    <a:endCxn id="1578" idx="2"/>
                  </p:cNvCxnSpPr>
                  <p:nvPr/>
                </p:nvCxnSpPr>
                <p:spPr>
                  <a:xfrm flipH="1">
                    <a:off x="6853172" y="3968164"/>
                    <a:ext cx="264900" cy="5865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1579" name="Google Shape;1579;p17"/>
                  <p:cNvGrpSpPr/>
                  <p:nvPr/>
                </p:nvGrpSpPr>
                <p:grpSpPr>
                  <a:xfrm>
                    <a:off x="6424315" y="4488570"/>
                    <a:ext cx="267206" cy="997245"/>
                    <a:chOff x="6424315" y="4488570"/>
                    <a:chExt cx="267206" cy="997245"/>
                  </a:xfrm>
                </p:grpSpPr>
                <p:grpSp>
                  <p:nvGrpSpPr>
                    <p:cNvPr id="1580" name="Google Shape;1580;p17"/>
                    <p:cNvGrpSpPr/>
                    <p:nvPr/>
                  </p:nvGrpSpPr>
                  <p:grpSpPr>
                    <a:xfrm>
                      <a:off x="6424315" y="4636502"/>
                      <a:ext cx="237939" cy="849312"/>
                      <a:chOff x="6396366" y="3061857"/>
                      <a:chExt cx="570079" cy="838094"/>
                    </a:xfrm>
                  </p:grpSpPr>
                  <p:sp>
                    <p:nvSpPr>
                      <p:cNvPr id="1581" name="Google Shape;1581;p17"/>
                      <p:cNvSpPr/>
                      <p:nvPr/>
                    </p:nvSpPr>
                    <p:spPr>
                      <a:xfrm>
                        <a:off x="6509786" y="3061857"/>
                        <a:ext cx="447707" cy="742536"/>
                      </a:xfrm>
                      <a:prstGeom prst="rect">
                        <a:avLst/>
                      </a:prstGeom>
                      <a:noFill/>
                      <a:ln cap="flat" cmpd="sng" w="1270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cxnSp>
                    <p:nvCxnSpPr>
                      <p:cNvPr id="1582" name="Google Shape;1582;p17"/>
                      <p:cNvCxnSpPr/>
                      <p:nvPr/>
                    </p:nvCxnSpPr>
                    <p:spPr>
                      <a:xfrm flipH="1" rot="10800000">
                        <a:off x="6847057" y="3061857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sp>
                    <p:nvSpPr>
                      <p:cNvPr id="1583" name="Google Shape;1583;p17"/>
                      <p:cNvSpPr/>
                      <p:nvPr/>
                    </p:nvSpPr>
                    <p:spPr>
                      <a:xfrm>
                        <a:off x="6476953" y="3071256"/>
                        <a:ext cx="131327" cy="115923"/>
                      </a:xfrm>
                      <a:prstGeom prst="rect">
                        <a:avLst/>
                      </a:pr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cxnSp>
                    <p:nvCxnSpPr>
                      <p:cNvPr id="1584" name="Google Shape;1584;p17"/>
                      <p:cNvCxnSpPr/>
                      <p:nvPr/>
                    </p:nvCxnSpPr>
                    <p:spPr>
                      <a:xfrm flipH="1" rot="10800000">
                        <a:off x="6396367" y="3061857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sp>
                    <p:nvSpPr>
                      <p:cNvPr id="1585" name="Google Shape;1585;p17"/>
                      <p:cNvSpPr/>
                      <p:nvPr/>
                    </p:nvSpPr>
                    <p:spPr>
                      <a:xfrm>
                        <a:off x="6817210" y="3702567"/>
                        <a:ext cx="131327" cy="115923"/>
                      </a:xfrm>
                      <a:prstGeom prst="rect">
                        <a:avLst/>
                      </a:pr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586" name="Google Shape;1586;p17"/>
                      <p:cNvSpPr/>
                      <p:nvPr/>
                    </p:nvSpPr>
                    <p:spPr>
                      <a:xfrm>
                        <a:off x="6405320" y="3157415"/>
                        <a:ext cx="444723" cy="742536"/>
                      </a:xfrm>
                      <a:prstGeom prst="rect">
                        <a:avLst/>
                      </a:prstGeom>
                      <a:solidFill>
                        <a:schemeClr val="lt1"/>
                      </a:solidFill>
                      <a:ln cap="flat" cmpd="sng" w="1270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cxnSp>
                    <p:nvCxnSpPr>
                      <p:cNvPr id="1587" name="Google Shape;1587;p17"/>
                      <p:cNvCxnSpPr/>
                      <p:nvPr/>
                    </p:nvCxnSpPr>
                    <p:spPr>
                      <a:xfrm flipH="1" rot="10800000">
                        <a:off x="6847057" y="3804392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grpSp>
                    <p:nvGrpSpPr>
                      <p:cNvPr id="1588" name="Google Shape;1588;p17"/>
                      <p:cNvGrpSpPr/>
                      <p:nvPr/>
                    </p:nvGrpSpPr>
                    <p:grpSpPr>
                      <a:xfrm>
                        <a:off x="6399350" y="3137050"/>
                        <a:ext cx="561125" cy="92425"/>
                        <a:chOff x="6581076" y="2845711"/>
                        <a:chExt cx="561125" cy="92425"/>
                      </a:xfrm>
                    </p:grpSpPr>
                    <p:cxnSp>
                      <p:nvCxnSpPr>
                        <p:cNvPr id="1589" name="Google Shape;1589;p17"/>
                        <p:cNvCxnSpPr/>
                        <p:nvPr/>
                      </p:nvCxnSpPr>
                      <p:spPr>
                        <a:xfrm flipH="1" rot="10800000">
                          <a:off x="7028782" y="2845711"/>
                          <a:ext cx="113419" cy="92425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1590" name="Google Shape;1590;p17"/>
                        <p:cNvCxnSpPr/>
                        <p:nvPr/>
                      </p:nvCxnSpPr>
                      <p:spPr>
                        <a:xfrm>
                          <a:off x="6581076" y="2938136"/>
                          <a:ext cx="453676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1591" name="Google Shape;1591;p17"/>
                      <p:cNvGrpSpPr/>
                      <p:nvPr/>
                    </p:nvGrpSpPr>
                    <p:grpSpPr>
                      <a:xfrm>
                        <a:off x="6399351" y="3202845"/>
                        <a:ext cx="567094" cy="89292"/>
                        <a:chOff x="6581557" y="2845642"/>
                        <a:chExt cx="567094" cy="89292"/>
                      </a:xfrm>
                    </p:grpSpPr>
                    <p:cxnSp>
                      <p:nvCxnSpPr>
                        <p:cNvPr id="1592" name="Google Shape;1592;p17"/>
                        <p:cNvCxnSpPr/>
                        <p:nvPr/>
                      </p:nvCxnSpPr>
                      <p:spPr>
                        <a:xfrm flipH="1" rot="10800000">
                          <a:off x="7029263" y="2845642"/>
                          <a:ext cx="119388" cy="89292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1593" name="Google Shape;1593;p17"/>
                        <p:cNvCxnSpPr/>
                        <p:nvPr/>
                      </p:nvCxnSpPr>
                      <p:spPr>
                        <a:xfrm>
                          <a:off x="6581557" y="2934934"/>
                          <a:ext cx="453676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1594" name="Google Shape;1594;p17"/>
                      <p:cNvGrpSpPr/>
                      <p:nvPr/>
                    </p:nvGrpSpPr>
                    <p:grpSpPr>
                      <a:xfrm>
                        <a:off x="6399350" y="3268639"/>
                        <a:ext cx="558142" cy="89292"/>
                        <a:chOff x="6582036" y="2845572"/>
                        <a:chExt cx="558142" cy="89292"/>
                      </a:xfrm>
                    </p:grpSpPr>
                    <p:cxnSp>
                      <p:nvCxnSpPr>
                        <p:cNvPr id="1595" name="Google Shape;1595;p17"/>
                        <p:cNvCxnSpPr/>
                        <p:nvPr/>
                      </p:nvCxnSpPr>
                      <p:spPr>
                        <a:xfrm flipH="1" rot="10800000">
                          <a:off x="7026759" y="2845572"/>
                          <a:ext cx="113419" cy="89292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1596" name="Google Shape;1596;p17"/>
                        <p:cNvCxnSpPr/>
                        <p:nvPr/>
                      </p:nvCxnSpPr>
                      <p:spPr>
                        <a:xfrm>
                          <a:off x="6582036" y="2934864"/>
                          <a:ext cx="450692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1597" name="Google Shape;1597;p17"/>
                      <p:cNvGrpSpPr/>
                      <p:nvPr/>
                    </p:nvGrpSpPr>
                    <p:grpSpPr>
                      <a:xfrm>
                        <a:off x="6399350" y="3334433"/>
                        <a:ext cx="558141" cy="89292"/>
                        <a:chOff x="6582516" y="2845502"/>
                        <a:chExt cx="558141" cy="89292"/>
                      </a:xfrm>
                    </p:grpSpPr>
                    <p:cxnSp>
                      <p:nvCxnSpPr>
                        <p:cNvPr id="1598" name="Google Shape;1598;p17"/>
                        <p:cNvCxnSpPr/>
                        <p:nvPr/>
                      </p:nvCxnSpPr>
                      <p:spPr>
                        <a:xfrm flipH="1" rot="10800000">
                          <a:off x="7027238" y="2845502"/>
                          <a:ext cx="113419" cy="89292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1599" name="Google Shape;1599;p17"/>
                        <p:cNvCxnSpPr/>
                        <p:nvPr/>
                      </p:nvCxnSpPr>
                      <p:spPr>
                        <a:xfrm>
                          <a:off x="6582516" y="2934794"/>
                          <a:ext cx="450692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1600" name="Google Shape;1600;p17"/>
                      <p:cNvGrpSpPr/>
                      <p:nvPr/>
                    </p:nvGrpSpPr>
                    <p:grpSpPr>
                      <a:xfrm>
                        <a:off x="6399349" y="3400228"/>
                        <a:ext cx="558142" cy="89292"/>
                        <a:chOff x="6582995" y="2845433"/>
                        <a:chExt cx="558142" cy="89292"/>
                      </a:xfrm>
                    </p:grpSpPr>
                    <p:cxnSp>
                      <p:nvCxnSpPr>
                        <p:cNvPr id="1601" name="Google Shape;1601;p17"/>
                        <p:cNvCxnSpPr/>
                        <p:nvPr/>
                      </p:nvCxnSpPr>
                      <p:spPr>
                        <a:xfrm flipH="1" rot="10800000">
                          <a:off x="7027718" y="2845433"/>
                          <a:ext cx="113419" cy="89292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1602" name="Google Shape;1602;p17"/>
                        <p:cNvCxnSpPr/>
                        <p:nvPr/>
                      </p:nvCxnSpPr>
                      <p:spPr>
                        <a:xfrm>
                          <a:off x="6582995" y="2934724"/>
                          <a:ext cx="450692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1603" name="Google Shape;1603;p17"/>
                      <p:cNvGrpSpPr/>
                      <p:nvPr/>
                    </p:nvGrpSpPr>
                    <p:grpSpPr>
                      <a:xfrm>
                        <a:off x="6399351" y="3466022"/>
                        <a:ext cx="558141" cy="93992"/>
                        <a:chOff x="6583477" y="2845363"/>
                        <a:chExt cx="558141" cy="93992"/>
                      </a:xfrm>
                    </p:grpSpPr>
                    <p:cxnSp>
                      <p:nvCxnSpPr>
                        <p:cNvPr id="1604" name="Google Shape;1604;p17"/>
                        <p:cNvCxnSpPr/>
                        <p:nvPr/>
                      </p:nvCxnSpPr>
                      <p:spPr>
                        <a:xfrm flipH="1" rot="10800000">
                          <a:off x="7028199" y="2845363"/>
                          <a:ext cx="113419" cy="93992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1605" name="Google Shape;1605;p17"/>
                        <p:cNvCxnSpPr/>
                        <p:nvPr/>
                      </p:nvCxnSpPr>
                      <p:spPr>
                        <a:xfrm>
                          <a:off x="6583477" y="2939355"/>
                          <a:ext cx="450692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1606" name="Google Shape;1606;p17"/>
                      <p:cNvGrpSpPr/>
                      <p:nvPr/>
                    </p:nvGrpSpPr>
                    <p:grpSpPr>
                      <a:xfrm>
                        <a:off x="6396366" y="3528683"/>
                        <a:ext cx="561126" cy="97125"/>
                        <a:chOff x="6580972" y="2842160"/>
                        <a:chExt cx="561126" cy="97125"/>
                      </a:xfrm>
                    </p:grpSpPr>
                    <p:cxnSp>
                      <p:nvCxnSpPr>
                        <p:cNvPr id="1607" name="Google Shape;1607;p17"/>
                        <p:cNvCxnSpPr/>
                        <p:nvPr/>
                      </p:nvCxnSpPr>
                      <p:spPr>
                        <a:xfrm flipH="1" rot="10800000">
                          <a:off x="7028679" y="2842160"/>
                          <a:ext cx="113419" cy="97125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1608" name="Google Shape;1608;p17"/>
                        <p:cNvCxnSpPr/>
                        <p:nvPr/>
                      </p:nvCxnSpPr>
                      <p:spPr>
                        <a:xfrm>
                          <a:off x="6580972" y="2939284"/>
                          <a:ext cx="453676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1609" name="Google Shape;1609;p17"/>
                      <p:cNvGrpSpPr/>
                      <p:nvPr/>
                    </p:nvGrpSpPr>
                    <p:grpSpPr>
                      <a:xfrm>
                        <a:off x="6396366" y="3594477"/>
                        <a:ext cx="561125" cy="97125"/>
                        <a:chOff x="6581452" y="2842090"/>
                        <a:chExt cx="561125" cy="97125"/>
                      </a:xfrm>
                    </p:grpSpPr>
                    <p:cxnSp>
                      <p:nvCxnSpPr>
                        <p:cNvPr id="1610" name="Google Shape;1610;p17"/>
                        <p:cNvCxnSpPr/>
                        <p:nvPr/>
                      </p:nvCxnSpPr>
                      <p:spPr>
                        <a:xfrm flipH="1" rot="10800000">
                          <a:off x="7029158" y="2842090"/>
                          <a:ext cx="113419" cy="97125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1611" name="Google Shape;1611;p17"/>
                        <p:cNvCxnSpPr/>
                        <p:nvPr/>
                      </p:nvCxnSpPr>
                      <p:spPr>
                        <a:xfrm>
                          <a:off x="6581452" y="2939215"/>
                          <a:ext cx="453676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1612" name="Google Shape;1612;p17"/>
                      <p:cNvGrpSpPr/>
                      <p:nvPr/>
                    </p:nvGrpSpPr>
                    <p:grpSpPr>
                      <a:xfrm>
                        <a:off x="6396367" y="3664970"/>
                        <a:ext cx="558140" cy="92426"/>
                        <a:chOff x="6581933" y="2846719"/>
                        <a:chExt cx="558140" cy="92426"/>
                      </a:xfrm>
                    </p:grpSpPr>
                    <p:cxnSp>
                      <p:nvCxnSpPr>
                        <p:cNvPr id="1613" name="Google Shape;1613;p17"/>
                        <p:cNvCxnSpPr/>
                        <p:nvPr/>
                      </p:nvCxnSpPr>
                      <p:spPr>
                        <a:xfrm flipH="1" rot="10800000">
                          <a:off x="7026654" y="2846719"/>
                          <a:ext cx="113419" cy="92426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1614" name="Google Shape;1614;p17"/>
                        <p:cNvCxnSpPr/>
                        <p:nvPr/>
                      </p:nvCxnSpPr>
                      <p:spPr>
                        <a:xfrm>
                          <a:off x="6581933" y="2939145"/>
                          <a:ext cx="450690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1615" name="Google Shape;1615;p17"/>
                      <p:cNvGrpSpPr/>
                      <p:nvPr/>
                    </p:nvGrpSpPr>
                    <p:grpSpPr>
                      <a:xfrm>
                        <a:off x="6396367" y="3730765"/>
                        <a:ext cx="558139" cy="92426"/>
                        <a:chOff x="6582413" y="2846650"/>
                        <a:chExt cx="558139" cy="92426"/>
                      </a:xfrm>
                    </p:grpSpPr>
                    <p:cxnSp>
                      <p:nvCxnSpPr>
                        <p:cNvPr id="1616" name="Google Shape;1616;p17"/>
                        <p:cNvCxnSpPr/>
                        <p:nvPr/>
                      </p:nvCxnSpPr>
                      <p:spPr>
                        <a:xfrm flipH="1" rot="10800000">
                          <a:off x="7027133" y="2846650"/>
                          <a:ext cx="113419" cy="92426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1617" name="Google Shape;1617;p17"/>
                        <p:cNvCxnSpPr/>
                        <p:nvPr/>
                      </p:nvCxnSpPr>
                      <p:spPr>
                        <a:xfrm>
                          <a:off x="6582413" y="2939076"/>
                          <a:ext cx="450690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</p:grpSp>
                <p:cxnSp>
                  <p:nvCxnSpPr>
                    <p:cNvPr id="1618" name="Google Shape;1618;p17"/>
                    <p:cNvCxnSpPr/>
                    <p:nvPr/>
                  </p:nvCxnSpPr>
                  <p:spPr>
                    <a:xfrm flipH="1">
                      <a:off x="6685171" y="4525377"/>
                      <a:ext cx="4763" cy="855662"/>
                    </a:xfrm>
                    <a:prstGeom prst="straightConnector1">
                      <a:avLst/>
                    </a:prstGeom>
                    <a:noFill/>
                    <a:ln cap="flat" cmpd="sng" w="254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619" name="Google Shape;1619;p17"/>
                    <p:cNvCxnSpPr/>
                    <p:nvPr/>
                  </p:nvCxnSpPr>
                  <p:spPr>
                    <a:xfrm>
                      <a:off x="6632784" y="4706352"/>
                      <a:ext cx="58737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620" name="Google Shape;1620;p17"/>
                    <p:cNvCxnSpPr/>
                    <p:nvPr/>
                  </p:nvCxnSpPr>
                  <p:spPr>
                    <a:xfrm>
                      <a:off x="6631196" y="4771439"/>
                      <a:ext cx="58738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621" name="Google Shape;1621;p17"/>
                    <p:cNvCxnSpPr/>
                    <p:nvPr/>
                  </p:nvCxnSpPr>
                  <p:spPr>
                    <a:xfrm>
                      <a:off x="6631196" y="4849227"/>
                      <a:ext cx="58738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622" name="Google Shape;1622;p17"/>
                    <p:cNvCxnSpPr/>
                    <p:nvPr/>
                  </p:nvCxnSpPr>
                  <p:spPr>
                    <a:xfrm>
                      <a:off x="6629609" y="4914314"/>
                      <a:ext cx="58737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623" name="Google Shape;1623;p17"/>
                    <p:cNvCxnSpPr/>
                    <p:nvPr/>
                  </p:nvCxnSpPr>
                  <p:spPr>
                    <a:xfrm>
                      <a:off x="6628021" y="4976227"/>
                      <a:ext cx="60325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624" name="Google Shape;1624;p17"/>
                    <p:cNvCxnSpPr/>
                    <p:nvPr/>
                  </p:nvCxnSpPr>
                  <p:spPr>
                    <a:xfrm>
                      <a:off x="6628021" y="5044489"/>
                      <a:ext cx="58738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625" name="Google Shape;1625;p17"/>
                    <p:cNvCxnSpPr/>
                    <p:nvPr/>
                  </p:nvCxnSpPr>
                  <p:spPr>
                    <a:xfrm>
                      <a:off x="6626434" y="5114339"/>
                      <a:ext cx="58737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626" name="Google Shape;1626;p17"/>
                    <p:cNvCxnSpPr/>
                    <p:nvPr/>
                  </p:nvCxnSpPr>
                  <p:spPr>
                    <a:xfrm>
                      <a:off x="6629609" y="5184189"/>
                      <a:ext cx="58737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627" name="Google Shape;1627;p17"/>
                    <p:cNvCxnSpPr/>
                    <p:nvPr/>
                  </p:nvCxnSpPr>
                  <p:spPr>
                    <a:xfrm>
                      <a:off x="6631196" y="5252452"/>
                      <a:ext cx="58738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628" name="Google Shape;1628;p17"/>
                    <p:cNvCxnSpPr/>
                    <p:nvPr/>
                  </p:nvCxnSpPr>
                  <p:spPr>
                    <a:xfrm>
                      <a:off x="6631196" y="5322302"/>
                      <a:ext cx="58738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629" name="Google Shape;1629;p17"/>
                    <p:cNvCxnSpPr/>
                    <p:nvPr/>
                  </p:nvCxnSpPr>
                  <p:spPr>
                    <a:xfrm>
                      <a:off x="6632784" y="5387389"/>
                      <a:ext cx="58737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630" name="Google Shape;1630;p17"/>
                    <p:cNvCxnSpPr/>
                    <p:nvPr/>
                  </p:nvCxnSpPr>
                  <p:spPr>
                    <a:xfrm rot="10800000">
                      <a:off x="6632784" y="4531727"/>
                      <a:ext cx="58737" cy="0"/>
                    </a:xfrm>
                    <a:prstGeom prst="straightConnector1">
                      <a:avLst/>
                    </a:prstGeom>
                    <a:noFill/>
                    <a:ln cap="flat" cmpd="sng" w="222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grpSp>
                  <p:nvGrpSpPr>
                    <p:cNvPr id="1631" name="Google Shape;1631;p17"/>
                    <p:cNvGrpSpPr/>
                    <p:nvPr/>
                  </p:nvGrpSpPr>
                  <p:grpSpPr>
                    <a:xfrm>
                      <a:off x="6434171" y="4488570"/>
                      <a:ext cx="224203" cy="179034"/>
                      <a:chOff x="3668110" y="2448910"/>
                      <a:chExt cx="3794234" cy="2165130"/>
                    </a:xfrm>
                  </p:grpSpPr>
                  <p:sp>
                    <p:nvSpPr>
                      <p:cNvPr id="1632" name="Google Shape;1632;p17"/>
                      <p:cNvSpPr/>
                      <p:nvPr/>
                    </p:nvSpPr>
                    <p:spPr>
                      <a:xfrm>
                        <a:off x="3668110" y="3741409"/>
                        <a:ext cx="3780587" cy="872631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rgbClr val="B8C2C9"/>
                          </a:gs>
                          <a:gs pos="21000">
                            <a:schemeClr val="lt1"/>
                          </a:gs>
                          <a:gs pos="60000">
                            <a:srgbClr val="D6DCE0"/>
                          </a:gs>
                          <a:gs pos="100000">
                            <a:srgbClr val="B8C2C9"/>
                          </a:gs>
                        </a:gsLst>
                        <a:lin ang="0" scaled="0"/>
                      </a:gradFill>
                      <a:ln cap="flat" cmpd="sng" w="9525">
                        <a:solidFill>
                          <a:srgbClr val="31538F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633" name="Google Shape;1633;p17"/>
                      <p:cNvSpPr/>
                      <p:nvPr/>
                    </p:nvSpPr>
                    <p:spPr>
                      <a:xfrm>
                        <a:off x="3678620" y="2448910"/>
                        <a:ext cx="3783724" cy="1324303"/>
                      </a:xfrm>
                      <a:custGeom>
                        <a:rect b="b" l="l" r="r" t="t"/>
                        <a:pathLst>
                          <a:path extrusionOk="0" h="1324303" w="3783724">
                            <a:moveTo>
                              <a:pt x="0" y="1313793"/>
                            </a:moveTo>
                            <a:lnTo>
                              <a:pt x="0" y="1313793"/>
                            </a:lnTo>
                            <a:lnTo>
                              <a:pt x="252248" y="0"/>
                            </a:lnTo>
                            <a:lnTo>
                              <a:pt x="3415862" y="21020"/>
                            </a:lnTo>
                            <a:lnTo>
                              <a:pt x="3783724" y="1324303"/>
                            </a:lnTo>
                            <a:lnTo>
                              <a:pt x="0" y="1313793"/>
                            </a:lnTo>
                            <a:close/>
                          </a:path>
                        </a:pathLst>
                      </a:custGeom>
                      <a:solidFill>
                        <a:srgbClr val="B8C2C9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grpSp>
                    <p:nvGrpSpPr>
                      <p:cNvPr id="1634" name="Google Shape;1634;p17"/>
                      <p:cNvGrpSpPr/>
                      <p:nvPr/>
                    </p:nvGrpSpPr>
                    <p:grpSpPr>
                      <a:xfrm>
                        <a:off x="3941378" y="2603243"/>
                        <a:ext cx="3202061" cy="1066110"/>
                        <a:chOff x="7939341" y="3037317"/>
                        <a:chExt cx="897649" cy="353919"/>
                      </a:xfrm>
                    </p:grpSpPr>
                    <p:sp>
                      <p:nvSpPr>
                        <p:cNvPr id="1573" name="Google Shape;1573;p17"/>
                        <p:cNvSpPr/>
                        <p:nvPr/>
                      </p:nvSpPr>
                      <p:spPr>
                        <a:xfrm>
                          <a:off x="7964170" y="3037317"/>
                          <a:ext cx="849158" cy="198115"/>
                        </a:xfrm>
                        <a:custGeom>
                          <a:rect b="b" l="l" r="r" t="t"/>
                          <a:pathLst>
                            <a:path extrusionOk="0" h="1049866" w="4673016">
                              <a:moveTo>
                                <a:pt x="3756864" y="0"/>
                              </a:moveTo>
                              <a:lnTo>
                                <a:pt x="4673016" y="239402"/>
                              </a:lnTo>
                              <a:lnTo>
                                <a:pt x="3993931" y="541866"/>
                              </a:lnTo>
                              <a:lnTo>
                                <a:pt x="3815839" y="467710"/>
                              </a:lnTo>
                              <a:lnTo>
                                <a:pt x="2300598" y="1049866"/>
                              </a:lnTo>
                              <a:lnTo>
                                <a:pt x="912064" y="457200"/>
                              </a:lnTo>
                              <a:lnTo>
                                <a:pt x="624198" y="541866"/>
                              </a:lnTo>
                              <a:lnTo>
                                <a:pt x="0" y="275021"/>
                              </a:lnTo>
                              <a:lnTo>
                                <a:pt x="912064" y="16933"/>
                              </a:lnTo>
                              <a:lnTo>
                                <a:pt x="2323954" y="616023"/>
                              </a:lnTo>
                              <a:lnTo>
                                <a:pt x="3756864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A3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lt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635" name="Google Shape;1635;p17"/>
                        <p:cNvSpPr/>
                        <p:nvPr/>
                      </p:nvSpPr>
                      <p:spPr>
                        <a:xfrm>
                          <a:off x="8519948" y="3206783"/>
                          <a:ext cx="317042" cy="170569"/>
                        </a:xfrm>
                        <a:custGeom>
                          <a:rect b="b" l="l" r="r" t="t"/>
                          <a:pathLst>
                            <a:path extrusionOk="0" h="903890" w="1744718">
                              <a:moveTo>
                                <a:pt x="21021" y="0"/>
                              </a:moveTo>
                              <a:lnTo>
                                <a:pt x="1744718" y="693683"/>
                              </a:lnTo>
                              <a:lnTo>
                                <a:pt x="1145628" y="903890"/>
                              </a:lnTo>
                              <a:lnTo>
                                <a:pt x="0" y="451945"/>
                              </a:lnTo>
                              <a:lnTo>
                                <a:pt x="21021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A3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lt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636" name="Google Shape;1636;p17"/>
                        <p:cNvSpPr/>
                        <p:nvPr/>
                      </p:nvSpPr>
                      <p:spPr>
                        <a:xfrm>
                          <a:off x="7939341" y="3206783"/>
                          <a:ext cx="311312" cy="168585"/>
                        </a:xfrm>
                        <a:custGeom>
                          <a:rect b="b" l="l" r="r" t="t"/>
                          <a:pathLst>
                            <a:path extrusionOk="0" h="893380" w="1713187">
                              <a:moveTo>
                                <a:pt x="1702676" y="0"/>
                              </a:moveTo>
                              <a:lnTo>
                                <a:pt x="1713187" y="472966"/>
                              </a:lnTo>
                              <a:lnTo>
                                <a:pt x="578069" y="893380"/>
                              </a:lnTo>
                              <a:lnTo>
                                <a:pt x="0" y="693683"/>
                              </a:lnTo>
                              <a:lnTo>
                                <a:pt x="170267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A8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lt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637" name="Google Shape;1637;p17"/>
                        <p:cNvSpPr/>
                        <p:nvPr/>
                      </p:nvSpPr>
                      <p:spPr>
                        <a:xfrm>
                          <a:off x="8047413" y="3123483"/>
                          <a:ext cx="676892" cy="267753"/>
                        </a:xfrm>
                        <a:custGeom>
                          <a:rect b="b" l="l" r="r" t="t"/>
                          <a:pathLst>
                            <a:path extrusionOk="0" h="1418896" w="3725019">
                              <a:moveTo>
                                <a:pt x="162012" y="73572"/>
                              </a:moveTo>
                              <a:lnTo>
                                <a:pt x="445792" y="0"/>
                              </a:lnTo>
                              <a:lnTo>
                                <a:pt x="1852896" y="591655"/>
                              </a:lnTo>
                              <a:lnTo>
                                <a:pt x="3357157" y="0"/>
                              </a:lnTo>
                              <a:lnTo>
                                <a:pt x="3577874" y="73572"/>
                              </a:lnTo>
                              <a:lnTo>
                                <a:pt x="2632585" y="448868"/>
                              </a:lnTo>
                              <a:lnTo>
                                <a:pt x="2625150" y="902607"/>
                              </a:lnTo>
                              <a:lnTo>
                                <a:pt x="3725019" y="1345324"/>
                              </a:lnTo>
                              <a:lnTo>
                                <a:pt x="3441240" y="1408386"/>
                              </a:lnTo>
                              <a:lnTo>
                                <a:pt x="1864688" y="746234"/>
                              </a:lnTo>
                              <a:lnTo>
                                <a:pt x="256605" y="1418896"/>
                              </a:lnTo>
                              <a:lnTo>
                                <a:pt x="0" y="1331097"/>
                              </a:lnTo>
                              <a:lnTo>
                                <a:pt x="1113454" y="903890"/>
                              </a:lnTo>
                              <a:cubicBezTo>
                                <a:pt x="1113454" y="760249"/>
                                <a:pt x="1102302" y="595586"/>
                                <a:pt x="1102302" y="451945"/>
                              </a:cubicBezTo>
                              <a:lnTo>
                                <a:pt x="183032" y="84081"/>
                              </a:lnTo>
                              <a:cubicBezTo>
                                <a:pt x="26317" y="21019"/>
                                <a:pt x="169019" y="77075"/>
                                <a:pt x="162012" y="73572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8DA9DB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lt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</p:grpSp>
              <p:grpSp>
                <p:nvGrpSpPr>
                  <p:cNvPr id="1638" name="Google Shape;1638;p17"/>
                  <p:cNvGrpSpPr/>
                  <p:nvPr/>
                </p:nvGrpSpPr>
                <p:grpSpPr>
                  <a:xfrm>
                    <a:off x="6665262" y="3564953"/>
                    <a:ext cx="914400" cy="479686"/>
                    <a:chOff x="3668110" y="2448910"/>
                    <a:chExt cx="3794234" cy="2165130"/>
                  </a:xfrm>
                </p:grpSpPr>
                <p:sp>
                  <p:nvSpPr>
                    <p:cNvPr id="1639" name="Google Shape;1639;p17"/>
                    <p:cNvSpPr/>
                    <p:nvPr/>
                  </p:nvSpPr>
                  <p:spPr>
                    <a:xfrm>
                      <a:off x="3668110" y="3741409"/>
                      <a:ext cx="3780587" cy="872631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31538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640" name="Google Shape;1640;p17"/>
                    <p:cNvSpPr/>
                    <p:nvPr/>
                  </p:nvSpPr>
                  <p:spPr>
                    <a:xfrm>
                      <a:off x="3678620" y="2448910"/>
                      <a:ext cx="3783724" cy="1324303"/>
                    </a:xfrm>
                    <a:custGeom>
                      <a:rect b="b" l="l" r="r" t="t"/>
                      <a:pathLst>
                        <a:path extrusionOk="0" h="1324303" w="3783724">
                          <a:moveTo>
                            <a:pt x="0" y="1313793"/>
                          </a:moveTo>
                          <a:lnTo>
                            <a:pt x="0" y="1313793"/>
                          </a:lnTo>
                          <a:lnTo>
                            <a:pt x="252248" y="0"/>
                          </a:lnTo>
                          <a:lnTo>
                            <a:pt x="3415862" y="21020"/>
                          </a:lnTo>
                          <a:lnTo>
                            <a:pt x="3783724" y="1324303"/>
                          </a:lnTo>
                          <a:lnTo>
                            <a:pt x="0" y="1313793"/>
                          </a:lnTo>
                          <a:close/>
                        </a:path>
                      </a:pathLst>
                    </a:cu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1641" name="Google Shape;1641;p17"/>
                    <p:cNvGrpSpPr/>
                    <p:nvPr/>
                  </p:nvGrpSpPr>
                  <p:grpSpPr>
                    <a:xfrm>
                      <a:off x="3941378" y="2603243"/>
                      <a:ext cx="3202061" cy="1066110"/>
                      <a:chOff x="7939341" y="3037317"/>
                      <a:chExt cx="897649" cy="353919"/>
                    </a:xfrm>
                  </p:grpSpPr>
                  <p:sp>
                    <p:nvSpPr>
                      <p:cNvPr id="1540" name="Google Shape;1540;p17"/>
                      <p:cNvSpPr/>
                      <p:nvPr/>
                    </p:nvSpPr>
                    <p:spPr>
                      <a:xfrm>
                        <a:off x="7964170" y="30373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642" name="Google Shape;1642;p17"/>
                      <p:cNvSpPr/>
                      <p:nvPr/>
                    </p:nvSpPr>
                    <p:spPr>
                      <a:xfrm>
                        <a:off x="8519948" y="32067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643" name="Google Shape;1643;p17"/>
                      <p:cNvSpPr/>
                      <p:nvPr/>
                    </p:nvSpPr>
                    <p:spPr>
                      <a:xfrm>
                        <a:off x="7939341" y="32067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644" name="Google Shape;1644;p17"/>
                      <p:cNvSpPr/>
                      <p:nvPr/>
                    </p:nvSpPr>
                    <p:spPr>
                      <a:xfrm>
                        <a:off x="8047413" y="31234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1645" name="Google Shape;1645;p17"/>
                  <p:cNvGrpSpPr/>
                  <p:nvPr/>
                </p:nvGrpSpPr>
                <p:grpSpPr>
                  <a:xfrm>
                    <a:off x="6733565" y="4492542"/>
                    <a:ext cx="267206" cy="997245"/>
                    <a:chOff x="6424315" y="4488570"/>
                    <a:chExt cx="267206" cy="997245"/>
                  </a:xfrm>
                </p:grpSpPr>
                <p:grpSp>
                  <p:nvGrpSpPr>
                    <p:cNvPr id="1646" name="Google Shape;1646;p17"/>
                    <p:cNvGrpSpPr/>
                    <p:nvPr/>
                  </p:nvGrpSpPr>
                  <p:grpSpPr>
                    <a:xfrm>
                      <a:off x="6424315" y="4636502"/>
                      <a:ext cx="237939" cy="849312"/>
                      <a:chOff x="6396366" y="3061857"/>
                      <a:chExt cx="570079" cy="838094"/>
                    </a:xfrm>
                  </p:grpSpPr>
                  <p:sp>
                    <p:nvSpPr>
                      <p:cNvPr id="1647" name="Google Shape;1647;p17"/>
                      <p:cNvSpPr/>
                      <p:nvPr/>
                    </p:nvSpPr>
                    <p:spPr>
                      <a:xfrm>
                        <a:off x="6509786" y="3061857"/>
                        <a:ext cx="447707" cy="742536"/>
                      </a:xfrm>
                      <a:prstGeom prst="rect">
                        <a:avLst/>
                      </a:prstGeom>
                      <a:noFill/>
                      <a:ln cap="flat" cmpd="sng" w="1270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cxnSp>
                    <p:nvCxnSpPr>
                      <p:cNvPr id="1648" name="Google Shape;1648;p17"/>
                      <p:cNvCxnSpPr/>
                      <p:nvPr/>
                    </p:nvCxnSpPr>
                    <p:spPr>
                      <a:xfrm flipH="1" rot="10800000">
                        <a:off x="6847057" y="3061857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sp>
                    <p:nvSpPr>
                      <p:cNvPr id="1649" name="Google Shape;1649;p17"/>
                      <p:cNvSpPr/>
                      <p:nvPr/>
                    </p:nvSpPr>
                    <p:spPr>
                      <a:xfrm>
                        <a:off x="6476953" y="3071256"/>
                        <a:ext cx="131327" cy="115923"/>
                      </a:xfrm>
                      <a:prstGeom prst="rect">
                        <a:avLst/>
                      </a:pr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cxnSp>
                    <p:nvCxnSpPr>
                      <p:cNvPr id="1650" name="Google Shape;1650;p17"/>
                      <p:cNvCxnSpPr/>
                      <p:nvPr/>
                    </p:nvCxnSpPr>
                    <p:spPr>
                      <a:xfrm flipH="1" rot="10800000">
                        <a:off x="6396367" y="3061857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sp>
                    <p:nvSpPr>
                      <p:cNvPr id="1651" name="Google Shape;1651;p17"/>
                      <p:cNvSpPr/>
                      <p:nvPr/>
                    </p:nvSpPr>
                    <p:spPr>
                      <a:xfrm>
                        <a:off x="6817210" y="3702567"/>
                        <a:ext cx="131327" cy="115923"/>
                      </a:xfrm>
                      <a:prstGeom prst="rect">
                        <a:avLst/>
                      </a:pr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652" name="Google Shape;1652;p17"/>
                      <p:cNvSpPr/>
                      <p:nvPr/>
                    </p:nvSpPr>
                    <p:spPr>
                      <a:xfrm>
                        <a:off x="6405320" y="3157415"/>
                        <a:ext cx="444723" cy="742536"/>
                      </a:xfrm>
                      <a:prstGeom prst="rect">
                        <a:avLst/>
                      </a:prstGeom>
                      <a:solidFill>
                        <a:schemeClr val="lt1"/>
                      </a:solidFill>
                      <a:ln cap="flat" cmpd="sng" w="1270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cxnSp>
                    <p:nvCxnSpPr>
                      <p:cNvPr id="1653" name="Google Shape;1653;p17"/>
                      <p:cNvCxnSpPr/>
                      <p:nvPr/>
                    </p:nvCxnSpPr>
                    <p:spPr>
                      <a:xfrm flipH="1" rot="10800000">
                        <a:off x="6847057" y="3804392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grpSp>
                    <p:nvGrpSpPr>
                      <p:cNvPr id="1654" name="Google Shape;1654;p17"/>
                      <p:cNvGrpSpPr/>
                      <p:nvPr/>
                    </p:nvGrpSpPr>
                    <p:grpSpPr>
                      <a:xfrm>
                        <a:off x="6399350" y="3137050"/>
                        <a:ext cx="561125" cy="92425"/>
                        <a:chOff x="6581076" y="2845711"/>
                        <a:chExt cx="561125" cy="92425"/>
                      </a:xfrm>
                    </p:grpSpPr>
                    <p:cxnSp>
                      <p:nvCxnSpPr>
                        <p:cNvPr id="1655" name="Google Shape;1655;p17"/>
                        <p:cNvCxnSpPr/>
                        <p:nvPr/>
                      </p:nvCxnSpPr>
                      <p:spPr>
                        <a:xfrm flipH="1" rot="10800000">
                          <a:off x="7028782" y="2845711"/>
                          <a:ext cx="113419" cy="92425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1656" name="Google Shape;1656;p17"/>
                        <p:cNvCxnSpPr/>
                        <p:nvPr/>
                      </p:nvCxnSpPr>
                      <p:spPr>
                        <a:xfrm>
                          <a:off x="6581076" y="2938136"/>
                          <a:ext cx="453676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1657" name="Google Shape;1657;p17"/>
                      <p:cNvGrpSpPr/>
                      <p:nvPr/>
                    </p:nvGrpSpPr>
                    <p:grpSpPr>
                      <a:xfrm>
                        <a:off x="6399351" y="3202845"/>
                        <a:ext cx="567094" cy="89292"/>
                        <a:chOff x="6581557" y="2845642"/>
                        <a:chExt cx="567094" cy="89292"/>
                      </a:xfrm>
                    </p:grpSpPr>
                    <p:cxnSp>
                      <p:nvCxnSpPr>
                        <p:cNvPr id="1658" name="Google Shape;1658;p17"/>
                        <p:cNvCxnSpPr/>
                        <p:nvPr/>
                      </p:nvCxnSpPr>
                      <p:spPr>
                        <a:xfrm flipH="1" rot="10800000">
                          <a:off x="7029263" y="2845642"/>
                          <a:ext cx="119388" cy="89292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1659" name="Google Shape;1659;p17"/>
                        <p:cNvCxnSpPr/>
                        <p:nvPr/>
                      </p:nvCxnSpPr>
                      <p:spPr>
                        <a:xfrm>
                          <a:off x="6581557" y="2934934"/>
                          <a:ext cx="453676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1660" name="Google Shape;1660;p17"/>
                      <p:cNvGrpSpPr/>
                      <p:nvPr/>
                    </p:nvGrpSpPr>
                    <p:grpSpPr>
                      <a:xfrm>
                        <a:off x="6399350" y="3268639"/>
                        <a:ext cx="558142" cy="89292"/>
                        <a:chOff x="6582036" y="2845572"/>
                        <a:chExt cx="558142" cy="89292"/>
                      </a:xfrm>
                    </p:grpSpPr>
                    <p:cxnSp>
                      <p:nvCxnSpPr>
                        <p:cNvPr id="1661" name="Google Shape;1661;p17"/>
                        <p:cNvCxnSpPr/>
                        <p:nvPr/>
                      </p:nvCxnSpPr>
                      <p:spPr>
                        <a:xfrm flipH="1" rot="10800000">
                          <a:off x="7026759" y="2845572"/>
                          <a:ext cx="113419" cy="89292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1662" name="Google Shape;1662;p17"/>
                        <p:cNvCxnSpPr/>
                        <p:nvPr/>
                      </p:nvCxnSpPr>
                      <p:spPr>
                        <a:xfrm>
                          <a:off x="6582036" y="2934864"/>
                          <a:ext cx="450692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1663" name="Google Shape;1663;p17"/>
                      <p:cNvGrpSpPr/>
                      <p:nvPr/>
                    </p:nvGrpSpPr>
                    <p:grpSpPr>
                      <a:xfrm>
                        <a:off x="6399350" y="3334433"/>
                        <a:ext cx="558141" cy="89292"/>
                        <a:chOff x="6582516" y="2845502"/>
                        <a:chExt cx="558141" cy="89292"/>
                      </a:xfrm>
                    </p:grpSpPr>
                    <p:cxnSp>
                      <p:nvCxnSpPr>
                        <p:cNvPr id="1664" name="Google Shape;1664;p17"/>
                        <p:cNvCxnSpPr/>
                        <p:nvPr/>
                      </p:nvCxnSpPr>
                      <p:spPr>
                        <a:xfrm flipH="1" rot="10800000">
                          <a:off x="7027238" y="2845502"/>
                          <a:ext cx="113419" cy="89292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1665" name="Google Shape;1665;p17"/>
                        <p:cNvCxnSpPr/>
                        <p:nvPr/>
                      </p:nvCxnSpPr>
                      <p:spPr>
                        <a:xfrm>
                          <a:off x="6582516" y="2934794"/>
                          <a:ext cx="450692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1666" name="Google Shape;1666;p17"/>
                      <p:cNvGrpSpPr/>
                      <p:nvPr/>
                    </p:nvGrpSpPr>
                    <p:grpSpPr>
                      <a:xfrm>
                        <a:off x="6399349" y="3400228"/>
                        <a:ext cx="558142" cy="89292"/>
                        <a:chOff x="6582995" y="2845433"/>
                        <a:chExt cx="558142" cy="89292"/>
                      </a:xfrm>
                    </p:grpSpPr>
                    <p:cxnSp>
                      <p:nvCxnSpPr>
                        <p:cNvPr id="1667" name="Google Shape;1667;p17"/>
                        <p:cNvCxnSpPr/>
                        <p:nvPr/>
                      </p:nvCxnSpPr>
                      <p:spPr>
                        <a:xfrm flipH="1" rot="10800000">
                          <a:off x="7027718" y="2845433"/>
                          <a:ext cx="113419" cy="89292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1668" name="Google Shape;1668;p17"/>
                        <p:cNvCxnSpPr/>
                        <p:nvPr/>
                      </p:nvCxnSpPr>
                      <p:spPr>
                        <a:xfrm>
                          <a:off x="6582995" y="2934724"/>
                          <a:ext cx="450692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1669" name="Google Shape;1669;p17"/>
                      <p:cNvGrpSpPr/>
                      <p:nvPr/>
                    </p:nvGrpSpPr>
                    <p:grpSpPr>
                      <a:xfrm>
                        <a:off x="6399351" y="3466022"/>
                        <a:ext cx="558141" cy="93992"/>
                        <a:chOff x="6583477" y="2845363"/>
                        <a:chExt cx="558141" cy="93992"/>
                      </a:xfrm>
                    </p:grpSpPr>
                    <p:cxnSp>
                      <p:nvCxnSpPr>
                        <p:cNvPr id="1670" name="Google Shape;1670;p17"/>
                        <p:cNvCxnSpPr/>
                        <p:nvPr/>
                      </p:nvCxnSpPr>
                      <p:spPr>
                        <a:xfrm flipH="1" rot="10800000">
                          <a:off x="7028199" y="2845363"/>
                          <a:ext cx="113419" cy="93992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1671" name="Google Shape;1671;p17"/>
                        <p:cNvCxnSpPr/>
                        <p:nvPr/>
                      </p:nvCxnSpPr>
                      <p:spPr>
                        <a:xfrm>
                          <a:off x="6583477" y="2939355"/>
                          <a:ext cx="450692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1672" name="Google Shape;1672;p17"/>
                      <p:cNvGrpSpPr/>
                      <p:nvPr/>
                    </p:nvGrpSpPr>
                    <p:grpSpPr>
                      <a:xfrm>
                        <a:off x="6396366" y="3528683"/>
                        <a:ext cx="561126" cy="97125"/>
                        <a:chOff x="6580972" y="2842160"/>
                        <a:chExt cx="561126" cy="97125"/>
                      </a:xfrm>
                    </p:grpSpPr>
                    <p:cxnSp>
                      <p:nvCxnSpPr>
                        <p:cNvPr id="1673" name="Google Shape;1673;p17"/>
                        <p:cNvCxnSpPr/>
                        <p:nvPr/>
                      </p:nvCxnSpPr>
                      <p:spPr>
                        <a:xfrm flipH="1" rot="10800000">
                          <a:off x="7028679" y="2842160"/>
                          <a:ext cx="113419" cy="97125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1674" name="Google Shape;1674;p17"/>
                        <p:cNvCxnSpPr/>
                        <p:nvPr/>
                      </p:nvCxnSpPr>
                      <p:spPr>
                        <a:xfrm>
                          <a:off x="6580972" y="2939284"/>
                          <a:ext cx="453676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1675" name="Google Shape;1675;p17"/>
                      <p:cNvGrpSpPr/>
                      <p:nvPr/>
                    </p:nvGrpSpPr>
                    <p:grpSpPr>
                      <a:xfrm>
                        <a:off x="6396366" y="3594477"/>
                        <a:ext cx="561125" cy="97125"/>
                        <a:chOff x="6581452" y="2842090"/>
                        <a:chExt cx="561125" cy="97125"/>
                      </a:xfrm>
                    </p:grpSpPr>
                    <p:cxnSp>
                      <p:nvCxnSpPr>
                        <p:cNvPr id="1676" name="Google Shape;1676;p17"/>
                        <p:cNvCxnSpPr/>
                        <p:nvPr/>
                      </p:nvCxnSpPr>
                      <p:spPr>
                        <a:xfrm flipH="1" rot="10800000">
                          <a:off x="7029158" y="2842090"/>
                          <a:ext cx="113419" cy="97125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1677" name="Google Shape;1677;p17"/>
                        <p:cNvCxnSpPr/>
                        <p:nvPr/>
                      </p:nvCxnSpPr>
                      <p:spPr>
                        <a:xfrm>
                          <a:off x="6581452" y="2939215"/>
                          <a:ext cx="453676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1678" name="Google Shape;1678;p17"/>
                      <p:cNvGrpSpPr/>
                      <p:nvPr/>
                    </p:nvGrpSpPr>
                    <p:grpSpPr>
                      <a:xfrm>
                        <a:off x="6396367" y="3664970"/>
                        <a:ext cx="558140" cy="92426"/>
                        <a:chOff x="6581933" y="2846719"/>
                        <a:chExt cx="558140" cy="92426"/>
                      </a:xfrm>
                    </p:grpSpPr>
                    <p:cxnSp>
                      <p:nvCxnSpPr>
                        <p:cNvPr id="1679" name="Google Shape;1679;p17"/>
                        <p:cNvCxnSpPr/>
                        <p:nvPr/>
                      </p:nvCxnSpPr>
                      <p:spPr>
                        <a:xfrm flipH="1" rot="10800000">
                          <a:off x="7026654" y="2846719"/>
                          <a:ext cx="113419" cy="92426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1680" name="Google Shape;1680;p17"/>
                        <p:cNvCxnSpPr/>
                        <p:nvPr/>
                      </p:nvCxnSpPr>
                      <p:spPr>
                        <a:xfrm>
                          <a:off x="6581933" y="2939145"/>
                          <a:ext cx="450690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1681" name="Google Shape;1681;p17"/>
                      <p:cNvGrpSpPr/>
                      <p:nvPr/>
                    </p:nvGrpSpPr>
                    <p:grpSpPr>
                      <a:xfrm>
                        <a:off x="6396367" y="3730765"/>
                        <a:ext cx="558139" cy="92426"/>
                        <a:chOff x="6582413" y="2846650"/>
                        <a:chExt cx="558139" cy="92426"/>
                      </a:xfrm>
                    </p:grpSpPr>
                    <p:cxnSp>
                      <p:nvCxnSpPr>
                        <p:cNvPr id="1682" name="Google Shape;1682;p17"/>
                        <p:cNvCxnSpPr/>
                        <p:nvPr/>
                      </p:nvCxnSpPr>
                      <p:spPr>
                        <a:xfrm flipH="1" rot="10800000">
                          <a:off x="7027133" y="2846650"/>
                          <a:ext cx="113419" cy="92426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1683" name="Google Shape;1683;p17"/>
                        <p:cNvCxnSpPr/>
                        <p:nvPr/>
                      </p:nvCxnSpPr>
                      <p:spPr>
                        <a:xfrm>
                          <a:off x="6582413" y="2939076"/>
                          <a:ext cx="450690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</p:grpSp>
                <p:cxnSp>
                  <p:nvCxnSpPr>
                    <p:cNvPr id="1684" name="Google Shape;1684;p17"/>
                    <p:cNvCxnSpPr/>
                    <p:nvPr/>
                  </p:nvCxnSpPr>
                  <p:spPr>
                    <a:xfrm flipH="1">
                      <a:off x="6685171" y="4525377"/>
                      <a:ext cx="4763" cy="855662"/>
                    </a:xfrm>
                    <a:prstGeom prst="straightConnector1">
                      <a:avLst/>
                    </a:prstGeom>
                    <a:noFill/>
                    <a:ln cap="flat" cmpd="sng" w="254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685" name="Google Shape;1685;p17"/>
                    <p:cNvCxnSpPr/>
                    <p:nvPr/>
                  </p:nvCxnSpPr>
                  <p:spPr>
                    <a:xfrm>
                      <a:off x="6632784" y="4706352"/>
                      <a:ext cx="58737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686" name="Google Shape;1686;p17"/>
                    <p:cNvCxnSpPr/>
                    <p:nvPr/>
                  </p:nvCxnSpPr>
                  <p:spPr>
                    <a:xfrm>
                      <a:off x="6631196" y="4771439"/>
                      <a:ext cx="58738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687" name="Google Shape;1687;p17"/>
                    <p:cNvCxnSpPr/>
                    <p:nvPr/>
                  </p:nvCxnSpPr>
                  <p:spPr>
                    <a:xfrm>
                      <a:off x="6631196" y="4849227"/>
                      <a:ext cx="58738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688" name="Google Shape;1688;p17"/>
                    <p:cNvCxnSpPr/>
                    <p:nvPr/>
                  </p:nvCxnSpPr>
                  <p:spPr>
                    <a:xfrm>
                      <a:off x="6629609" y="4914314"/>
                      <a:ext cx="58737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689" name="Google Shape;1689;p17"/>
                    <p:cNvCxnSpPr/>
                    <p:nvPr/>
                  </p:nvCxnSpPr>
                  <p:spPr>
                    <a:xfrm>
                      <a:off x="6628021" y="4976227"/>
                      <a:ext cx="60325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690" name="Google Shape;1690;p17"/>
                    <p:cNvCxnSpPr/>
                    <p:nvPr/>
                  </p:nvCxnSpPr>
                  <p:spPr>
                    <a:xfrm>
                      <a:off x="6628021" y="5044489"/>
                      <a:ext cx="58738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691" name="Google Shape;1691;p17"/>
                    <p:cNvCxnSpPr/>
                    <p:nvPr/>
                  </p:nvCxnSpPr>
                  <p:spPr>
                    <a:xfrm>
                      <a:off x="6626434" y="5114339"/>
                      <a:ext cx="58737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692" name="Google Shape;1692;p17"/>
                    <p:cNvCxnSpPr/>
                    <p:nvPr/>
                  </p:nvCxnSpPr>
                  <p:spPr>
                    <a:xfrm>
                      <a:off x="6629609" y="5184189"/>
                      <a:ext cx="58737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693" name="Google Shape;1693;p17"/>
                    <p:cNvCxnSpPr/>
                    <p:nvPr/>
                  </p:nvCxnSpPr>
                  <p:spPr>
                    <a:xfrm>
                      <a:off x="6631196" y="5252452"/>
                      <a:ext cx="58738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694" name="Google Shape;1694;p17"/>
                    <p:cNvCxnSpPr/>
                    <p:nvPr/>
                  </p:nvCxnSpPr>
                  <p:spPr>
                    <a:xfrm>
                      <a:off x="6631196" y="5322302"/>
                      <a:ext cx="58738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695" name="Google Shape;1695;p17"/>
                    <p:cNvCxnSpPr/>
                    <p:nvPr/>
                  </p:nvCxnSpPr>
                  <p:spPr>
                    <a:xfrm>
                      <a:off x="6632784" y="5387389"/>
                      <a:ext cx="58737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696" name="Google Shape;1696;p17"/>
                    <p:cNvCxnSpPr/>
                    <p:nvPr/>
                  </p:nvCxnSpPr>
                  <p:spPr>
                    <a:xfrm rot="10800000">
                      <a:off x="6632784" y="4531727"/>
                      <a:ext cx="58737" cy="0"/>
                    </a:xfrm>
                    <a:prstGeom prst="straightConnector1">
                      <a:avLst/>
                    </a:prstGeom>
                    <a:noFill/>
                    <a:ln cap="flat" cmpd="sng" w="222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grpSp>
                  <p:nvGrpSpPr>
                    <p:cNvPr id="1697" name="Google Shape;1697;p17"/>
                    <p:cNvGrpSpPr/>
                    <p:nvPr/>
                  </p:nvGrpSpPr>
                  <p:grpSpPr>
                    <a:xfrm>
                      <a:off x="6434171" y="4488570"/>
                      <a:ext cx="224203" cy="179034"/>
                      <a:chOff x="3668110" y="2448910"/>
                      <a:chExt cx="3794234" cy="2165130"/>
                    </a:xfrm>
                  </p:grpSpPr>
                  <p:sp>
                    <p:nvSpPr>
                      <p:cNvPr id="1698" name="Google Shape;1698;p17"/>
                      <p:cNvSpPr/>
                      <p:nvPr/>
                    </p:nvSpPr>
                    <p:spPr>
                      <a:xfrm>
                        <a:off x="3668110" y="3741409"/>
                        <a:ext cx="3780587" cy="872631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rgbClr val="B8C2C9"/>
                          </a:gs>
                          <a:gs pos="21000">
                            <a:schemeClr val="lt1"/>
                          </a:gs>
                          <a:gs pos="60000">
                            <a:srgbClr val="D6DCE0"/>
                          </a:gs>
                          <a:gs pos="100000">
                            <a:srgbClr val="B8C2C9"/>
                          </a:gs>
                        </a:gsLst>
                        <a:lin ang="0" scaled="0"/>
                      </a:gradFill>
                      <a:ln cap="flat" cmpd="sng" w="9525">
                        <a:solidFill>
                          <a:srgbClr val="31538F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699" name="Google Shape;1699;p17"/>
                      <p:cNvSpPr/>
                      <p:nvPr/>
                    </p:nvSpPr>
                    <p:spPr>
                      <a:xfrm>
                        <a:off x="3678620" y="2448910"/>
                        <a:ext cx="3783724" cy="1324303"/>
                      </a:xfrm>
                      <a:custGeom>
                        <a:rect b="b" l="l" r="r" t="t"/>
                        <a:pathLst>
                          <a:path extrusionOk="0" h="1324303" w="3783724">
                            <a:moveTo>
                              <a:pt x="0" y="1313793"/>
                            </a:moveTo>
                            <a:lnTo>
                              <a:pt x="0" y="1313793"/>
                            </a:lnTo>
                            <a:lnTo>
                              <a:pt x="252248" y="0"/>
                            </a:lnTo>
                            <a:lnTo>
                              <a:pt x="3415862" y="21020"/>
                            </a:lnTo>
                            <a:lnTo>
                              <a:pt x="3783724" y="1324303"/>
                            </a:lnTo>
                            <a:lnTo>
                              <a:pt x="0" y="1313793"/>
                            </a:lnTo>
                            <a:close/>
                          </a:path>
                        </a:pathLst>
                      </a:custGeom>
                      <a:solidFill>
                        <a:srgbClr val="B8C2C9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grpSp>
                    <p:nvGrpSpPr>
                      <p:cNvPr id="1700" name="Google Shape;1700;p17"/>
                      <p:cNvGrpSpPr/>
                      <p:nvPr/>
                    </p:nvGrpSpPr>
                    <p:grpSpPr>
                      <a:xfrm>
                        <a:off x="3941378" y="2603243"/>
                        <a:ext cx="3202061" cy="1066110"/>
                        <a:chOff x="7939341" y="3037317"/>
                        <a:chExt cx="897649" cy="353919"/>
                      </a:xfrm>
                    </p:grpSpPr>
                    <p:sp>
                      <p:nvSpPr>
                        <p:cNvPr id="1701" name="Google Shape;1701;p17"/>
                        <p:cNvSpPr/>
                        <p:nvPr/>
                      </p:nvSpPr>
                      <p:spPr>
                        <a:xfrm>
                          <a:off x="7964170" y="3037317"/>
                          <a:ext cx="849158" cy="198115"/>
                        </a:xfrm>
                        <a:custGeom>
                          <a:rect b="b" l="l" r="r" t="t"/>
                          <a:pathLst>
                            <a:path extrusionOk="0" h="1049866" w="4673016">
                              <a:moveTo>
                                <a:pt x="3756864" y="0"/>
                              </a:moveTo>
                              <a:lnTo>
                                <a:pt x="4673016" y="239402"/>
                              </a:lnTo>
                              <a:lnTo>
                                <a:pt x="3993931" y="541866"/>
                              </a:lnTo>
                              <a:lnTo>
                                <a:pt x="3815839" y="467710"/>
                              </a:lnTo>
                              <a:lnTo>
                                <a:pt x="2300598" y="1049866"/>
                              </a:lnTo>
                              <a:lnTo>
                                <a:pt x="912064" y="457200"/>
                              </a:lnTo>
                              <a:lnTo>
                                <a:pt x="624198" y="541866"/>
                              </a:lnTo>
                              <a:lnTo>
                                <a:pt x="0" y="275021"/>
                              </a:lnTo>
                              <a:lnTo>
                                <a:pt x="912064" y="16933"/>
                              </a:lnTo>
                              <a:lnTo>
                                <a:pt x="2323954" y="616023"/>
                              </a:lnTo>
                              <a:lnTo>
                                <a:pt x="3756864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A3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lt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702" name="Google Shape;1702;p17"/>
                        <p:cNvSpPr/>
                        <p:nvPr/>
                      </p:nvSpPr>
                      <p:spPr>
                        <a:xfrm>
                          <a:off x="8519948" y="3206783"/>
                          <a:ext cx="317042" cy="170569"/>
                        </a:xfrm>
                        <a:custGeom>
                          <a:rect b="b" l="l" r="r" t="t"/>
                          <a:pathLst>
                            <a:path extrusionOk="0" h="903890" w="1744718">
                              <a:moveTo>
                                <a:pt x="21021" y="0"/>
                              </a:moveTo>
                              <a:lnTo>
                                <a:pt x="1744718" y="693683"/>
                              </a:lnTo>
                              <a:lnTo>
                                <a:pt x="1145628" y="903890"/>
                              </a:lnTo>
                              <a:lnTo>
                                <a:pt x="0" y="451945"/>
                              </a:lnTo>
                              <a:lnTo>
                                <a:pt x="21021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A3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lt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703" name="Google Shape;1703;p17"/>
                        <p:cNvSpPr/>
                        <p:nvPr/>
                      </p:nvSpPr>
                      <p:spPr>
                        <a:xfrm>
                          <a:off x="7939341" y="3206783"/>
                          <a:ext cx="311312" cy="168585"/>
                        </a:xfrm>
                        <a:custGeom>
                          <a:rect b="b" l="l" r="r" t="t"/>
                          <a:pathLst>
                            <a:path extrusionOk="0" h="893380" w="1713187">
                              <a:moveTo>
                                <a:pt x="1702676" y="0"/>
                              </a:moveTo>
                              <a:lnTo>
                                <a:pt x="1713187" y="472966"/>
                              </a:lnTo>
                              <a:lnTo>
                                <a:pt x="578069" y="893380"/>
                              </a:lnTo>
                              <a:lnTo>
                                <a:pt x="0" y="693683"/>
                              </a:lnTo>
                              <a:lnTo>
                                <a:pt x="170267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A8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lt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578" name="Google Shape;1578;p17"/>
                        <p:cNvSpPr/>
                        <p:nvPr/>
                      </p:nvSpPr>
                      <p:spPr>
                        <a:xfrm>
                          <a:off x="8047413" y="3123483"/>
                          <a:ext cx="676892" cy="267753"/>
                        </a:xfrm>
                        <a:custGeom>
                          <a:rect b="b" l="l" r="r" t="t"/>
                          <a:pathLst>
                            <a:path extrusionOk="0" h="1418896" w="3725019">
                              <a:moveTo>
                                <a:pt x="162012" y="73572"/>
                              </a:moveTo>
                              <a:lnTo>
                                <a:pt x="445792" y="0"/>
                              </a:lnTo>
                              <a:lnTo>
                                <a:pt x="1852896" y="591655"/>
                              </a:lnTo>
                              <a:lnTo>
                                <a:pt x="3357157" y="0"/>
                              </a:lnTo>
                              <a:lnTo>
                                <a:pt x="3577874" y="73572"/>
                              </a:lnTo>
                              <a:lnTo>
                                <a:pt x="2632585" y="448868"/>
                              </a:lnTo>
                              <a:lnTo>
                                <a:pt x="2625150" y="902607"/>
                              </a:lnTo>
                              <a:lnTo>
                                <a:pt x="3725019" y="1345324"/>
                              </a:lnTo>
                              <a:lnTo>
                                <a:pt x="3441240" y="1408386"/>
                              </a:lnTo>
                              <a:lnTo>
                                <a:pt x="1864688" y="746234"/>
                              </a:lnTo>
                              <a:lnTo>
                                <a:pt x="256605" y="1418896"/>
                              </a:lnTo>
                              <a:lnTo>
                                <a:pt x="0" y="1331097"/>
                              </a:lnTo>
                              <a:lnTo>
                                <a:pt x="1113454" y="903890"/>
                              </a:lnTo>
                              <a:cubicBezTo>
                                <a:pt x="1113454" y="760249"/>
                                <a:pt x="1102302" y="595586"/>
                                <a:pt x="1102302" y="451945"/>
                              </a:cubicBezTo>
                              <a:lnTo>
                                <a:pt x="183032" y="84081"/>
                              </a:lnTo>
                              <a:cubicBezTo>
                                <a:pt x="26317" y="21019"/>
                                <a:pt x="169019" y="77075"/>
                                <a:pt x="162012" y="73572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8DA9DB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lt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</p:grpSp>
              <p:grpSp>
                <p:nvGrpSpPr>
                  <p:cNvPr id="1704" name="Google Shape;1704;p17"/>
                  <p:cNvGrpSpPr/>
                  <p:nvPr/>
                </p:nvGrpSpPr>
                <p:grpSpPr>
                  <a:xfrm>
                    <a:off x="7042815" y="4496514"/>
                    <a:ext cx="267206" cy="997245"/>
                    <a:chOff x="6424315" y="4488570"/>
                    <a:chExt cx="267206" cy="997245"/>
                  </a:xfrm>
                </p:grpSpPr>
                <p:grpSp>
                  <p:nvGrpSpPr>
                    <p:cNvPr id="1705" name="Google Shape;1705;p17"/>
                    <p:cNvGrpSpPr/>
                    <p:nvPr/>
                  </p:nvGrpSpPr>
                  <p:grpSpPr>
                    <a:xfrm>
                      <a:off x="6424315" y="4636502"/>
                      <a:ext cx="237939" cy="849312"/>
                      <a:chOff x="6396366" y="3061857"/>
                      <a:chExt cx="570079" cy="838094"/>
                    </a:xfrm>
                  </p:grpSpPr>
                  <p:sp>
                    <p:nvSpPr>
                      <p:cNvPr id="1706" name="Google Shape;1706;p17"/>
                      <p:cNvSpPr/>
                      <p:nvPr/>
                    </p:nvSpPr>
                    <p:spPr>
                      <a:xfrm>
                        <a:off x="6509786" y="3061857"/>
                        <a:ext cx="447707" cy="742536"/>
                      </a:xfrm>
                      <a:prstGeom prst="rect">
                        <a:avLst/>
                      </a:prstGeom>
                      <a:noFill/>
                      <a:ln cap="flat" cmpd="sng" w="1270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cxnSp>
                    <p:nvCxnSpPr>
                      <p:cNvPr id="1707" name="Google Shape;1707;p17"/>
                      <p:cNvCxnSpPr/>
                      <p:nvPr/>
                    </p:nvCxnSpPr>
                    <p:spPr>
                      <a:xfrm flipH="1" rot="10800000">
                        <a:off x="6847057" y="3061857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sp>
                    <p:nvSpPr>
                      <p:cNvPr id="1708" name="Google Shape;1708;p17"/>
                      <p:cNvSpPr/>
                      <p:nvPr/>
                    </p:nvSpPr>
                    <p:spPr>
                      <a:xfrm>
                        <a:off x="6476953" y="3071256"/>
                        <a:ext cx="131327" cy="115923"/>
                      </a:xfrm>
                      <a:prstGeom prst="rect">
                        <a:avLst/>
                      </a:pr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cxnSp>
                    <p:nvCxnSpPr>
                      <p:cNvPr id="1709" name="Google Shape;1709;p17"/>
                      <p:cNvCxnSpPr/>
                      <p:nvPr/>
                    </p:nvCxnSpPr>
                    <p:spPr>
                      <a:xfrm flipH="1" rot="10800000">
                        <a:off x="6396367" y="3061857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sp>
                    <p:nvSpPr>
                      <p:cNvPr id="1710" name="Google Shape;1710;p17"/>
                      <p:cNvSpPr/>
                      <p:nvPr/>
                    </p:nvSpPr>
                    <p:spPr>
                      <a:xfrm>
                        <a:off x="6817210" y="3702567"/>
                        <a:ext cx="131327" cy="115923"/>
                      </a:xfrm>
                      <a:prstGeom prst="rect">
                        <a:avLst/>
                      </a:pr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711" name="Google Shape;1711;p17"/>
                      <p:cNvSpPr/>
                      <p:nvPr/>
                    </p:nvSpPr>
                    <p:spPr>
                      <a:xfrm>
                        <a:off x="6405320" y="3157415"/>
                        <a:ext cx="444723" cy="742536"/>
                      </a:xfrm>
                      <a:prstGeom prst="rect">
                        <a:avLst/>
                      </a:prstGeom>
                      <a:solidFill>
                        <a:schemeClr val="lt1"/>
                      </a:solidFill>
                      <a:ln cap="flat" cmpd="sng" w="1270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cxnSp>
                    <p:nvCxnSpPr>
                      <p:cNvPr id="1712" name="Google Shape;1712;p17"/>
                      <p:cNvCxnSpPr/>
                      <p:nvPr/>
                    </p:nvCxnSpPr>
                    <p:spPr>
                      <a:xfrm flipH="1" rot="10800000">
                        <a:off x="6847057" y="3804392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grpSp>
                    <p:nvGrpSpPr>
                      <p:cNvPr id="1713" name="Google Shape;1713;p17"/>
                      <p:cNvGrpSpPr/>
                      <p:nvPr/>
                    </p:nvGrpSpPr>
                    <p:grpSpPr>
                      <a:xfrm>
                        <a:off x="6399350" y="3137050"/>
                        <a:ext cx="561125" cy="92425"/>
                        <a:chOff x="6581076" y="2845711"/>
                        <a:chExt cx="561125" cy="92425"/>
                      </a:xfrm>
                    </p:grpSpPr>
                    <p:cxnSp>
                      <p:nvCxnSpPr>
                        <p:cNvPr id="1714" name="Google Shape;1714;p17"/>
                        <p:cNvCxnSpPr/>
                        <p:nvPr/>
                      </p:nvCxnSpPr>
                      <p:spPr>
                        <a:xfrm flipH="1" rot="10800000">
                          <a:off x="7028782" y="2845711"/>
                          <a:ext cx="113419" cy="92425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1715" name="Google Shape;1715;p17"/>
                        <p:cNvCxnSpPr/>
                        <p:nvPr/>
                      </p:nvCxnSpPr>
                      <p:spPr>
                        <a:xfrm>
                          <a:off x="6581076" y="2938136"/>
                          <a:ext cx="453676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1716" name="Google Shape;1716;p17"/>
                      <p:cNvGrpSpPr/>
                      <p:nvPr/>
                    </p:nvGrpSpPr>
                    <p:grpSpPr>
                      <a:xfrm>
                        <a:off x="6399351" y="3202845"/>
                        <a:ext cx="567094" cy="89292"/>
                        <a:chOff x="6581557" y="2845642"/>
                        <a:chExt cx="567094" cy="89292"/>
                      </a:xfrm>
                    </p:grpSpPr>
                    <p:cxnSp>
                      <p:nvCxnSpPr>
                        <p:cNvPr id="1717" name="Google Shape;1717;p17"/>
                        <p:cNvCxnSpPr/>
                        <p:nvPr/>
                      </p:nvCxnSpPr>
                      <p:spPr>
                        <a:xfrm flipH="1" rot="10800000">
                          <a:off x="7029263" y="2845642"/>
                          <a:ext cx="119388" cy="89292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1718" name="Google Shape;1718;p17"/>
                        <p:cNvCxnSpPr/>
                        <p:nvPr/>
                      </p:nvCxnSpPr>
                      <p:spPr>
                        <a:xfrm>
                          <a:off x="6581557" y="2934934"/>
                          <a:ext cx="453676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1719" name="Google Shape;1719;p17"/>
                      <p:cNvGrpSpPr/>
                      <p:nvPr/>
                    </p:nvGrpSpPr>
                    <p:grpSpPr>
                      <a:xfrm>
                        <a:off x="6399350" y="3268639"/>
                        <a:ext cx="558142" cy="89292"/>
                        <a:chOff x="6582036" y="2845572"/>
                        <a:chExt cx="558142" cy="89292"/>
                      </a:xfrm>
                    </p:grpSpPr>
                    <p:cxnSp>
                      <p:nvCxnSpPr>
                        <p:cNvPr id="1720" name="Google Shape;1720;p17"/>
                        <p:cNvCxnSpPr/>
                        <p:nvPr/>
                      </p:nvCxnSpPr>
                      <p:spPr>
                        <a:xfrm flipH="1" rot="10800000">
                          <a:off x="7026759" y="2845572"/>
                          <a:ext cx="113419" cy="89292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1721" name="Google Shape;1721;p17"/>
                        <p:cNvCxnSpPr/>
                        <p:nvPr/>
                      </p:nvCxnSpPr>
                      <p:spPr>
                        <a:xfrm>
                          <a:off x="6582036" y="2934864"/>
                          <a:ext cx="450692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1722" name="Google Shape;1722;p17"/>
                      <p:cNvGrpSpPr/>
                      <p:nvPr/>
                    </p:nvGrpSpPr>
                    <p:grpSpPr>
                      <a:xfrm>
                        <a:off x="6399350" y="3334433"/>
                        <a:ext cx="558141" cy="89292"/>
                        <a:chOff x="6582516" y="2845502"/>
                        <a:chExt cx="558141" cy="89292"/>
                      </a:xfrm>
                    </p:grpSpPr>
                    <p:cxnSp>
                      <p:nvCxnSpPr>
                        <p:cNvPr id="1723" name="Google Shape;1723;p17"/>
                        <p:cNvCxnSpPr/>
                        <p:nvPr/>
                      </p:nvCxnSpPr>
                      <p:spPr>
                        <a:xfrm flipH="1" rot="10800000">
                          <a:off x="7027238" y="2845502"/>
                          <a:ext cx="113419" cy="89292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1724" name="Google Shape;1724;p17"/>
                        <p:cNvCxnSpPr/>
                        <p:nvPr/>
                      </p:nvCxnSpPr>
                      <p:spPr>
                        <a:xfrm>
                          <a:off x="6582516" y="2934794"/>
                          <a:ext cx="450692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1725" name="Google Shape;1725;p17"/>
                      <p:cNvGrpSpPr/>
                      <p:nvPr/>
                    </p:nvGrpSpPr>
                    <p:grpSpPr>
                      <a:xfrm>
                        <a:off x="6399349" y="3400228"/>
                        <a:ext cx="558142" cy="89292"/>
                        <a:chOff x="6582995" y="2845433"/>
                        <a:chExt cx="558142" cy="89292"/>
                      </a:xfrm>
                    </p:grpSpPr>
                    <p:cxnSp>
                      <p:nvCxnSpPr>
                        <p:cNvPr id="1726" name="Google Shape;1726;p17"/>
                        <p:cNvCxnSpPr/>
                        <p:nvPr/>
                      </p:nvCxnSpPr>
                      <p:spPr>
                        <a:xfrm flipH="1" rot="10800000">
                          <a:off x="7027718" y="2845433"/>
                          <a:ext cx="113419" cy="89292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1727" name="Google Shape;1727;p17"/>
                        <p:cNvCxnSpPr/>
                        <p:nvPr/>
                      </p:nvCxnSpPr>
                      <p:spPr>
                        <a:xfrm>
                          <a:off x="6582995" y="2934724"/>
                          <a:ext cx="450692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1728" name="Google Shape;1728;p17"/>
                      <p:cNvGrpSpPr/>
                      <p:nvPr/>
                    </p:nvGrpSpPr>
                    <p:grpSpPr>
                      <a:xfrm>
                        <a:off x="6399351" y="3466022"/>
                        <a:ext cx="558141" cy="93992"/>
                        <a:chOff x="6583477" y="2845363"/>
                        <a:chExt cx="558141" cy="93992"/>
                      </a:xfrm>
                    </p:grpSpPr>
                    <p:cxnSp>
                      <p:nvCxnSpPr>
                        <p:cNvPr id="1729" name="Google Shape;1729;p17"/>
                        <p:cNvCxnSpPr/>
                        <p:nvPr/>
                      </p:nvCxnSpPr>
                      <p:spPr>
                        <a:xfrm flipH="1" rot="10800000">
                          <a:off x="7028199" y="2845363"/>
                          <a:ext cx="113419" cy="93992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1730" name="Google Shape;1730;p17"/>
                        <p:cNvCxnSpPr/>
                        <p:nvPr/>
                      </p:nvCxnSpPr>
                      <p:spPr>
                        <a:xfrm>
                          <a:off x="6583477" y="2939355"/>
                          <a:ext cx="450692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1731" name="Google Shape;1731;p17"/>
                      <p:cNvGrpSpPr/>
                      <p:nvPr/>
                    </p:nvGrpSpPr>
                    <p:grpSpPr>
                      <a:xfrm>
                        <a:off x="6396366" y="3528683"/>
                        <a:ext cx="561126" cy="97125"/>
                        <a:chOff x="6580972" y="2842160"/>
                        <a:chExt cx="561126" cy="97125"/>
                      </a:xfrm>
                    </p:grpSpPr>
                    <p:cxnSp>
                      <p:nvCxnSpPr>
                        <p:cNvPr id="1732" name="Google Shape;1732;p17"/>
                        <p:cNvCxnSpPr/>
                        <p:nvPr/>
                      </p:nvCxnSpPr>
                      <p:spPr>
                        <a:xfrm flipH="1" rot="10800000">
                          <a:off x="7028679" y="2842160"/>
                          <a:ext cx="113419" cy="97125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1733" name="Google Shape;1733;p17"/>
                        <p:cNvCxnSpPr/>
                        <p:nvPr/>
                      </p:nvCxnSpPr>
                      <p:spPr>
                        <a:xfrm>
                          <a:off x="6580972" y="2939284"/>
                          <a:ext cx="453676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1734" name="Google Shape;1734;p17"/>
                      <p:cNvGrpSpPr/>
                      <p:nvPr/>
                    </p:nvGrpSpPr>
                    <p:grpSpPr>
                      <a:xfrm>
                        <a:off x="6396366" y="3594477"/>
                        <a:ext cx="561125" cy="97125"/>
                        <a:chOff x="6581452" y="2842090"/>
                        <a:chExt cx="561125" cy="97125"/>
                      </a:xfrm>
                    </p:grpSpPr>
                    <p:cxnSp>
                      <p:nvCxnSpPr>
                        <p:cNvPr id="1735" name="Google Shape;1735;p17"/>
                        <p:cNvCxnSpPr/>
                        <p:nvPr/>
                      </p:nvCxnSpPr>
                      <p:spPr>
                        <a:xfrm flipH="1" rot="10800000">
                          <a:off x="7029158" y="2842090"/>
                          <a:ext cx="113419" cy="97125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1736" name="Google Shape;1736;p17"/>
                        <p:cNvCxnSpPr/>
                        <p:nvPr/>
                      </p:nvCxnSpPr>
                      <p:spPr>
                        <a:xfrm>
                          <a:off x="6581452" y="2939215"/>
                          <a:ext cx="453676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1737" name="Google Shape;1737;p17"/>
                      <p:cNvGrpSpPr/>
                      <p:nvPr/>
                    </p:nvGrpSpPr>
                    <p:grpSpPr>
                      <a:xfrm>
                        <a:off x="6396367" y="3664970"/>
                        <a:ext cx="558140" cy="92426"/>
                        <a:chOff x="6581933" y="2846719"/>
                        <a:chExt cx="558140" cy="92426"/>
                      </a:xfrm>
                    </p:grpSpPr>
                    <p:cxnSp>
                      <p:nvCxnSpPr>
                        <p:cNvPr id="1738" name="Google Shape;1738;p17"/>
                        <p:cNvCxnSpPr/>
                        <p:nvPr/>
                      </p:nvCxnSpPr>
                      <p:spPr>
                        <a:xfrm flipH="1" rot="10800000">
                          <a:off x="7026654" y="2846719"/>
                          <a:ext cx="113419" cy="92426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1739" name="Google Shape;1739;p17"/>
                        <p:cNvCxnSpPr/>
                        <p:nvPr/>
                      </p:nvCxnSpPr>
                      <p:spPr>
                        <a:xfrm>
                          <a:off x="6581933" y="2939145"/>
                          <a:ext cx="450690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1740" name="Google Shape;1740;p17"/>
                      <p:cNvGrpSpPr/>
                      <p:nvPr/>
                    </p:nvGrpSpPr>
                    <p:grpSpPr>
                      <a:xfrm>
                        <a:off x="6396367" y="3730765"/>
                        <a:ext cx="558139" cy="92426"/>
                        <a:chOff x="6582413" y="2846650"/>
                        <a:chExt cx="558139" cy="92426"/>
                      </a:xfrm>
                    </p:grpSpPr>
                    <p:cxnSp>
                      <p:nvCxnSpPr>
                        <p:cNvPr id="1741" name="Google Shape;1741;p17"/>
                        <p:cNvCxnSpPr/>
                        <p:nvPr/>
                      </p:nvCxnSpPr>
                      <p:spPr>
                        <a:xfrm flipH="1" rot="10800000">
                          <a:off x="7027133" y="2846650"/>
                          <a:ext cx="113419" cy="92426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1742" name="Google Shape;1742;p17"/>
                        <p:cNvCxnSpPr/>
                        <p:nvPr/>
                      </p:nvCxnSpPr>
                      <p:spPr>
                        <a:xfrm>
                          <a:off x="6582413" y="2939076"/>
                          <a:ext cx="450690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</p:grpSp>
                <p:cxnSp>
                  <p:nvCxnSpPr>
                    <p:cNvPr id="1743" name="Google Shape;1743;p17"/>
                    <p:cNvCxnSpPr/>
                    <p:nvPr/>
                  </p:nvCxnSpPr>
                  <p:spPr>
                    <a:xfrm flipH="1">
                      <a:off x="6685171" y="4525377"/>
                      <a:ext cx="4763" cy="855662"/>
                    </a:xfrm>
                    <a:prstGeom prst="straightConnector1">
                      <a:avLst/>
                    </a:prstGeom>
                    <a:noFill/>
                    <a:ln cap="flat" cmpd="sng" w="254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744" name="Google Shape;1744;p17"/>
                    <p:cNvCxnSpPr/>
                    <p:nvPr/>
                  </p:nvCxnSpPr>
                  <p:spPr>
                    <a:xfrm>
                      <a:off x="6632784" y="4706352"/>
                      <a:ext cx="58737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745" name="Google Shape;1745;p17"/>
                    <p:cNvCxnSpPr/>
                    <p:nvPr/>
                  </p:nvCxnSpPr>
                  <p:spPr>
                    <a:xfrm>
                      <a:off x="6631196" y="4771439"/>
                      <a:ext cx="58738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746" name="Google Shape;1746;p17"/>
                    <p:cNvCxnSpPr/>
                    <p:nvPr/>
                  </p:nvCxnSpPr>
                  <p:spPr>
                    <a:xfrm>
                      <a:off x="6631196" y="4849227"/>
                      <a:ext cx="58738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747" name="Google Shape;1747;p17"/>
                    <p:cNvCxnSpPr/>
                    <p:nvPr/>
                  </p:nvCxnSpPr>
                  <p:spPr>
                    <a:xfrm>
                      <a:off x="6629609" y="4914314"/>
                      <a:ext cx="58737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748" name="Google Shape;1748;p17"/>
                    <p:cNvCxnSpPr/>
                    <p:nvPr/>
                  </p:nvCxnSpPr>
                  <p:spPr>
                    <a:xfrm>
                      <a:off x="6628021" y="4976227"/>
                      <a:ext cx="60325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749" name="Google Shape;1749;p17"/>
                    <p:cNvCxnSpPr/>
                    <p:nvPr/>
                  </p:nvCxnSpPr>
                  <p:spPr>
                    <a:xfrm>
                      <a:off x="6628021" y="5044489"/>
                      <a:ext cx="58738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750" name="Google Shape;1750;p17"/>
                    <p:cNvCxnSpPr/>
                    <p:nvPr/>
                  </p:nvCxnSpPr>
                  <p:spPr>
                    <a:xfrm>
                      <a:off x="6626434" y="5114339"/>
                      <a:ext cx="58737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751" name="Google Shape;1751;p17"/>
                    <p:cNvCxnSpPr/>
                    <p:nvPr/>
                  </p:nvCxnSpPr>
                  <p:spPr>
                    <a:xfrm>
                      <a:off x="6629609" y="5184189"/>
                      <a:ext cx="58737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752" name="Google Shape;1752;p17"/>
                    <p:cNvCxnSpPr/>
                    <p:nvPr/>
                  </p:nvCxnSpPr>
                  <p:spPr>
                    <a:xfrm>
                      <a:off x="6631196" y="5252452"/>
                      <a:ext cx="58738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753" name="Google Shape;1753;p17"/>
                    <p:cNvCxnSpPr/>
                    <p:nvPr/>
                  </p:nvCxnSpPr>
                  <p:spPr>
                    <a:xfrm>
                      <a:off x="6631196" y="5322302"/>
                      <a:ext cx="58738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754" name="Google Shape;1754;p17"/>
                    <p:cNvCxnSpPr/>
                    <p:nvPr/>
                  </p:nvCxnSpPr>
                  <p:spPr>
                    <a:xfrm>
                      <a:off x="6632784" y="5387389"/>
                      <a:ext cx="58737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755" name="Google Shape;1755;p17"/>
                    <p:cNvCxnSpPr/>
                    <p:nvPr/>
                  </p:nvCxnSpPr>
                  <p:spPr>
                    <a:xfrm rot="10800000">
                      <a:off x="6632784" y="4531727"/>
                      <a:ext cx="58737" cy="0"/>
                    </a:xfrm>
                    <a:prstGeom prst="straightConnector1">
                      <a:avLst/>
                    </a:prstGeom>
                    <a:noFill/>
                    <a:ln cap="flat" cmpd="sng" w="222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grpSp>
                  <p:nvGrpSpPr>
                    <p:cNvPr id="1756" name="Google Shape;1756;p17"/>
                    <p:cNvGrpSpPr/>
                    <p:nvPr/>
                  </p:nvGrpSpPr>
                  <p:grpSpPr>
                    <a:xfrm>
                      <a:off x="6434171" y="4488570"/>
                      <a:ext cx="224203" cy="179034"/>
                      <a:chOff x="3668110" y="2448910"/>
                      <a:chExt cx="3794234" cy="2165130"/>
                    </a:xfrm>
                  </p:grpSpPr>
                  <p:sp>
                    <p:nvSpPr>
                      <p:cNvPr id="1757" name="Google Shape;1757;p17"/>
                      <p:cNvSpPr/>
                      <p:nvPr/>
                    </p:nvSpPr>
                    <p:spPr>
                      <a:xfrm>
                        <a:off x="3668110" y="3741409"/>
                        <a:ext cx="3780587" cy="872631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rgbClr val="B8C2C9"/>
                          </a:gs>
                          <a:gs pos="21000">
                            <a:schemeClr val="lt1"/>
                          </a:gs>
                          <a:gs pos="60000">
                            <a:srgbClr val="D6DCE0"/>
                          </a:gs>
                          <a:gs pos="100000">
                            <a:srgbClr val="B8C2C9"/>
                          </a:gs>
                        </a:gsLst>
                        <a:lin ang="0" scaled="0"/>
                      </a:gradFill>
                      <a:ln cap="flat" cmpd="sng" w="9525">
                        <a:solidFill>
                          <a:srgbClr val="31538F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758" name="Google Shape;1758;p17"/>
                      <p:cNvSpPr/>
                      <p:nvPr/>
                    </p:nvSpPr>
                    <p:spPr>
                      <a:xfrm>
                        <a:off x="3678620" y="2448910"/>
                        <a:ext cx="3783724" cy="1324303"/>
                      </a:xfrm>
                      <a:custGeom>
                        <a:rect b="b" l="l" r="r" t="t"/>
                        <a:pathLst>
                          <a:path extrusionOk="0" h="1324303" w="3783724">
                            <a:moveTo>
                              <a:pt x="0" y="1313793"/>
                            </a:moveTo>
                            <a:lnTo>
                              <a:pt x="0" y="1313793"/>
                            </a:lnTo>
                            <a:lnTo>
                              <a:pt x="252248" y="0"/>
                            </a:lnTo>
                            <a:lnTo>
                              <a:pt x="3415862" y="21020"/>
                            </a:lnTo>
                            <a:lnTo>
                              <a:pt x="3783724" y="1324303"/>
                            </a:lnTo>
                            <a:lnTo>
                              <a:pt x="0" y="1313793"/>
                            </a:lnTo>
                            <a:close/>
                          </a:path>
                        </a:pathLst>
                      </a:custGeom>
                      <a:solidFill>
                        <a:srgbClr val="B8C2C9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grpSp>
                    <p:nvGrpSpPr>
                      <p:cNvPr id="1759" name="Google Shape;1759;p17"/>
                      <p:cNvGrpSpPr/>
                      <p:nvPr/>
                    </p:nvGrpSpPr>
                    <p:grpSpPr>
                      <a:xfrm>
                        <a:off x="3941378" y="2603243"/>
                        <a:ext cx="3202061" cy="1066110"/>
                        <a:chOff x="7939341" y="3037317"/>
                        <a:chExt cx="897649" cy="353919"/>
                      </a:xfrm>
                    </p:grpSpPr>
                    <p:sp>
                      <p:nvSpPr>
                        <p:cNvPr id="1575" name="Google Shape;1575;p17"/>
                        <p:cNvSpPr/>
                        <p:nvPr/>
                      </p:nvSpPr>
                      <p:spPr>
                        <a:xfrm>
                          <a:off x="7964170" y="3037317"/>
                          <a:ext cx="849158" cy="198115"/>
                        </a:xfrm>
                        <a:custGeom>
                          <a:rect b="b" l="l" r="r" t="t"/>
                          <a:pathLst>
                            <a:path extrusionOk="0" h="1049866" w="4673016">
                              <a:moveTo>
                                <a:pt x="3756864" y="0"/>
                              </a:moveTo>
                              <a:lnTo>
                                <a:pt x="4673016" y="239402"/>
                              </a:lnTo>
                              <a:lnTo>
                                <a:pt x="3993931" y="541866"/>
                              </a:lnTo>
                              <a:lnTo>
                                <a:pt x="3815839" y="467710"/>
                              </a:lnTo>
                              <a:lnTo>
                                <a:pt x="2300598" y="1049866"/>
                              </a:lnTo>
                              <a:lnTo>
                                <a:pt x="912064" y="457200"/>
                              </a:lnTo>
                              <a:lnTo>
                                <a:pt x="624198" y="541866"/>
                              </a:lnTo>
                              <a:lnTo>
                                <a:pt x="0" y="275021"/>
                              </a:lnTo>
                              <a:lnTo>
                                <a:pt x="912064" y="16933"/>
                              </a:lnTo>
                              <a:lnTo>
                                <a:pt x="2323954" y="616023"/>
                              </a:lnTo>
                              <a:lnTo>
                                <a:pt x="3756864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A3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lt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760" name="Google Shape;1760;p17"/>
                        <p:cNvSpPr/>
                        <p:nvPr/>
                      </p:nvSpPr>
                      <p:spPr>
                        <a:xfrm>
                          <a:off x="8519948" y="3206783"/>
                          <a:ext cx="317042" cy="170569"/>
                        </a:xfrm>
                        <a:custGeom>
                          <a:rect b="b" l="l" r="r" t="t"/>
                          <a:pathLst>
                            <a:path extrusionOk="0" h="903890" w="1744718">
                              <a:moveTo>
                                <a:pt x="21021" y="0"/>
                              </a:moveTo>
                              <a:lnTo>
                                <a:pt x="1744718" y="693683"/>
                              </a:lnTo>
                              <a:lnTo>
                                <a:pt x="1145628" y="903890"/>
                              </a:lnTo>
                              <a:lnTo>
                                <a:pt x="0" y="451945"/>
                              </a:lnTo>
                              <a:lnTo>
                                <a:pt x="21021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A3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lt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761" name="Google Shape;1761;p17"/>
                        <p:cNvSpPr/>
                        <p:nvPr/>
                      </p:nvSpPr>
                      <p:spPr>
                        <a:xfrm>
                          <a:off x="7939341" y="3206783"/>
                          <a:ext cx="311312" cy="168585"/>
                        </a:xfrm>
                        <a:custGeom>
                          <a:rect b="b" l="l" r="r" t="t"/>
                          <a:pathLst>
                            <a:path extrusionOk="0" h="893380" w="1713187">
                              <a:moveTo>
                                <a:pt x="1702676" y="0"/>
                              </a:moveTo>
                              <a:lnTo>
                                <a:pt x="1713187" y="472966"/>
                              </a:lnTo>
                              <a:lnTo>
                                <a:pt x="578069" y="893380"/>
                              </a:lnTo>
                              <a:lnTo>
                                <a:pt x="0" y="693683"/>
                              </a:lnTo>
                              <a:lnTo>
                                <a:pt x="170267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A8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lt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762" name="Google Shape;1762;p17"/>
                        <p:cNvSpPr/>
                        <p:nvPr/>
                      </p:nvSpPr>
                      <p:spPr>
                        <a:xfrm>
                          <a:off x="8047413" y="3123483"/>
                          <a:ext cx="676892" cy="267753"/>
                        </a:xfrm>
                        <a:custGeom>
                          <a:rect b="b" l="l" r="r" t="t"/>
                          <a:pathLst>
                            <a:path extrusionOk="0" h="1418896" w="3725019">
                              <a:moveTo>
                                <a:pt x="162012" y="73572"/>
                              </a:moveTo>
                              <a:lnTo>
                                <a:pt x="445792" y="0"/>
                              </a:lnTo>
                              <a:lnTo>
                                <a:pt x="1852896" y="591655"/>
                              </a:lnTo>
                              <a:lnTo>
                                <a:pt x="3357157" y="0"/>
                              </a:lnTo>
                              <a:lnTo>
                                <a:pt x="3577874" y="73572"/>
                              </a:lnTo>
                              <a:lnTo>
                                <a:pt x="2632585" y="448868"/>
                              </a:lnTo>
                              <a:lnTo>
                                <a:pt x="2625150" y="902607"/>
                              </a:lnTo>
                              <a:lnTo>
                                <a:pt x="3725019" y="1345324"/>
                              </a:lnTo>
                              <a:lnTo>
                                <a:pt x="3441240" y="1408386"/>
                              </a:lnTo>
                              <a:lnTo>
                                <a:pt x="1864688" y="746234"/>
                              </a:lnTo>
                              <a:lnTo>
                                <a:pt x="256605" y="1418896"/>
                              </a:lnTo>
                              <a:lnTo>
                                <a:pt x="0" y="1331097"/>
                              </a:lnTo>
                              <a:lnTo>
                                <a:pt x="1113454" y="903890"/>
                              </a:lnTo>
                              <a:cubicBezTo>
                                <a:pt x="1113454" y="760249"/>
                                <a:pt x="1102302" y="595586"/>
                                <a:pt x="1102302" y="451945"/>
                              </a:cubicBezTo>
                              <a:lnTo>
                                <a:pt x="183032" y="84081"/>
                              </a:lnTo>
                              <a:cubicBezTo>
                                <a:pt x="26317" y="21019"/>
                                <a:pt x="169019" y="77075"/>
                                <a:pt x="162012" y="73572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8DA9DB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lt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</p:grpSp>
              <p:sp>
                <p:nvSpPr>
                  <p:cNvPr id="1763" name="Google Shape;1763;p17"/>
                  <p:cNvSpPr txBox="1"/>
                  <p:nvPr/>
                </p:nvSpPr>
                <p:spPr>
                  <a:xfrm>
                    <a:off x="7175036" y="4021359"/>
                    <a:ext cx="343364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…</a:t>
                    </a:r>
                    <a:endParaRPr/>
                  </a:p>
                </p:txBody>
              </p:sp>
            </p:grpSp>
            <p:sp>
              <p:nvSpPr>
                <p:cNvPr id="1764" name="Google Shape;1764;p17"/>
                <p:cNvSpPr txBox="1"/>
                <p:nvPr/>
              </p:nvSpPr>
              <p:spPr>
                <a:xfrm>
                  <a:off x="7270703" y="4827855"/>
                  <a:ext cx="34336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…</a:t>
                  </a:r>
                  <a:endParaRPr/>
                </a:p>
              </p:txBody>
            </p:sp>
          </p:grpSp>
        </p:grpSp>
        <p:grpSp>
          <p:nvGrpSpPr>
            <p:cNvPr id="1765" name="Google Shape;1765;p17"/>
            <p:cNvGrpSpPr/>
            <p:nvPr/>
          </p:nvGrpSpPr>
          <p:grpSpPr>
            <a:xfrm>
              <a:off x="1017496" y="2600174"/>
              <a:ext cx="4405604" cy="990932"/>
              <a:chOff x="788896" y="6230880"/>
              <a:chExt cx="4405604" cy="990932"/>
            </a:xfrm>
          </p:grpSpPr>
          <p:grpSp>
            <p:nvGrpSpPr>
              <p:cNvPr id="1766" name="Google Shape;1766;p17"/>
              <p:cNvGrpSpPr/>
              <p:nvPr/>
            </p:nvGrpSpPr>
            <p:grpSpPr>
              <a:xfrm>
                <a:off x="1244508" y="6689164"/>
                <a:ext cx="3949992" cy="532648"/>
                <a:chOff x="1432767" y="3085352"/>
                <a:chExt cx="3949992" cy="532648"/>
              </a:xfrm>
            </p:grpSpPr>
            <p:cxnSp>
              <p:nvCxnSpPr>
                <p:cNvPr id="1767" name="Google Shape;1767;p17"/>
                <p:cNvCxnSpPr/>
                <p:nvPr/>
              </p:nvCxnSpPr>
              <p:spPr>
                <a:xfrm>
                  <a:off x="3264355" y="3086100"/>
                  <a:ext cx="1269273" cy="519098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768" name="Google Shape;1768;p17"/>
                <p:cNvCxnSpPr/>
                <p:nvPr/>
              </p:nvCxnSpPr>
              <p:spPr>
                <a:xfrm flipH="1">
                  <a:off x="1432767" y="3085352"/>
                  <a:ext cx="1588" cy="51435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769" name="Google Shape;1769;p17"/>
                <p:cNvCxnSpPr/>
                <p:nvPr/>
              </p:nvCxnSpPr>
              <p:spPr>
                <a:xfrm>
                  <a:off x="3010952" y="3094877"/>
                  <a:ext cx="0" cy="51435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770" name="Google Shape;1770;p17"/>
                <p:cNvCxnSpPr/>
                <p:nvPr/>
              </p:nvCxnSpPr>
              <p:spPr>
                <a:xfrm flipH="1">
                  <a:off x="4588152" y="3086100"/>
                  <a:ext cx="1587" cy="51435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771" name="Google Shape;1771;p17"/>
                <p:cNvCxnSpPr/>
                <p:nvPr/>
              </p:nvCxnSpPr>
              <p:spPr>
                <a:xfrm flipH="1">
                  <a:off x="1502755" y="3091702"/>
                  <a:ext cx="1269273" cy="519098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772" name="Google Shape;1772;p17"/>
                <p:cNvCxnSpPr/>
                <p:nvPr/>
              </p:nvCxnSpPr>
              <p:spPr>
                <a:xfrm flipH="1">
                  <a:off x="3050155" y="3091702"/>
                  <a:ext cx="1417185" cy="526298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773" name="Google Shape;1773;p17"/>
                <p:cNvCxnSpPr/>
                <p:nvPr/>
              </p:nvCxnSpPr>
              <p:spPr>
                <a:xfrm flipH="1">
                  <a:off x="4780206" y="3340359"/>
                  <a:ext cx="565231" cy="25215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dash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774" name="Google Shape;1774;p17"/>
                <p:cNvCxnSpPr/>
                <p:nvPr/>
              </p:nvCxnSpPr>
              <p:spPr>
                <a:xfrm flipH="1">
                  <a:off x="1632664" y="3086100"/>
                  <a:ext cx="2609091" cy="47315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775" name="Google Shape;1775;p17"/>
                <p:cNvCxnSpPr/>
                <p:nvPr/>
              </p:nvCxnSpPr>
              <p:spPr>
                <a:xfrm flipH="1">
                  <a:off x="3230270" y="3253273"/>
                  <a:ext cx="2052963" cy="33434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dash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776" name="Google Shape;1776;p17"/>
                <p:cNvCxnSpPr>
                  <a:endCxn id="1777" idx="3"/>
                </p:cNvCxnSpPr>
                <p:nvPr/>
              </p:nvCxnSpPr>
              <p:spPr>
                <a:xfrm flipH="1">
                  <a:off x="1802897" y="3147527"/>
                  <a:ext cx="3530100" cy="4077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dash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778" name="Google Shape;1778;p17"/>
                <p:cNvCxnSpPr/>
                <p:nvPr/>
              </p:nvCxnSpPr>
              <p:spPr>
                <a:xfrm>
                  <a:off x="1444739" y="3093289"/>
                  <a:ext cx="1552575" cy="51752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779" name="Google Shape;1779;p17"/>
                <p:cNvCxnSpPr/>
                <p:nvPr/>
              </p:nvCxnSpPr>
              <p:spPr>
                <a:xfrm>
                  <a:off x="1585177" y="3086100"/>
                  <a:ext cx="3014662" cy="52546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780" name="Google Shape;1780;p17"/>
                <p:cNvCxnSpPr/>
                <p:nvPr/>
              </p:nvCxnSpPr>
              <p:spPr>
                <a:xfrm>
                  <a:off x="1650240" y="3086100"/>
                  <a:ext cx="3682756" cy="48441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dash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781" name="Google Shape;1781;p17"/>
                <p:cNvCxnSpPr/>
                <p:nvPr/>
              </p:nvCxnSpPr>
              <p:spPr>
                <a:xfrm rot="10800000">
                  <a:off x="4665026" y="3086101"/>
                  <a:ext cx="674190" cy="20449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dash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782" name="Google Shape;1782;p17"/>
                <p:cNvCxnSpPr/>
                <p:nvPr/>
              </p:nvCxnSpPr>
              <p:spPr>
                <a:xfrm>
                  <a:off x="3419946" y="3086100"/>
                  <a:ext cx="1962813" cy="3662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dash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1783" name="Google Shape;1783;p17"/>
              <p:cNvGrpSpPr/>
              <p:nvPr/>
            </p:nvGrpSpPr>
            <p:grpSpPr>
              <a:xfrm>
                <a:off x="788896" y="6230951"/>
                <a:ext cx="914400" cy="479686"/>
                <a:chOff x="3668110" y="2448910"/>
                <a:chExt cx="3794234" cy="2165130"/>
              </a:xfrm>
            </p:grpSpPr>
            <p:sp>
              <p:nvSpPr>
                <p:cNvPr id="1784" name="Google Shape;1784;p17"/>
                <p:cNvSpPr/>
                <p:nvPr/>
              </p:nvSpPr>
              <p:spPr>
                <a:xfrm>
                  <a:off x="3668110" y="3741409"/>
                  <a:ext cx="3780587" cy="872631"/>
                </a:xfrm>
                <a:prstGeom prst="rect">
                  <a:avLst/>
                </a:pr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85" name="Google Shape;1785;p17"/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86" name="Google Shape;1786;p17"/>
                <p:cNvGrpSpPr/>
                <p:nvPr/>
              </p:nvGrpSpPr>
              <p:grpSpPr>
                <a:xfrm>
                  <a:off x="3941378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1787" name="Google Shape;1787;p17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88" name="Google Shape;1788;p17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89" name="Google Shape;1789;p17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90" name="Google Shape;1790;p17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791" name="Google Shape;1791;p17"/>
              <p:cNvGrpSpPr/>
              <p:nvPr/>
            </p:nvGrpSpPr>
            <p:grpSpPr>
              <a:xfrm>
                <a:off x="2375579" y="6230880"/>
                <a:ext cx="914400" cy="479686"/>
                <a:chOff x="3668110" y="2448910"/>
                <a:chExt cx="3794234" cy="2165130"/>
              </a:xfrm>
            </p:grpSpPr>
            <p:sp>
              <p:nvSpPr>
                <p:cNvPr id="1792" name="Google Shape;1792;p17"/>
                <p:cNvSpPr/>
                <p:nvPr/>
              </p:nvSpPr>
              <p:spPr>
                <a:xfrm>
                  <a:off x="3668110" y="3741409"/>
                  <a:ext cx="3780587" cy="872631"/>
                </a:xfrm>
                <a:prstGeom prst="rect">
                  <a:avLst/>
                </a:pr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93" name="Google Shape;1793;p17"/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94" name="Google Shape;1794;p17"/>
                <p:cNvGrpSpPr/>
                <p:nvPr/>
              </p:nvGrpSpPr>
              <p:grpSpPr>
                <a:xfrm>
                  <a:off x="3941378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1795" name="Google Shape;1795;p17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96" name="Google Shape;1796;p17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97" name="Google Shape;1797;p17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98" name="Google Shape;1798;p17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799" name="Google Shape;1799;p17"/>
              <p:cNvGrpSpPr/>
              <p:nvPr/>
            </p:nvGrpSpPr>
            <p:grpSpPr>
              <a:xfrm>
                <a:off x="3946379" y="6235680"/>
                <a:ext cx="914400" cy="479686"/>
                <a:chOff x="3668110" y="2448910"/>
                <a:chExt cx="3794234" cy="2165130"/>
              </a:xfrm>
            </p:grpSpPr>
            <p:sp>
              <p:nvSpPr>
                <p:cNvPr id="1800" name="Google Shape;1800;p17"/>
                <p:cNvSpPr/>
                <p:nvPr/>
              </p:nvSpPr>
              <p:spPr>
                <a:xfrm>
                  <a:off x="3668110" y="3741409"/>
                  <a:ext cx="3780587" cy="872631"/>
                </a:xfrm>
                <a:prstGeom prst="rect">
                  <a:avLst/>
                </a:pr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01" name="Google Shape;1801;p17"/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802" name="Google Shape;1802;p17"/>
                <p:cNvGrpSpPr/>
                <p:nvPr/>
              </p:nvGrpSpPr>
              <p:grpSpPr>
                <a:xfrm>
                  <a:off x="3941378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1803" name="Google Shape;1803;p17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04" name="Google Shape;1804;p17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05" name="Google Shape;1805;p17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06" name="Google Shape;1806;p17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1807" name="Google Shape;1807;p17"/>
            <p:cNvGrpSpPr/>
            <p:nvPr/>
          </p:nvGrpSpPr>
          <p:grpSpPr>
            <a:xfrm>
              <a:off x="628632" y="3550503"/>
              <a:ext cx="4630108" cy="1935947"/>
              <a:chOff x="628632" y="3550503"/>
              <a:chExt cx="4630108" cy="1935947"/>
            </a:xfrm>
          </p:grpSpPr>
          <p:grpSp>
            <p:nvGrpSpPr>
              <p:cNvPr id="1808" name="Google Shape;1808;p17"/>
              <p:cNvGrpSpPr/>
              <p:nvPr/>
            </p:nvGrpSpPr>
            <p:grpSpPr>
              <a:xfrm>
                <a:off x="3833515" y="3951330"/>
                <a:ext cx="1425225" cy="1535120"/>
                <a:chOff x="6576715" y="4111039"/>
                <a:chExt cx="1425225" cy="1535120"/>
              </a:xfrm>
            </p:grpSpPr>
            <p:cxnSp>
              <p:nvCxnSpPr>
                <p:cNvPr id="1809" name="Google Shape;1809;p17"/>
                <p:cNvCxnSpPr>
                  <a:endCxn id="1810" idx="4"/>
                </p:cNvCxnSpPr>
                <p:nvPr/>
              </p:nvCxnSpPr>
              <p:spPr>
                <a:xfrm flipH="1">
                  <a:off x="6696047" y="4111039"/>
                  <a:ext cx="436800" cy="591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811" name="Google Shape;1811;p17"/>
                <p:cNvCxnSpPr>
                  <a:endCxn id="1812" idx="2"/>
                </p:cNvCxnSpPr>
                <p:nvPr/>
              </p:nvCxnSpPr>
              <p:spPr>
                <a:xfrm flipH="1">
                  <a:off x="7005572" y="4120564"/>
                  <a:ext cx="264900" cy="586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813" name="Google Shape;1813;p17"/>
                <p:cNvCxnSpPr>
                  <a:endCxn id="1814" idx="4"/>
                </p:cNvCxnSpPr>
                <p:nvPr/>
              </p:nvCxnSpPr>
              <p:spPr>
                <a:xfrm>
                  <a:off x="7539246" y="4149139"/>
                  <a:ext cx="314700" cy="5547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1815" name="Google Shape;1815;p17"/>
                <p:cNvGrpSpPr/>
                <p:nvPr/>
              </p:nvGrpSpPr>
              <p:grpSpPr>
                <a:xfrm>
                  <a:off x="6576715" y="4640970"/>
                  <a:ext cx="267206" cy="997245"/>
                  <a:chOff x="6424315" y="4488570"/>
                  <a:chExt cx="267206" cy="997245"/>
                </a:xfrm>
              </p:grpSpPr>
              <p:grpSp>
                <p:nvGrpSpPr>
                  <p:cNvPr id="1816" name="Google Shape;1816;p17"/>
                  <p:cNvGrpSpPr/>
                  <p:nvPr/>
                </p:nvGrpSpPr>
                <p:grpSpPr>
                  <a:xfrm>
                    <a:off x="6424315" y="4636502"/>
                    <a:ext cx="237939" cy="849312"/>
                    <a:chOff x="6396366" y="3061857"/>
                    <a:chExt cx="570079" cy="838094"/>
                  </a:xfrm>
                </p:grpSpPr>
                <p:sp>
                  <p:nvSpPr>
                    <p:cNvPr id="1817" name="Google Shape;1817;p17"/>
                    <p:cNvSpPr/>
                    <p:nvPr/>
                  </p:nvSpPr>
                  <p:spPr>
                    <a:xfrm>
                      <a:off x="6509786" y="3061857"/>
                      <a:ext cx="447707" cy="742536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1818" name="Google Shape;1818;p17"/>
                    <p:cNvCxnSpPr/>
                    <p:nvPr/>
                  </p:nvCxnSpPr>
                  <p:spPr>
                    <a:xfrm flipH="1" rot="10800000">
                      <a:off x="684705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1819" name="Google Shape;1819;p17"/>
                    <p:cNvSpPr/>
                    <p:nvPr/>
                  </p:nvSpPr>
                  <p:spPr>
                    <a:xfrm>
                      <a:off x="6476953" y="3071256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1820" name="Google Shape;1820;p17"/>
                    <p:cNvCxnSpPr/>
                    <p:nvPr/>
                  </p:nvCxnSpPr>
                  <p:spPr>
                    <a:xfrm flipH="1" rot="10800000">
                      <a:off x="639636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1821" name="Google Shape;1821;p17"/>
                    <p:cNvSpPr/>
                    <p:nvPr/>
                  </p:nvSpPr>
                  <p:spPr>
                    <a:xfrm>
                      <a:off x="6817210" y="3702567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822" name="Google Shape;1822;p17"/>
                    <p:cNvSpPr/>
                    <p:nvPr/>
                  </p:nvSpPr>
                  <p:spPr>
                    <a:xfrm>
                      <a:off x="6405320" y="3157415"/>
                      <a:ext cx="444723" cy="742536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1823" name="Google Shape;1823;p17"/>
                    <p:cNvCxnSpPr/>
                    <p:nvPr/>
                  </p:nvCxnSpPr>
                  <p:spPr>
                    <a:xfrm flipH="1" rot="10800000">
                      <a:off x="6847057" y="3804392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grpSp>
                  <p:nvGrpSpPr>
                    <p:cNvPr id="1824" name="Google Shape;1824;p17"/>
                    <p:cNvGrpSpPr/>
                    <p:nvPr/>
                  </p:nvGrpSpPr>
                  <p:grpSpPr>
                    <a:xfrm>
                      <a:off x="6399350" y="3137050"/>
                      <a:ext cx="561125" cy="92425"/>
                      <a:chOff x="6581076" y="2845711"/>
                      <a:chExt cx="561125" cy="92425"/>
                    </a:xfrm>
                  </p:grpSpPr>
                  <p:cxnSp>
                    <p:nvCxnSpPr>
                      <p:cNvPr id="1825" name="Google Shape;1825;p17"/>
                      <p:cNvCxnSpPr/>
                      <p:nvPr/>
                    </p:nvCxnSpPr>
                    <p:spPr>
                      <a:xfrm flipH="1" rot="10800000">
                        <a:off x="7028782" y="2845711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1826" name="Google Shape;1826;p17"/>
                      <p:cNvCxnSpPr/>
                      <p:nvPr/>
                    </p:nvCxnSpPr>
                    <p:spPr>
                      <a:xfrm>
                        <a:off x="6581076" y="2938136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1827" name="Google Shape;1827;p17"/>
                    <p:cNvGrpSpPr/>
                    <p:nvPr/>
                  </p:nvGrpSpPr>
                  <p:grpSpPr>
                    <a:xfrm>
                      <a:off x="6399351" y="3202845"/>
                      <a:ext cx="567094" cy="89292"/>
                      <a:chOff x="6581557" y="2845642"/>
                      <a:chExt cx="567094" cy="89292"/>
                    </a:xfrm>
                  </p:grpSpPr>
                  <p:cxnSp>
                    <p:nvCxnSpPr>
                      <p:cNvPr id="1828" name="Google Shape;1828;p17"/>
                      <p:cNvCxnSpPr/>
                      <p:nvPr/>
                    </p:nvCxnSpPr>
                    <p:spPr>
                      <a:xfrm flipH="1" rot="10800000">
                        <a:off x="7029263" y="2845642"/>
                        <a:ext cx="119388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1829" name="Google Shape;1829;p17"/>
                      <p:cNvCxnSpPr/>
                      <p:nvPr/>
                    </p:nvCxnSpPr>
                    <p:spPr>
                      <a:xfrm>
                        <a:off x="6581557" y="293493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1830" name="Google Shape;1830;p17"/>
                    <p:cNvGrpSpPr/>
                    <p:nvPr/>
                  </p:nvGrpSpPr>
                  <p:grpSpPr>
                    <a:xfrm>
                      <a:off x="6399350" y="3268639"/>
                      <a:ext cx="558142" cy="89292"/>
                      <a:chOff x="6582036" y="2845572"/>
                      <a:chExt cx="558142" cy="89292"/>
                    </a:xfrm>
                  </p:grpSpPr>
                  <p:cxnSp>
                    <p:nvCxnSpPr>
                      <p:cNvPr id="1831" name="Google Shape;1831;p17"/>
                      <p:cNvCxnSpPr/>
                      <p:nvPr/>
                    </p:nvCxnSpPr>
                    <p:spPr>
                      <a:xfrm flipH="1" rot="10800000">
                        <a:off x="7026759" y="284557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1832" name="Google Shape;1832;p17"/>
                      <p:cNvCxnSpPr/>
                      <p:nvPr/>
                    </p:nvCxnSpPr>
                    <p:spPr>
                      <a:xfrm>
                        <a:off x="6582036" y="293486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1833" name="Google Shape;1833;p17"/>
                    <p:cNvGrpSpPr/>
                    <p:nvPr/>
                  </p:nvGrpSpPr>
                  <p:grpSpPr>
                    <a:xfrm>
                      <a:off x="6399350" y="3334433"/>
                      <a:ext cx="558141" cy="89292"/>
                      <a:chOff x="6582516" y="2845502"/>
                      <a:chExt cx="558141" cy="89292"/>
                    </a:xfrm>
                  </p:grpSpPr>
                  <p:cxnSp>
                    <p:nvCxnSpPr>
                      <p:cNvPr id="1834" name="Google Shape;1834;p17"/>
                      <p:cNvCxnSpPr/>
                      <p:nvPr/>
                    </p:nvCxnSpPr>
                    <p:spPr>
                      <a:xfrm flipH="1" rot="10800000">
                        <a:off x="7027238" y="284550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1835" name="Google Shape;1835;p17"/>
                      <p:cNvCxnSpPr/>
                      <p:nvPr/>
                    </p:nvCxnSpPr>
                    <p:spPr>
                      <a:xfrm>
                        <a:off x="6582516" y="293479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1836" name="Google Shape;1836;p17"/>
                    <p:cNvGrpSpPr/>
                    <p:nvPr/>
                  </p:nvGrpSpPr>
                  <p:grpSpPr>
                    <a:xfrm>
                      <a:off x="6399349" y="3400228"/>
                      <a:ext cx="558142" cy="89292"/>
                      <a:chOff x="6582995" y="2845433"/>
                      <a:chExt cx="558142" cy="89292"/>
                    </a:xfrm>
                  </p:grpSpPr>
                  <p:cxnSp>
                    <p:nvCxnSpPr>
                      <p:cNvPr id="1837" name="Google Shape;1837;p17"/>
                      <p:cNvCxnSpPr/>
                      <p:nvPr/>
                    </p:nvCxnSpPr>
                    <p:spPr>
                      <a:xfrm flipH="1" rot="10800000">
                        <a:off x="7027718" y="2845433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1838" name="Google Shape;1838;p17"/>
                      <p:cNvCxnSpPr/>
                      <p:nvPr/>
                    </p:nvCxnSpPr>
                    <p:spPr>
                      <a:xfrm>
                        <a:off x="6582995" y="293472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1839" name="Google Shape;1839;p17"/>
                    <p:cNvGrpSpPr/>
                    <p:nvPr/>
                  </p:nvGrpSpPr>
                  <p:grpSpPr>
                    <a:xfrm>
                      <a:off x="6399351" y="3466022"/>
                      <a:ext cx="558141" cy="93992"/>
                      <a:chOff x="6583477" y="2845363"/>
                      <a:chExt cx="558141" cy="93992"/>
                    </a:xfrm>
                  </p:grpSpPr>
                  <p:cxnSp>
                    <p:nvCxnSpPr>
                      <p:cNvPr id="1840" name="Google Shape;1840;p17"/>
                      <p:cNvCxnSpPr/>
                      <p:nvPr/>
                    </p:nvCxnSpPr>
                    <p:spPr>
                      <a:xfrm flipH="1" rot="10800000">
                        <a:off x="7028199" y="2845363"/>
                        <a:ext cx="113419" cy="939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1841" name="Google Shape;1841;p17"/>
                      <p:cNvCxnSpPr/>
                      <p:nvPr/>
                    </p:nvCxnSpPr>
                    <p:spPr>
                      <a:xfrm>
                        <a:off x="6583477" y="2939355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1842" name="Google Shape;1842;p17"/>
                    <p:cNvGrpSpPr/>
                    <p:nvPr/>
                  </p:nvGrpSpPr>
                  <p:grpSpPr>
                    <a:xfrm>
                      <a:off x="6396366" y="3528683"/>
                      <a:ext cx="561126" cy="97125"/>
                      <a:chOff x="6580972" y="2842160"/>
                      <a:chExt cx="561126" cy="97125"/>
                    </a:xfrm>
                  </p:grpSpPr>
                  <p:cxnSp>
                    <p:nvCxnSpPr>
                      <p:cNvPr id="1843" name="Google Shape;1843;p17"/>
                      <p:cNvCxnSpPr/>
                      <p:nvPr/>
                    </p:nvCxnSpPr>
                    <p:spPr>
                      <a:xfrm flipH="1" rot="10800000">
                        <a:off x="7028679" y="284216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1844" name="Google Shape;1844;p17"/>
                      <p:cNvCxnSpPr/>
                      <p:nvPr/>
                    </p:nvCxnSpPr>
                    <p:spPr>
                      <a:xfrm>
                        <a:off x="6580972" y="293928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1845" name="Google Shape;1845;p17"/>
                    <p:cNvGrpSpPr/>
                    <p:nvPr/>
                  </p:nvGrpSpPr>
                  <p:grpSpPr>
                    <a:xfrm>
                      <a:off x="6396366" y="3594477"/>
                      <a:ext cx="561125" cy="97125"/>
                      <a:chOff x="6581452" y="2842090"/>
                      <a:chExt cx="561125" cy="97125"/>
                    </a:xfrm>
                  </p:grpSpPr>
                  <p:cxnSp>
                    <p:nvCxnSpPr>
                      <p:cNvPr id="1846" name="Google Shape;1846;p17"/>
                      <p:cNvCxnSpPr/>
                      <p:nvPr/>
                    </p:nvCxnSpPr>
                    <p:spPr>
                      <a:xfrm flipH="1" rot="10800000">
                        <a:off x="7029158" y="284209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1847" name="Google Shape;1847;p17"/>
                      <p:cNvCxnSpPr/>
                      <p:nvPr/>
                    </p:nvCxnSpPr>
                    <p:spPr>
                      <a:xfrm>
                        <a:off x="6581452" y="2939215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1848" name="Google Shape;1848;p17"/>
                    <p:cNvGrpSpPr/>
                    <p:nvPr/>
                  </p:nvGrpSpPr>
                  <p:grpSpPr>
                    <a:xfrm>
                      <a:off x="6396367" y="3664970"/>
                      <a:ext cx="558140" cy="92426"/>
                      <a:chOff x="6581933" y="2846719"/>
                      <a:chExt cx="558140" cy="92426"/>
                    </a:xfrm>
                  </p:grpSpPr>
                  <p:cxnSp>
                    <p:nvCxnSpPr>
                      <p:cNvPr id="1849" name="Google Shape;1849;p17"/>
                      <p:cNvCxnSpPr/>
                      <p:nvPr/>
                    </p:nvCxnSpPr>
                    <p:spPr>
                      <a:xfrm flipH="1" rot="10800000">
                        <a:off x="7026654" y="2846719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1850" name="Google Shape;1850;p17"/>
                      <p:cNvCxnSpPr/>
                      <p:nvPr/>
                    </p:nvCxnSpPr>
                    <p:spPr>
                      <a:xfrm>
                        <a:off x="6581933" y="2939145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1851" name="Google Shape;1851;p17"/>
                    <p:cNvGrpSpPr/>
                    <p:nvPr/>
                  </p:nvGrpSpPr>
                  <p:grpSpPr>
                    <a:xfrm>
                      <a:off x="6396367" y="3730765"/>
                      <a:ext cx="558139" cy="92426"/>
                      <a:chOff x="6582413" y="2846650"/>
                      <a:chExt cx="558139" cy="92426"/>
                    </a:xfrm>
                  </p:grpSpPr>
                  <p:cxnSp>
                    <p:nvCxnSpPr>
                      <p:cNvPr id="1852" name="Google Shape;1852;p17"/>
                      <p:cNvCxnSpPr/>
                      <p:nvPr/>
                    </p:nvCxnSpPr>
                    <p:spPr>
                      <a:xfrm flipH="1" rot="10800000">
                        <a:off x="7027133" y="2846650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1853" name="Google Shape;1853;p17"/>
                      <p:cNvCxnSpPr/>
                      <p:nvPr/>
                    </p:nvCxnSpPr>
                    <p:spPr>
                      <a:xfrm>
                        <a:off x="6582413" y="2939076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cxnSp>
                <p:nvCxnSpPr>
                  <p:cNvPr id="1854" name="Google Shape;1854;p17"/>
                  <p:cNvCxnSpPr/>
                  <p:nvPr/>
                </p:nvCxnSpPr>
                <p:spPr>
                  <a:xfrm flipH="1">
                    <a:off x="6685171" y="4525377"/>
                    <a:ext cx="4763" cy="855662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855" name="Google Shape;1855;p17"/>
                  <p:cNvCxnSpPr/>
                  <p:nvPr/>
                </p:nvCxnSpPr>
                <p:spPr>
                  <a:xfrm>
                    <a:off x="6632784" y="4706352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856" name="Google Shape;1856;p17"/>
                  <p:cNvCxnSpPr/>
                  <p:nvPr/>
                </p:nvCxnSpPr>
                <p:spPr>
                  <a:xfrm>
                    <a:off x="6631196" y="477143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857" name="Google Shape;1857;p17"/>
                  <p:cNvCxnSpPr/>
                  <p:nvPr/>
                </p:nvCxnSpPr>
                <p:spPr>
                  <a:xfrm>
                    <a:off x="6631196" y="4849227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858" name="Google Shape;1858;p17"/>
                  <p:cNvCxnSpPr/>
                  <p:nvPr/>
                </p:nvCxnSpPr>
                <p:spPr>
                  <a:xfrm>
                    <a:off x="6629609" y="4914314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859" name="Google Shape;1859;p17"/>
                  <p:cNvCxnSpPr/>
                  <p:nvPr/>
                </p:nvCxnSpPr>
                <p:spPr>
                  <a:xfrm>
                    <a:off x="6628021" y="4976227"/>
                    <a:ext cx="60325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860" name="Google Shape;1860;p17"/>
                  <p:cNvCxnSpPr/>
                  <p:nvPr/>
                </p:nvCxnSpPr>
                <p:spPr>
                  <a:xfrm>
                    <a:off x="6628021" y="504448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861" name="Google Shape;1861;p17"/>
                  <p:cNvCxnSpPr/>
                  <p:nvPr/>
                </p:nvCxnSpPr>
                <p:spPr>
                  <a:xfrm>
                    <a:off x="6626434" y="511433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862" name="Google Shape;1862;p17"/>
                  <p:cNvCxnSpPr/>
                  <p:nvPr/>
                </p:nvCxnSpPr>
                <p:spPr>
                  <a:xfrm>
                    <a:off x="6629609" y="51841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863" name="Google Shape;1863;p17"/>
                  <p:cNvCxnSpPr/>
                  <p:nvPr/>
                </p:nvCxnSpPr>
                <p:spPr>
                  <a:xfrm>
                    <a:off x="6631196" y="525245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864" name="Google Shape;1864;p17"/>
                  <p:cNvCxnSpPr/>
                  <p:nvPr/>
                </p:nvCxnSpPr>
                <p:spPr>
                  <a:xfrm>
                    <a:off x="6631196" y="532230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865" name="Google Shape;1865;p17"/>
                  <p:cNvCxnSpPr/>
                  <p:nvPr/>
                </p:nvCxnSpPr>
                <p:spPr>
                  <a:xfrm>
                    <a:off x="6632784" y="53873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866" name="Google Shape;1866;p17"/>
                  <p:cNvCxnSpPr/>
                  <p:nvPr/>
                </p:nvCxnSpPr>
                <p:spPr>
                  <a:xfrm rot="10800000">
                    <a:off x="6632784" y="4531727"/>
                    <a:ext cx="58737" cy="0"/>
                  </a:xfrm>
                  <a:prstGeom prst="straightConnector1">
                    <a:avLst/>
                  </a:prstGeom>
                  <a:noFill/>
                  <a:ln cap="flat" cmpd="sng" w="222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1867" name="Google Shape;1867;p17"/>
                  <p:cNvGrpSpPr/>
                  <p:nvPr/>
                </p:nvGrpSpPr>
                <p:grpSpPr>
                  <a:xfrm>
                    <a:off x="6434171" y="4488570"/>
                    <a:ext cx="224203" cy="179034"/>
                    <a:chOff x="3668110" y="2448910"/>
                    <a:chExt cx="3794234" cy="2165130"/>
                  </a:xfrm>
                </p:grpSpPr>
                <p:sp>
                  <p:nvSpPr>
                    <p:cNvPr id="1868" name="Google Shape;1868;p17"/>
                    <p:cNvSpPr/>
                    <p:nvPr/>
                  </p:nvSpPr>
                  <p:spPr>
                    <a:xfrm>
                      <a:off x="3668110" y="3741409"/>
                      <a:ext cx="3780587" cy="872631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31538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869" name="Google Shape;1869;p17"/>
                    <p:cNvSpPr/>
                    <p:nvPr/>
                  </p:nvSpPr>
                  <p:spPr>
                    <a:xfrm>
                      <a:off x="3678620" y="2448910"/>
                      <a:ext cx="3783724" cy="1324303"/>
                    </a:xfrm>
                    <a:custGeom>
                      <a:rect b="b" l="l" r="r" t="t"/>
                      <a:pathLst>
                        <a:path extrusionOk="0" h="1324303" w="3783724">
                          <a:moveTo>
                            <a:pt x="0" y="1313793"/>
                          </a:moveTo>
                          <a:lnTo>
                            <a:pt x="0" y="1313793"/>
                          </a:lnTo>
                          <a:lnTo>
                            <a:pt x="252248" y="0"/>
                          </a:lnTo>
                          <a:lnTo>
                            <a:pt x="3415862" y="21020"/>
                          </a:lnTo>
                          <a:lnTo>
                            <a:pt x="3783724" y="1324303"/>
                          </a:lnTo>
                          <a:lnTo>
                            <a:pt x="0" y="1313793"/>
                          </a:lnTo>
                          <a:close/>
                        </a:path>
                      </a:pathLst>
                    </a:cu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1870" name="Google Shape;1870;p17"/>
                    <p:cNvGrpSpPr/>
                    <p:nvPr/>
                  </p:nvGrpSpPr>
                  <p:grpSpPr>
                    <a:xfrm>
                      <a:off x="3941378" y="2603243"/>
                      <a:ext cx="3202061" cy="1066110"/>
                      <a:chOff x="7939341" y="3037317"/>
                      <a:chExt cx="897649" cy="353919"/>
                    </a:xfrm>
                  </p:grpSpPr>
                  <p:sp>
                    <p:nvSpPr>
                      <p:cNvPr id="1810" name="Google Shape;1810;p17"/>
                      <p:cNvSpPr/>
                      <p:nvPr/>
                    </p:nvSpPr>
                    <p:spPr>
                      <a:xfrm>
                        <a:off x="7964170" y="30373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871" name="Google Shape;1871;p17"/>
                      <p:cNvSpPr/>
                      <p:nvPr/>
                    </p:nvSpPr>
                    <p:spPr>
                      <a:xfrm>
                        <a:off x="8519948" y="32067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872" name="Google Shape;1872;p17"/>
                      <p:cNvSpPr/>
                      <p:nvPr/>
                    </p:nvSpPr>
                    <p:spPr>
                      <a:xfrm>
                        <a:off x="7939341" y="32067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873" name="Google Shape;1873;p17"/>
                      <p:cNvSpPr/>
                      <p:nvPr/>
                    </p:nvSpPr>
                    <p:spPr>
                      <a:xfrm>
                        <a:off x="8047413" y="31234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cxnSp>
              <p:nvCxnSpPr>
                <p:cNvPr id="1874" name="Google Shape;1874;p17"/>
                <p:cNvCxnSpPr>
                  <a:endCxn id="1875" idx="9"/>
                </p:cNvCxnSpPr>
                <p:nvPr/>
              </p:nvCxnSpPr>
              <p:spPr>
                <a:xfrm>
                  <a:off x="7282802" y="4119099"/>
                  <a:ext cx="32700" cy="571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1876" name="Google Shape;1876;p17"/>
                <p:cNvGrpSpPr/>
                <p:nvPr/>
              </p:nvGrpSpPr>
              <p:grpSpPr>
                <a:xfrm>
                  <a:off x="6885965" y="4644942"/>
                  <a:ext cx="267206" cy="997245"/>
                  <a:chOff x="6424315" y="4488570"/>
                  <a:chExt cx="267206" cy="997245"/>
                </a:xfrm>
              </p:grpSpPr>
              <p:grpSp>
                <p:nvGrpSpPr>
                  <p:cNvPr id="1877" name="Google Shape;1877;p17"/>
                  <p:cNvGrpSpPr/>
                  <p:nvPr/>
                </p:nvGrpSpPr>
                <p:grpSpPr>
                  <a:xfrm>
                    <a:off x="6424315" y="4636502"/>
                    <a:ext cx="237939" cy="849312"/>
                    <a:chOff x="6396366" y="3061857"/>
                    <a:chExt cx="570079" cy="838094"/>
                  </a:xfrm>
                </p:grpSpPr>
                <p:sp>
                  <p:nvSpPr>
                    <p:cNvPr id="1878" name="Google Shape;1878;p17"/>
                    <p:cNvSpPr/>
                    <p:nvPr/>
                  </p:nvSpPr>
                  <p:spPr>
                    <a:xfrm>
                      <a:off x="6509786" y="3061857"/>
                      <a:ext cx="447707" cy="742536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1879" name="Google Shape;1879;p17"/>
                    <p:cNvCxnSpPr/>
                    <p:nvPr/>
                  </p:nvCxnSpPr>
                  <p:spPr>
                    <a:xfrm flipH="1" rot="10800000">
                      <a:off x="684705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1880" name="Google Shape;1880;p17"/>
                    <p:cNvSpPr/>
                    <p:nvPr/>
                  </p:nvSpPr>
                  <p:spPr>
                    <a:xfrm>
                      <a:off x="6476953" y="3071256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1881" name="Google Shape;1881;p17"/>
                    <p:cNvCxnSpPr/>
                    <p:nvPr/>
                  </p:nvCxnSpPr>
                  <p:spPr>
                    <a:xfrm flipH="1" rot="10800000">
                      <a:off x="639636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1882" name="Google Shape;1882;p17"/>
                    <p:cNvSpPr/>
                    <p:nvPr/>
                  </p:nvSpPr>
                  <p:spPr>
                    <a:xfrm>
                      <a:off x="6817210" y="3702567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883" name="Google Shape;1883;p17"/>
                    <p:cNvSpPr/>
                    <p:nvPr/>
                  </p:nvSpPr>
                  <p:spPr>
                    <a:xfrm>
                      <a:off x="6405320" y="3157415"/>
                      <a:ext cx="444723" cy="742536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1884" name="Google Shape;1884;p17"/>
                    <p:cNvCxnSpPr/>
                    <p:nvPr/>
                  </p:nvCxnSpPr>
                  <p:spPr>
                    <a:xfrm flipH="1" rot="10800000">
                      <a:off x="6847057" y="3804392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grpSp>
                  <p:nvGrpSpPr>
                    <p:cNvPr id="1885" name="Google Shape;1885;p17"/>
                    <p:cNvGrpSpPr/>
                    <p:nvPr/>
                  </p:nvGrpSpPr>
                  <p:grpSpPr>
                    <a:xfrm>
                      <a:off x="6399350" y="3137050"/>
                      <a:ext cx="561125" cy="92425"/>
                      <a:chOff x="6581076" y="2845711"/>
                      <a:chExt cx="561125" cy="92425"/>
                    </a:xfrm>
                  </p:grpSpPr>
                  <p:cxnSp>
                    <p:nvCxnSpPr>
                      <p:cNvPr id="1886" name="Google Shape;1886;p17"/>
                      <p:cNvCxnSpPr/>
                      <p:nvPr/>
                    </p:nvCxnSpPr>
                    <p:spPr>
                      <a:xfrm flipH="1" rot="10800000">
                        <a:off x="7028782" y="2845711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1887" name="Google Shape;1887;p17"/>
                      <p:cNvCxnSpPr/>
                      <p:nvPr/>
                    </p:nvCxnSpPr>
                    <p:spPr>
                      <a:xfrm>
                        <a:off x="6581076" y="2938136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1888" name="Google Shape;1888;p17"/>
                    <p:cNvGrpSpPr/>
                    <p:nvPr/>
                  </p:nvGrpSpPr>
                  <p:grpSpPr>
                    <a:xfrm>
                      <a:off x="6399351" y="3202845"/>
                      <a:ext cx="567094" cy="89292"/>
                      <a:chOff x="6581557" y="2845642"/>
                      <a:chExt cx="567094" cy="89292"/>
                    </a:xfrm>
                  </p:grpSpPr>
                  <p:cxnSp>
                    <p:nvCxnSpPr>
                      <p:cNvPr id="1889" name="Google Shape;1889;p17"/>
                      <p:cNvCxnSpPr/>
                      <p:nvPr/>
                    </p:nvCxnSpPr>
                    <p:spPr>
                      <a:xfrm flipH="1" rot="10800000">
                        <a:off x="7029263" y="2845642"/>
                        <a:ext cx="119388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1890" name="Google Shape;1890;p17"/>
                      <p:cNvCxnSpPr/>
                      <p:nvPr/>
                    </p:nvCxnSpPr>
                    <p:spPr>
                      <a:xfrm>
                        <a:off x="6581557" y="293493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1891" name="Google Shape;1891;p17"/>
                    <p:cNvGrpSpPr/>
                    <p:nvPr/>
                  </p:nvGrpSpPr>
                  <p:grpSpPr>
                    <a:xfrm>
                      <a:off x="6399350" y="3268639"/>
                      <a:ext cx="558142" cy="89292"/>
                      <a:chOff x="6582036" y="2845572"/>
                      <a:chExt cx="558142" cy="89292"/>
                    </a:xfrm>
                  </p:grpSpPr>
                  <p:cxnSp>
                    <p:nvCxnSpPr>
                      <p:cNvPr id="1892" name="Google Shape;1892;p17"/>
                      <p:cNvCxnSpPr/>
                      <p:nvPr/>
                    </p:nvCxnSpPr>
                    <p:spPr>
                      <a:xfrm flipH="1" rot="10800000">
                        <a:off x="7026759" y="284557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1893" name="Google Shape;1893;p17"/>
                      <p:cNvCxnSpPr/>
                      <p:nvPr/>
                    </p:nvCxnSpPr>
                    <p:spPr>
                      <a:xfrm>
                        <a:off x="6582036" y="293486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1894" name="Google Shape;1894;p17"/>
                    <p:cNvGrpSpPr/>
                    <p:nvPr/>
                  </p:nvGrpSpPr>
                  <p:grpSpPr>
                    <a:xfrm>
                      <a:off x="6399350" y="3334433"/>
                      <a:ext cx="558141" cy="89292"/>
                      <a:chOff x="6582516" y="2845502"/>
                      <a:chExt cx="558141" cy="89292"/>
                    </a:xfrm>
                  </p:grpSpPr>
                  <p:cxnSp>
                    <p:nvCxnSpPr>
                      <p:cNvPr id="1895" name="Google Shape;1895;p17"/>
                      <p:cNvCxnSpPr/>
                      <p:nvPr/>
                    </p:nvCxnSpPr>
                    <p:spPr>
                      <a:xfrm flipH="1" rot="10800000">
                        <a:off x="7027238" y="284550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1896" name="Google Shape;1896;p17"/>
                      <p:cNvCxnSpPr/>
                      <p:nvPr/>
                    </p:nvCxnSpPr>
                    <p:spPr>
                      <a:xfrm>
                        <a:off x="6582516" y="293479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1897" name="Google Shape;1897;p17"/>
                    <p:cNvGrpSpPr/>
                    <p:nvPr/>
                  </p:nvGrpSpPr>
                  <p:grpSpPr>
                    <a:xfrm>
                      <a:off x="6399349" y="3400228"/>
                      <a:ext cx="558142" cy="89292"/>
                      <a:chOff x="6582995" y="2845433"/>
                      <a:chExt cx="558142" cy="89292"/>
                    </a:xfrm>
                  </p:grpSpPr>
                  <p:cxnSp>
                    <p:nvCxnSpPr>
                      <p:cNvPr id="1898" name="Google Shape;1898;p17"/>
                      <p:cNvCxnSpPr/>
                      <p:nvPr/>
                    </p:nvCxnSpPr>
                    <p:spPr>
                      <a:xfrm flipH="1" rot="10800000">
                        <a:off x="7027718" y="2845433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1899" name="Google Shape;1899;p17"/>
                      <p:cNvCxnSpPr/>
                      <p:nvPr/>
                    </p:nvCxnSpPr>
                    <p:spPr>
                      <a:xfrm>
                        <a:off x="6582995" y="293472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1900" name="Google Shape;1900;p17"/>
                    <p:cNvGrpSpPr/>
                    <p:nvPr/>
                  </p:nvGrpSpPr>
                  <p:grpSpPr>
                    <a:xfrm>
                      <a:off x="6399351" y="3466022"/>
                      <a:ext cx="558141" cy="93992"/>
                      <a:chOff x="6583477" y="2845363"/>
                      <a:chExt cx="558141" cy="93992"/>
                    </a:xfrm>
                  </p:grpSpPr>
                  <p:cxnSp>
                    <p:nvCxnSpPr>
                      <p:cNvPr id="1901" name="Google Shape;1901;p17"/>
                      <p:cNvCxnSpPr/>
                      <p:nvPr/>
                    </p:nvCxnSpPr>
                    <p:spPr>
                      <a:xfrm flipH="1" rot="10800000">
                        <a:off x="7028199" y="2845363"/>
                        <a:ext cx="113419" cy="939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1902" name="Google Shape;1902;p17"/>
                      <p:cNvCxnSpPr/>
                      <p:nvPr/>
                    </p:nvCxnSpPr>
                    <p:spPr>
                      <a:xfrm>
                        <a:off x="6583477" y="2939355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1903" name="Google Shape;1903;p17"/>
                    <p:cNvGrpSpPr/>
                    <p:nvPr/>
                  </p:nvGrpSpPr>
                  <p:grpSpPr>
                    <a:xfrm>
                      <a:off x="6396366" y="3528683"/>
                      <a:ext cx="561126" cy="97125"/>
                      <a:chOff x="6580972" y="2842160"/>
                      <a:chExt cx="561126" cy="97125"/>
                    </a:xfrm>
                  </p:grpSpPr>
                  <p:cxnSp>
                    <p:nvCxnSpPr>
                      <p:cNvPr id="1904" name="Google Shape;1904;p17"/>
                      <p:cNvCxnSpPr/>
                      <p:nvPr/>
                    </p:nvCxnSpPr>
                    <p:spPr>
                      <a:xfrm flipH="1" rot="10800000">
                        <a:off x="7028679" y="284216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1905" name="Google Shape;1905;p17"/>
                      <p:cNvCxnSpPr/>
                      <p:nvPr/>
                    </p:nvCxnSpPr>
                    <p:spPr>
                      <a:xfrm>
                        <a:off x="6580972" y="293928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1906" name="Google Shape;1906;p17"/>
                    <p:cNvGrpSpPr/>
                    <p:nvPr/>
                  </p:nvGrpSpPr>
                  <p:grpSpPr>
                    <a:xfrm>
                      <a:off x="6396366" y="3594477"/>
                      <a:ext cx="561125" cy="97125"/>
                      <a:chOff x="6581452" y="2842090"/>
                      <a:chExt cx="561125" cy="97125"/>
                    </a:xfrm>
                  </p:grpSpPr>
                  <p:cxnSp>
                    <p:nvCxnSpPr>
                      <p:cNvPr id="1907" name="Google Shape;1907;p17"/>
                      <p:cNvCxnSpPr/>
                      <p:nvPr/>
                    </p:nvCxnSpPr>
                    <p:spPr>
                      <a:xfrm flipH="1" rot="10800000">
                        <a:off x="7029158" y="284209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1908" name="Google Shape;1908;p17"/>
                      <p:cNvCxnSpPr/>
                      <p:nvPr/>
                    </p:nvCxnSpPr>
                    <p:spPr>
                      <a:xfrm>
                        <a:off x="6581452" y="2939215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1909" name="Google Shape;1909;p17"/>
                    <p:cNvGrpSpPr/>
                    <p:nvPr/>
                  </p:nvGrpSpPr>
                  <p:grpSpPr>
                    <a:xfrm>
                      <a:off x="6396367" y="3664970"/>
                      <a:ext cx="558140" cy="92426"/>
                      <a:chOff x="6581933" y="2846719"/>
                      <a:chExt cx="558140" cy="92426"/>
                    </a:xfrm>
                  </p:grpSpPr>
                  <p:cxnSp>
                    <p:nvCxnSpPr>
                      <p:cNvPr id="1910" name="Google Shape;1910;p17"/>
                      <p:cNvCxnSpPr/>
                      <p:nvPr/>
                    </p:nvCxnSpPr>
                    <p:spPr>
                      <a:xfrm flipH="1" rot="10800000">
                        <a:off x="7026654" y="2846719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1911" name="Google Shape;1911;p17"/>
                      <p:cNvCxnSpPr/>
                      <p:nvPr/>
                    </p:nvCxnSpPr>
                    <p:spPr>
                      <a:xfrm>
                        <a:off x="6581933" y="2939145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1912" name="Google Shape;1912;p17"/>
                    <p:cNvGrpSpPr/>
                    <p:nvPr/>
                  </p:nvGrpSpPr>
                  <p:grpSpPr>
                    <a:xfrm>
                      <a:off x="6396367" y="3730765"/>
                      <a:ext cx="558139" cy="92426"/>
                      <a:chOff x="6582413" y="2846650"/>
                      <a:chExt cx="558139" cy="92426"/>
                    </a:xfrm>
                  </p:grpSpPr>
                  <p:cxnSp>
                    <p:nvCxnSpPr>
                      <p:cNvPr id="1913" name="Google Shape;1913;p17"/>
                      <p:cNvCxnSpPr/>
                      <p:nvPr/>
                    </p:nvCxnSpPr>
                    <p:spPr>
                      <a:xfrm flipH="1" rot="10800000">
                        <a:off x="7027133" y="2846650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1914" name="Google Shape;1914;p17"/>
                      <p:cNvCxnSpPr/>
                      <p:nvPr/>
                    </p:nvCxnSpPr>
                    <p:spPr>
                      <a:xfrm>
                        <a:off x="6582413" y="2939076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cxnSp>
                <p:nvCxnSpPr>
                  <p:cNvPr id="1915" name="Google Shape;1915;p17"/>
                  <p:cNvCxnSpPr/>
                  <p:nvPr/>
                </p:nvCxnSpPr>
                <p:spPr>
                  <a:xfrm flipH="1">
                    <a:off x="6685171" y="4525377"/>
                    <a:ext cx="4763" cy="855662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916" name="Google Shape;1916;p17"/>
                  <p:cNvCxnSpPr/>
                  <p:nvPr/>
                </p:nvCxnSpPr>
                <p:spPr>
                  <a:xfrm>
                    <a:off x="6632784" y="4706352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917" name="Google Shape;1917;p17"/>
                  <p:cNvCxnSpPr/>
                  <p:nvPr/>
                </p:nvCxnSpPr>
                <p:spPr>
                  <a:xfrm>
                    <a:off x="6631196" y="477143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918" name="Google Shape;1918;p17"/>
                  <p:cNvCxnSpPr/>
                  <p:nvPr/>
                </p:nvCxnSpPr>
                <p:spPr>
                  <a:xfrm>
                    <a:off x="6631196" y="4849227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919" name="Google Shape;1919;p17"/>
                  <p:cNvCxnSpPr/>
                  <p:nvPr/>
                </p:nvCxnSpPr>
                <p:spPr>
                  <a:xfrm>
                    <a:off x="6629609" y="4914314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920" name="Google Shape;1920;p17"/>
                  <p:cNvCxnSpPr/>
                  <p:nvPr/>
                </p:nvCxnSpPr>
                <p:spPr>
                  <a:xfrm>
                    <a:off x="6628021" y="4976227"/>
                    <a:ext cx="60325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921" name="Google Shape;1921;p17"/>
                  <p:cNvCxnSpPr/>
                  <p:nvPr/>
                </p:nvCxnSpPr>
                <p:spPr>
                  <a:xfrm>
                    <a:off x="6628021" y="504448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922" name="Google Shape;1922;p17"/>
                  <p:cNvCxnSpPr/>
                  <p:nvPr/>
                </p:nvCxnSpPr>
                <p:spPr>
                  <a:xfrm>
                    <a:off x="6626434" y="511433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923" name="Google Shape;1923;p17"/>
                  <p:cNvCxnSpPr/>
                  <p:nvPr/>
                </p:nvCxnSpPr>
                <p:spPr>
                  <a:xfrm>
                    <a:off x="6629609" y="51841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924" name="Google Shape;1924;p17"/>
                  <p:cNvCxnSpPr/>
                  <p:nvPr/>
                </p:nvCxnSpPr>
                <p:spPr>
                  <a:xfrm>
                    <a:off x="6631196" y="525245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925" name="Google Shape;1925;p17"/>
                  <p:cNvCxnSpPr/>
                  <p:nvPr/>
                </p:nvCxnSpPr>
                <p:spPr>
                  <a:xfrm>
                    <a:off x="6631196" y="532230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926" name="Google Shape;1926;p17"/>
                  <p:cNvCxnSpPr/>
                  <p:nvPr/>
                </p:nvCxnSpPr>
                <p:spPr>
                  <a:xfrm>
                    <a:off x="6632784" y="53873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927" name="Google Shape;1927;p17"/>
                  <p:cNvCxnSpPr/>
                  <p:nvPr/>
                </p:nvCxnSpPr>
                <p:spPr>
                  <a:xfrm rot="10800000">
                    <a:off x="6632784" y="4531727"/>
                    <a:ext cx="58737" cy="0"/>
                  </a:xfrm>
                  <a:prstGeom prst="straightConnector1">
                    <a:avLst/>
                  </a:prstGeom>
                  <a:noFill/>
                  <a:ln cap="flat" cmpd="sng" w="222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1928" name="Google Shape;1928;p17"/>
                  <p:cNvGrpSpPr/>
                  <p:nvPr/>
                </p:nvGrpSpPr>
                <p:grpSpPr>
                  <a:xfrm>
                    <a:off x="6434171" y="4488570"/>
                    <a:ext cx="224203" cy="179034"/>
                    <a:chOff x="3668110" y="2448910"/>
                    <a:chExt cx="3794234" cy="2165130"/>
                  </a:xfrm>
                </p:grpSpPr>
                <p:sp>
                  <p:nvSpPr>
                    <p:cNvPr id="1929" name="Google Shape;1929;p17"/>
                    <p:cNvSpPr/>
                    <p:nvPr/>
                  </p:nvSpPr>
                  <p:spPr>
                    <a:xfrm>
                      <a:off x="3668110" y="3741409"/>
                      <a:ext cx="3780587" cy="872631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31538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930" name="Google Shape;1930;p17"/>
                    <p:cNvSpPr/>
                    <p:nvPr/>
                  </p:nvSpPr>
                  <p:spPr>
                    <a:xfrm>
                      <a:off x="3678620" y="2448910"/>
                      <a:ext cx="3783724" cy="1324303"/>
                    </a:xfrm>
                    <a:custGeom>
                      <a:rect b="b" l="l" r="r" t="t"/>
                      <a:pathLst>
                        <a:path extrusionOk="0" h="1324303" w="3783724">
                          <a:moveTo>
                            <a:pt x="0" y="1313793"/>
                          </a:moveTo>
                          <a:lnTo>
                            <a:pt x="0" y="1313793"/>
                          </a:lnTo>
                          <a:lnTo>
                            <a:pt x="252248" y="0"/>
                          </a:lnTo>
                          <a:lnTo>
                            <a:pt x="3415862" y="21020"/>
                          </a:lnTo>
                          <a:lnTo>
                            <a:pt x="3783724" y="1324303"/>
                          </a:lnTo>
                          <a:lnTo>
                            <a:pt x="0" y="1313793"/>
                          </a:lnTo>
                          <a:close/>
                        </a:path>
                      </a:pathLst>
                    </a:cu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1931" name="Google Shape;1931;p17"/>
                    <p:cNvGrpSpPr/>
                    <p:nvPr/>
                  </p:nvGrpSpPr>
                  <p:grpSpPr>
                    <a:xfrm>
                      <a:off x="3941378" y="2603243"/>
                      <a:ext cx="3202061" cy="1066110"/>
                      <a:chOff x="7939341" y="3037317"/>
                      <a:chExt cx="897649" cy="353919"/>
                    </a:xfrm>
                  </p:grpSpPr>
                  <p:sp>
                    <p:nvSpPr>
                      <p:cNvPr id="1932" name="Google Shape;1932;p17"/>
                      <p:cNvSpPr/>
                      <p:nvPr/>
                    </p:nvSpPr>
                    <p:spPr>
                      <a:xfrm>
                        <a:off x="7964170" y="30373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933" name="Google Shape;1933;p17"/>
                      <p:cNvSpPr/>
                      <p:nvPr/>
                    </p:nvSpPr>
                    <p:spPr>
                      <a:xfrm>
                        <a:off x="8519948" y="32067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934" name="Google Shape;1934;p17"/>
                      <p:cNvSpPr/>
                      <p:nvPr/>
                    </p:nvSpPr>
                    <p:spPr>
                      <a:xfrm>
                        <a:off x="7939341" y="32067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812" name="Google Shape;1812;p17"/>
                      <p:cNvSpPr/>
                      <p:nvPr/>
                    </p:nvSpPr>
                    <p:spPr>
                      <a:xfrm>
                        <a:off x="8047413" y="31234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1935" name="Google Shape;1935;p17"/>
                <p:cNvGrpSpPr/>
                <p:nvPr/>
              </p:nvGrpSpPr>
              <p:grpSpPr>
                <a:xfrm>
                  <a:off x="7195215" y="4648914"/>
                  <a:ext cx="267206" cy="997245"/>
                  <a:chOff x="6424315" y="4488570"/>
                  <a:chExt cx="267206" cy="997245"/>
                </a:xfrm>
              </p:grpSpPr>
              <p:grpSp>
                <p:nvGrpSpPr>
                  <p:cNvPr id="1936" name="Google Shape;1936;p17"/>
                  <p:cNvGrpSpPr/>
                  <p:nvPr/>
                </p:nvGrpSpPr>
                <p:grpSpPr>
                  <a:xfrm>
                    <a:off x="6424315" y="4636502"/>
                    <a:ext cx="237939" cy="849312"/>
                    <a:chOff x="6396366" y="3061857"/>
                    <a:chExt cx="570079" cy="838094"/>
                  </a:xfrm>
                </p:grpSpPr>
                <p:sp>
                  <p:nvSpPr>
                    <p:cNvPr id="1937" name="Google Shape;1937;p17"/>
                    <p:cNvSpPr/>
                    <p:nvPr/>
                  </p:nvSpPr>
                  <p:spPr>
                    <a:xfrm>
                      <a:off x="6509786" y="3061857"/>
                      <a:ext cx="447707" cy="742536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1938" name="Google Shape;1938;p17"/>
                    <p:cNvCxnSpPr/>
                    <p:nvPr/>
                  </p:nvCxnSpPr>
                  <p:spPr>
                    <a:xfrm flipH="1" rot="10800000">
                      <a:off x="684705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1939" name="Google Shape;1939;p17"/>
                    <p:cNvSpPr/>
                    <p:nvPr/>
                  </p:nvSpPr>
                  <p:spPr>
                    <a:xfrm>
                      <a:off x="6476953" y="3071256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1940" name="Google Shape;1940;p17"/>
                    <p:cNvCxnSpPr/>
                    <p:nvPr/>
                  </p:nvCxnSpPr>
                  <p:spPr>
                    <a:xfrm flipH="1" rot="10800000">
                      <a:off x="639636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1941" name="Google Shape;1941;p17"/>
                    <p:cNvSpPr/>
                    <p:nvPr/>
                  </p:nvSpPr>
                  <p:spPr>
                    <a:xfrm>
                      <a:off x="6817210" y="3702567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942" name="Google Shape;1942;p17"/>
                    <p:cNvSpPr/>
                    <p:nvPr/>
                  </p:nvSpPr>
                  <p:spPr>
                    <a:xfrm>
                      <a:off x="6405320" y="3157415"/>
                      <a:ext cx="444723" cy="742536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1943" name="Google Shape;1943;p17"/>
                    <p:cNvCxnSpPr/>
                    <p:nvPr/>
                  </p:nvCxnSpPr>
                  <p:spPr>
                    <a:xfrm flipH="1" rot="10800000">
                      <a:off x="6847057" y="3804392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grpSp>
                  <p:nvGrpSpPr>
                    <p:cNvPr id="1944" name="Google Shape;1944;p17"/>
                    <p:cNvGrpSpPr/>
                    <p:nvPr/>
                  </p:nvGrpSpPr>
                  <p:grpSpPr>
                    <a:xfrm>
                      <a:off x="6399350" y="3137050"/>
                      <a:ext cx="561125" cy="92425"/>
                      <a:chOff x="6581076" y="2845711"/>
                      <a:chExt cx="561125" cy="92425"/>
                    </a:xfrm>
                  </p:grpSpPr>
                  <p:cxnSp>
                    <p:nvCxnSpPr>
                      <p:cNvPr id="1945" name="Google Shape;1945;p17"/>
                      <p:cNvCxnSpPr/>
                      <p:nvPr/>
                    </p:nvCxnSpPr>
                    <p:spPr>
                      <a:xfrm flipH="1" rot="10800000">
                        <a:off x="7028782" y="2845711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1946" name="Google Shape;1946;p17"/>
                      <p:cNvCxnSpPr/>
                      <p:nvPr/>
                    </p:nvCxnSpPr>
                    <p:spPr>
                      <a:xfrm>
                        <a:off x="6581076" y="2938136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1947" name="Google Shape;1947;p17"/>
                    <p:cNvGrpSpPr/>
                    <p:nvPr/>
                  </p:nvGrpSpPr>
                  <p:grpSpPr>
                    <a:xfrm>
                      <a:off x="6399351" y="3202845"/>
                      <a:ext cx="567094" cy="89292"/>
                      <a:chOff x="6581557" y="2845642"/>
                      <a:chExt cx="567094" cy="89292"/>
                    </a:xfrm>
                  </p:grpSpPr>
                  <p:cxnSp>
                    <p:nvCxnSpPr>
                      <p:cNvPr id="1948" name="Google Shape;1948;p17"/>
                      <p:cNvCxnSpPr/>
                      <p:nvPr/>
                    </p:nvCxnSpPr>
                    <p:spPr>
                      <a:xfrm flipH="1" rot="10800000">
                        <a:off x="7029263" y="2845642"/>
                        <a:ext cx="119388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1949" name="Google Shape;1949;p17"/>
                      <p:cNvCxnSpPr/>
                      <p:nvPr/>
                    </p:nvCxnSpPr>
                    <p:spPr>
                      <a:xfrm>
                        <a:off x="6581557" y="293493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1950" name="Google Shape;1950;p17"/>
                    <p:cNvGrpSpPr/>
                    <p:nvPr/>
                  </p:nvGrpSpPr>
                  <p:grpSpPr>
                    <a:xfrm>
                      <a:off x="6399350" y="3268639"/>
                      <a:ext cx="558142" cy="89292"/>
                      <a:chOff x="6582036" y="2845572"/>
                      <a:chExt cx="558142" cy="89292"/>
                    </a:xfrm>
                  </p:grpSpPr>
                  <p:cxnSp>
                    <p:nvCxnSpPr>
                      <p:cNvPr id="1951" name="Google Shape;1951;p17"/>
                      <p:cNvCxnSpPr/>
                      <p:nvPr/>
                    </p:nvCxnSpPr>
                    <p:spPr>
                      <a:xfrm flipH="1" rot="10800000">
                        <a:off x="7026759" y="284557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1952" name="Google Shape;1952;p17"/>
                      <p:cNvCxnSpPr/>
                      <p:nvPr/>
                    </p:nvCxnSpPr>
                    <p:spPr>
                      <a:xfrm>
                        <a:off x="6582036" y="293486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1953" name="Google Shape;1953;p17"/>
                    <p:cNvGrpSpPr/>
                    <p:nvPr/>
                  </p:nvGrpSpPr>
                  <p:grpSpPr>
                    <a:xfrm>
                      <a:off x="6399350" y="3334433"/>
                      <a:ext cx="558141" cy="89292"/>
                      <a:chOff x="6582516" y="2845502"/>
                      <a:chExt cx="558141" cy="89292"/>
                    </a:xfrm>
                  </p:grpSpPr>
                  <p:cxnSp>
                    <p:nvCxnSpPr>
                      <p:cNvPr id="1954" name="Google Shape;1954;p17"/>
                      <p:cNvCxnSpPr/>
                      <p:nvPr/>
                    </p:nvCxnSpPr>
                    <p:spPr>
                      <a:xfrm flipH="1" rot="10800000">
                        <a:off x="7027238" y="284550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1955" name="Google Shape;1955;p17"/>
                      <p:cNvCxnSpPr/>
                      <p:nvPr/>
                    </p:nvCxnSpPr>
                    <p:spPr>
                      <a:xfrm>
                        <a:off x="6582516" y="293479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1956" name="Google Shape;1956;p17"/>
                    <p:cNvGrpSpPr/>
                    <p:nvPr/>
                  </p:nvGrpSpPr>
                  <p:grpSpPr>
                    <a:xfrm>
                      <a:off x="6399349" y="3400228"/>
                      <a:ext cx="558142" cy="89292"/>
                      <a:chOff x="6582995" y="2845433"/>
                      <a:chExt cx="558142" cy="89292"/>
                    </a:xfrm>
                  </p:grpSpPr>
                  <p:cxnSp>
                    <p:nvCxnSpPr>
                      <p:cNvPr id="1957" name="Google Shape;1957;p17"/>
                      <p:cNvCxnSpPr/>
                      <p:nvPr/>
                    </p:nvCxnSpPr>
                    <p:spPr>
                      <a:xfrm flipH="1" rot="10800000">
                        <a:off x="7027718" y="2845433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1958" name="Google Shape;1958;p17"/>
                      <p:cNvCxnSpPr/>
                      <p:nvPr/>
                    </p:nvCxnSpPr>
                    <p:spPr>
                      <a:xfrm>
                        <a:off x="6582995" y="293472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1959" name="Google Shape;1959;p17"/>
                    <p:cNvGrpSpPr/>
                    <p:nvPr/>
                  </p:nvGrpSpPr>
                  <p:grpSpPr>
                    <a:xfrm>
                      <a:off x="6399351" y="3466022"/>
                      <a:ext cx="558141" cy="93992"/>
                      <a:chOff x="6583477" y="2845363"/>
                      <a:chExt cx="558141" cy="93992"/>
                    </a:xfrm>
                  </p:grpSpPr>
                  <p:cxnSp>
                    <p:nvCxnSpPr>
                      <p:cNvPr id="1960" name="Google Shape;1960;p17"/>
                      <p:cNvCxnSpPr/>
                      <p:nvPr/>
                    </p:nvCxnSpPr>
                    <p:spPr>
                      <a:xfrm flipH="1" rot="10800000">
                        <a:off x="7028199" y="2845363"/>
                        <a:ext cx="113419" cy="939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1961" name="Google Shape;1961;p17"/>
                      <p:cNvCxnSpPr/>
                      <p:nvPr/>
                    </p:nvCxnSpPr>
                    <p:spPr>
                      <a:xfrm>
                        <a:off x="6583477" y="2939355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1962" name="Google Shape;1962;p17"/>
                    <p:cNvGrpSpPr/>
                    <p:nvPr/>
                  </p:nvGrpSpPr>
                  <p:grpSpPr>
                    <a:xfrm>
                      <a:off x="6396366" y="3528683"/>
                      <a:ext cx="561126" cy="97125"/>
                      <a:chOff x="6580972" y="2842160"/>
                      <a:chExt cx="561126" cy="97125"/>
                    </a:xfrm>
                  </p:grpSpPr>
                  <p:cxnSp>
                    <p:nvCxnSpPr>
                      <p:cNvPr id="1963" name="Google Shape;1963;p17"/>
                      <p:cNvCxnSpPr/>
                      <p:nvPr/>
                    </p:nvCxnSpPr>
                    <p:spPr>
                      <a:xfrm flipH="1" rot="10800000">
                        <a:off x="7028679" y="284216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1964" name="Google Shape;1964;p17"/>
                      <p:cNvCxnSpPr/>
                      <p:nvPr/>
                    </p:nvCxnSpPr>
                    <p:spPr>
                      <a:xfrm>
                        <a:off x="6580972" y="293928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1965" name="Google Shape;1965;p17"/>
                    <p:cNvGrpSpPr/>
                    <p:nvPr/>
                  </p:nvGrpSpPr>
                  <p:grpSpPr>
                    <a:xfrm>
                      <a:off x="6396366" y="3594477"/>
                      <a:ext cx="561125" cy="97125"/>
                      <a:chOff x="6581452" y="2842090"/>
                      <a:chExt cx="561125" cy="97125"/>
                    </a:xfrm>
                  </p:grpSpPr>
                  <p:cxnSp>
                    <p:nvCxnSpPr>
                      <p:cNvPr id="1966" name="Google Shape;1966;p17"/>
                      <p:cNvCxnSpPr/>
                      <p:nvPr/>
                    </p:nvCxnSpPr>
                    <p:spPr>
                      <a:xfrm flipH="1" rot="10800000">
                        <a:off x="7029158" y="284209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1967" name="Google Shape;1967;p17"/>
                      <p:cNvCxnSpPr/>
                      <p:nvPr/>
                    </p:nvCxnSpPr>
                    <p:spPr>
                      <a:xfrm>
                        <a:off x="6581452" y="2939215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1968" name="Google Shape;1968;p17"/>
                    <p:cNvGrpSpPr/>
                    <p:nvPr/>
                  </p:nvGrpSpPr>
                  <p:grpSpPr>
                    <a:xfrm>
                      <a:off x="6396367" y="3664970"/>
                      <a:ext cx="558140" cy="92426"/>
                      <a:chOff x="6581933" y="2846719"/>
                      <a:chExt cx="558140" cy="92426"/>
                    </a:xfrm>
                  </p:grpSpPr>
                  <p:cxnSp>
                    <p:nvCxnSpPr>
                      <p:cNvPr id="1969" name="Google Shape;1969;p17"/>
                      <p:cNvCxnSpPr/>
                      <p:nvPr/>
                    </p:nvCxnSpPr>
                    <p:spPr>
                      <a:xfrm flipH="1" rot="10800000">
                        <a:off x="7026654" y="2846719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1970" name="Google Shape;1970;p17"/>
                      <p:cNvCxnSpPr/>
                      <p:nvPr/>
                    </p:nvCxnSpPr>
                    <p:spPr>
                      <a:xfrm>
                        <a:off x="6581933" y="2939145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1971" name="Google Shape;1971;p17"/>
                    <p:cNvGrpSpPr/>
                    <p:nvPr/>
                  </p:nvGrpSpPr>
                  <p:grpSpPr>
                    <a:xfrm>
                      <a:off x="6396367" y="3730765"/>
                      <a:ext cx="558139" cy="92426"/>
                      <a:chOff x="6582413" y="2846650"/>
                      <a:chExt cx="558139" cy="92426"/>
                    </a:xfrm>
                  </p:grpSpPr>
                  <p:cxnSp>
                    <p:nvCxnSpPr>
                      <p:cNvPr id="1972" name="Google Shape;1972;p17"/>
                      <p:cNvCxnSpPr/>
                      <p:nvPr/>
                    </p:nvCxnSpPr>
                    <p:spPr>
                      <a:xfrm flipH="1" rot="10800000">
                        <a:off x="7027133" y="2846650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1973" name="Google Shape;1973;p17"/>
                      <p:cNvCxnSpPr/>
                      <p:nvPr/>
                    </p:nvCxnSpPr>
                    <p:spPr>
                      <a:xfrm>
                        <a:off x="6582413" y="2939076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cxnSp>
                <p:nvCxnSpPr>
                  <p:cNvPr id="1974" name="Google Shape;1974;p17"/>
                  <p:cNvCxnSpPr/>
                  <p:nvPr/>
                </p:nvCxnSpPr>
                <p:spPr>
                  <a:xfrm flipH="1">
                    <a:off x="6685171" y="4525377"/>
                    <a:ext cx="4763" cy="855662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975" name="Google Shape;1975;p17"/>
                  <p:cNvCxnSpPr/>
                  <p:nvPr/>
                </p:nvCxnSpPr>
                <p:spPr>
                  <a:xfrm>
                    <a:off x="6632784" y="4706352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976" name="Google Shape;1976;p17"/>
                  <p:cNvCxnSpPr/>
                  <p:nvPr/>
                </p:nvCxnSpPr>
                <p:spPr>
                  <a:xfrm>
                    <a:off x="6631196" y="477143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977" name="Google Shape;1977;p17"/>
                  <p:cNvCxnSpPr/>
                  <p:nvPr/>
                </p:nvCxnSpPr>
                <p:spPr>
                  <a:xfrm>
                    <a:off x="6631196" y="4849227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978" name="Google Shape;1978;p17"/>
                  <p:cNvCxnSpPr/>
                  <p:nvPr/>
                </p:nvCxnSpPr>
                <p:spPr>
                  <a:xfrm>
                    <a:off x="6629609" y="4914314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979" name="Google Shape;1979;p17"/>
                  <p:cNvCxnSpPr/>
                  <p:nvPr/>
                </p:nvCxnSpPr>
                <p:spPr>
                  <a:xfrm>
                    <a:off x="6628021" y="4976227"/>
                    <a:ext cx="60325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980" name="Google Shape;1980;p17"/>
                  <p:cNvCxnSpPr/>
                  <p:nvPr/>
                </p:nvCxnSpPr>
                <p:spPr>
                  <a:xfrm>
                    <a:off x="6628021" y="504448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981" name="Google Shape;1981;p17"/>
                  <p:cNvCxnSpPr/>
                  <p:nvPr/>
                </p:nvCxnSpPr>
                <p:spPr>
                  <a:xfrm>
                    <a:off x="6626434" y="511433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982" name="Google Shape;1982;p17"/>
                  <p:cNvCxnSpPr/>
                  <p:nvPr/>
                </p:nvCxnSpPr>
                <p:spPr>
                  <a:xfrm>
                    <a:off x="6629609" y="51841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983" name="Google Shape;1983;p17"/>
                  <p:cNvCxnSpPr/>
                  <p:nvPr/>
                </p:nvCxnSpPr>
                <p:spPr>
                  <a:xfrm>
                    <a:off x="6631196" y="525245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984" name="Google Shape;1984;p17"/>
                  <p:cNvCxnSpPr/>
                  <p:nvPr/>
                </p:nvCxnSpPr>
                <p:spPr>
                  <a:xfrm>
                    <a:off x="6631196" y="532230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985" name="Google Shape;1985;p17"/>
                  <p:cNvCxnSpPr/>
                  <p:nvPr/>
                </p:nvCxnSpPr>
                <p:spPr>
                  <a:xfrm>
                    <a:off x="6632784" y="53873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986" name="Google Shape;1986;p17"/>
                  <p:cNvCxnSpPr/>
                  <p:nvPr/>
                </p:nvCxnSpPr>
                <p:spPr>
                  <a:xfrm rot="10800000">
                    <a:off x="6632784" y="4531727"/>
                    <a:ext cx="58737" cy="0"/>
                  </a:xfrm>
                  <a:prstGeom prst="straightConnector1">
                    <a:avLst/>
                  </a:prstGeom>
                  <a:noFill/>
                  <a:ln cap="flat" cmpd="sng" w="222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1987" name="Google Shape;1987;p17"/>
                  <p:cNvGrpSpPr/>
                  <p:nvPr/>
                </p:nvGrpSpPr>
                <p:grpSpPr>
                  <a:xfrm>
                    <a:off x="6434171" y="4488570"/>
                    <a:ext cx="224203" cy="179034"/>
                    <a:chOff x="3668110" y="2448910"/>
                    <a:chExt cx="3794234" cy="2165130"/>
                  </a:xfrm>
                </p:grpSpPr>
                <p:sp>
                  <p:nvSpPr>
                    <p:cNvPr id="1988" name="Google Shape;1988;p17"/>
                    <p:cNvSpPr/>
                    <p:nvPr/>
                  </p:nvSpPr>
                  <p:spPr>
                    <a:xfrm>
                      <a:off x="3668110" y="3741409"/>
                      <a:ext cx="3780587" cy="872631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31538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989" name="Google Shape;1989;p17"/>
                    <p:cNvSpPr/>
                    <p:nvPr/>
                  </p:nvSpPr>
                  <p:spPr>
                    <a:xfrm>
                      <a:off x="3678620" y="2448910"/>
                      <a:ext cx="3783724" cy="1324303"/>
                    </a:xfrm>
                    <a:custGeom>
                      <a:rect b="b" l="l" r="r" t="t"/>
                      <a:pathLst>
                        <a:path extrusionOk="0" h="1324303" w="3783724">
                          <a:moveTo>
                            <a:pt x="0" y="1313793"/>
                          </a:moveTo>
                          <a:lnTo>
                            <a:pt x="0" y="1313793"/>
                          </a:lnTo>
                          <a:lnTo>
                            <a:pt x="252248" y="0"/>
                          </a:lnTo>
                          <a:lnTo>
                            <a:pt x="3415862" y="21020"/>
                          </a:lnTo>
                          <a:lnTo>
                            <a:pt x="3783724" y="1324303"/>
                          </a:lnTo>
                          <a:lnTo>
                            <a:pt x="0" y="1313793"/>
                          </a:lnTo>
                          <a:close/>
                        </a:path>
                      </a:pathLst>
                    </a:cu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1990" name="Google Shape;1990;p17"/>
                    <p:cNvGrpSpPr/>
                    <p:nvPr/>
                  </p:nvGrpSpPr>
                  <p:grpSpPr>
                    <a:xfrm>
                      <a:off x="3941378" y="2603243"/>
                      <a:ext cx="3202061" cy="1066110"/>
                      <a:chOff x="7939341" y="3037317"/>
                      <a:chExt cx="897649" cy="353919"/>
                    </a:xfrm>
                  </p:grpSpPr>
                  <p:sp>
                    <p:nvSpPr>
                      <p:cNvPr id="1875" name="Google Shape;1875;p17"/>
                      <p:cNvSpPr/>
                      <p:nvPr/>
                    </p:nvSpPr>
                    <p:spPr>
                      <a:xfrm>
                        <a:off x="7964170" y="30373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991" name="Google Shape;1991;p17"/>
                      <p:cNvSpPr/>
                      <p:nvPr/>
                    </p:nvSpPr>
                    <p:spPr>
                      <a:xfrm>
                        <a:off x="8519948" y="32067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992" name="Google Shape;1992;p17"/>
                      <p:cNvSpPr/>
                      <p:nvPr/>
                    </p:nvSpPr>
                    <p:spPr>
                      <a:xfrm>
                        <a:off x="7939341" y="32067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993" name="Google Shape;1993;p17"/>
                      <p:cNvSpPr/>
                      <p:nvPr/>
                    </p:nvSpPr>
                    <p:spPr>
                      <a:xfrm>
                        <a:off x="8047413" y="31234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1994" name="Google Shape;1994;p17"/>
                <p:cNvGrpSpPr/>
                <p:nvPr/>
              </p:nvGrpSpPr>
              <p:grpSpPr>
                <a:xfrm>
                  <a:off x="7734734" y="4641605"/>
                  <a:ext cx="267206" cy="997245"/>
                  <a:chOff x="6424315" y="4488570"/>
                  <a:chExt cx="267206" cy="997245"/>
                </a:xfrm>
              </p:grpSpPr>
              <p:grpSp>
                <p:nvGrpSpPr>
                  <p:cNvPr id="1995" name="Google Shape;1995;p17"/>
                  <p:cNvGrpSpPr/>
                  <p:nvPr/>
                </p:nvGrpSpPr>
                <p:grpSpPr>
                  <a:xfrm>
                    <a:off x="6424315" y="4636502"/>
                    <a:ext cx="237939" cy="849312"/>
                    <a:chOff x="6396366" y="3061857"/>
                    <a:chExt cx="570079" cy="838094"/>
                  </a:xfrm>
                </p:grpSpPr>
                <p:sp>
                  <p:nvSpPr>
                    <p:cNvPr id="1996" name="Google Shape;1996;p17"/>
                    <p:cNvSpPr/>
                    <p:nvPr/>
                  </p:nvSpPr>
                  <p:spPr>
                    <a:xfrm>
                      <a:off x="6509786" y="3061857"/>
                      <a:ext cx="447707" cy="742536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1997" name="Google Shape;1997;p17"/>
                    <p:cNvCxnSpPr/>
                    <p:nvPr/>
                  </p:nvCxnSpPr>
                  <p:spPr>
                    <a:xfrm flipH="1" rot="10800000">
                      <a:off x="684705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1998" name="Google Shape;1998;p17"/>
                    <p:cNvSpPr/>
                    <p:nvPr/>
                  </p:nvSpPr>
                  <p:spPr>
                    <a:xfrm>
                      <a:off x="6476953" y="3071256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1999" name="Google Shape;1999;p17"/>
                    <p:cNvCxnSpPr/>
                    <p:nvPr/>
                  </p:nvCxnSpPr>
                  <p:spPr>
                    <a:xfrm flipH="1" rot="10800000">
                      <a:off x="639636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2000" name="Google Shape;2000;p17"/>
                    <p:cNvSpPr/>
                    <p:nvPr/>
                  </p:nvSpPr>
                  <p:spPr>
                    <a:xfrm>
                      <a:off x="6817210" y="3702567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001" name="Google Shape;2001;p17"/>
                    <p:cNvSpPr/>
                    <p:nvPr/>
                  </p:nvSpPr>
                  <p:spPr>
                    <a:xfrm>
                      <a:off x="6405320" y="3157415"/>
                      <a:ext cx="444723" cy="742536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2002" name="Google Shape;2002;p17"/>
                    <p:cNvCxnSpPr/>
                    <p:nvPr/>
                  </p:nvCxnSpPr>
                  <p:spPr>
                    <a:xfrm flipH="1" rot="10800000">
                      <a:off x="6847057" y="3804392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grpSp>
                  <p:nvGrpSpPr>
                    <p:cNvPr id="2003" name="Google Shape;2003;p17"/>
                    <p:cNvGrpSpPr/>
                    <p:nvPr/>
                  </p:nvGrpSpPr>
                  <p:grpSpPr>
                    <a:xfrm>
                      <a:off x="6399350" y="3137050"/>
                      <a:ext cx="561125" cy="92425"/>
                      <a:chOff x="6581076" y="2845711"/>
                      <a:chExt cx="561125" cy="92425"/>
                    </a:xfrm>
                  </p:grpSpPr>
                  <p:cxnSp>
                    <p:nvCxnSpPr>
                      <p:cNvPr id="2004" name="Google Shape;2004;p17"/>
                      <p:cNvCxnSpPr/>
                      <p:nvPr/>
                    </p:nvCxnSpPr>
                    <p:spPr>
                      <a:xfrm flipH="1" rot="10800000">
                        <a:off x="7028782" y="2845711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005" name="Google Shape;2005;p17"/>
                      <p:cNvCxnSpPr/>
                      <p:nvPr/>
                    </p:nvCxnSpPr>
                    <p:spPr>
                      <a:xfrm>
                        <a:off x="6581076" y="2938136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006" name="Google Shape;2006;p17"/>
                    <p:cNvGrpSpPr/>
                    <p:nvPr/>
                  </p:nvGrpSpPr>
                  <p:grpSpPr>
                    <a:xfrm>
                      <a:off x="6399351" y="3202845"/>
                      <a:ext cx="567094" cy="89292"/>
                      <a:chOff x="6581557" y="2845642"/>
                      <a:chExt cx="567094" cy="89292"/>
                    </a:xfrm>
                  </p:grpSpPr>
                  <p:cxnSp>
                    <p:nvCxnSpPr>
                      <p:cNvPr id="2007" name="Google Shape;2007;p17"/>
                      <p:cNvCxnSpPr/>
                      <p:nvPr/>
                    </p:nvCxnSpPr>
                    <p:spPr>
                      <a:xfrm flipH="1" rot="10800000">
                        <a:off x="7029263" y="2845642"/>
                        <a:ext cx="119388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008" name="Google Shape;2008;p17"/>
                      <p:cNvCxnSpPr/>
                      <p:nvPr/>
                    </p:nvCxnSpPr>
                    <p:spPr>
                      <a:xfrm>
                        <a:off x="6581557" y="293493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009" name="Google Shape;2009;p17"/>
                    <p:cNvGrpSpPr/>
                    <p:nvPr/>
                  </p:nvGrpSpPr>
                  <p:grpSpPr>
                    <a:xfrm>
                      <a:off x="6399350" y="3268639"/>
                      <a:ext cx="558142" cy="89292"/>
                      <a:chOff x="6582036" y="2845572"/>
                      <a:chExt cx="558142" cy="89292"/>
                    </a:xfrm>
                  </p:grpSpPr>
                  <p:cxnSp>
                    <p:nvCxnSpPr>
                      <p:cNvPr id="2010" name="Google Shape;2010;p17"/>
                      <p:cNvCxnSpPr/>
                      <p:nvPr/>
                    </p:nvCxnSpPr>
                    <p:spPr>
                      <a:xfrm flipH="1" rot="10800000">
                        <a:off x="7026759" y="284557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011" name="Google Shape;2011;p17"/>
                      <p:cNvCxnSpPr/>
                      <p:nvPr/>
                    </p:nvCxnSpPr>
                    <p:spPr>
                      <a:xfrm>
                        <a:off x="6582036" y="293486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012" name="Google Shape;2012;p17"/>
                    <p:cNvGrpSpPr/>
                    <p:nvPr/>
                  </p:nvGrpSpPr>
                  <p:grpSpPr>
                    <a:xfrm>
                      <a:off x="6399350" y="3334433"/>
                      <a:ext cx="558141" cy="89292"/>
                      <a:chOff x="6582516" y="2845502"/>
                      <a:chExt cx="558141" cy="89292"/>
                    </a:xfrm>
                  </p:grpSpPr>
                  <p:cxnSp>
                    <p:nvCxnSpPr>
                      <p:cNvPr id="2013" name="Google Shape;2013;p17"/>
                      <p:cNvCxnSpPr/>
                      <p:nvPr/>
                    </p:nvCxnSpPr>
                    <p:spPr>
                      <a:xfrm flipH="1" rot="10800000">
                        <a:off x="7027238" y="284550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014" name="Google Shape;2014;p17"/>
                      <p:cNvCxnSpPr/>
                      <p:nvPr/>
                    </p:nvCxnSpPr>
                    <p:spPr>
                      <a:xfrm>
                        <a:off x="6582516" y="293479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015" name="Google Shape;2015;p17"/>
                    <p:cNvGrpSpPr/>
                    <p:nvPr/>
                  </p:nvGrpSpPr>
                  <p:grpSpPr>
                    <a:xfrm>
                      <a:off x="6399349" y="3400228"/>
                      <a:ext cx="558142" cy="89292"/>
                      <a:chOff x="6582995" y="2845433"/>
                      <a:chExt cx="558142" cy="89292"/>
                    </a:xfrm>
                  </p:grpSpPr>
                  <p:cxnSp>
                    <p:nvCxnSpPr>
                      <p:cNvPr id="2016" name="Google Shape;2016;p17"/>
                      <p:cNvCxnSpPr/>
                      <p:nvPr/>
                    </p:nvCxnSpPr>
                    <p:spPr>
                      <a:xfrm flipH="1" rot="10800000">
                        <a:off x="7027718" y="2845433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017" name="Google Shape;2017;p17"/>
                      <p:cNvCxnSpPr/>
                      <p:nvPr/>
                    </p:nvCxnSpPr>
                    <p:spPr>
                      <a:xfrm>
                        <a:off x="6582995" y="293472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018" name="Google Shape;2018;p17"/>
                    <p:cNvGrpSpPr/>
                    <p:nvPr/>
                  </p:nvGrpSpPr>
                  <p:grpSpPr>
                    <a:xfrm>
                      <a:off x="6399351" y="3466022"/>
                      <a:ext cx="558141" cy="93992"/>
                      <a:chOff x="6583477" y="2845363"/>
                      <a:chExt cx="558141" cy="93992"/>
                    </a:xfrm>
                  </p:grpSpPr>
                  <p:cxnSp>
                    <p:nvCxnSpPr>
                      <p:cNvPr id="2019" name="Google Shape;2019;p17"/>
                      <p:cNvCxnSpPr/>
                      <p:nvPr/>
                    </p:nvCxnSpPr>
                    <p:spPr>
                      <a:xfrm flipH="1" rot="10800000">
                        <a:off x="7028199" y="2845363"/>
                        <a:ext cx="113419" cy="939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020" name="Google Shape;2020;p17"/>
                      <p:cNvCxnSpPr/>
                      <p:nvPr/>
                    </p:nvCxnSpPr>
                    <p:spPr>
                      <a:xfrm>
                        <a:off x="6583477" y="2939355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021" name="Google Shape;2021;p17"/>
                    <p:cNvGrpSpPr/>
                    <p:nvPr/>
                  </p:nvGrpSpPr>
                  <p:grpSpPr>
                    <a:xfrm>
                      <a:off x="6396366" y="3528683"/>
                      <a:ext cx="561126" cy="97125"/>
                      <a:chOff x="6580972" y="2842160"/>
                      <a:chExt cx="561126" cy="97125"/>
                    </a:xfrm>
                  </p:grpSpPr>
                  <p:cxnSp>
                    <p:nvCxnSpPr>
                      <p:cNvPr id="2022" name="Google Shape;2022;p17"/>
                      <p:cNvCxnSpPr/>
                      <p:nvPr/>
                    </p:nvCxnSpPr>
                    <p:spPr>
                      <a:xfrm flipH="1" rot="10800000">
                        <a:off x="7028679" y="284216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023" name="Google Shape;2023;p17"/>
                      <p:cNvCxnSpPr/>
                      <p:nvPr/>
                    </p:nvCxnSpPr>
                    <p:spPr>
                      <a:xfrm>
                        <a:off x="6580972" y="293928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024" name="Google Shape;2024;p17"/>
                    <p:cNvGrpSpPr/>
                    <p:nvPr/>
                  </p:nvGrpSpPr>
                  <p:grpSpPr>
                    <a:xfrm>
                      <a:off x="6396366" y="3594477"/>
                      <a:ext cx="561125" cy="97125"/>
                      <a:chOff x="6581452" y="2842090"/>
                      <a:chExt cx="561125" cy="97125"/>
                    </a:xfrm>
                  </p:grpSpPr>
                  <p:cxnSp>
                    <p:nvCxnSpPr>
                      <p:cNvPr id="2025" name="Google Shape;2025;p17"/>
                      <p:cNvCxnSpPr/>
                      <p:nvPr/>
                    </p:nvCxnSpPr>
                    <p:spPr>
                      <a:xfrm flipH="1" rot="10800000">
                        <a:off x="7029158" y="284209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026" name="Google Shape;2026;p17"/>
                      <p:cNvCxnSpPr/>
                      <p:nvPr/>
                    </p:nvCxnSpPr>
                    <p:spPr>
                      <a:xfrm>
                        <a:off x="6581452" y="2939215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027" name="Google Shape;2027;p17"/>
                    <p:cNvGrpSpPr/>
                    <p:nvPr/>
                  </p:nvGrpSpPr>
                  <p:grpSpPr>
                    <a:xfrm>
                      <a:off x="6396367" y="3664970"/>
                      <a:ext cx="558140" cy="92426"/>
                      <a:chOff x="6581933" y="2846719"/>
                      <a:chExt cx="558140" cy="92426"/>
                    </a:xfrm>
                  </p:grpSpPr>
                  <p:cxnSp>
                    <p:nvCxnSpPr>
                      <p:cNvPr id="2028" name="Google Shape;2028;p17"/>
                      <p:cNvCxnSpPr/>
                      <p:nvPr/>
                    </p:nvCxnSpPr>
                    <p:spPr>
                      <a:xfrm flipH="1" rot="10800000">
                        <a:off x="7026654" y="2846719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029" name="Google Shape;2029;p17"/>
                      <p:cNvCxnSpPr/>
                      <p:nvPr/>
                    </p:nvCxnSpPr>
                    <p:spPr>
                      <a:xfrm>
                        <a:off x="6581933" y="2939145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030" name="Google Shape;2030;p17"/>
                    <p:cNvGrpSpPr/>
                    <p:nvPr/>
                  </p:nvGrpSpPr>
                  <p:grpSpPr>
                    <a:xfrm>
                      <a:off x="6396367" y="3730765"/>
                      <a:ext cx="558139" cy="92426"/>
                      <a:chOff x="6582413" y="2846650"/>
                      <a:chExt cx="558139" cy="92426"/>
                    </a:xfrm>
                  </p:grpSpPr>
                  <p:cxnSp>
                    <p:nvCxnSpPr>
                      <p:cNvPr id="2031" name="Google Shape;2031;p17"/>
                      <p:cNvCxnSpPr/>
                      <p:nvPr/>
                    </p:nvCxnSpPr>
                    <p:spPr>
                      <a:xfrm flipH="1" rot="10800000">
                        <a:off x="7027133" y="2846650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032" name="Google Shape;2032;p17"/>
                      <p:cNvCxnSpPr/>
                      <p:nvPr/>
                    </p:nvCxnSpPr>
                    <p:spPr>
                      <a:xfrm>
                        <a:off x="6582413" y="2939076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cxnSp>
                <p:nvCxnSpPr>
                  <p:cNvPr id="2033" name="Google Shape;2033;p17"/>
                  <p:cNvCxnSpPr/>
                  <p:nvPr/>
                </p:nvCxnSpPr>
                <p:spPr>
                  <a:xfrm flipH="1">
                    <a:off x="6685171" y="4525377"/>
                    <a:ext cx="4763" cy="855662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034" name="Google Shape;2034;p17"/>
                  <p:cNvCxnSpPr/>
                  <p:nvPr/>
                </p:nvCxnSpPr>
                <p:spPr>
                  <a:xfrm>
                    <a:off x="6632784" y="4706352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035" name="Google Shape;2035;p17"/>
                  <p:cNvCxnSpPr/>
                  <p:nvPr/>
                </p:nvCxnSpPr>
                <p:spPr>
                  <a:xfrm>
                    <a:off x="6631196" y="477143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036" name="Google Shape;2036;p17"/>
                  <p:cNvCxnSpPr/>
                  <p:nvPr/>
                </p:nvCxnSpPr>
                <p:spPr>
                  <a:xfrm>
                    <a:off x="6631196" y="4849227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037" name="Google Shape;2037;p17"/>
                  <p:cNvCxnSpPr/>
                  <p:nvPr/>
                </p:nvCxnSpPr>
                <p:spPr>
                  <a:xfrm>
                    <a:off x="6629609" y="4914314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038" name="Google Shape;2038;p17"/>
                  <p:cNvCxnSpPr/>
                  <p:nvPr/>
                </p:nvCxnSpPr>
                <p:spPr>
                  <a:xfrm>
                    <a:off x="6628021" y="4976227"/>
                    <a:ext cx="60325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039" name="Google Shape;2039;p17"/>
                  <p:cNvCxnSpPr/>
                  <p:nvPr/>
                </p:nvCxnSpPr>
                <p:spPr>
                  <a:xfrm>
                    <a:off x="6628021" y="504448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040" name="Google Shape;2040;p17"/>
                  <p:cNvCxnSpPr/>
                  <p:nvPr/>
                </p:nvCxnSpPr>
                <p:spPr>
                  <a:xfrm>
                    <a:off x="6626434" y="511433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041" name="Google Shape;2041;p17"/>
                  <p:cNvCxnSpPr/>
                  <p:nvPr/>
                </p:nvCxnSpPr>
                <p:spPr>
                  <a:xfrm>
                    <a:off x="6629609" y="51841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042" name="Google Shape;2042;p17"/>
                  <p:cNvCxnSpPr/>
                  <p:nvPr/>
                </p:nvCxnSpPr>
                <p:spPr>
                  <a:xfrm>
                    <a:off x="6631196" y="525245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043" name="Google Shape;2043;p17"/>
                  <p:cNvCxnSpPr/>
                  <p:nvPr/>
                </p:nvCxnSpPr>
                <p:spPr>
                  <a:xfrm>
                    <a:off x="6631196" y="532230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044" name="Google Shape;2044;p17"/>
                  <p:cNvCxnSpPr/>
                  <p:nvPr/>
                </p:nvCxnSpPr>
                <p:spPr>
                  <a:xfrm>
                    <a:off x="6632784" y="53873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045" name="Google Shape;2045;p17"/>
                  <p:cNvCxnSpPr/>
                  <p:nvPr/>
                </p:nvCxnSpPr>
                <p:spPr>
                  <a:xfrm rot="10800000">
                    <a:off x="6632784" y="4531727"/>
                    <a:ext cx="58737" cy="0"/>
                  </a:xfrm>
                  <a:prstGeom prst="straightConnector1">
                    <a:avLst/>
                  </a:prstGeom>
                  <a:noFill/>
                  <a:ln cap="flat" cmpd="sng" w="222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2046" name="Google Shape;2046;p17"/>
                  <p:cNvGrpSpPr/>
                  <p:nvPr/>
                </p:nvGrpSpPr>
                <p:grpSpPr>
                  <a:xfrm>
                    <a:off x="6434171" y="4488570"/>
                    <a:ext cx="224203" cy="179034"/>
                    <a:chOff x="3668110" y="2448910"/>
                    <a:chExt cx="3794234" cy="2165130"/>
                  </a:xfrm>
                </p:grpSpPr>
                <p:sp>
                  <p:nvSpPr>
                    <p:cNvPr id="2047" name="Google Shape;2047;p17"/>
                    <p:cNvSpPr/>
                    <p:nvPr/>
                  </p:nvSpPr>
                  <p:spPr>
                    <a:xfrm>
                      <a:off x="3668110" y="3741409"/>
                      <a:ext cx="3780587" cy="872631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31538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048" name="Google Shape;2048;p17"/>
                    <p:cNvSpPr/>
                    <p:nvPr/>
                  </p:nvSpPr>
                  <p:spPr>
                    <a:xfrm>
                      <a:off x="3678620" y="2448910"/>
                      <a:ext cx="3783724" cy="1324303"/>
                    </a:xfrm>
                    <a:custGeom>
                      <a:rect b="b" l="l" r="r" t="t"/>
                      <a:pathLst>
                        <a:path extrusionOk="0" h="1324303" w="3783724">
                          <a:moveTo>
                            <a:pt x="0" y="1313793"/>
                          </a:moveTo>
                          <a:lnTo>
                            <a:pt x="0" y="1313793"/>
                          </a:lnTo>
                          <a:lnTo>
                            <a:pt x="252248" y="0"/>
                          </a:lnTo>
                          <a:lnTo>
                            <a:pt x="3415862" y="21020"/>
                          </a:lnTo>
                          <a:lnTo>
                            <a:pt x="3783724" y="1324303"/>
                          </a:lnTo>
                          <a:lnTo>
                            <a:pt x="0" y="1313793"/>
                          </a:lnTo>
                          <a:close/>
                        </a:path>
                      </a:pathLst>
                    </a:cu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2049" name="Google Shape;2049;p17"/>
                    <p:cNvGrpSpPr/>
                    <p:nvPr/>
                  </p:nvGrpSpPr>
                  <p:grpSpPr>
                    <a:xfrm>
                      <a:off x="3941378" y="2603243"/>
                      <a:ext cx="3202061" cy="1066110"/>
                      <a:chOff x="7939341" y="3037317"/>
                      <a:chExt cx="897649" cy="353919"/>
                    </a:xfrm>
                  </p:grpSpPr>
                  <p:sp>
                    <p:nvSpPr>
                      <p:cNvPr id="1814" name="Google Shape;1814;p17"/>
                      <p:cNvSpPr/>
                      <p:nvPr/>
                    </p:nvSpPr>
                    <p:spPr>
                      <a:xfrm>
                        <a:off x="7964170" y="30373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050" name="Google Shape;2050;p17"/>
                      <p:cNvSpPr/>
                      <p:nvPr/>
                    </p:nvSpPr>
                    <p:spPr>
                      <a:xfrm>
                        <a:off x="8519948" y="32067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051" name="Google Shape;2051;p17"/>
                      <p:cNvSpPr/>
                      <p:nvPr/>
                    </p:nvSpPr>
                    <p:spPr>
                      <a:xfrm>
                        <a:off x="7939341" y="32067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052" name="Google Shape;2052;p17"/>
                      <p:cNvSpPr/>
                      <p:nvPr/>
                    </p:nvSpPr>
                    <p:spPr>
                      <a:xfrm>
                        <a:off x="8047413" y="31234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sp>
              <p:nvSpPr>
                <p:cNvPr id="2053" name="Google Shape;2053;p17"/>
                <p:cNvSpPr txBox="1"/>
                <p:nvPr/>
              </p:nvSpPr>
              <p:spPr>
                <a:xfrm>
                  <a:off x="7327436" y="4173759"/>
                  <a:ext cx="34336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…</a:t>
                  </a:r>
                  <a:endParaRPr/>
                </a:p>
              </p:txBody>
            </p:sp>
            <p:sp>
              <p:nvSpPr>
                <p:cNvPr id="2054" name="Google Shape;2054;p17"/>
                <p:cNvSpPr txBox="1"/>
                <p:nvPr/>
              </p:nvSpPr>
              <p:spPr>
                <a:xfrm>
                  <a:off x="7423103" y="4980255"/>
                  <a:ext cx="34336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…</a:t>
                  </a:r>
                  <a:endParaRPr/>
                </a:p>
              </p:txBody>
            </p:sp>
          </p:grpSp>
          <p:grpSp>
            <p:nvGrpSpPr>
              <p:cNvPr id="2055" name="Google Shape;2055;p17"/>
              <p:cNvGrpSpPr/>
              <p:nvPr/>
            </p:nvGrpSpPr>
            <p:grpSpPr>
              <a:xfrm>
                <a:off x="2237797" y="3951330"/>
                <a:ext cx="1425225" cy="1535120"/>
                <a:chOff x="6576715" y="4111039"/>
                <a:chExt cx="1425225" cy="1535120"/>
              </a:xfrm>
            </p:grpSpPr>
            <p:cxnSp>
              <p:nvCxnSpPr>
                <p:cNvPr id="2056" name="Google Shape;2056;p17"/>
                <p:cNvCxnSpPr>
                  <a:endCxn id="2057" idx="4"/>
                </p:cNvCxnSpPr>
                <p:nvPr/>
              </p:nvCxnSpPr>
              <p:spPr>
                <a:xfrm flipH="1">
                  <a:off x="6696047" y="4111039"/>
                  <a:ext cx="436800" cy="591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058" name="Google Shape;2058;p17"/>
                <p:cNvCxnSpPr>
                  <a:endCxn id="2059" idx="2"/>
                </p:cNvCxnSpPr>
                <p:nvPr/>
              </p:nvCxnSpPr>
              <p:spPr>
                <a:xfrm flipH="1">
                  <a:off x="7005572" y="4120564"/>
                  <a:ext cx="264900" cy="586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060" name="Google Shape;2060;p17"/>
                <p:cNvCxnSpPr>
                  <a:endCxn id="2061" idx="4"/>
                </p:cNvCxnSpPr>
                <p:nvPr/>
              </p:nvCxnSpPr>
              <p:spPr>
                <a:xfrm>
                  <a:off x="7539246" y="4149139"/>
                  <a:ext cx="314700" cy="5547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2062" name="Google Shape;2062;p17"/>
                <p:cNvGrpSpPr/>
                <p:nvPr/>
              </p:nvGrpSpPr>
              <p:grpSpPr>
                <a:xfrm>
                  <a:off x="6576715" y="4640970"/>
                  <a:ext cx="267206" cy="997245"/>
                  <a:chOff x="6424315" y="4488570"/>
                  <a:chExt cx="267206" cy="997245"/>
                </a:xfrm>
              </p:grpSpPr>
              <p:grpSp>
                <p:nvGrpSpPr>
                  <p:cNvPr id="2063" name="Google Shape;2063;p17"/>
                  <p:cNvGrpSpPr/>
                  <p:nvPr/>
                </p:nvGrpSpPr>
                <p:grpSpPr>
                  <a:xfrm>
                    <a:off x="6424315" y="4636502"/>
                    <a:ext cx="237939" cy="849312"/>
                    <a:chOff x="6396366" y="3061857"/>
                    <a:chExt cx="570079" cy="838094"/>
                  </a:xfrm>
                </p:grpSpPr>
                <p:sp>
                  <p:nvSpPr>
                    <p:cNvPr id="2064" name="Google Shape;2064;p17"/>
                    <p:cNvSpPr/>
                    <p:nvPr/>
                  </p:nvSpPr>
                  <p:spPr>
                    <a:xfrm>
                      <a:off x="6509786" y="3061857"/>
                      <a:ext cx="447707" cy="742536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2065" name="Google Shape;2065;p17"/>
                    <p:cNvCxnSpPr/>
                    <p:nvPr/>
                  </p:nvCxnSpPr>
                  <p:spPr>
                    <a:xfrm flipH="1" rot="10800000">
                      <a:off x="684705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2066" name="Google Shape;2066;p17"/>
                    <p:cNvSpPr/>
                    <p:nvPr/>
                  </p:nvSpPr>
                  <p:spPr>
                    <a:xfrm>
                      <a:off x="6476953" y="3071256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2067" name="Google Shape;2067;p17"/>
                    <p:cNvCxnSpPr/>
                    <p:nvPr/>
                  </p:nvCxnSpPr>
                  <p:spPr>
                    <a:xfrm flipH="1" rot="10800000">
                      <a:off x="639636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2068" name="Google Shape;2068;p17"/>
                    <p:cNvSpPr/>
                    <p:nvPr/>
                  </p:nvSpPr>
                  <p:spPr>
                    <a:xfrm>
                      <a:off x="6817210" y="3702567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069" name="Google Shape;2069;p17"/>
                    <p:cNvSpPr/>
                    <p:nvPr/>
                  </p:nvSpPr>
                  <p:spPr>
                    <a:xfrm>
                      <a:off x="6405320" y="3157415"/>
                      <a:ext cx="444723" cy="742536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2070" name="Google Shape;2070;p17"/>
                    <p:cNvCxnSpPr/>
                    <p:nvPr/>
                  </p:nvCxnSpPr>
                  <p:spPr>
                    <a:xfrm flipH="1" rot="10800000">
                      <a:off x="6847057" y="3804392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grpSp>
                  <p:nvGrpSpPr>
                    <p:cNvPr id="2071" name="Google Shape;2071;p17"/>
                    <p:cNvGrpSpPr/>
                    <p:nvPr/>
                  </p:nvGrpSpPr>
                  <p:grpSpPr>
                    <a:xfrm>
                      <a:off x="6399350" y="3137050"/>
                      <a:ext cx="561125" cy="92425"/>
                      <a:chOff x="6581076" y="2845711"/>
                      <a:chExt cx="561125" cy="92425"/>
                    </a:xfrm>
                  </p:grpSpPr>
                  <p:cxnSp>
                    <p:nvCxnSpPr>
                      <p:cNvPr id="2072" name="Google Shape;2072;p17"/>
                      <p:cNvCxnSpPr/>
                      <p:nvPr/>
                    </p:nvCxnSpPr>
                    <p:spPr>
                      <a:xfrm flipH="1" rot="10800000">
                        <a:off x="7028782" y="2845711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073" name="Google Shape;2073;p17"/>
                      <p:cNvCxnSpPr/>
                      <p:nvPr/>
                    </p:nvCxnSpPr>
                    <p:spPr>
                      <a:xfrm>
                        <a:off x="6581076" y="2938136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074" name="Google Shape;2074;p17"/>
                    <p:cNvGrpSpPr/>
                    <p:nvPr/>
                  </p:nvGrpSpPr>
                  <p:grpSpPr>
                    <a:xfrm>
                      <a:off x="6399351" y="3202845"/>
                      <a:ext cx="567094" cy="89292"/>
                      <a:chOff x="6581557" y="2845642"/>
                      <a:chExt cx="567094" cy="89292"/>
                    </a:xfrm>
                  </p:grpSpPr>
                  <p:cxnSp>
                    <p:nvCxnSpPr>
                      <p:cNvPr id="2075" name="Google Shape;2075;p17"/>
                      <p:cNvCxnSpPr/>
                      <p:nvPr/>
                    </p:nvCxnSpPr>
                    <p:spPr>
                      <a:xfrm flipH="1" rot="10800000">
                        <a:off x="7029263" y="2845642"/>
                        <a:ext cx="119388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076" name="Google Shape;2076;p17"/>
                      <p:cNvCxnSpPr/>
                      <p:nvPr/>
                    </p:nvCxnSpPr>
                    <p:spPr>
                      <a:xfrm>
                        <a:off x="6581557" y="293493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077" name="Google Shape;2077;p17"/>
                    <p:cNvGrpSpPr/>
                    <p:nvPr/>
                  </p:nvGrpSpPr>
                  <p:grpSpPr>
                    <a:xfrm>
                      <a:off x="6399350" y="3268639"/>
                      <a:ext cx="558142" cy="89292"/>
                      <a:chOff x="6582036" y="2845572"/>
                      <a:chExt cx="558142" cy="89292"/>
                    </a:xfrm>
                  </p:grpSpPr>
                  <p:cxnSp>
                    <p:nvCxnSpPr>
                      <p:cNvPr id="2078" name="Google Shape;2078;p17"/>
                      <p:cNvCxnSpPr/>
                      <p:nvPr/>
                    </p:nvCxnSpPr>
                    <p:spPr>
                      <a:xfrm flipH="1" rot="10800000">
                        <a:off x="7026759" y="284557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079" name="Google Shape;2079;p17"/>
                      <p:cNvCxnSpPr/>
                      <p:nvPr/>
                    </p:nvCxnSpPr>
                    <p:spPr>
                      <a:xfrm>
                        <a:off x="6582036" y="293486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080" name="Google Shape;2080;p17"/>
                    <p:cNvGrpSpPr/>
                    <p:nvPr/>
                  </p:nvGrpSpPr>
                  <p:grpSpPr>
                    <a:xfrm>
                      <a:off x="6399350" y="3334433"/>
                      <a:ext cx="558141" cy="89292"/>
                      <a:chOff x="6582516" y="2845502"/>
                      <a:chExt cx="558141" cy="89292"/>
                    </a:xfrm>
                  </p:grpSpPr>
                  <p:cxnSp>
                    <p:nvCxnSpPr>
                      <p:cNvPr id="2081" name="Google Shape;2081;p17"/>
                      <p:cNvCxnSpPr/>
                      <p:nvPr/>
                    </p:nvCxnSpPr>
                    <p:spPr>
                      <a:xfrm flipH="1" rot="10800000">
                        <a:off x="7027238" y="284550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082" name="Google Shape;2082;p17"/>
                      <p:cNvCxnSpPr/>
                      <p:nvPr/>
                    </p:nvCxnSpPr>
                    <p:spPr>
                      <a:xfrm>
                        <a:off x="6582516" y="293479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083" name="Google Shape;2083;p17"/>
                    <p:cNvGrpSpPr/>
                    <p:nvPr/>
                  </p:nvGrpSpPr>
                  <p:grpSpPr>
                    <a:xfrm>
                      <a:off x="6399349" y="3400228"/>
                      <a:ext cx="558142" cy="89292"/>
                      <a:chOff x="6582995" y="2845433"/>
                      <a:chExt cx="558142" cy="89292"/>
                    </a:xfrm>
                  </p:grpSpPr>
                  <p:cxnSp>
                    <p:nvCxnSpPr>
                      <p:cNvPr id="2084" name="Google Shape;2084;p17"/>
                      <p:cNvCxnSpPr/>
                      <p:nvPr/>
                    </p:nvCxnSpPr>
                    <p:spPr>
                      <a:xfrm flipH="1" rot="10800000">
                        <a:off x="7027718" y="2845433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085" name="Google Shape;2085;p17"/>
                      <p:cNvCxnSpPr/>
                      <p:nvPr/>
                    </p:nvCxnSpPr>
                    <p:spPr>
                      <a:xfrm>
                        <a:off x="6582995" y="293472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086" name="Google Shape;2086;p17"/>
                    <p:cNvGrpSpPr/>
                    <p:nvPr/>
                  </p:nvGrpSpPr>
                  <p:grpSpPr>
                    <a:xfrm>
                      <a:off x="6399351" y="3466022"/>
                      <a:ext cx="558141" cy="93992"/>
                      <a:chOff x="6583477" y="2845363"/>
                      <a:chExt cx="558141" cy="93992"/>
                    </a:xfrm>
                  </p:grpSpPr>
                  <p:cxnSp>
                    <p:nvCxnSpPr>
                      <p:cNvPr id="2087" name="Google Shape;2087;p17"/>
                      <p:cNvCxnSpPr/>
                      <p:nvPr/>
                    </p:nvCxnSpPr>
                    <p:spPr>
                      <a:xfrm flipH="1" rot="10800000">
                        <a:off x="7028199" y="2845363"/>
                        <a:ext cx="113419" cy="939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088" name="Google Shape;2088;p17"/>
                      <p:cNvCxnSpPr/>
                      <p:nvPr/>
                    </p:nvCxnSpPr>
                    <p:spPr>
                      <a:xfrm>
                        <a:off x="6583477" y="2939355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089" name="Google Shape;2089;p17"/>
                    <p:cNvGrpSpPr/>
                    <p:nvPr/>
                  </p:nvGrpSpPr>
                  <p:grpSpPr>
                    <a:xfrm>
                      <a:off x="6396366" y="3528683"/>
                      <a:ext cx="561126" cy="97125"/>
                      <a:chOff x="6580972" y="2842160"/>
                      <a:chExt cx="561126" cy="97125"/>
                    </a:xfrm>
                  </p:grpSpPr>
                  <p:cxnSp>
                    <p:nvCxnSpPr>
                      <p:cNvPr id="2090" name="Google Shape;2090;p17"/>
                      <p:cNvCxnSpPr/>
                      <p:nvPr/>
                    </p:nvCxnSpPr>
                    <p:spPr>
                      <a:xfrm flipH="1" rot="10800000">
                        <a:off x="7028679" y="284216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091" name="Google Shape;2091;p17"/>
                      <p:cNvCxnSpPr/>
                      <p:nvPr/>
                    </p:nvCxnSpPr>
                    <p:spPr>
                      <a:xfrm>
                        <a:off x="6580972" y="293928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092" name="Google Shape;2092;p17"/>
                    <p:cNvGrpSpPr/>
                    <p:nvPr/>
                  </p:nvGrpSpPr>
                  <p:grpSpPr>
                    <a:xfrm>
                      <a:off x="6396366" y="3594477"/>
                      <a:ext cx="561125" cy="97125"/>
                      <a:chOff x="6581452" y="2842090"/>
                      <a:chExt cx="561125" cy="97125"/>
                    </a:xfrm>
                  </p:grpSpPr>
                  <p:cxnSp>
                    <p:nvCxnSpPr>
                      <p:cNvPr id="2093" name="Google Shape;2093;p17"/>
                      <p:cNvCxnSpPr/>
                      <p:nvPr/>
                    </p:nvCxnSpPr>
                    <p:spPr>
                      <a:xfrm flipH="1" rot="10800000">
                        <a:off x="7029158" y="284209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094" name="Google Shape;2094;p17"/>
                      <p:cNvCxnSpPr/>
                      <p:nvPr/>
                    </p:nvCxnSpPr>
                    <p:spPr>
                      <a:xfrm>
                        <a:off x="6581452" y="2939215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095" name="Google Shape;2095;p17"/>
                    <p:cNvGrpSpPr/>
                    <p:nvPr/>
                  </p:nvGrpSpPr>
                  <p:grpSpPr>
                    <a:xfrm>
                      <a:off x="6396367" y="3664970"/>
                      <a:ext cx="558140" cy="92426"/>
                      <a:chOff x="6581933" y="2846719"/>
                      <a:chExt cx="558140" cy="92426"/>
                    </a:xfrm>
                  </p:grpSpPr>
                  <p:cxnSp>
                    <p:nvCxnSpPr>
                      <p:cNvPr id="2096" name="Google Shape;2096;p17"/>
                      <p:cNvCxnSpPr/>
                      <p:nvPr/>
                    </p:nvCxnSpPr>
                    <p:spPr>
                      <a:xfrm flipH="1" rot="10800000">
                        <a:off x="7026654" y="2846719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097" name="Google Shape;2097;p17"/>
                      <p:cNvCxnSpPr/>
                      <p:nvPr/>
                    </p:nvCxnSpPr>
                    <p:spPr>
                      <a:xfrm>
                        <a:off x="6581933" y="2939145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098" name="Google Shape;2098;p17"/>
                    <p:cNvGrpSpPr/>
                    <p:nvPr/>
                  </p:nvGrpSpPr>
                  <p:grpSpPr>
                    <a:xfrm>
                      <a:off x="6396367" y="3730765"/>
                      <a:ext cx="558139" cy="92426"/>
                      <a:chOff x="6582413" y="2846650"/>
                      <a:chExt cx="558139" cy="92426"/>
                    </a:xfrm>
                  </p:grpSpPr>
                  <p:cxnSp>
                    <p:nvCxnSpPr>
                      <p:cNvPr id="2099" name="Google Shape;2099;p17"/>
                      <p:cNvCxnSpPr/>
                      <p:nvPr/>
                    </p:nvCxnSpPr>
                    <p:spPr>
                      <a:xfrm flipH="1" rot="10800000">
                        <a:off x="7027133" y="2846650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100" name="Google Shape;2100;p17"/>
                      <p:cNvCxnSpPr/>
                      <p:nvPr/>
                    </p:nvCxnSpPr>
                    <p:spPr>
                      <a:xfrm>
                        <a:off x="6582413" y="2939076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cxnSp>
                <p:nvCxnSpPr>
                  <p:cNvPr id="2101" name="Google Shape;2101;p17"/>
                  <p:cNvCxnSpPr/>
                  <p:nvPr/>
                </p:nvCxnSpPr>
                <p:spPr>
                  <a:xfrm flipH="1">
                    <a:off x="6685171" y="4525377"/>
                    <a:ext cx="4763" cy="855662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102" name="Google Shape;2102;p17"/>
                  <p:cNvCxnSpPr/>
                  <p:nvPr/>
                </p:nvCxnSpPr>
                <p:spPr>
                  <a:xfrm>
                    <a:off x="6632784" y="4706352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103" name="Google Shape;2103;p17"/>
                  <p:cNvCxnSpPr/>
                  <p:nvPr/>
                </p:nvCxnSpPr>
                <p:spPr>
                  <a:xfrm>
                    <a:off x="6631196" y="477143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104" name="Google Shape;2104;p17"/>
                  <p:cNvCxnSpPr/>
                  <p:nvPr/>
                </p:nvCxnSpPr>
                <p:spPr>
                  <a:xfrm>
                    <a:off x="6631196" y="4849227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105" name="Google Shape;2105;p17"/>
                  <p:cNvCxnSpPr/>
                  <p:nvPr/>
                </p:nvCxnSpPr>
                <p:spPr>
                  <a:xfrm>
                    <a:off x="6629609" y="4914314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106" name="Google Shape;2106;p17"/>
                  <p:cNvCxnSpPr/>
                  <p:nvPr/>
                </p:nvCxnSpPr>
                <p:spPr>
                  <a:xfrm>
                    <a:off x="6628021" y="4976227"/>
                    <a:ext cx="60325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107" name="Google Shape;2107;p17"/>
                  <p:cNvCxnSpPr/>
                  <p:nvPr/>
                </p:nvCxnSpPr>
                <p:spPr>
                  <a:xfrm>
                    <a:off x="6628021" y="504448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108" name="Google Shape;2108;p17"/>
                  <p:cNvCxnSpPr/>
                  <p:nvPr/>
                </p:nvCxnSpPr>
                <p:spPr>
                  <a:xfrm>
                    <a:off x="6626434" y="511433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109" name="Google Shape;2109;p17"/>
                  <p:cNvCxnSpPr/>
                  <p:nvPr/>
                </p:nvCxnSpPr>
                <p:spPr>
                  <a:xfrm>
                    <a:off x="6629609" y="51841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110" name="Google Shape;2110;p17"/>
                  <p:cNvCxnSpPr/>
                  <p:nvPr/>
                </p:nvCxnSpPr>
                <p:spPr>
                  <a:xfrm>
                    <a:off x="6631196" y="525245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111" name="Google Shape;2111;p17"/>
                  <p:cNvCxnSpPr/>
                  <p:nvPr/>
                </p:nvCxnSpPr>
                <p:spPr>
                  <a:xfrm>
                    <a:off x="6631196" y="532230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112" name="Google Shape;2112;p17"/>
                  <p:cNvCxnSpPr/>
                  <p:nvPr/>
                </p:nvCxnSpPr>
                <p:spPr>
                  <a:xfrm>
                    <a:off x="6632784" y="53873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113" name="Google Shape;2113;p17"/>
                  <p:cNvCxnSpPr/>
                  <p:nvPr/>
                </p:nvCxnSpPr>
                <p:spPr>
                  <a:xfrm rot="10800000">
                    <a:off x="6632784" y="4531727"/>
                    <a:ext cx="58737" cy="0"/>
                  </a:xfrm>
                  <a:prstGeom prst="straightConnector1">
                    <a:avLst/>
                  </a:prstGeom>
                  <a:noFill/>
                  <a:ln cap="flat" cmpd="sng" w="222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2114" name="Google Shape;2114;p17"/>
                  <p:cNvGrpSpPr/>
                  <p:nvPr/>
                </p:nvGrpSpPr>
                <p:grpSpPr>
                  <a:xfrm>
                    <a:off x="6434171" y="4488570"/>
                    <a:ext cx="224203" cy="179034"/>
                    <a:chOff x="3668110" y="2448910"/>
                    <a:chExt cx="3794234" cy="2165130"/>
                  </a:xfrm>
                </p:grpSpPr>
                <p:sp>
                  <p:nvSpPr>
                    <p:cNvPr id="2115" name="Google Shape;2115;p17"/>
                    <p:cNvSpPr/>
                    <p:nvPr/>
                  </p:nvSpPr>
                  <p:spPr>
                    <a:xfrm>
                      <a:off x="3668110" y="3741409"/>
                      <a:ext cx="3780587" cy="872631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31538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116" name="Google Shape;2116;p17"/>
                    <p:cNvSpPr/>
                    <p:nvPr/>
                  </p:nvSpPr>
                  <p:spPr>
                    <a:xfrm>
                      <a:off x="3678620" y="2448910"/>
                      <a:ext cx="3783724" cy="1324303"/>
                    </a:xfrm>
                    <a:custGeom>
                      <a:rect b="b" l="l" r="r" t="t"/>
                      <a:pathLst>
                        <a:path extrusionOk="0" h="1324303" w="3783724">
                          <a:moveTo>
                            <a:pt x="0" y="1313793"/>
                          </a:moveTo>
                          <a:lnTo>
                            <a:pt x="0" y="1313793"/>
                          </a:lnTo>
                          <a:lnTo>
                            <a:pt x="252248" y="0"/>
                          </a:lnTo>
                          <a:lnTo>
                            <a:pt x="3415862" y="21020"/>
                          </a:lnTo>
                          <a:lnTo>
                            <a:pt x="3783724" y="1324303"/>
                          </a:lnTo>
                          <a:lnTo>
                            <a:pt x="0" y="1313793"/>
                          </a:lnTo>
                          <a:close/>
                        </a:path>
                      </a:pathLst>
                    </a:cu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2117" name="Google Shape;2117;p17"/>
                    <p:cNvGrpSpPr/>
                    <p:nvPr/>
                  </p:nvGrpSpPr>
                  <p:grpSpPr>
                    <a:xfrm>
                      <a:off x="3941378" y="2603243"/>
                      <a:ext cx="3202061" cy="1066110"/>
                      <a:chOff x="7939341" y="3037317"/>
                      <a:chExt cx="897649" cy="353919"/>
                    </a:xfrm>
                  </p:grpSpPr>
                  <p:sp>
                    <p:nvSpPr>
                      <p:cNvPr id="2057" name="Google Shape;2057;p17"/>
                      <p:cNvSpPr/>
                      <p:nvPr/>
                    </p:nvSpPr>
                    <p:spPr>
                      <a:xfrm>
                        <a:off x="7964170" y="30373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118" name="Google Shape;2118;p17"/>
                      <p:cNvSpPr/>
                      <p:nvPr/>
                    </p:nvSpPr>
                    <p:spPr>
                      <a:xfrm>
                        <a:off x="8519948" y="32067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119" name="Google Shape;2119;p17"/>
                      <p:cNvSpPr/>
                      <p:nvPr/>
                    </p:nvSpPr>
                    <p:spPr>
                      <a:xfrm>
                        <a:off x="7939341" y="32067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120" name="Google Shape;2120;p17"/>
                      <p:cNvSpPr/>
                      <p:nvPr/>
                    </p:nvSpPr>
                    <p:spPr>
                      <a:xfrm>
                        <a:off x="8047413" y="31234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cxnSp>
              <p:nvCxnSpPr>
                <p:cNvPr id="2121" name="Google Shape;2121;p17"/>
                <p:cNvCxnSpPr>
                  <a:endCxn id="2122" idx="9"/>
                </p:cNvCxnSpPr>
                <p:nvPr/>
              </p:nvCxnSpPr>
              <p:spPr>
                <a:xfrm>
                  <a:off x="7282802" y="4119099"/>
                  <a:ext cx="32700" cy="571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2123" name="Google Shape;2123;p17"/>
                <p:cNvGrpSpPr/>
                <p:nvPr/>
              </p:nvGrpSpPr>
              <p:grpSpPr>
                <a:xfrm>
                  <a:off x="6885965" y="4644942"/>
                  <a:ext cx="267206" cy="997245"/>
                  <a:chOff x="6424315" y="4488570"/>
                  <a:chExt cx="267206" cy="997245"/>
                </a:xfrm>
              </p:grpSpPr>
              <p:grpSp>
                <p:nvGrpSpPr>
                  <p:cNvPr id="2124" name="Google Shape;2124;p17"/>
                  <p:cNvGrpSpPr/>
                  <p:nvPr/>
                </p:nvGrpSpPr>
                <p:grpSpPr>
                  <a:xfrm>
                    <a:off x="6424315" y="4636502"/>
                    <a:ext cx="237939" cy="849312"/>
                    <a:chOff x="6396366" y="3061857"/>
                    <a:chExt cx="570079" cy="838094"/>
                  </a:xfrm>
                </p:grpSpPr>
                <p:sp>
                  <p:nvSpPr>
                    <p:cNvPr id="2125" name="Google Shape;2125;p17"/>
                    <p:cNvSpPr/>
                    <p:nvPr/>
                  </p:nvSpPr>
                  <p:spPr>
                    <a:xfrm>
                      <a:off x="6509786" y="3061857"/>
                      <a:ext cx="447707" cy="742536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2126" name="Google Shape;2126;p17"/>
                    <p:cNvCxnSpPr/>
                    <p:nvPr/>
                  </p:nvCxnSpPr>
                  <p:spPr>
                    <a:xfrm flipH="1" rot="10800000">
                      <a:off x="684705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2127" name="Google Shape;2127;p17"/>
                    <p:cNvSpPr/>
                    <p:nvPr/>
                  </p:nvSpPr>
                  <p:spPr>
                    <a:xfrm>
                      <a:off x="6476953" y="3071256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2128" name="Google Shape;2128;p17"/>
                    <p:cNvCxnSpPr/>
                    <p:nvPr/>
                  </p:nvCxnSpPr>
                  <p:spPr>
                    <a:xfrm flipH="1" rot="10800000">
                      <a:off x="639636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2129" name="Google Shape;2129;p17"/>
                    <p:cNvSpPr/>
                    <p:nvPr/>
                  </p:nvSpPr>
                  <p:spPr>
                    <a:xfrm>
                      <a:off x="6817210" y="3702567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130" name="Google Shape;2130;p17"/>
                    <p:cNvSpPr/>
                    <p:nvPr/>
                  </p:nvSpPr>
                  <p:spPr>
                    <a:xfrm>
                      <a:off x="6405320" y="3157415"/>
                      <a:ext cx="444723" cy="742536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2131" name="Google Shape;2131;p17"/>
                    <p:cNvCxnSpPr/>
                    <p:nvPr/>
                  </p:nvCxnSpPr>
                  <p:spPr>
                    <a:xfrm flipH="1" rot="10800000">
                      <a:off x="6847057" y="3804392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grpSp>
                  <p:nvGrpSpPr>
                    <p:cNvPr id="2132" name="Google Shape;2132;p17"/>
                    <p:cNvGrpSpPr/>
                    <p:nvPr/>
                  </p:nvGrpSpPr>
                  <p:grpSpPr>
                    <a:xfrm>
                      <a:off x="6399350" y="3137050"/>
                      <a:ext cx="561125" cy="92425"/>
                      <a:chOff x="6581076" y="2845711"/>
                      <a:chExt cx="561125" cy="92425"/>
                    </a:xfrm>
                  </p:grpSpPr>
                  <p:cxnSp>
                    <p:nvCxnSpPr>
                      <p:cNvPr id="2133" name="Google Shape;2133;p17"/>
                      <p:cNvCxnSpPr/>
                      <p:nvPr/>
                    </p:nvCxnSpPr>
                    <p:spPr>
                      <a:xfrm flipH="1" rot="10800000">
                        <a:off x="7028782" y="2845711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134" name="Google Shape;2134;p17"/>
                      <p:cNvCxnSpPr/>
                      <p:nvPr/>
                    </p:nvCxnSpPr>
                    <p:spPr>
                      <a:xfrm>
                        <a:off x="6581076" y="2938136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135" name="Google Shape;2135;p17"/>
                    <p:cNvGrpSpPr/>
                    <p:nvPr/>
                  </p:nvGrpSpPr>
                  <p:grpSpPr>
                    <a:xfrm>
                      <a:off x="6399351" y="3202845"/>
                      <a:ext cx="567094" cy="89292"/>
                      <a:chOff x="6581557" y="2845642"/>
                      <a:chExt cx="567094" cy="89292"/>
                    </a:xfrm>
                  </p:grpSpPr>
                  <p:cxnSp>
                    <p:nvCxnSpPr>
                      <p:cNvPr id="2136" name="Google Shape;2136;p17"/>
                      <p:cNvCxnSpPr/>
                      <p:nvPr/>
                    </p:nvCxnSpPr>
                    <p:spPr>
                      <a:xfrm flipH="1" rot="10800000">
                        <a:off x="7029263" y="2845642"/>
                        <a:ext cx="119388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137" name="Google Shape;2137;p17"/>
                      <p:cNvCxnSpPr/>
                      <p:nvPr/>
                    </p:nvCxnSpPr>
                    <p:spPr>
                      <a:xfrm>
                        <a:off x="6581557" y="293493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138" name="Google Shape;2138;p17"/>
                    <p:cNvGrpSpPr/>
                    <p:nvPr/>
                  </p:nvGrpSpPr>
                  <p:grpSpPr>
                    <a:xfrm>
                      <a:off x="6399350" y="3268639"/>
                      <a:ext cx="558142" cy="89292"/>
                      <a:chOff x="6582036" y="2845572"/>
                      <a:chExt cx="558142" cy="89292"/>
                    </a:xfrm>
                  </p:grpSpPr>
                  <p:cxnSp>
                    <p:nvCxnSpPr>
                      <p:cNvPr id="2139" name="Google Shape;2139;p17"/>
                      <p:cNvCxnSpPr/>
                      <p:nvPr/>
                    </p:nvCxnSpPr>
                    <p:spPr>
                      <a:xfrm flipH="1" rot="10800000">
                        <a:off x="7026759" y="284557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140" name="Google Shape;2140;p17"/>
                      <p:cNvCxnSpPr/>
                      <p:nvPr/>
                    </p:nvCxnSpPr>
                    <p:spPr>
                      <a:xfrm>
                        <a:off x="6582036" y="293486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141" name="Google Shape;2141;p17"/>
                    <p:cNvGrpSpPr/>
                    <p:nvPr/>
                  </p:nvGrpSpPr>
                  <p:grpSpPr>
                    <a:xfrm>
                      <a:off x="6399350" y="3334433"/>
                      <a:ext cx="558141" cy="89292"/>
                      <a:chOff x="6582516" y="2845502"/>
                      <a:chExt cx="558141" cy="89292"/>
                    </a:xfrm>
                  </p:grpSpPr>
                  <p:cxnSp>
                    <p:nvCxnSpPr>
                      <p:cNvPr id="2142" name="Google Shape;2142;p17"/>
                      <p:cNvCxnSpPr/>
                      <p:nvPr/>
                    </p:nvCxnSpPr>
                    <p:spPr>
                      <a:xfrm flipH="1" rot="10800000">
                        <a:off x="7027238" y="284550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143" name="Google Shape;2143;p17"/>
                      <p:cNvCxnSpPr/>
                      <p:nvPr/>
                    </p:nvCxnSpPr>
                    <p:spPr>
                      <a:xfrm>
                        <a:off x="6582516" y="293479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144" name="Google Shape;2144;p17"/>
                    <p:cNvGrpSpPr/>
                    <p:nvPr/>
                  </p:nvGrpSpPr>
                  <p:grpSpPr>
                    <a:xfrm>
                      <a:off x="6399349" y="3400228"/>
                      <a:ext cx="558142" cy="89292"/>
                      <a:chOff x="6582995" y="2845433"/>
                      <a:chExt cx="558142" cy="89292"/>
                    </a:xfrm>
                  </p:grpSpPr>
                  <p:cxnSp>
                    <p:nvCxnSpPr>
                      <p:cNvPr id="2145" name="Google Shape;2145;p17"/>
                      <p:cNvCxnSpPr/>
                      <p:nvPr/>
                    </p:nvCxnSpPr>
                    <p:spPr>
                      <a:xfrm flipH="1" rot="10800000">
                        <a:off x="7027718" y="2845433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146" name="Google Shape;2146;p17"/>
                      <p:cNvCxnSpPr/>
                      <p:nvPr/>
                    </p:nvCxnSpPr>
                    <p:spPr>
                      <a:xfrm>
                        <a:off x="6582995" y="293472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147" name="Google Shape;2147;p17"/>
                    <p:cNvGrpSpPr/>
                    <p:nvPr/>
                  </p:nvGrpSpPr>
                  <p:grpSpPr>
                    <a:xfrm>
                      <a:off x="6399351" y="3466022"/>
                      <a:ext cx="558141" cy="93992"/>
                      <a:chOff x="6583477" y="2845363"/>
                      <a:chExt cx="558141" cy="93992"/>
                    </a:xfrm>
                  </p:grpSpPr>
                  <p:cxnSp>
                    <p:nvCxnSpPr>
                      <p:cNvPr id="2148" name="Google Shape;2148;p17"/>
                      <p:cNvCxnSpPr/>
                      <p:nvPr/>
                    </p:nvCxnSpPr>
                    <p:spPr>
                      <a:xfrm flipH="1" rot="10800000">
                        <a:off x="7028199" y="2845363"/>
                        <a:ext cx="113419" cy="939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149" name="Google Shape;2149;p17"/>
                      <p:cNvCxnSpPr/>
                      <p:nvPr/>
                    </p:nvCxnSpPr>
                    <p:spPr>
                      <a:xfrm>
                        <a:off x="6583477" y="2939355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150" name="Google Shape;2150;p17"/>
                    <p:cNvGrpSpPr/>
                    <p:nvPr/>
                  </p:nvGrpSpPr>
                  <p:grpSpPr>
                    <a:xfrm>
                      <a:off x="6396366" y="3528683"/>
                      <a:ext cx="561126" cy="97125"/>
                      <a:chOff x="6580972" y="2842160"/>
                      <a:chExt cx="561126" cy="97125"/>
                    </a:xfrm>
                  </p:grpSpPr>
                  <p:cxnSp>
                    <p:nvCxnSpPr>
                      <p:cNvPr id="2151" name="Google Shape;2151;p17"/>
                      <p:cNvCxnSpPr/>
                      <p:nvPr/>
                    </p:nvCxnSpPr>
                    <p:spPr>
                      <a:xfrm flipH="1" rot="10800000">
                        <a:off x="7028679" y="284216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152" name="Google Shape;2152;p17"/>
                      <p:cNvCxnSpPr/>
                      <p:nvPr/>
                    </p:nvCxnSpPr>
                    <p:spPr>
                      <a:xfrm>
                        <a:off x="6580972" y="293928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153" name="Google Shape;2153;p17"/>
                    <p:cNvGrpSpPr/>
                    <p:nvPr/>
                  </p:nvGrpSpPr>
                  <p:grpSpPr>
                    <a:xfrm>
                      <a:off x="6396366" y="3594477"/>
                      <a:ext cx="561125" cy="97125"/>
                      <a:chOff x="6581452" y="2842090"/>
                      <a:chExt cx="561125" cy="97125"/>
                    </a:xfrm>
                  </p:grpSpPr>
                  <p:cxnSp>
                    <p:nvCxnSpPr>
                      <p:cNvPr id="2154" name="Google Shape;2154;p17"/>
                      <p:cNvCxnSpPr/>
                      <p:nvPr/>
                    </p:nvCxnSpPr>
                    <p:spPr>
                      <a:xfrm flipH="1" rot="10800000">
                        <a:off x="7029158" y="284209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155" name="Google Shape;2155;p17"/>
                      <p:cNvCxnSpPr/>
                      <p:nvPr/>
                    </p:nvCxnSpPr>
                    <p:spPr>
                      <a:xfrm>
                        <a:off x="6581452" y="2939215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156" name="Google Shape;2156;p17"/>
                    <p:cNvGrpSpPr/>
                    <p:nvPr/>
                  </p:nvGrpSpPr>
                  <p:grpSpPr>
                    <a:xfrm>
                      <a:off x="6396367" y="3664970"/>
                      <a:ext cx="558140" cy="92426"/>
                      <a:chOff x="6581933" y="2846719"/>
                      <a:chExt cx="558140" cy="92426"/>
                    </a:xfrm>
                  </p:grpSpPr>
                  <p:cxnSp>
                    <p:nvCxnSpPr>
                      <p:cNvPr id="2157" name="Google Shape;2157;p17"/>
                      <p:cNvCxnSpPr/>
                      <p:nvPr/>
                    </p:nvCxnSpPr>
                    <p:spPr>
                      <a:xfrm flipH="1" rot="10800000">
                        <a:off x="7026654" y="2846719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158" name="Google Shape;2158;p17"/>
                      <p:cNvCxnSpPr/>
                      <p:nvPr/>
                    </p:nvCxnSpPr>
                    <p:spPr>
                      <a:xfrm>
                        <a:off x="6581933" y="2939145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159" name="Google Shape;2159;p17"/>
                    <p:cNvGrpSpPr/>
                    <p:nvPr/>
                  </p:nvGrpSpPr>
                  <p:grpSpPr>
                    <a:xfrm>
                      <a:off x="6396367" y="3730765"/>
                      <a:ext cx="558139" cy="92426"/>
                      <a:chOff x="6582413" y="2846650"/>
                      <a:chExt cx="558139" cy="92426"/>
                    </a:xfrm>
                  </p:grpSpPr>
                  <p:cxnSp>
                    <p:nvCxnSpPr>
                      <p:cNvPr id="2160" name="Google Shape;2160;p17"/>
                      <p:cNvCxnSpPr/>
                      <p:nvPr/>
                    </p:nvCxnSpPr>
                    <p:spPr>
                      <a:xfrm flipH="1" rot="10800000">
                        <a:off x="7027133" y="2846650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161" name="Google Shape;2161;p17"/>
                      <p:cNvCxnSpPr/>
                      <p:nvPr/>
                    </p:nvCxnSpPr>
                    <p:spPr>
                      <a:xfrm>
                        <a:off x="6582413" y="2939076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cxnSp>
                <p:nvCxnSpPr>
                  <p:cNvPr id="2162" name="Google Shape;2162;p17"/>
                  <p:cNvCxnSpPr/>
                  <p:nvPr/>
                </p:nvCxnSpPr>
                <p:spPr>
                  <a:xfrm flipH="1">
                    <a:off x="6685171" y="4525377"/>
                    <a:ext cx="4763" cy="855662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163" name="Google Shape;2163;p17"/>
                  <p:cNvCxnSpPr/>
                  <p:nvPr/>
                </p:nvCxnSpPr>
                <p:spPr>
                  <a:xfrm>
                    <a:off x="6632784" y="4706352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164" name="Google Shape;2164;p17"/>
                  <p:cNvCxnSpPr/>
                  <p:nvPr/>
                </p:nvCxnSpPr>
                <p:spPr>
                  <a:xfrm>
                    <a:off x="6631196" y="477143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165" name="Google Shape;2165;p17"/>
                  <p:cNvCxnSpPr/>
                  <p:nvPr/>
                </p:nvCxnSpPr>
                <p:spPr>
                  <a:xfrm>
                    <a:off x="6631196" y="4849227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166" name="Google Shape;2166;p17"/>
                  <p:cNvCxnSpPr/>
                  <p:nvPr/>
                </p:nvCxnSpPr>
                <p:spPr>
                  <a:xfrm>
                    <a:off x="6629609" y="4914314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167" name="Google Shape;2167;p17"/>
                  <p:cNvCxnSpPr/>
                  <p:nvPr/>
                </p:nvCxnSpPr>
                <p:spPr>
                  <a:xfrm>
                    <a:off x="6628021" y="4976227"/>
                    <a:ext cx="60325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168" name="Google Shape;2168;p17"/>
                  <p:cNvCxnSpPr/>
                  <p:nvPr/>
                </p:nvCxnSpPr>
                <p:spPr>
                  <a:xfrm>
                    <a:off x="6628021" y="504448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169" name="Google Shape;2169;p17"/>
                  <p:cNvCxnSpPr/>
                  <p:nvPr/>
                </p:nvCxnSpPr>
                <p:spPr>
                  <a:xfrm>
                    <a:off x="6626434" y="511433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170" name="Google Shape;2170;p17"/>
                  <p:cNvCxnSpPr/>
                  <p:nvPr/>
                </p:nvCxnSpPr>
                <p:spPr>
                  <a:xfrm>
                    <a:off x="6629609" y="51841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171" name="Google Shape;2171;p17"/>
                  <p:cNvCxnSpPr/>
                  <p:nvPr/>
                </p:nvCxnSpPr>
                <p:spPr>
                  <a:xfrm>
                    <a:off x="6631196" y="525245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172" name="Google Shape;2172;p17"/>
                  <p:cNvCxnSpPr/>
                  <p:nvPr/>
                </p:nvCxnSpPr>
                <p:spPr>
                  <a:xfrm>
                    <a:off x="6631196" y="532230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173" name="Google Shape;2173;p17"/>
                  <p:cNvCxnSpPr/>
                  <p:nvPr/>
                </p:nvCxnSpPr>
                <p:spPr>
                  <a:xfrm>
                    <a:off x="6632784" y="53873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174" name="Google Shape;2174;p17"/>
                  <p:cNvCxnSpPr/>
                  <p:nvPr/>
                </p:nvCxnSpPr>
                <p:spPr>
                  <a:xfrm rot="10800000">
                    <a:off x="6632784" y="4531727"/>
                    <a:ext cx="58737" cy="0"/>
                  </a:xfrm>
                  <a:prstGeom prst="straightConnector1">
                    <a:avLst/>
                  </a:prstGeom>
                  <a:noFill/>
                  <a:ln cap="flat" cmpd="sng" w="222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2175" name="Google Shape;2175;p17"/>
                  <p:cNvGrpSpPr/>
                  <p:nvPr/>
                </p:nvGrpSpPr>
                <p:grpSpPr>
                  <a:xfrm>
                    <a:off x="6434171" y="4488570"/>
                    <a:ext cx="224203" cy="179034"/>
                    <a:chOff x="3668110" y="2448910"/>
                    <a:chExt cx="3794234" cy="2165130"/>
                  </a:xfrm>
                </p:grpSpPr>
                <p:sp>
                  <p:nvSpPr>
                    <p:cNvPr id="2176" name="Google Shape;2176;p17"/>
                    <p:cNvSpPr/>
                    <p:nvPr/>
                  </p:nvSpPr>
                  <p:spPr>
                    <a:xfrm>
                      <a:off x="3668110" y="3741409"/>
                      <a:ext cx="3780587" cy="872631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31538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177" name="Google Shape;2177;p17"/>
                    <p:cNvSpPr/>
                    <p:nvPr/>
                  </p:nvSpPr>
                  <p:spPr>
                    <a:xfrm>
                      <a:off x="3678620" y="2448910"/>
                      <a:ext cx="3783724" cy="1324303"/>
                    </a:xfrm>
                    <a:custGeom>
                      <a:rect b="b" l="l" r="r" t="t"/>
                      <a:pathLst>
                        <a:path extrusionOk="0" h="1324303" w="3783724">
                          <a:moveTo>
                            <a:pt x="0" y="1313793"/>
                          </a:moveTo>
                          <a:lnTo>
                            <a:pt x="0" y="1313793"/>
                          </a:lnTo>
                          <a:lnTo>
                            <a:pt x="252248" y="0"/>
                          </a:lnTo>
                          <a:lnTo>
                            <a:pt x="3415862" y="21020"/>
                          </a:lnTo>
                          <a:lnTo>
                            <a:pt x="3783724" y="1324303"/>
                          </a:lnTo>
                          <a:lnTo>
                            <a:pt x="0" y="1313793"/>
                          </a:lnTo>
                          <a:close/>
                        </a:path>
                      </a:pathLst>
                    </a:cu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2178" name="Google Shape;2178;p17"/>
                    <p:cNvGrpSpPr/>
                    <p:nvPr/>
                  </p:nvGrpSpPr>
                  <p:grpSpPr>
                    <a:xfrm>
                      <a:off x="3941378" y="2603243"/>
                      <a:ext cx="3202061" cy="1066110"/>
                      <a:chOff x="7939341" y="3037317"/>
                      <a:chExt cx="897649" cy="353919"/>
                    </a:xfrm>
                  </p:grpSpPr>
                  <p:sp>
                    <p:nvSpPr>
                      <p:cNvPr id="2179" name="Google Shape;2179;p17"/>
                      <p:cNvSpPr/>
                      <p:nvPr/>
                    </p:nvSpPr>
                    <p:spPr>
                      <a:xfrm>
                        <a:off x="7964170" y="30373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180" name="Google Shape;2180;p17"/>
                      <p:cNvSpPr/>
                      <p:nvPr/>
                    </p:nvSpPr>
                    <p:spPr>
                      <a:xfrm>
                        <a:off x="8519948" y="32067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181" name="Google Shape;2181;p17"/>
                      <p:cNvSpPr/>
                      <p:nvPr/>
                    </p:nvSpPr>
                    <p:spPr>
                      <a:xfrm>
                        <a:off x="7939341" y="32067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059" name="Google Shape;2059;p17"/>
                      <p:cNvSpPr/>
                      <p:nvPr/>
                    </p:nvSpPr>
                    <p:spPr>
                      <a:xfrm>
                        <a:off x="8047413" y="31234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2182" name="Google Shape;2182;p17"/>
                <p:cNvGrpSpPr/>
                <p:nvPr/>
              </p:nvGrpSpPr>
              <p:grpSpPr>
                <a:xfrm>
                  <a:off x="7195215" y="4648914"/>
                  <a:ext cx="267206" cy="997245"/>
                  <a:chOff x="6424315" y="4488570"/>
                  <a:chExt cx="267206" cy="997245"/>
                </a:xfrm>
              </p:grpSpPr>
              <p:grpSp>
                <p:nvGrpSpPr>
                  <p:cNvPr id="2183" name="Google Shape;2183;p17"/>
                  <p:cNvGrpSpPr/>
                  <p:nvPr/>
                </p:nvGrpSpPr>
                <p:grpSpPr>
                  <a:xfrm>
                    <a:off x="6424315" y="4636502"/>
                    <a:ext cx="237939" cy="849312"/>
                    <a:chOff x="6396366" y="3061857"/>
                    <a:chExt cx="570079" cy="838094"/>
                  </a:xfrm>
                </p:grpSpPr>
                <p:sp>
                  <p:nvSpPr>
                    <p:cNvPr id="2184" name="Google Shape;2184;p17"/>
                    <p:cNvSpPr/>
                    <p:nvPr/>
                  </p:nvSpPr>
                  <p:spPr>
                    <a:xfrm>
                      <a:off x="6509786" y="3061857"/>
                      <a:ext cx="447707" cy="742536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2185" name="Google Shape;2185;p17"/>
                    <p:cNvCxnSpPr/>
                    <p:nvPr/>
                  </p:nvCxnSpPr>
                  <p:spPr>
                    <a:xfrm flipH="1" rot="10800000">
                      <a:off x="684705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2186" name="Google Shape;2186;p17"/>
                    <p:cNvSpPr/>
                    <p:nvPr/>
                  </p:nvSpPr>
                  <p:spPr>
                    <a:xfrm>
                      <a:off x="6476953" y="3071256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2187" name="Google Shape;2187;p17"/>
                    <p:cNvCxnSpPr/>
                    <p:nvPr/>
                  </p:nvCxnSpPr>
                  <p:spPr>
                    <a:xfrm flipH="1" rot="10800000">
                      <a:off x="639636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2188" name="Google Shape;2188;p17"/>
                    <p:cNvSpPr/>
                    <p:nvPr/>
                  </p:nvSpPr>
                  <p:spPr>
                    <a:xfrm>
                      <a:off x="6817210" y="3702567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189" name="Google Shape;2189;p17"/>
                    <p:cNvSpPr/>
                    <p:nvPr/>
                  </p:nvSpPr>
                  <p:spPr>
                    <a:xfrm>
                      <a:off x="6405320" y="3157415"/>
                      <a:ext cx="444723" cy="742536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2190" name="Google Shape;2190;p17"/>
                    <p:cNvCxnSpPr/>
                    <p:nvPr/>
                  </p:nvCxnSpPr>
                  <p:spPr>
                    <a:xfrm flipH="1" rot="10800000">
                      <a:off x="6847057" y="3804392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grpSp>
                  <p:nvGrpSpPr>
                    <p:cNvPr id="2191" name="Google Shape;2191;p17"/>
                    <p:cNvGrpSpPr/>
                    <p:nvPr/>
                  </p:nvGrpSpPr>
                  <p:grpSpPr>
                    <a:xfrm>
                      <a:off x="6399350" y="3137050"/>
                      <a:ext cx="561125" cy="92425"/>
                      <a:chOff x="6581076" y="2845711"/>
                      <a:chExt cx="561125" cy="92425"/>
                    </a:xfrm>
                  </p:grpSpPr>
                  <p:cxnSp>
                    <p:nvCxnSpPr>
                      <p:cNvPr id="2192" name="Google Shape;2192;p17"/>
                      <p:cNvCxnSpPr/>
                      <p:nvPr/>
                    </p:nvCxnSpPr>
                    <p:spPr>
                      <a:xfrm flipH="1" rot="10800000">
                        <a:off x="7028782" y="2845711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193" name="Google Shape;2193;p17"/>
                      <p:cNvCxnSpPr/>
                      <p:nvPr/>
                    </p:nvCxnSpPr>
                    <p:spPr>
                      <a:xfrm>
                        <a:off x="6581076" y="2938136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194" name="Google Shape;2194;p17"/>
                    <p:cNvGrpSpPr/>
                    <p:nvPr/>
                  </p:nvGrpSpPr>
                  <p:grpSpPr>
                    <a:xfrm>
                      <a:off x="6399351" y="3202845"/>
                      <a:ext cx="567094" cy="89292"/>
                      <a:chOff x="6581557" y="2845642"/>
                      <a:chExt cx="567094" cy="89292"/>
                    </a:xfrm>
                  </p:grpSpPr>
                  <p:cxnSp>
                    <p:nvCxnSpPr>
                      <p:cNvPr id="2195" name="Google Shape;2195;p17"/>
                      <p:cNvCxnSpPr/>
                      <p:nvPr/>
                    </p:nvCxnSpPr>
                    <p:spPr>
                      <a:xfrm flipH="1" rot="10800000">
                        <a:off x="7029263" y="2845642"/>
                        <a:ext cx="119388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196" name="Google Shape;2196;p17"/>
                      <p:cNvCxnSpPr/>
                      <p:nvPr/>
                    </p:nvCxnSpPr>
                    <p:spPr>
                      <a:xfrm>
                        <a:off x="6581557" y="293493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197" name="Google Shape;2197;p17"/>
                    <p:cNvGrpSpPr/>
                    <p:nvPr/>
                  </p:nvGrpSpPr>
                  <p:grpSpPr>
                    <a:xfrm>
                      <a:off x="6399350" y="3268639"/>
                      <a:ext cx="558142" cy="89292"/>
                      <a:chOff x="6582036" y="2845572"/>
                      <a:chExt cx="558142" cy="89292"/>
                    </a:xfrm>
                  </p:grpSpPr>
                  <p:cxnSp>
                    <p:nvCxnSpPr>
                      <p:cNvPr id="2198" name="Google Shape;2198;p17"/>
                      <p:cNvCxnSpPr/>
                      <p:nvPr/>
                    </p:nvCxnSpPr>
                    <p:spPr>
                      <a:xfrm flipH="1" rot="10800000">
                        <a:off x="7026759" y="284557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199" name="Google Shape;2199;p17"/>
                      <p:cNvCxnSpPr/>
                      <p:nvPr/>
                    </p:nvCxnSpPr>
                    <p:spPr>
                      <a:xfrm>
                        <a:off x="6582036" y="293486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200" name="Google Shape;2200;p17"/>
                    <p:cNvGrpSpPr/>
                    <p:nvPr/>
                  </p:nvGrpSpPr>
                  <p:grpSpPr>
                    <a:xfrm>
                      <a:off x="6399350" y="3334433"/>
                      <a:ext cx="558141" cy="89292"/>
                      <a:chOff x="6582516" y="2845502"/>
                      <a:chExt cx="558141" cy="89292"/>
                    </a:xfrm>
                  </p:grpSpPr>
                  <p:cxnSp>
                    <p:nvCxnSpPr>
                      <p:cNvPr id="2201" name="Google Shape;2201;p17"/>
                      <p:cNvCxnSpPr/>
                      <p:nvPr/>
                    </p:nvCxnSpPr>
                    <p:spPr>
                      <a:xfrm flipH="1" rot="10800000">
                        <a:off x="7027238" y="284550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202" name="Google Shape;2202;p17"/>
                      <p:cNvCxnSpPr/>
                      <p:nvPr/>
                    </p:nvCxnSpPr>
                    <p:spPr>
                      <a:xfrm>
                        <a:off x="6582516" y="293479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203" name="Google Shape;2203;p17"/>
                    <p:cNvGrpSpPr/>
                    <p:nvPr/>
                  </p:nvGrpSpPr>
                  <p:grpSpPr>
                    <a:xfrm>
                      <a:off x="6399349" y="3400228"/>
                      <a:ext cx="558142" cy="89292"/>
                      <a:chOff x="6582995" y="2845433"/>
                      <a:chExt cx="558142" cy="89292"/>
                    </a:xfrm>
                  </p:grpSpPr>
                  <p:cxnSp>
                    <p:nvCxnSpPr>
                      <p:cNvPr id="2204" name="Google Shape;2204;p17"/>
                      <p:cNvCxnSpPr/>
                      <p:nvPr/>
                    </p:nvCxnSpPr>
                    <p:spPr>
                      <a:xfrm flipH="1" rot="10800000">
                        <a:off x="7027718" y="2845433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205" name="Google Shape;2205;p17"/>
                      <p:cNvCxnSpPr/>
                      <p:nvPr/>
                    </p:nvCxnSpPr>
                    <p:spPr>
                      <a:xfrm>
                        <a:off x="6582995" y="293472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206" name="Google Shape;2206;p17"/>
                    <p:cNvGrpSpPr/>
                    <p:nvPr/>
                  </p:nvGrpSpPr>
                  <p:grpSpPr>
                    <a:xfrm>
                      <a:off x="6399351" y="3466022"/>
                      <a:ext cx="558141" cy="93992"/>
                      <a:chOff x="6583477" y="2845363"/>
                      <a:chExt cx="558141" cy="93992"/>
                    </a:xfrm>
                  </p:grpSpPr>
                  <p:cxnSp>
                    <p:nvCxnSpPr>
                      <p:cNvPr id="2207" name="Google Shape;2207;p17"/>
                      <p:cNvCxnSpPr/>
                      <p:nvPr/>
                    </p:nvCxnSpPr>
                    <p:spPr>
                      <a:xfrm flipH="1" rot="10800000">
                        <a:off x="7028199" y="2845363"/>
                        <a:ext cx="113419" cy="939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208" name="Google Shape;2208;p17"/>
                      <p:cNvCxnSpPr/>
                      <p:nvPr/>
                    </p:nvCxnSpPr>
                    <p:spPr>
                      <a:xfrm>
                        <a:off x="6583477" y="2939355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209" name="Google Shape;2209;p17"/>
                    <p:cNvGrpSpPr/>
                    <p:nvPr/>
                  </p:nvGrpSpPr>
                  <p:grpSpPr>
                    <a:xfrm>
                      <a:off x="6396366" y="3528683"/>
                      <a:ext cx="561126" cy="97125"/>
                      <a:chOff x="6580972" y="2842160"/>
                      <a:chExt cx="561126" cy="97125"/>
                    </a:xfrm>
                  </p:grpSpPr>
                  <p:cxnSp>
                    <p:nvCxnSpPr>
                      <p:cNvPr id="2210" name="Google Shape;2210;p17"/>
                      <p:cNvCxnSpPr/>
                      <p:nvPr/>
                    </p:nvCxnSpPr>
                    <p:spPr>
                      <a:xfrm flipH="1" rot="10800000">
                        <a:off x="7028679" y="284216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211" name="Google Shape;2211;p17"/>
                      <p:cNvCxnSpPr/>
                      <p:nvPr/>
                    </p:nvCxnSpPr>
                    <p:spPr>
                      <a:xfrm>
                        <a:off x="6580972" y="293928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212" name="Google Shape;2212;p17"/>
                    <p:cNvGrpSpPr/>
                    <p:nvPr/>
                  </p:nvGrpSpPr>
                  <p:grpSpPr>
                    <a:xfrm>
                      <a:off x="6396366" y="3594477"/>
                      <a:ext cx="561125" cy="97125"/>
                      <a:chOff x="6581452" y="2842090"/>
                      <a:chExt cx="561125" cy="97125"/>
                    </a:xfrm>
                  </p:grpSpPr>
                  <p:cxnSp>
                    <p:nvCxnSpPr>
                      <p:cNvPr id="2213" name="Google Shape;2213;p17"/>
                      <p:cNvCxnSpPr/>
                      <p:nvPr/>
                    </p:nvCxnSpPr>
                    <p:spPr>
                      <a:xfrm flipH="1" rot="10800000">
                        <a:off x="7029158" y="284209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214" name="Google Shape;2214;p17"/>
                      <p:cNvCxnSpPr/>
                      <p:nvPr/>
                    </p:nvCxnSpPr>
                    <p:spPr>
                      <a:xfrm>
                        <a:off x="6581452" y="2939215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215" name="Google Shape;2215;p17"/>
                    <p:cNvGrpSpPr/>
                    <p:nvPr/>
                  </p:nvGrpSpPr>
                  <p:grpSpPr>
                    <a:xfrm>
                      <a:off x="6396367" y="3664970"/>
                      <a:ext cx="558140" cy="92426"/>
                      <a:chOff x="6581933" y="2846719"/>
                      <a:chExt cx="558140" cy="92426"/>
                    </a:xfrm>
                  </p:grpSpPr>
                  <p:cxnSp>
                    <p:nvCxnSpPr>
                      <p:cNvPr id="2216" name="Google Shape;2216;p17"/>
                      <p:cNvCxnSpPr/>
                      <p:nvPr/>
                    </p:nvCxnSpPr>
                    <p:spPr>
                      <a:xfrm flipH="1" rot="10800000">
                        <a:off x="7026654" y="2846719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217" name="Google Shape;2217;p17"/>
                      <p:cNvCxnSpPr/>
                      <p:nvPr/>
                    </p:nvCxnSpPr>
                    <p:spPr>
                      <a:xfrm>
                        <a:off x="6581933" y="2939145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218" name="Google Shape;2218;p17"/>
                    <p:cNvGrpSpPr/>
                    <p:nvPr/>
                  </p:nvGrpSpPr>
                  <p:grpSpPr>
                    <a:xfrm>
                      <a:off x="6396367" y="3730765"/>
                      <a:ext cx="558139" cy="92426"/>
                      <a:chOff x="6582413" y="2846650"/>
                      <a:chExt cx="558139" cy="92426"/>
                    </a:xfrm>
                  </p:grpSpPr>
                  <p:cxnSp>
                    <p:nvCxnSpPr>
                      <p:cNvPr id="2219" name="Google Shape;2219;p17"/>
                      <p:cNvCxnSpPr/>
                      <p:nvPr/>
                    </p:nvCxnSpPr>
                    <p:spPr>
                      <a:xfrm flipH="1" rot="10800000">
                        <a:off x="7027133" y="2846650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220" name="Google Shape;2220;p17"/>
                      <p:cNvCxnSpPr/>
                      <p:nvPr/>
                    </p:nvCxnSpPr>
                    <p:spPr>
                      <a:xfrm>
                        <a:off x="6582413" y="2939076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cxnSp>
                <p:nvCxnSpPr>
                  <p:cNvPr id="2221" name="Google Shape;2221;p17"/>
                  <p:cNvCxnSpPr/>
                  <p:nvPr/>
                </p:nvCxnSpPr>
                <p:spPr>
                  <a:xfrm flipH="1">
                    <a:off x="6685171" y="4525377"/>
                    <a:ext cx="4763" cy="855662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222" name="Google Shape;2222;p17"/>
                  <p:cNvCxnSpPr/>
                  <p:nvPr/>
                </p:nvCxnSpPr>
                <p:spPr>
                  <a:xfrm>
                    <a:off x="6632784" y="4706352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223" name="Google Shape;2223;p17"/>
                  <p:cNvCxnSpPr/>
                  <p:nvPr/>
                </p:nvCxnSpPr>
                <p:spPr>
                  <a:xfrm>
                    <a:off x="6631196" y="477143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224" name="Google Shape;2224;p17"/>
                  <p:cNvCxnSpPr/>
                  <p:nvPr/>
                </p:nvCxnSpPr>
                <p:spPr>
                  <a:xfrm>
                    <a:off x="6631196" y="4849227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225" name="Google Shape;2225;p17"/>
                  <p:cNvCxnSpPr/>
                  <p:nvPr/>
                </p:nvCxnSpPr>
                <p:spPr>
                  <a:xfrm>
                    <a:off x="6629609" y="4914314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226" name="Google Shape;2226;p17"/>
                  <p:cNvCxnSpPr/>
                  <p:nvPr/>
                </p:nvCxnSpPr>
                <p:spPr>
                  <a:xfrm>
                    <a:off x="6628021" y="4976227"/>
                    <a:ext cx="60325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227" name="Google Shape;2227;p17"/>
                  <p:cNvCxnSpPr/>
                  <p:nvPr/>
                </p:nvCxnSpPr>
                <p:spPr>
                  <a:xfrm>
                    <a:off x="6628021" y="504448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228" name="Google Shape;2228;p17"/>
                  <p:cNvCxnSpPr/>
                  <p:nvPr/>
                </p:nvCxnSpPr>
                <p:spPr>
                  <a:xfrm>
                    <a:off x="6626434" y="511433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229" name="Google Shape;2229;p17"/>
                  <p:cNvCxnSpPr/>
                  <p:nvPr/>
                </p:nvCxnSpPr>
                <p:spPr>
                  <a:xfrm>
                    <a:off x="6629609" y="51841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230" name="Google Shape;2230;p17"/>
                  <p:cNvCxnSpPr/>
                  <p:nvPr/>
                </p:nvCxnSpPr>
                <p:spPr>
                  <a:xfrm>
                    <a:off x="6631196" y="525245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231" name="Google Shape;2231;p17"/>
                  <p:cNvCxnSpPr/>
                  <p:nvPr/>
                </p:nvCxnSpPr>
                <p:spPr>
                  <a:xfrm>
                    <a:off x="6631196" y="532230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232" name="Google Shape;2232;p17"/>
                  <p:cNvCxnSpPr/>
                  <p:nvPr/>
                </p:nvCxnSpPr>
                <p:spPr>
                  <a:xfrm>
                    <a:off x="6632784" y="53873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233" name="Google Shape;2233;p17"/>
                  <p:cNvCxnSpPr/>
                  <p:nvPr/>
                </p:nvCxnSpPr>
                <p:spPr>
                  <a:xfrm rot="10800000">
                    <a:off x="6632784" y="4531727"/>
                    <a:ext cx="58737" cy="0"/>
                  </a:xfrm>
                  <a:prstGeom prst="straightConnector1">
                    <a:avLst/>
                  </a:prstGeom>
                  <a:noFill/>
                  <a:ln cap="flat" cmpd="sng" w="222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2234" name="Google Shape;2234;p17"/>
                  <p:cNvGrpSpPr/>
                  <p:nvPr/>
                </p:nvGrpSpPr>
                <p:grpSpPr>
                  <a:xfrm>
                    <a:off x="6434171" y="4488570"/>
                    <a:ext cx="224203" cy="179034"/>
                    <a:chOff x="3668110" y="2448910"/>
                    <a:chExt cx="3794234" cy="2165130"/>
                  </a:xfrm>
                </p:grpSpPr>
                <p:sp>
                  <p:nvSpPr>
                    <p:cNvPr id="2235" name="Google Shape;2235;p17"/>
                    <p:cNvSpPr/>
                    <p:nvPr/>
                  </p:nvSpPr>
                  <p:spPr>
                    <a:xfrm>
                      <a:off x="3668110" y="3741409"/>
                      <a:ext cx="3780587" cy="872631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31538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236" name="Google Shape;2236;p17"/>
                    <p:cNvSpPr/>
                    <p:nvPr/>
                  </p:nvSpPr>
                  <p:spPr>
                    <a:xfrm>
                      <a:off x="3678620" y="2448910"/>
                      <a:ext cx="3783724" cy="1324303"/>
                    </a:xfrm>
                    <a:custGeom>
                      <a:rect b="b" l="l" r="r" t="t"/>
                      <a:pathLst>
                        <a:path extrusionOk="0" h="1324303" w="3783724">
                          <a:moveTo>
                            <a:pt x="0" y="1313793"/>
                          </a:moveTo>
                          <a:lnTo>
                            <a:pt x="0" y="1313793"/>
                          </a:lnTo>
                          <a:lnTo>
                            <a:pt x="252248" y="0"/>
                          </a:lnTo>
                          <a:lnTo>
                            <a:pt x="3415862" y="21020"/>
                          </a:lnTo>
                          <a:lnTo>
                            <a:pt x="3783724" y="1324303"/>
                          </a:lnTo>
                          <a:lnTo>
                            <a:pt x="0" y="1313793"/>
                          </a:lnTo>
                          <a:close/>
                        </a:path>
                      </a:pathLst>
                    </a:cu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2237" name="Google Shape;2237;p17"/>
                    <p:cNvGrpSpPr/>
                    <p:nvPr/>
                  </p:nvGrpSpPr>
                  <p:grpSpPr>
                    <a:xfrm>
                      <a:off x="3941378" y="2603243"/>
                      <a:ext cx="3202061" cy="1066110"/>
                      <a:chOff x="7939341" y="3037317"/>
                      <a:chExt cx="897649" cy="353919"/>
                    </a:xfrm>
                  </p:grpSpPr>
                  <p:sp>
                    <p:nvSpPr>
                      <p:cNvPr id="2122" name="Google Shape;2122;p17"/>
                      <p:cNvSpPr/>
                      <p:nvPr/>
                    </p:nvSpPr>
                    <p:spPr>
                      <a:xfrm>
                        <a:off x="7964170" y="30373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238" name="Google Shape;2238;p17"/>
                      <p:cNvSpPr/>
                      <p:nvPr/>
                    </p:nvSpPr>
                    <p:spPr>
                      <a:xfrm>
                        <a:off x="8519948" y="32067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239" name="Google Shape;2239;p17"/>
                      <p:cNvSpPr/>
                      <p:nvPr/>
                    </p:nvSpPr>
                    <p:spPr>
                      <a:xfrm>
                        <a:off x="7939341" y="32067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240" name="Google Shape;2240;p17"/>
                      <p:cNvSpPr/>
                      <p:nvPr/>
                    </p:nvSpPr>
                    <p:spPr>
                      <a:xfrm>
                        <a:off x="8047413" y="31234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2241" name="Google Shape;2241;p17"/>
                <p:cNvGrpSpPr/>
                <p:nvPr/>
              </p:nvGrpSpPr>
              <p:grpSpPr>
                <a:xfrm>
                  <a:off x="7734734" y="4641605"/>
                  <a:ext cx="267206" cy="997245"/>
                  <a:chOff x="6424315" y="4488570"/>
                  <a:chExt cx="267206" cy="997245"/>
                </a:xfrm>
              </p:grpSpPr>
              <p:grpSp>
                <p:nvGrpSpPr>
                  <p:cNvPr id="2242" name="Google Shape;2242;p17"/>
                  <p:cNvGrpSpPr/>
                  <p:nvPr/>
                </p:nvGrpSpPr>
                <p:grpSpPr>
                  <a:xfrm>
                    <a:off x="6424315" y="4636502"/>
                    <a:ext cx="237939" cy="849312"/>
                    <a:chOff x="6396366" y="3061857"/>
                    <a:chExt cx="570079" cy="838094"/>
                  </a:xfrm>
                </p:grpSpPr>
                <p:sp>
                  <p:nvSpPr>
                    <p:cNvPr id="2243" name="Google Shape;2243;p17"/>
                    <p:cNvSpPr/>
                    <p:nvPr/>
                  </p:nvSpPr>
                  <p:spPr>
                    <a:xfrm>
                      <a:off x="6509786" y="3061857"/>
                      <a:ext cx="447707" cy="742536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2244" name="Google Shape;2244;p17"/>
                    <p:cNvCxnSpPr/>
                    <p:nvPr/>
                  </p:nvCxnSpPr>
                  <p:spPr>
                    <a:xfrm flipH="1" rot="10800000">
                      <a:off x="684705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2245" name="Google Shape;2245;p17"/>
                    <p:cNvSpPr/>
                    <p:nvPr/>
                  </p:nvSpPr>
                  <p:spPr>
                    <a:xfrm>
                      <a:off x="6476953" y="3071256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2246" name="Google Shape;2246;p17"/>
                    <p:cNvCxnSpPr/>
                    <p:nvPr/>
                  </p:nvCxnSpPr>
                  <p:spPr>
                    <a:xfrm flipH="1" rot="10800000">
                      <a:off x="639636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2247" name="Google Shape;2247;p17"/>
                    <p:cNvSpPr/>
                    <p:nvPr/>
                  </p:nvSpPr>
                  <p:spPr>
                    <a:xfrm>
                      <a:off x="6817210" y="3702567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248" name="Google Shape;2248;p17"/>
                    <p:cNvSpPr/>
                    <p:nvPr/>
                  </p:nvSpPr>
                  <p:spPr>
                    <a:xfrm>
                      <a:off x="6405320" y="3157415"/>
                      <a:ext cx="444723" cy="742536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2249" name="Google Shape;2249;p17"/>
                    <p:cNvCxnSpPr/>
                    <p:nvPr/>
                  </p:nvCxnSpPr>
                  <p:spPr>
                    <a:xfrm flipH="1" rot="10800000">
                      <a:off x="6847057" y="3804392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grpSp>
                  <p:nvGrpSpPr>
                    <p:cNvPr id="2250" name="Google Shape;2250;p17"/>
                    <p:cNvGrpSpPr/>
                    <p:nvPr/>
                  </p:nvGrpSpPr>
                  <p:grpSpPr>
                    <a:xfrm>
                      <a:off x="6399350" y="3137050"/>
                      <a:ext cx="561125" cy="92425"/>
                      <a:chOff x="6581076" y="2845711"/>
                      <a:chExt cx="561125" cy="92425"/>
                    </a:xfrm>
                  </p:grpSpPr>
                  <p:cxnSp>
                    <p:nvCxnSpPr>
                      <p:cNvPr id="2251" name="Google Shape;2251;p17"/>
                      <p:cNvCxnSpPr/>
                      <p:nvPr/>
                    </p:nvCxnSpPr>
                    <p:spPr>
                      <a:xfrm flipH="1" rot="10800000">
                        <a:off x="7028782" y="2845711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252" name="Google Shape;2252;p17"/>
                      <p:cNvCxnSpPr/>
                      <p:nvPr/>
                    </p:nvCxnSpPr>
                    <p:spPr>
                      <a:xfrm>
                        <a:off x="6581076" y="2938136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253" name="Google Shape;2253;p17"/>
                    <p:cNvGrpSpPr/>
                    <p:nvPr/>
                  </p:nvGrpSpPr>
                  <p:grpSpPr>
                    <a:xfrm>
                      <a:off x="6399351" y="3202845"/>
                      <a:ext cx="567094" cy="89292"/>
                      <a:chOff x="6581557" y="2845642"/>
                      <a:chExt cx="567094" cy="89292"/>
                    </a:xfrm>
                  </p:grpSpPr>
                  <p:cxnSp>
                    <p:nvCxnSpPr>
                      <p:cNvPr id="2254" name="Google Shape;2254;p17"/>
                      <p:cNvCxnSpPr/>
                      <p:nvPr/>
                    </p:nvCxnSpPr>
                    <p:spPr>
                      <a:xfrm flipH="1" rot="10800000">
                        <a:off x="7029263" y="2845642"/>
                        <a:ext cx="119388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255" name="Google Shape;2255;p17"/>
                      <p:cNvCxnSpPr/>
                      <p:nvPr/>
                    </p:nvCxnSpPr>
                    <p:spPr>
                      <a:xfrm>
                        <a:off x="6581557" y="293493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256" name="Google Shape;2256;p17"/>
                    <p:cNvGrpSpPr/>
                    <p:nvPr/>
                  </p:nvGrpSpPr>
                  <p:grpSpPr>
                    <a:xfrm>
                      <a:off x="6399350" y="3268639"/>
                      <a:ext cx="558142" cy="89292"/>
                      <a:chOff x="6582036" y="2845572"/>
                      <a:chExt cx="558142" cy="89292"/>
                    </a:xfrm>
                  </p:grpSpPr>
                  <p:cxnSp>
                    <p:nvCxnSpPr>
                      <p:cNvPr id="2257" name="Google Shape;2257;p17"/>
                      <p:cNvCxnSpPr/>
                      <p:nvPr/>
                    </p:nvCxnSpPr>
                    <p:spPr>
                      <a:xfrm flipH="1" rot="10800000">
                        <a:off x="7026759" y="284557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258" name="Google Shape;2258;p17"/>
                      <p:cNvCxnSpPr/>
                      <p:nvPr/>
                    </p:nvCxnSpPr>
                    <p:spPr>
                      <a:xfrm>
                        <a:off x="6582036" y="293486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259" name="Google Shape;2259;p17"/>
                    <p:cNvGrpSpPr/>
                    <p:nvPr/>
                  </p:nvGrpSpPr>
                  <p:grpSpPr>
                    <a:xfrm>
                      <a:off x="6399350" y="3334433"/>
                      <a:ext cx="558141" cy="89292"/>
                      <a:chOff x="6582516" y="2845502"/>
                      <a:chExt cx="558141" cy="89292"/>
                    </a:xfrm>
                  </p:grpSpPr>
                  <p:cxnSp>
                    <p:nvCxnSpPr>
                      <p:cNvPr id="2260" name="Google Shape;2260;p17"/>
                      <p:cNvCxnSpPr/>
                      <p:nvPr/>
                    </p:nvCxnSpPr>
                    <p:spPr>
                      <a:xfrm flipH="1" rot="10800000">
                        <a:off x="7027238" y="284550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261" name="Google Shape;2261;p17"/>
                      <p:cNvCxnSpPr/>
                      <p:nvPr/>
                    </p:nvCxnSpPr>
                    <p:spPr>
                      <a:xfrm>
                        <a:off x="6582516" y="293479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262" name="Google Shape;2262;p17"/>
                    <p:cNvGrpSpPr/>
                    <p:nvPr/>
                  </p:nvGrpSpPr>
                  <p:grpSpPr>
                    <a:xfrm>
                      <a:off x="6399349" y="3400228"/>
                      <a:ext cx="558142" cy="89292"/>
                      <a:chOff x="6582995" y="2845433"/>
                      <a:chExt cx="558142" cy="89292"/>
                    </a:xfrm>
                  </p:grpSpPr>
                  <p:cxnSp>
                    <p:nvCxnSpPr>
                      <p:cNvPr id="2263" name="Google Shape;2263;p17"/>
                      <p:cNvCxnSpPr/>
                      <p:nvPr/>
                    </p:nvCxnSpPr>
                    <p:spPr>
                      <a:xfrm flipH="1" rot="10800000">
                        <a:off x="7027718" y="2845433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264" name="Google Shape;2264;p17"/>
                      <p:cNvCxnSpPr/>
                      <p:nvPr/>
                    </p:nvCxnSpPr>
                    <p:spPr>
                      <a:xfrm>
                        <a:off x="6582995" y="293472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265" name="Google Shape;2265;p17"/>
                    <p:cNvGrpSpPr/>
                    <p:nvPr/>
                  </p:nvGrpSpPr>
                  <p:grpSpPr>
                    <a:xfrm>
                      <a:off x="6399351" y="3466022"/>
                      <a:ext cx="558141" cy="93992"/>
                      <a:chOff x="6583477" y="2845363"/>
                      <a:chExt cx="558141" cy="93992"/>
                    </a:xfrm>
                  </p:grpSpPr>
                  <p:cxnSp>
                    <p:nvCxnSpPr>
                      <p:cNvPr id="2266" name="Google Shape;2266;p17"/>
                      <p:cNvCxnSpPr/>
                      <p:nvPr/>
                    </p:nvCxnSpPr>
                    <p:spPr>
                      <a:xfrm flipH="1" rot="10800000">
                        <a:off x="7028199" y="2845363"/>
                        <a:ext cx="113419" cy="939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267" name="Google Shape;2267;p17"/>
                      <p:cNvCxnSpPr/>
                      <p:nvPr/>
                    </p:nvCxnSpPr>
                    <p:spPr>
                      <a:xfrm>
                        <a:off x="6583477" y="2939355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268" name="Google Shape;2268;p17"/>
                    <p:cNvGrpSpPr/>
                    <p:nvPr/>
                  </p:nvGrpSpPr>
                  <p:grpSpPr>
                    <a:xfrm>
                      <a:off x="6396366" y="3528683"/>
                      <a:ext cx="561126" cy="97125"/>
                      <a:chOff x="6580972" y="2842160"/>
                      <a:chExt cx="561126" cy="97125"/>
                    </a:xfrm>
                  </p:grpSpPr>
                  <p:cxnSp>
                    <p:nvCxnSpPr>
                      <p:cNvPr id="2269" name="Google Shape;2269;p17"/>
                      <p:cNvCxnSpPr/>
                      <p:nvPr/>
                    </p:nvCxnSpPr>
                    <p:spPr>
                      <a:xfrm flipH="1" rot="10800000">
                        <a:off x="7028679" y="284216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270" name="Google Shape;2270;p17"/>
                      <p:cNvCxnSpPr/>
                      <p:nvPr/>
                    </p:nvCxnSpPr>
                    <p:spPr>
                      <a:xfrm>
                        <a:off x="6580972" y="293928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271" name="Google Shape;2271;p17"/>
                    <p:cNvGrpSpPr/>
                    <p:nvPr/>
                  </p:nvGrpSpPr>
                  <p:grpSpPr>
                    <a:xfrm>
                      <a:off x="6396366" y="3594477"/>
                      <a:ext cx="561125" cy="97125"/>
                      <a:chOff x="6581452" y="2842090"/>
                      <a:chExt cx="561125" cy="97125"/>
                    </a:xfrm>
                  </p:grpSpPr>
                  <p:cxnSp>
                    <p:nvCxnSpPr>
                      <p:cNvPr id="2272" name="Google Shape;2272;p17"/>
                      <p:cNvCxnSpPr/>
                      <p:nvPr/>
                    </p:nvCxnSpPr>
                    <p:spPr>
                      <a:xfrm flipH="1" rot="10800000">
                        <a:off x="7029158" y="284209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273" name="Google Shape;2273;p17"/>
                      <p:cNvCxnSpPr/>
                      <p:nvPr/>
                    </p:nvCxnSpPr>
                    <p:spPr>
                      <a:xfrm>
                        <a:off x="6581452" y="2939215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274" name="Google Shape;2274;p17"/>
                    <p:cNvGrpSpPr/>
                    <p:nvPr/>
                  </p:nvGrpSpPr>
                  <p:grpSpPr>
                    <a:xfrm>
                      <a:off x="6396367" y="3664970"/>
                      <a:ext cx="558140" cy="92426"/>
                      <a:chOff x="6581933" y="2846719"/>
                      <a:chExt cx="558140" cy="92426"/>
                    </a:xfrm>
                  </p:grpSpPr>
                  <p:cxnSp>
                    <p:nvCxnSpPr>
                      <p:cNvPr id="2275" name="Google Shape;2275;p17"/>
                      <p:cNvCxnSpPr/>
                      <p:nvPr/>
                    </p:nvCxnSpPr>
                    <p:spPr>
                      <a:xfrm flipH="1" rot="10800000">
                        <a:off x="7026654" y="2846719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276" name="Google Shape;2276;p17"/>
                      <p:cNvCxnSpPr/>
                      <p:nvPr/>
                    </p:nvCxnSpPr>
                    <p:spPr>
                      <a:xfrm>
                        <a:off x="6581933" y="2939145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277" name="Google Shape;2277;p17"/>
                    <p:cNvGrpSpPr/>
                    <p:nvPr/>
                  </p:nvGrpSpPr>
                  <p:grpSpPr>
                    <a:xfrm>
                      <a:off x="6396367" y="3730765"/>
                      <a:ext cx="558139" cy="92426"/>
                      <a:chOff x="6582413" y="2846650"/>
                      <a:chExt cx="558139" cy="92426"/>
                    </a:xfrm>
                  </p:grpSpPr>
                  <p:cxnSp>
                    <p:nvCxnSpPr>
                      <p:cNvPr id="2278" name="Google Shape;2278;p17"/>
                      <p:cNvCxnSpPr/>
                      <p:nvPr/>
                    </p:nvCxnSpPr>
                    <p:spPr>
                      <a:xfrm flipH="1" rot="10800000">
                        <a:off x="7027133" y="2846650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279" name="Google Shape;2279;p17"/>
                      <p:cNvCxnSpPr/>
                      <p:nvPr/>
                    </p:nvCxnSpPr>
                    <p:spPr>
                      <a:xfrm>
                        <a:off x="6582413" y="2939076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cxnSp>
                <p:nvCxnSpPr>
                  <p:cNvPr id="2280" name="Google Shape;2280;p17"/>
                  <p:cNvCxnSpPr/>
                  <p:nvPr/>
                </p:nvCxnSpPr>
                <p:spPr>
                  <a:xfrm flipH="1">
                    <a:off x="6685171" y="4525377"/>
                    <a:ext cx="4763" cy="855662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281" name="Google Shape;2281;p17"/>
                  <p:cNvCxnSpPr/>
                  <p:nvPr/>
                </p:nvCxnSpPr>
                <p:spPr>
                  <a:xfrm>
                    <a:off x="6632784" y="4706352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282" name="Google Shape;2282;p17"/>
                  <p:cNvCxnSpPr/>
                  <p:nvPr/>
                </p:nvCxnSpPr>
                <p:spPr>
                  <a:xfrm>
                    <a:off x="6631196" y="477143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283" name="Google Shape;2283;p17"/>
                  <p:cNvCxnSpPr/>
                  <p:nvPr/>
                </p:nvCxnSpPr>
                <p:spPr>
                  <a:xfrm>
                    <a:off x="6631196" y="4849227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284" name="Google Shape;2284;p17"/>
                  <p:cNvCxnSpPr/>
                  <p:nvPr/>
                </p:nvCxnSpPr>
                <p:spPr>
                  <a:xfrm>
                    <a:off x="6629609" y="4914314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285" name="Google Shape;2285;p17"/>
                  <p:cNvCxnSpPr/>
                  <p:nvPr/>
                </p:nvCxnSpPr>
                <p:spPr>
                  <a:xfrm>
                    <a:off x="6628021" y="4976227"/>
                    <a:ext cx="60325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286" name="Google Shape;2286;p17"/>
                  <p:cNvCxnSpPr/>
                  <p:nvPr/>
                </p:nvCxnSpPr>
                <p:spPr>
                  <a:xfrm>
                    <a:off x="6628021" y="504448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287" name="Google Shape;2287;p17"/>
                  <p:cNvCxnSpPr/>
                  <p:nvPr/>
                </p:nvCxnSpPr>
                <p:spPr>
                  <a:xfrm>
                    <a:off x="6626434" y="511433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288" name="Google Shape;2288;p17"/>
                  <p:cNvCxnSpPr/>
                  <p:nvPr/>
                </p:nvCxnSpPr>
                <p:spPr>
                  <a:xfrm>
                    <a:off x="6629609" y="51841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289" name="Google Shape;2289;p17"/>
                  <p:cNvCxnSpPr/>
                  <p:nvPr/>
                </p:nvCxnSpPr>
                <p:spPr>
                  <a:xfrm>
                    <a:off x="6631196" y="525245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290" name="Google Shape;2290;p17"/>
                  <p:cNvCxnSpPr/>
                  <p:nvPr/>
                </p:nvCxnSpPr>
                <p:spPr>
                  <a:xfrm>
                    <a:off x="6631196" y="532230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291" name="Google Shape;2291;p17"/>
                  <p:cNvCxnSpPr/>
                  <p:nvPr/>
                </p:nvCxnSpPr>
                <p:spPr>
                  <a:xfrm>
                    <a:off x="6632784" y="53873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292" name="Google Shape;2292;p17"/>
                  <p:cNvCxnSpPr/>
                  <p:nvPr/>
                </p:nvCxnSpPr>
                <p:spPr>
                  <a:xfrm rot="10800000">
                    <a:off x="6632784" y="4531727"/>
                    <a:ext cx="58737" cy="0"/>
                  </a:xfrm>
                  <a:prstGeom prst="straightConnector1">
                    <a:avLst/>
                  </a:prstGeom>
                  <a:noFill/>
                  <a:ln cap="flat" cmpd="sng" w="222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2293" name="Google Shape;2293;p17"/>
                  <p:cNvGrpSpPr/>
                  <p:nvPr/>
                </p:nvGrpSpPr>
                <p:grpSpPr>
                  <a:xfrm>
                    <a:off x="6434171" y="4488570"/>
                    <a:ext cx="224203" cy="179034"/>
                    <a:chOff x="3668110" y="2448910"/>
                    <a:chExt cx="3794234" cy="2165130"/>
                  </a:xfrm>
                </p:grpSpPr>
                <p:sp>
                  <p:nvSpPr>
                    <p:cNvPr id="2294" name="Google Shape;2294;p17"/>
                    <p:cNvSpPr/>
                    <p:nvPr/>
                  </p:nvSpPr>
                  <p:spPr>
                    <a:xfrm>
                      <a:off x="3668110" y="3741409"/>
                      <a:ext cx="3780587" cy="872631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31538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295" name="Google Shape;2295;p17"/>
                    <p:cNvSpPr/>
                    <p:nvPr/>
                  </p:nvSpPr>
                  <p:spPr>
                    <a:xfrm>
                      <a:off x="3678620" y="2448910"/>
                      <a:ext cx="3783724" cy="1324303"/>
                    </a:xfrm>
                    <a:custGeom>
                      <a:rect b="b" l="l" r="r" t="t"/>
                      <a:pathLst>
                        <a:path extrusionOk="0" h="1324303" w="3783724">
                          <a:moveTo>
                            <a:pt x="0" y="1313793"/>
                          </a:moveTo>
                          <a:lnTo>
                            <a:pt x="0" y="1313793"/>
                          </a:lnTo>
                          <a:lnTo>
                            <a:pt x="252248" y="0"/>
                          </a:lnTo>
                          <a:lnTo>
                            <a:pt x="3415862" y="21020"/>
                          </a:lnTo>
                          <a:lnTo>
                            <a:pt x="3783724" y="1324303"/>
                          </a:lnTo>
                          <a:lnTo>
                            <a:pt x="0" y="1313793"/>
                          </a:lnTo>
                          <a:close/>
                        </a:path>
                      </a:pathLst>
                    </a:cu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2296" name="Google Shape;2296;p17"/>
                    <p:cNvGrpSpPr/>
                    <p:nvPr/>
                  </p:nvGrpSpPr>
                  <p:grpSpPr>
                    <a:xfrm>
                      <a:off x="3941378" y="2603243"/>
                      <a:ext cx="3202061" cy="1066110"/>
                      <a:chOff x="7939341" y="3037317"/>
                      <a:chExt cx="897649" cy="353919"/>
                    </a:xfrm>
                  </p:grpSpPr>
                  <p:sp>
                    <p:nvSpPr>
                      <p:cNvPr id="2061" name="Google Shape;2061;p17"/>
                      <p:cNvSpPr/>
                      <p:nvPr/>
                    </p:nvSpPr>
                    <p:spPr>
                      <a:xfrm>
                        <a:off x="7964170" y="30373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297" name="Google Shape;2297;p17"/>
                      <p:cNvSpPr/>
                      <p:nvPr/>
                    </p:nvSpPr>
                    <p:spPr>
                      <a:xfrm>
                        <a:off x="8519948" y="32067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298" name="Google Shape;2298;p17"/>
                      <p:cNvSpPr/>
                      <p:nvPr/>
                    </p:nvSpPr>
                    <p:spPr>
                      <a:xfrm>
                        <a:off x="7939341" y="32067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299" name="Google Shape;2299;p17"/>
                      <p:cNvSpPr/>
                      <p:nvPr/>
                    </p:nvSpPr>
                    <p:spPr>
                      <a:xfrm>
                        <a:off x="8047413" y="31234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sp>
              <p:nvSpPr>
                <p:cNvPr id="2300" name="Google Shape;2300;p17"/>
                <p:cNvSpPr txBox="1"/>
                <p:nvPr/>
              </p:nvSpPr>
              <p:spPr>
                <a:xfrm>
                  <a:off x="7327436" y="4173759"/>
                  <a:ext cx="34336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…</a:t>
                  </a:r>
                  <a:endParaRPr/>
                </a:p>
              </p:txBody>
            </p:sp>
            <p:sp>
              <p:nvSpPr>
                <p:cNvPr id="2301" name="Google Shape;2301;p17"/>
                <p:cNvSpPr txBox="1"/>
                <p:nvPr/>
              </p:nvSpPr>
              <p:spPr>
                <a:xfrm>
                  <a:off x="7423103" y="4980255"/>
                  <a:ext cx="34336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…</a:t>
                  </a:r>
                  <a:endParaRPr/>
                </a:p>
              </p:txBody>
            </p:sp>
          </p:grpSp>
          <p:grpSp>
            <p:nvGrpSpPr>
              <p:cNvPr id="2302" name="Google Shape;2302;p17"/>
              <p:cNvGrpSpPr/>
              <p:nvPr/>
            </p:nvGrpSpPr>
            <p:grpSpPr>
              <a:xfrm>
                <a:off x="628632" y="3951330"/>
                <a:ext cx="1425225" cy="1535120"/>
                <a:chOff x="6576715" y="4111039"/>
                <a:chExt cx="1425225" cy="1535120"/>
              </a:xfrm>
            </p:grpSpPr>
            <p:cxnSp>
              <p:nvCxnSpPr>
                <p:cNvPr id="2303" name="Google Shape;2303;p17"/>
                <p:cNvCxnSpPr>
                  <a:endCxn id="2304" idx="4"/>
                </p:cNvCxnSpPr>
                <p:nvPr/>
              </p:nvCxnSpPr>
              <p:spPr>
                <a:xfrm flipH="1">
                  <a:off x="6696047" y="4111039"/>
                  <a:ext cx="436800" cy="591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305" name="Google Shape;2305;p17"/>
                <p:cNvCxnSpPr>
                  <a:endCxn id="2306" idx="2"/>
                </p:cNvCxnSpPr>
                <p:nvPr/>
              </p:nvCxnSpPr>
              <p:spPr>
                <a:xfrm flipH="1">
                  <a:off x="7005572" y="4120564"/>
                  <a:ext cx="264900" cy="586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307" name="Google Shape;2307;p17"/>
                <p:cNvCxnSpPr>
                  <a:endCxn id="2308" idx="4"/>
                </p:cNvCxnSpPr>
                <p:nvPr/>
              </p:nvCxnSpPr>
              <p:spPr>
                <a:xfrm>
                  <a:off x="7539246" y="4149139"/>
                  <a:ext cx="314700" cy="5547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2309" name="Google Shape;2309;p17"/>
                <p:cNvGrpSpPr/>
                <p:nvPr/>
              </p:nvGrpSpPr>
              <p:grpSpPr>
                <a:xfrm>
                  <a:off x="6576715" y="4640970"/>
                  <a:ext cx="267206" cy="997245"/>
                  <a:chOff x="6424315" y="4488570"/>
                  <a:chExt cx="267206" cy="997245"/>
                </a:xfrm>
              </p:grpSpPr>
              <p:grpSp>
                <p:nvGrpSpPr>
                  <p:cNvPr id="2310" name="Google Shape;2310;p17"/>
                  <p:cNvGrpSpPr/>
                  <p:nvPr/>
                </p:nvGrpSpPr>
                <p:grpSpPr>
                  <a:xfrm>
                    <a:off x="6424315" y="4636502"/>
                    <a:ext cx="237939" cy="849312"/>
                    <a:chOff x="6396366" y="3061857"/>
                    <a:chExt cx="570079" cy="838094"/>
                  </a:xfrm>
                </p:grpSpPr>
                <p:sp>
                  <p:nvSpPr>
                    <p:cNvPr id="2311" name="Google Shape;2311;p17"/>
                    <p:cNvSpPr/>
                    <p:nvPr/>
                  </p:nvSpPr>
                  <p:spPr>
                    <a:xfrm>
                      <a:off x="6509786" y="3061857"/>
                      <a:ext cx="447707" cy="742536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2312" name="Google Shape;2312;p17"/>
                    <p:cNvCxnSpPr/>
                    <p:nvPr/>
                  </p:nvCxnSpPr>
                  <p:spPr>
                    <a:xfrm flipH="1" rot="10800000">
                      <a:off x="684705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2313" name="Google Shape;2313;p17"/>
                    <p:cNvSpPr/>
                    <p:nvPr/>
                  </p:nvSpPr>
                  <p:spPr>
                    <a:xfrm>
                      <a:off x="6476953" y="3071256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2314" name="Google Shape;2314;p17"/>
                    <p:cNvCxnSpPr/>
                    <p:nvPr/>
                  </p:nvCxnSpPr>
                  <p:spPr>
                    <a:xfrm flipH="1" rot="10800000">
                      <a:off x="639636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2315" name="Google Shape;2315;p17"/>
                    <p:cNvSpPr/>
                    <p:nvPr/>
                  </p:nvSpPr>
                  <p:spPr>
                    <a:xfrm>
                      <a:off x="6817210" y="3702567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316" name="Google Shape;2316;p17"/>
                    <p:cNvSpPr/>
                    <p:nvPr/>
                  </p:nvSpPr>
                  <p:spPr>
                    <a:xfrm>
                      <a:off x="6405320" y="3157415"/>
                      <a:ext cx="444723" cy="742536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2317" name="Google Shape;2317;p17"/>
                    <p:cNvCxnSpPr/>
                    <p:nvPr/>
                  </p:nvCxnSpPr>
                  <p:spPr>
                    <a:xfrm flipH="1" rot="10800000">
                      <a:off x="6847057" y="3804392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grpSp>
                  <p:nvGrpSpPr>
                    <p:cNvPr id="2318" name="Google Shape;2318;p17"/>
                    <p:cNvGrpSpPr/>
                    <p:nvPr/>
                  </p:nvGrpSpPr>
                  <p:grpSpPr>
                    <a:xfrm>
                      <a:off x="6399350" y="3137050"/>
                      <a:ext cx="561125" cy="92425"/>
                      <a:chOff x="6581076" y="2845711"/>
                      <a:chExt cx="561125" cy="92425"/>
                    </a:xfrm>
                  </p:grpSpPr>
                  <p:cxnSp>
                    <p:nvCxnSpPr>
                      <p:cNvPr id="2319" name="Google Shape;2319;p17"/>
                      <p:cNvCxnSpPr/>
                      <p:nvPr/>
                    </p:nvCxnSpPr>
                    <p:spPr>
                      <a:xfrm flipH="1" rot="10800000">
                        <a:off x="7028782" y="2845711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320" name="Google Shape;2320;p17"/>
                      <p:cNvCxnSpPr/>
                      <p:nvPr/>
                    </p:nvCxnSpPr>
                    <p:spPr>
                      <a:xfrm>
                        <a:off x="6581076" y="2938136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321" name="Google Shape;2321;p17"/>
                    <p:cNvGrpSpPr/>
                    <p:nvPr/>
                  </p:nvGrpSpPr>
                  <p:grpSpPr>
                    <a:xfrm>
                      <a:off x="6399351" y="3202845"/>
                      <a:ext cx="567094" cy="89292"/>
                      <a:chOff x="6581557" y="2845642"/>
                      <a:chExt cx="567094" cy="89292"/>
                    </a:xfrm>
                  </p:grpSpPr>
                  <p:cxnSp>
                    <p:nvCxnSpPr>
                      <p:cNvPr id="2322" name="Google Shape;2322;p17"/>
                      <p:cNvCxnSpPr/>
                      <p:nvPr/>
                    </p:nvCxnSpPr>
                    <p:spPr>
                      <a:xfrm flipH="1" rot="10800000">
                        <a:off x="7029263" y="2845642"/>
                        <a:ext cx="119388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323" name="Google Shape;2323;p17"/>
                      <p:cNvCxnSpPr/>
                      <p:nvPr/>
                    </p:nvCxnSpPr>
                    <p:spPr>
                      <a:xfrm>
                        <a:off x="6581557" y="293493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324" name="Google Shape;2324;p17"/>
                    <p:cNvGrpSpPr/>
                    <p:nvPr/>
                  </p:nvGrpSpPr>
                  <p:grpSpPr>
                    <a:xfrm>
                      <a:off x="6399350" y="3268639"/>
                      <a:ext cx="558142" cy="89292"/>
                      <a:chOff x="6582036" y="2845572"/>
                      <a:chExt cx="558142" cy="89292"/>
                    </a:xfrm>
                  </p:grpSpPr>
                  <p:cxnSp>
                    <p:nvCxnSpPr>
                      <p:cNvPr id="2325" name="Google Shape;2325;p17"/>
                      <p:cNvCxnSpPr/>
                      <p:nvPr/>
                    </p:nvCxnSpPr>
                    <p:spPr>
                      <a:xfrm flipH="1" rot="10800000">
                        <a:off x="7026759" y="284557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326" name="Google Shape;2326;p17"/>
                      <p:cNvCxnSpPr/>
                      <p:nvPr/>
                    </p:nvCxnSpPr>
                    <p:spPr>
                      <a:xfrm>
                        <a:off x="6582036" y="293486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327" name="Google Shape;2327;p17"/>
                    <p:cNvGrpSpPr/>
                    <p:nvPr/>
                  </p:nvGrpSpPr>
                  <p:grpSpPr>
                    <a:xfrm>
                      <a:off x="6399350" y="3334433"/>
                      <a:ext cx="558141" cy="89292"/>
                      <a:chOff x="6582516" y="2845502"/>
                      <a:chExt cx="558141" cy="89292"/>
                    </a:xfrm>
                  </p:grpSpPr>
                  <p:cxnSp>
                    <p:nvCxnSpPr>
                      <p:cNvPr id="2328" name="Google Shape;2328;p17"/>
                      <p:cNvCxnSpPr/>
                      <p:nvPr/>
                    </p:nvCxnSpPr>
                    <p:spPr>
                      <a:xfrm flipH="1" rot="10800000">
                        <a:off x="7027238" y="284550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329" name="Google Shape;2329;p17"/>
                      <p:cNvCxnSpPr/>
                      <p:nvPr/>
                    </p:nvCxnSpPr>
                    <p:spPr>
                      <a:xfrm>
                        <a:off x="6582516" y="293479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330" name="Google Shape;2330;p17"/>
                    <p:cNvGrpSpPr/>
                    <p:nvPr/>
                  </p:nvGrpSpPr>
                  <p:grpSpPr>
                    <a:xfrm>
                      <a:off x="6399349" y="3400228"/>
                      <a:ext cx="558142" cy="89292"/>
                      <a:chOff x="6582995" y="2845433"/>
                      <a:chExt cx="558142" cy="89292"/>
                    </a:xfrm>
                  </p:grpSpPr>
                  <p:cxnSp>
                    <p:nvCxnSpPr>
                      <p:cNvPr id="2331" name="Google Shape;2331;p17"/>
                      <p:cNvCxnSpPr/>
                      <p:nvPr/>
                    </p:nvCxnSpPr>
                    <p:spPr>
                      <a:xfrm flipH="1" rot="10800000">
                        <a:off x="7027718" y="2845433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332" name="Google Shape;2332;p17"/>
                      <p:cNvCxnSpPr/>
                      <p:nvPr/>
                    </p:nvCxnSpPr>
                    <p:spPr>
                      <a:xfrm>
                        <a:off x="6582995" y="293472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333" name="Google Shape;2333;p17"/>
                    <p:cNvGrpSpPr/>
                    <p:nvPr/>
                  </p:nvGrpSpPr>
                  <p:grpSpPr>
                    <a:xfrm>
                      <a:off x="6399351" y="3466022"/>
                      <a:ext cx="558141" cy="93992"/>
                      <a:chOff x="6583477" y="2845363"/>
                      <a:chExt cx="558141" cy="93992"/>
                    </a:xfrm>
                  </p:grpSpPr>
                  <p:cxnSp>
                    <p:nvCxnSpPr>
                      <p:cNvPr id="2334" name="Google Shape;2334;p17"/>
                      <p:cNvCxnSpPr/>
                      <p:nvPr/>
                    </p:nvCxnSpPr>
                    <p:spPr>
                      <a:xfrm flipH="1" rot="10800000">
                        <a:off x="7028199" y="2845363"/>
                        <a:ext cx="113419" cy="939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335" name="Google Shape;2335;p17"/>
                      <p:cNvCxnSpPr/>
                      <p:nvPr/>
                    </p:nvCxnSpPr>
                    <p:spPr>
                      <a:xfrm>
                        <a:off x="6583477" y="2939355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336" name="Google Shape;2336;p17"/>
                    <p:cNvGrpSpPr/>
                    <p:nvPr/>
                  </p:nvGrpSpPr>
                  <p:grpSpPr>
                    <a:xfrm>
                      <a:off x="6396366" y="3528683"/>
                      <a:ext cx="561126" cy="97125"/>
                      <a:chOff x="6580972" y="2842160"/>
                      <a:chExt cx="561126" cy="97125"/>
                    </a:xfrm>
                  </p:grpSpPr>
                  <p:cxnSp>
                    <p:nvCxnSpPr>
                      <p:cNvPr id="2337" name="Google Shape;2337;p17"/>
                      <p:cNvCxnSpPr/>
                      <p:nvPr/>
                    </p:nvCxnSpPr>
                    <p:spPr>
                      <a:xfrm flipH="1" rot="10800000">
                        <a:off x="7028679" y="284216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338" name="Google Shape;2338;p17"/>
                      <p:cNvCxnSpPr/>
                      <p:nvPr/>
                    </p:nvCxnSpPr>
                    <p:spPr>
                      <a:xfrm>
                        <a:off x="6580972" y="293928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339" name="Google Shape;2339;p17"/>
                    <p:cNvGrpSpPr/>
                    <p:nvPr/>
                  </p:nvGrpSpPr>
                  <p:grpSpPr>
                    <a:xfrm>
                      <a:off x="6396366" y="3594477"/>
                      <a:ext cx="561125" cy="97125"/>
                      <a:chOff x="6581452" y="2842090"/>
                      <a:chExt cx="561125" cy="97125"/>
                    </a:xfrm>
                  </p:grpSpPr>
                  <p:cxnSp>
                    <p:nvCxnSpPr>
                      <p:cNvPr id="2340" name="Google Shape;2340;p17"/>
                      <p:cNvCxnSpPr/>
                      <p:nvPr/>
                    </p:nvCxnSpPr>
                    <p:spPr>
                      <a:xfrm flipH="1" rot="10800000">
                        <a:off x="7029158" y="284209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341" name="Google Shape;2341;p17"/>
                      <p:cNvCxnSpPr/>
                      <p:nvPr/>
                    </p:nvCxnSpPr>
                    <p:spPr>
                      <a:xfrm>
                        <a:off x="6581452" y="2939215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342" name="Google Shape;2342;p17"/>
                    <p:cNvGrpSpPr/>
                    <p:nvPr/>
                  </p:nvGrpSpPr>
                  <p:grpSpPr>
                    <a:xfrm>
                      <a:off x="6396367" y="3664970"/>
                      <a:ext cx="558140" cy="92426"/>
                      <a:chOff x="6581933" y="2846719"/>
                      <a:chExt cx="558140" cy="92426"/>
                    </a:xfrm>
                  </p:grpSpPr>
                  <p:cxnSp>
                    <p:nvCxnSpPr>
                      <p:cNvPr id="2343" name="Google Shape;2343;p17"/>
                      <p:cNvCxnSpPr/>
                      <p:nvPr/>
                    </p:nvCxnSpPr>
                    <p:spPr>
                      <a:xfrm flipH="1" rot="10800000">
                        <a:off x="7026654" y="2846719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344" name="Google Shape;2344;p17"/>
                      <p:cNvCxnSpPr/>
                      <p:nvPr/>
                    </p:nvCxnSpPr>
                    <p:spPr>
                      <a:xfrm>
                        <a:off x="6581933" y="2939145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345" name="Google Shape;2345;p17"/>
                    <p:cNvGrpSpPr/>
                    <p:nvPr/>
                  </p:nvGrpSpPr>
                  <p:grpSpPr>
                    <a:xfrm>
                      <a:off x="6396367" y="3730765"/>
                      <a:ext cx="558139" cy="92426"/>
                      <a:chOff x="6582413" y="2846650"/>
                      <a:chExt cx="558139" cy="92426"/>
                    </a:xfrm>
                  </p:grpSpPr>
                  <p:cxnSp>
                    <p:nvCxnSpPr>
                      <p:cNvPr id="2346" name="Google Shape;2346;p17"/>
                      <p:cNvCxnSpPr/>
                      <p:nvPr/>
                    </p:nvCxnSpPr>
                    <p:spPr>
                      <a:xfrm flipH="1" rot="10800000">
                        <a:off x="7027133" y="2846650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347" name="Google Shape;2347;p17"/>
                      <p:cNvCxnSpPr/>
                      <p:nvPr/>
                    </p:nvCxnSpPr>
                    <p:spPr>
                      <a:xfrm>
                        <a:off x="6582413" y="2939076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cxnSp>
                <p:nvCxnSpPr>
                  <p:cNvPr id="2348" name="Google Shape;2348;p17"/>
                  <p:cNvCxnSpPr/>
                  <p:nvPr/>
                </p:nvCxnSpPr>
                <p:spPr>
                  <a:xfrm flipH="1">
                    <a:off x="6685171" y="4525377"/>
                    <a:ext cx="4763" cy="855662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349" name="Google Shape;2349;p17"/>
                  <p:cNvCxnSpPr/>
                  <p:nvPr/>
                </p:nvCxnSpPr>
                <p:spPr>
                  <a:xfrm>
                    <a:off x="6632784" y="4706352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350" name="Google Shape;2350;p17"/>
                  <p:cNvCxnSpPr/>
                  <p:nvPr/>
                </p:nvCxnSpPr>
                <p:spPr>
                  <a:xfrm>
                    <a:off x="6631196" y="477143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351" name="Google Shape;2351;p17"/>
                  <p:cNvCxnSpPr/>
                  <p:nvPr/>
                </p:nvCxnSpPr>
                <p:spPr>
                  <a:xfrm>
                    <a:off x="6631196" y="4849227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352" name="Google Shape;2352;p17"/>
                  <p:cNvCxnSpPr/>
                  <p:nvPr/>
                </p:nvCxnSpPr>
                <p:spPr>
                  <a:xfrm>
                    <a:off x="6629609" y="4914314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353" name="Google Shape;2353;p17"/>
                  <p:cNvCxnSpPr/>
                  <p:nvPr/>
                </p:nvCxnSpPr>
                <p:spPr>
                  <a:xfrm>
                    <a:off x="6628021" y="4976227"/>
                    <a:ext cx="60325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354" name="Google Shape;2354;p17"/>
                  <p:cNvCxnSpPr/>
                  <p:nvPr/>
                </p:nvCxnSpPr>
                <p:spPr>
                  <a:xfrm>
                    <a:off x="6628021" y="504448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355" name="Google Shape;2355;p17"/>
                  <p:cNvCxnSpPr/>
                  <p:nvPr/>
                </p:nvCxnSpPr>
                <p:spPr>
                  <a:xfrm>
                    <a:off x="6626434" y="511433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356" name="Google Shape;2356;p17"/>
                  <p:cNvCxnSpPr/>
                  <p:nvPr/>
                </p:nvCxnSpPr>
                <p:spPr>
                  <a:xfrm>
                    <a:off x="6629609" y="51841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357" name="Google Shape;2357;p17"/>
                  <p:cNvCxnSpPr/>
                  <p:nvPr/>
                </p:nvCxnSpPr>
                <p:spPr>
                  <a:xfrm>
                    <a:off x="6631196" y="525245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358" name="Google Shape;2358;p17"/>
                  <p:cNvCxnSpPr/>
                  <p:nvPr/>
                </p:nvCxnSpPr>
                <p:spPr>
                  <a:xfrm>
                    <a:off x="6631196" y="532230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359" name="Google Shape;2359;p17"/>
                  <p:cNvCxnSpPr/>
                  <p:nvPr/>
                </p:nvCxnSpPr>
                <p:spPr>
                  <a:xfrm>
                    <a:off x="6632784" y="53873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360" name="Google Shape;2360;p17"/>
                  <p:cNvCxnSpPr/>
                  <p:nvPr/>
                </p:nvCxnSpPr>
                <p:spPr>
                  <a:xfrm rot="10800000">
                    <a:off x="6632784" y="4531727"/>
                    <a:ext cx="58737" cy="0"/>
                  </a:xfrm>
                  <a:prstGeom prst="straightConnector1">
                    <a:avLst/>
                  </a:prstGeom>
                  <a:noFill/>
                  <a:ln cap="flat" cmpd="sng" w="222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2361" name="Google Shape;2361;p17"/>
                  <p:cNvGrpSpPr/>
                  <p:nvPr/>
                </p:nvGrpSpPr>
                <p:grpSpPr>
                  <a:xfrm>
                    <a:off x="6434171" y="4488570"/>
                    <a:ext cx="224203" cy="179034"/>
                    <a:chOff x="3668110" y="2448910"/>
                    <a:chExt cx="3794234" cy="2165130"/>
                  </a:xfrm>
                </p:grpSpPr>
                <p:sp>
                  <p:nvSpPr>
                    <p:cNvPr id="2362" name="Google Shape;2362;p17"/>
                    <p:cNvSpPr/>
                    <p:nvPr/>
                  </p:nvSpPr>
                  <p:spPr>
                    <a:xfrm>
                      <a:off x="3668110" y="3741409"/>
                      <a:ext cx="3780587" cy="872631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31538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363" name="Google Shape;2363;p17"/>
                    <p:cNvSpPr/>
                    <p:nvPr/>
                  </p:nvSpPr>
                  <p:spPr>
                    <a:xfrm>
                      <a:off x="3678620" y="2448910"/>
                      <a:ext cx="3783724" cy="1324303"/>
                    </a:xfrm>
                    <a:custGeom>
                      <a:rect b="b" l="l" r="r" t="t"/>
                      <a:pathLst>
                        <a:path extrusionOk="0" h="1324303" w="3783724">
                          <a:moveTo>
                            <a:pt x="0" y="1313793"/>
                          </a:moveTo>
                          <a:lnTo>
                            <a:pt x="0" y="1313793"/>
                          </a:lnTo>
                          <a:lnTo>
                            <a:pt x="252248" y="0"/>
                          </a:lnTo>
                          <a:lnTo>
                            <a:pt x="3415862" y="21020"/>
                          </a:lnTo>
                          <a:lnTo>
                            <a:pt x="3783724" y="1324303"/>
                          </a:lnTo>
                          <a:lnTo>
                            <a:pt x="0" y="1313793"/>
                          </a:lnTo>
                          <a:close/>
                        </a:path>
                      </a:pathLst>
                    </a:cu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2364" name="Google Shape;2364;p17"/>
                    <p:cNvGrpSpPr/>
                    <p:nvPr/>
                  </p:nvGrpSpPr>
                  <p:grpSpPr>
                    <a:xfrm>
                      <a:off x="3941378" y="2603243"/>
                      <a:ext cx="3202061" cy="1066110"/>
                      <a:chOff x="7939341" y="3037317"/>
                      <a:chExt cx="897649" cy="353919"/>
                    </a:xfrm>
                  </p:grpSpPr>
                  <p:sp>
                    <p:nvSpPr>
                      <p:cNvPr id="2304" name="Google Shape;2304;p17"/>
                      <p:cNvSpPr/>
                      <p:nvPr/>
                    </p:nvSpPr>
                    <p:spPr>
                      <a:xfrm>
                        <a:off x="7964170" y="30373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365" name="Google Shape;2365;p17"/>
                      <p:cNvSpPr/>
                      <p:nvPr/>
                    </p:nvSpPr>
                    <p:spPr>
                      <a:xfrm>
                        <a:off x="8519948" y="32067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366" name="Google Shape;2366;p17"/>
                      <p:cNvSpPr/>
                      <p:nvPr/>
                    </p:nvSpPr>
                    <p:spPr>
                      <a:xfrm>
                        <a:off x="7939341" y="32067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367" name="Google Shape;2367;p17"/>
                      <p:cNvSpPr/>
                      <p:nvPr/>
                    </p:nvSpPr>
                    <p:spPr>
                      <a:xfrm>
                        <a:off x="8047413" y="31234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cxnSp>
              <p:nvCxnSpPr>
                <p:cNvPr id="2368" name="Google Shape;2368;p17"/>
                <p:cNvCxnSpPr>
                  <a:endCxn id="2369" idx="9"/>
                </p:cNvCxnSpPr>
                <p:nvPr/>
              </p:nvCxnSpPr>
              <p:spPr>
                <a:xfrm>
                  <a:off x="7282802" y="4119099"/>
                  <a:ext cx="32700" cy="571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2370" name="Google Shape;2370;p17"/>
                <p:cNvGrpSpPr/>
                <p:nvPr/>
              </p:nvGrpSpPr>
              <p:grpSpPr>
                <a:xfrm>
                  <a:off x="6885965" y="4644942"/>
                  <a:ext cx="267206" cy="997245"/>
                  <a:chOff x="6424315" y="4488570"/>
                  <a:chExt cx="267206" cy="997245"/>
                </a:xfrm>
              </p:grpSpPr>
              <p:grpSp>
                <p:nvGrpSpPr>
                  <p:cNvPr id="2371" name="Google Shape;2371;p17"/>
                  <p:cNvGrpSpPr/>
                  <p:nvPr/>
                </p:nvGrpSpPr>
                <p:grpSpPr>
                  <a:xfrm>
                    <a:off x="6424315" y="4636502"/>
                    <a:ext cx="237939" cy="849312"/>
                    <a:chOff x="6396366" y="3061857"/>
                    <a:chExt cx="570079" cy="838094"/>
                  </a:xfrm>
                </p:grpSpPr>
                <p:sp>
                  <p:nvSpPr>
                    <p:cNvPr id="2372" name="Google Shape;2372;p17"/>
                    <p:cNvSpPr/>
                    <p:nvPr/>
                  </p:nvSpPr>
                  <p:spPr>
                    <a:xfrm>
                      <a:off x="6509786" y="3061857"/>
                      <a:ext cx="447707" cy="742536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2373" name="Google Shape;2373;p17"/>
                    <p:cNvCxnSpPr/>
                    <p:nvPr/>
                  </p:nvCxnSpPr>
                  <p:spPr>
                    <a:xfrm flipH="1" rot="10800000">
                      <a:off x="684705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2374" name="Google Shape;2374;p17"/>
                    <p:cNvSpPr/>
                    <p:nvPr/>
                  </p:nvSpPr>
                  <p:spPr>
                    <a:xfrm>
                      <a:off x="6476953" y="3071256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2375" name="Google Shape;2375;p17"/>
                    <p:cNvCxnSpPr/>
                    <p:nvPr/>
                  </p:nvCxnSpPr>
                  <p:spPr>
                    <a:xfrm flipH="1" rot="10800000">
                      <a:off x="639636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2376" name="Google Shape;2376;p17"/>
                    <p:cNvSpPr/>
                    <p:nvPr/>
                  </p:nvSpPr>
                  <p:spPr>
                    <a:xfrm>
                      <a:off x="6817210" y="3702567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377" name="Google Shape;2377;p17"/>
                    <p:cNvSpPr/>
                    <p:nvPr/>
                  </p:nvSpPr>
                  <p:spPr>
                    <a:xfrm>
                      <a:off x="6405320" y="3157415"/>
                      <a:ext cx="444723" cy="742536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2378" name="Google Shape;2378;p17"/>
                    <p:cNvCxnSpPr/>
                    <p:nvPr/>
                  </p:nvCxnSpPr>
                  <p:spPr>
                    <a:xfrm flipH="1" rot="10800000">
                      <a:off x="6847057" y="3804392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grpSp>
                  <p:nvGrpSpPr>
                    <p:cNvPr id="2379" name="Google Shape;2379;p17"/>
                    <p:cNvGrpSpPr/>
                    <p:nvPr/>
                  </p:nvGrpSpPr>
                  <p:grpSpPr>
                    <a:xfrm>
                      <a:off x="6399350" y="3137050"/>
                      <a:ext cx="561125" cy="92425"/>
                      <a:chOff x="6581076" y="2845711"/>
                      <a:chExt cx="561125" cy="92425"/>
                    </a:xfrm>
                  </p:grpSpPr>
                  <p:cxnSp>
                    <p:nvCxnSpPr>
                      <p:cNvPr id="2380" name="Google Shape;2380;p17"/>
                      <p:cNvCxnSpPr/>
                      <p:nvPr/>
                    </p:nvCxnSpPr>
                    <p:spPr>
                      <a:xfrm flipH="1" rot="10800000">
                        <a:off x="7028782" y="2845711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381" name="Google Shape;2381;p17"/>
                      <p:cNvCxnSpPr/>
                      <p:nvPr/>
                    </p:nvCxnSpPr>
                    <p:spPr>
                      <a:xfrm>
                        <a:off x="6581076" y="2938136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382" name="Google Shape;2382;p17"/>
                    <p:cNvGrpSpPr/>
                    <p:nvPr/>
                  </p:nvGrpSpPr>
                  <p:grpSpPr>
                    <a:xfrm>
                      <a:off x="6399351" y="3202845"/>
                      <a:ext cx="567094" cy="89292"/>
                      <a:chOff x="6581557" y="2845642"/>
                      <a:chExt cx="567094" cy="89292"/>
                    </a:xfrm>
                  </p:grpSpPr>
                  <p:cxnSp>
                    <p:nvCxnSpPr>
                      <p:cNvPr id="2383" name="Google Shape;2383;p17"/>
                      <p:cNvCxnSpPr/>
                      <p:nvPr/>
                    </p:nvCxnSpPr>
                    <p:spPr>
                      <a:xfrm flipH="1" rot="10800000">
                        <a:off x="7029263" y="2845642"/>
                        <a:ext cx="119388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384" name="Google Shape;2384;p17"/>
                      <p:cNvCxnSpPr/>
                      <p:nvPr/>
                    </p:nvCxnSpPr>
                    <p:spPr>
                      <a:xfrm>
                        <a:off x="6581557" y="293493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385" name="Google Shape;2385;p17"/>
                    <p:cNvGrpSpPr/>
                    <p:nvPr/>
                  </p:nvGrpSpPr>
                  <p:grpSpPr>
                    <a:xfrm>
                      <a:off x="6399350" y="3268639"/>
                      <a:ext cx="558142" cy="89292"/>
                      <a:chOff x="6582036" y="2845572"/>
                      <a:chExt cx="558142" cy="89292"/>
                    </a:xfrm>
                  </p:grpSpPr>
                  <p:cxnSp>
                    <p:nvCxnSpPr>
                      <p:cNvPr id="2386" name="Google Shape;2386;p17"/>
                      <p:cNvCxnSpPr/>
                      <p:nvPr/>
                    </p:nvCxnSpPr>
                    <p:spPr>
                      <a:xfrm flipH="1" rot="10800000">
                        <a:off x="7026759" y="284557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387" name="Google Shape;2387;p17"/>
                      <p:cNvCxnSpPr/>
                      <p:nvPr/>
                    </p:nvCxnSpPr>
                    <p:spPr>
                      <a:xfrm>
                        <a:off x="6582036" y="293486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388" name="Google Shape;2388;p17"/>
                    <p:cNvGrpSpPr/>
                    <p:nvPr/>
                  </p:nvGrpSpPr>
                  <p:grpSpPr>
                    <a:xfrm>
                      <a:off x="6399350" y="3334433"/>
                      <a:ext cx="558141" cy="89292"/>
                      <a:chOff x="6582516" y="2845502"/>
                      <a:chExt cx="558141" cy="89292"/>
                    </a:xfrm>
                  </p:grpSpPr>
                  <p:cxnSp>
                    <p:nvCxnSpPr>
                      <p:cNvPr id="2389" name="Google Shape;2389;p17"/>
                      <p:cNvCxnSpPr/>
                      <p:nvPr/>
                    </p:nvCxnSpPr>
                    <p:spPr>
                      <a:xfrm flipH="1" rot="10800000">
                        <a:off x="7027238" y="284550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390" name="Google Shape;2390;p17"/>
                      <p:cNvCxnSpPr/>
                      <p:nvPr/>
                    </p:nvCxnSpPr>
                    <p:spPr>
                      <a:xfrm>
                        <a:off x="6582516" y="293479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391" name="Google Shape;2391;p17"/>
                    <p:cNvGrpSpPr/>
                    <p:nvPr/>
                  </p:nvGrpSpPr>
                  <p:grpSpPr>
                    <a:xfrm>
                      <a:off x="6399349" y="3400228"/>
                      <a:ext cx="558142" cy="89292"/>
                      <a:chOff x="6582995" y="2845433"/>
                      <a:chExt cx="558142" cy="89292"/>
                    </a:xfrm>
                  </p:grpSpPr>
                  <p:cxnSp>
                    <p:nvCxnSpPr>
                      <p:cNvPr id="2392" name="Google Shape;2392;p17"/>
                      <p:cNvCxnSpPr/>
                      <p:nvPr/>
                    </p:nvCxnSpPr>
                    <p:spPr>
                      <a:xfrm flipH="1" rot="10800000">
                        <a:off x="7027718" y="2845433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393" name="Google Shape;2393;p17"/>
                      <p:cNvCxnSpPr/>
                      <p:nvPr/>
                    </p:nvCxnSpPr>
                    <p:spPr>
                      <a:xfrm>
                        <a:off x="6582995" y="293472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394" name="Google Shape;2394;p17"/>
                    <p:cNvGrpSpPr/>
                    <p:nvPr/>
                  </p:nvGrpSpPr>
                  <p:grpSpPr>
                    <a:xfrm>
                      <a:off x="6399351" y="3466022"/>
                      <a:ext cx="558141" cy="93992"/>
                      <a:chOff x="6583477" y="2845363"/>
                      <a:chExt cx="558141" cy="93992"/>
                    </a:xfrm>
                  </p:grpSpPr>
                  <p:cxnSp>
                    <p:nvCxnSpPr>
                      <p:cNvPr id="2395" name="Google Shape;2395;p17"/>
                      <p:cNvCxnSpPr/>
                      <p:nvPr/>
                    </p:nvCxnSpPr>
                    <p:spPr>
                      <a:xfrm flipH="1" rot="10800000">
                        <a:off x="7028199" y="2845363"/>
                        <a:ext cx="113419" cy="939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396" name="Google Shape;2396;p17"/>
                      <p:cNvCxnSpPr/>
                      <p:nvPr/>
                    </p:nvCxnSpPr>
                    <p:spPr>
                      <a:xfrm>
                        <a:off x="6583477" y="2939355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397" name="Google Shape;2397;p17"/>
                    <p:cNvGrpSpPr/>
                    <p:nvPr/>
                  </p:nvGrpSpPr>
                  <p:grpSpPr>
                    <a:xfrm>
                      <a:off x="6396366" y="3528683"/>
                      <a:ext cx="561126" cy="97125"/>
                      <a:chOff x="6580972" y="2842160"/>
                      <a:chExt cx="561126" cy="97125"/>
                    </a:xfrm>
                  </p:grpSpPr>
                  <p:cxnSp>
                    <p:nvCxnSpPr>
                      <p:cNvPr id="2398" name="Google Shape;2398;p17"/>
                      <p:cNvCxnSpPr/>
                      <p:nvPr/>
                    </p:nvCxnSpPr>
                    <p:spPr>
                      <a:xfrm flipH="1" rot="10800000">
                        <a:off x="7028679" y="284216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399" name="Google Shape;2399;p17"/>
                      <p:cNvCxnSpPr/>
                      <p:nvPr/>
                    </p:nvCxnSpPr>
                    <p:spPr>
                      <a:xfrm>
                        <a:off x="6580972" y="293928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400" name="Google Shape;2400;p17"/>
                    <p:cNvGrpSpPr/>
                    <p:nvPr/>
                  </p:nvGrpSpPr>
                  <p:grpSpPr>
                    <a:xfrm>
                      <a:off x="6396366" y="3594477"/>
                      <a:ext cx="561125" cy="97125"/>
                      <a:chOff x="6581452" y="2842090"/>
                      <a:chExt cx="561125" cy="97125"/>
                    </a:xfrm>
                  </p:grpSpPr>
                  <p:cxnSp>
                    <p:nvCxnSpPr>
                      <p:cNvPr id="2401" name="Google Shape;2401;p17"/>
                      <p:cNvCxnSpPr/>
                      <p:nvPr/>
                    </p:nvCxnSpPr>
                    <p:spPr>
                      <a:xfrm flipH="1" rot="10800000">
                        <a:off x="7029158" y="284209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402" name="Google Shape;2402;p17"/>
                      <p:cNvCxnSpPr/>
                      <p:nvPr/>
                    </p:nvCxnSpPr>
                    <p:spPr>
                      <a:xfrm>
                        <a:off x="6581452" y="2939215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403" name="Google Shape;2403;p17"/>
                    <p:cNvGrpSpPr/>
                    <p:nvPr/>
                  </p:nvGrpSpPr>
                  <p:grpSpPr>
                    <a:xfrm>
                      <a:off x="6396367" y="3664970"/>
                      <a:ext cx="558140" cy="92426"/>
                      <a:chOff x="6581933" y="2846719"/>
                      <a:chExt cx="558140" cy="92426"/>
                    </a:xfrm>
                  </p:grpSpPr>
                  <p:cxnSp>
                    <p:nvCxnSpPr>
                      <p:cNvPr id="2404" name="Google Shape;2404;p17"/>
                      <p:cNvCxnSpPr/>
                      <p:nvPr/>
                    </p:nvCxnSpPr>
                    <p:spPr>
                      <a:xfrm flipH="1" rot="10800000">
                        <a:off x="7026654" y="2846719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405" name="Google Shape;2405;p17"/>
                      <p:cNvCxnSpPr/>
                      <p:nvPr/>
                    </p:nvCxnSpPr>
                    <p:spPr>
                      <a:xfrm>
                        <a:off x="6581933" y="2939145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406" name="Google Shape;2406;p17"/>
                    <p:cNvGrpSpPr/>
                    <p:nvPr/>
                  </p:nvGrpSpPr>
                  <p:grpSpPr>
                    <a:xfrm>
                      <a:off x="6396367" y="3730765"/>
                      <a:ext cx="558139" cy="92426"/>
                      <a:chOff x="6582413" y="2846650"/>
                      <a:chExt cx="558139" cy="92426"/>
                    </a:xfrm>
                  </p:grpSpPr>
                  <p:cxnSp>
                    <p:nvCxnSpPr>
                      <p:cNvPr id="2407" name="Google Shape;2407;p17"/>
                      <p:cNvCxnSpPr/>
                      <p:nvPr/>
                    </p:nvCxnSpPr>
                    <p:spPr>
                      <a:xfrm flipH="1" rot="10800000">
                        <a:off x="7027133" y="2846650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408" name="Google Shape;2408;p17"/>
                      <p:cNvCxnSpPr/>
                      <p:nvPr/>
                    </p:nvCxnSpPr>
                    <p:spPr>
                      <a:xfrm>
                        <a:off x="6582413" y="2939076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cxnSp>
                <p:nvCxnSpPr>
                  <p:cNvPr id="2409" name="Google Shape;2409;p17"/>
                  <p:cNvCxnSpPr/>
                  <p:nvPr/>
                </p:nvCxnSpPr>
                <p:spPr>
                  <a:xfrm flipH="1">
                    <a:off x="6685171" y="4525377"/>
                    <a:ext cx="4763" cy="855662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410" name="Google Shape;2410;p17"/>
                  <p:cNvCxnSpPr/>
                  <p:nvPr/>
                </p:nvCxnSpPr>
                <p:spPr>
                  <a:xfrm>
                    <a:off x="6632784" y="4706352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411" name="Google Shape;2411;p17"/>
                  <p:cNvCxnSpPr/>
                  <p:nvPr/>
                </p:nvCxnSpPr>
                <p:spPr>
                  <a:xfrm>
                    <a:off x="6631196" y="477143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412" name="Google Shape;2412;p17"/>
                  <p:cNvCxnSpPr/>
                  <p:nvPr/>
                </p:nvCxnSpPr>
                <p:spPr>
                  <a:xfrm>
                    <a:off x="6631196" y="4849227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413" name="Google Shape;2413;p17"/>
                  <p:cNvCxnSpPr/>
                  <p:nvPr/>
                </p:nvCxnSpPr>
                <p:spPr>
                  <a:xfrm>
                    <a:off x="6629609" y="4914314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414" name="Google Shape;2414;p17"/>
                  <p:cNvCxnSpPr/>
                  <p:nvPr/>
                </p:nvCxnSpPr>
                <p:spPr>
                  <a:xfrm>
                    <a:off x="6628021" y="4976227"/>
                    <a:ext cx="60325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415" name="Google Shape;2415;p17"/>
                  <p:cNvCxnSpPr/>
                  <p:nvPr/>
                </p:nvCxnSpPr>
                <p:spPr>
                  <a:xfrm>
                    <a:off x="6628021" y="504448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416" name="Google Shape;2416;p17"/>
                  <p:cNvCxnSpPr/>
                  <p:nvPr/>
                </p:nvCxnSpPr>
                <p:spPr>
                  <a:xfrm>
                    <a:off x="6626434" y="511433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417" name="Google Shape;2417;p17"/>
                  <p:cNvCxnSpPr/>
                  <p:nvPr/>
                </p:nvCxnSpPr>
                <p:spPr>
                  <a:xfrm>
                    <a:off x="6629609" y="51841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418" name="Google Shape;2418;p17"/>
                  <p:cNvCxnSpPr/>
                  <p:nvPr/>
                </p:nvCxnSpPr>
                <p:spPr>
                  <a:xfrm>
                    <a:off x="6631196" y="525245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419" name="Google Shape;2419;p17"/>
                  <p:cNvCxnSpPr/>
                  <p:nvPr/>
                </p:nvCxnSpPr>
                <p:spPr>
                  <a:xfrm>
                    <a:off x="6631196" y="532230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420" name="Google Shape;2420;p17"/>
                  <p:cNvCxnSpPr/>
                  <p:nvPr/>
                </p:nvCxnSpPr>
                <p:spPr>
                  <a:xfrm>
                    <a:off x="6632784" y="53873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421" name="Google Shape;2421;p17"/>
                  <p:cNvCxnSpPr/>
                  <p:nvPr/>
                </p:nvCxnSpPr>
                <p:spPr>
                  <a:xfrm rot="10800000">
                    <a:off x="6632784" y="4531727"/>
                    <a:ext cx="58737" cy="0"/>
                  </a:xfrm>
                  <a:prstGeom prst="straightConnector1">
                    <a:avLst/>
                  </a:prstGeom>
                  <a:noFill/>
                  <a:ln cap="flat" cmpd="sng" w="222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2422" name="Google Shape;2422;p17"/>
                  <p:cNvGrpSpPr/>
                  <p:nvPr/>
                </p:nvGrpSpPr>
                <p:grpSpPr>
                  <a:xfrm>
                    <a:off x="6434171" y="4488570"/>
                    <a:ext cx="224203" cy="179034"/>
                    <a:chOff x="3668110" y="2448910"/>
                    <a:chExt cx="3794234" cy="2165130"/>
                  </a:xfrm>
                </p:grpSpPr>
                <p:sp>
                  <p:nvSpPr>
                    <p:cNvPr id="2423" name="Google Shape;2423;p17"/>
                    <p:cNvSpPr/>
                    <p:nvPr/>
                  </p:nvSpPr>
                  <p:spPr>
                    <a:xfrm>
                      <a:off x="3668110" y="3741409"/>
                      <a:ext cx="3780587" cy="872631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31538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424" name="Google Shape;2424;p17"/>
                    <p:cNvSpPr/>
                    <p:nvPr/>
                  </p:nvSpPr>
                  <p:spPr>
                    <a:xfrm>
                      <a:off x="3678620" y="2448910"/>
                      <a:ext cx="3783724" cy="1324303"/>
                    </a:xfrm>
                    <a:custGeom>
                      <a:rect b="b" l="l" r="r" t="t"/>
                      <a:pathLst>
                        <a:path extrusionOk="0" h="1324303" w="3783724">
                          <a:moveTo>
                            <a:pt x="0" y="1313793"/>
                          </a:moveTo>
                          <a:lnTo>
                            <a:pt x="0" y="1313793"/>
                          </a:lnTo>
                          <a:lnTo>
                            <a:pt x="252248" y="0"/>
                          </a:lnTo>
                          <a:lnTo>
                            <a:pt x="3415862" y="21020"/>
                          </a:lnTo>
                          <a:lnTo>
                            <a:pt x="3783724" y="1324303"/>
                          </a:lnTo>
                          <a:lnTo>
                            <a:pt x="0" y="1313793"/>
                          </a:lnTo>
                          <a:close/>
                        </a:path>
                      </a:pathLst>
                    </a:cu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2425" name="Google Shape;2425;p17"/>
                    <p:cNvGrpSpPr/>
                    <p:nvPr/>
                  </p:nvGrpSpPr>
                  <p:grpSpPr>
                    <a:xfrm>
                      <a:off x="3941378" y="2603243"/>
                      <a:ext cx="3202061" cy="1066110"/>
                      <a:chOff x="7939341" y="3037317"/>
                      <a:chExt cx="897649" cy="353919"/>
                    </a:xfrm>
                  </p:grpSpPr>
                  <p:sp>
                    <p:nvSpPr>
                      <p:cNvPr id="2426" name="Google Shape;2426;p17"/>
                      <p:cNvSpPr/>
                      <p:nvPr/>
                    </p:nvSpPr>
                    <p:spPr>
                      <a:xfrm>
                        <a:off x="7964170" y="30373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427" name="Google Shape;2427;p17"/>
                      <p:cNvSpPr/>
                      <p:nvPr/>
                    </p:nvSpPr>
                    <p:spPr>
                      <a:xfrm>
                        <a:off x="8519948" y="32067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428" name="Google Shape;2428;p17"/>
                      <p:cNvSpPr/>
                      <p:nvPr/>
                    </p:nvSpPr>
                    <p:spPr>
                      <a:xfrm>
                        <a:off x="7939341" y="32067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306" name="Google Shape;2306;p17"/>
                      <p:cNvSpPr/>
                      <p:nvPr/>
                    </p:nvSpPr>
                    <p:spPr>
                      <a:xfrm>
                        <a:off x="8047413" y="31234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2429" name="Google Shape;2429;p17"/>
                <p:cNvGrpSpPr/>
                <p:nvPr/>
              </p:nvGrpSpPr>
              <p:grpSpPr>
                <a:xfrm>
                  <a:off x="7195215" y="4648914"/>
                  <a:ext cx="267206" cy="997245"/>
                  <a:chOff x="6424315" y="4488570"/>
                  <a:chExt cx="267206" cy="997245"/>
                </a:xfrm>
              </p:grpSpPr>
              <p:grpSp>
                <p:nvGrpSpPr>
                  <p:cNvPr id="2430" name="Google Shape;2430;p17"/>
                  <p:cNvGrpSpPr/>
                  <p:nvPr/>
                </p:nvGrpSpPr>
                <p:grpSpPr>
                  <a:xfrm>
                    <a:off x="6424315" y="4636502"/>
                    <a:ext cx="237939" cy="849312"/>
                    <a:chOff x="6396366" y="3061857"/>
                    <a:chExt cx="570079" cy="838094"/>
                  </a:xfrm>
                </p:grpSpPr>
                <p:sp>
                  <p:nvSpPr>
                    <p:cNvPr id="2431" name="Google Shape;2431;p17"/>
                    <p:cNvSpPr/>
                    <p:nvPr/>
                  </p:nvSpPr>
                  <p:spPr>
                    <a:xfrm>
                      <a:off x="6509786" y="3061857"/>
                      <a:ext cx="447707" cy="742536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2432" name="Google Shape;2432;p17"/>
                    <p:cNvCxnSpPr/>
                    <p:nvPr/>
                  </p:nvCxnSpPr>
                  <p:spPr>
                    <a:xfrm flipH="1" rot="10800000">
                      <a:off x="684705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2433" name="Google Shape;2433;p17"/>
                    <p:cNvSpPr/>
                    <p:nvPr/>
                  </p:nvSpPr>
                  <p:spPr>
                    <a:xfrm>
                      <a:off x="6476953" y="3071256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2434" name="Google Shape;2434;p17"/>
                    <p:cNvCxnSpPr/>
                    <p:nvPr/>
                  </p:nvCxnSpPr>
                  <p:spPr>
                    <a:xfrm flipH="1" rot="10800000">
                      <a:off x="639636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2435" name="Google Shape;2435;p17"/>
                    <p:cNvSpPr/>
                    <p:nvPr/>
                  </p:nvSpPr>
                  <p:spPr>
                    <a:xfrm>
                      <a:off x="6817210" y="3702567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436" name="Google Shape;2436;p17"/>
                    <p:cNvSpPr/>
                    <p:nvPr/>
                  </p:nvSpPr>
                  <p:spPr>
                    <a:xfrm>
                      <a:off x="6405320" y="3157415"/>
                      <a:ext cx="444723" cy="742536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2437" name="Google Shape;2437;p17"/>
                    <p:cNvCxnSpPr/>
                    <p:nvPr/>
                  </p:nvCxnSpPr>
                  <p:spPr>
                    <a:xfrm flipH="1" rot="10800000">
                      <a:off x="6847057" y="3804392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grpSp>
                  <p:nvGrpSpPr>
                    <p:cNvPr id="2438" name="Google Shape;2438;p17"/>
                    <p:cNvGrpSpPr/>
                    <p:nvPr/>
                  </p:nvGrpSpPr>
                  <p:grpSpPr>
                    <a:xfrm>
                      <a:off x="6399350" y="3137050"/>
                      <a:ext cx="561125" cy="92425"/>
                      <a:chOff x="6581076" y="2845711"/>
                      <a:chExt cx="561125" cy="92425"/>
                    </a:xfrm>
                  </p:grpSpPr>
                  <p:cxnSp>
                    <p:nvCxnSpPr>
                      <p:cNvPr id="2439" name="Google Shape;2439;p17"/>
                      <p:cNvCxnSpPr/>
                      <p:nvPr/>
                    </p:nvCxnSpPr>
                    <p:spPr>
                      <a:xfrm flipH="1" rot="10800000">
                        <a:off x="7028782" y="2845711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440" name="Google Shape;2440;p17"/>
                      <p:cNvCxnSpPr/>
                      <p:nvPr/>
                    </p:nvCxnSpPr>
                    <p:spPr>
                      <a:xfrm>
                        <a:off x="6581076" y="2938136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441" name="Google Shape;2441;p17"/>
                    <p:cNvGrpSpPr/>
                    <p:nvPr/>
                  </p:nvGrpSpPr>
                  <p:grpSpPr>
                    <a:xfrm>
                      <a:off x="6399351" y="3202845"/>
                      <a:ext cx="567094" cy="89292"/>
                      <a:chOff x="6581557" y="2845642"/>
                      <a:chExt cx="567094" cy="89292"/>
                    </a:xfrm>
                  </p:grpSpPr>
                  <p:cxnSp>
                    <p:nvCxnSpPr>
                      <p:cNvPr id="2442" name="Google Shape;2442;p17"/>
                      <p:cNvCxnSpPr/>
                      <p:nvPr/>
                    </p:nvCxnSpPr>
                    <p:spPr>
                      <a:xfrm flipH="1" rot="10800000">
                        <a:off x="7029263" y="2845642"/>
                        <a:ext cx="119388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443" name="Google Shape;2443;p17"/>
                      <p:cNvCxnSpPr/>
                      <p:nvPr/>
                    </p:nvCxnSpPr>
                    <p:spPr>
                      <a:xfrm>
                        <a:off x="6581557" y="293493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444" name="Google Shape;2444;p17"/>
                    <p:cNvGrpSpPr/>
                    <p:nvPr/>
                  </p:nvGrpSpPr>
                  <p:grpSpPr>
                    <a:xfrm>
                      <a:off x="6399350" y="3268639"/>
                      <a:ext cx="558142" cy="89292"/>
                      <a:chOff x="6582036" y="2845572"/>
                      <a:chExt cx="558142" cy="89292"/>
                    </a:xfrm>
                  </p:grpSpPr>
                  <p:cxnSp>
                    <p:nvCxnSpPr>
                      <p:cNvPr id="2445" name="Google Shape;2445;p17"/>
                      <p:cNvCxnSpPr/>
                      <p:nvPr/>
                    </p:nvCxnSpPr>
                    <p:spPr>
                      <a:xfrm flipH="1" rot="10800000">
                        <a:off x="7026759" y="284557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446" name="Google Shape;2446;p17"/>
                      <p:cNvCxnSpPr/>
                      <p:nvPr/>
                    </p:nvCxnSpPr>
                    <p:spPr>
                      <a:xfrm>
                        <a:off x="6582036" y="293486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447" name="Google Shape;2447;p17"/>
                    <p:cNvGrpSpPr/>
                    <p:nvPr/>
                  </p:nvGrpSpPr>
                  <p:grpSpPr>
                    <a:xfrm>
                      <a:off x="6399350" y="3334433"/>
                      <a:ext cx="558141" cy="89292"/>
                      <a:chOff x="6582516" y="2845502"/>
                      <a:chExt cx="558141" cy="89292"/>
                    </a:xfrm>
                  </p:grpSpPr>
                  <p:cxnSp>
                    <p:nvCxnSpPr>
                      <p:cNvPr id="2448" name="Google Shape;2448;p17"/>
                      <p:cNvCxnSpPr/>
                      <p:nvPr/>
                    </p:nvCxnSpPr>
                    <p:spPr>
                      <a:xfrm flipH="1" rot="10800000">
                        <a:off x="7027238" y="284550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449" name="Google Shape;2449;p17"/>
                      <p:cNvCxnSpPr/>
                      <p:nvPr/>
                    </p:nvCxnSpPr>
                    <p:spPr>
                      <a:xfrm>
                        <a:off x="6582516" y="293479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450" name="Google Shape;2450;p17"/>
                    <p:cNvGrpSpPr/>
                    <p:nvPr/>
                  </p:nvGrpSpPr>
                  <p:grpSpPr>
                    <a:xfrm>
                      <a:off x="6399349" y="3400228"/>
                      <a:ext cx="558142" cy="89292"/>
                      <a:chOff x="6582995" y="2845433"/>
                      <a:chExt cx="558142" cy="89292"/>
                    </a:xfrm>
                  </p:grpSpPr>
                  <p:cxnSp>
                    <p:nvCxnSpPr>
                      <p:cNvPr id="2451" name="Google Shape;2451;p17"/>
                      <p:cNvCxnSpPr/>
                      <p:nvPr/>
                    </p:nvCxnSpPr>
                    <p:spPr>
                      <a:xfrm flipH="1" rot="10800000">
                        <a:off x="7027718" y="2845433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452" name="Google Shape;2452;p17"/>
                      <p:cNvCxnSpPr/>
                      <p:nvPr/>
                    </p:nvCxnSpPr>
                    <p:spPr>
                      <a:xfrm>
                        <a:off x="6582995" y="293472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453" name="Google Shape;2453;p17"/>
                    <p:cNvGrpSpPr/>
                    <p:nvPr/>
                  </p:nvGrpSpPr>
                  <p:grpSpPr>
                    <a:xfrm>
                      <a:off x="6399351" y="3466022"/>
                      <a:ext cx="558141" cy="93992"/>
                      <a:chOff x="6583477" y="2845363"/>
                      <a:chExt cx="558141" cy="93992"/>
                    </a:xfrm>
                  </p:grpSpPr>
                  <p:cxnSp>
                    <p:nvCxnSpPr>
                      <p:cNvPr id="2454" name="Google Shape;2454;p17"/>
                      <p:cNvCxnSpPr/>
                      <p:nvPr/>
                    </p:nvCxnSpPr>
                    <p:spPr>
                      <a:xfrm flipH="1" rot="10800000">
                        <a:off x="7028199" y="2845363"/>
                        <a:ext cx="113419" cy="939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455" name="Google Shape;2455;p17"/>
                      <p:cNvCxnSpPr/>
                      <p:nvPr/>
                    </p:nvCxnSpPr>
                    <p:spPr>
                      <a:xfrm>
                        <a:off x="6583477" y="2939355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456" name="Google Shape;2456;p17"/>
                    <p:cNvGrpSpPr/>
                    <p:nvPr/>
                  </p:nvGrpSpPr>
                  <p:grpSpPr>
                    <a:xfrm>
                      <a:off x="6396366" y="3528683"/>
                      <a:ext cx="561126" cy="97125"/>
                      <a:chOff x="6580972" y="2842160"/>
                      <a:chExt cx="561126" cy="97125"/>
                    </a:xfrm>
                  </p:grpSpPr>
                  <p:cxnSp>
                    <p:nvCxnSpPr>
                      <p:cNvPr id="2457" name="Google Shape;2457;p17"/>
                      <p:cNvCxnSpPr/>
                      <p:nvPr/>
                    </p:nvCxnSpPr>
                    <p:spPr>
                      <a:xfrm flipH="1" rot="10800000">
                        <a:off x="7028679" y="284216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458" name="Google Shape;2458;p17"/>
                      <p:cNvCxnSpPr/>
                      <p:nvPr/>
                    </p:nvCxnSpPr>
                    <p:spPr>
                      <a:xfrm>
                        <a:off x="6580972" y="293928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459" name="Google Shape;2459;p17"/>
                    <p:cNvGrpSpPr/>
                    <p:nvPr/>
                  </p:nvGrpSpPr>
                  <p:grpSpPr>
                    <a:xfrm>
                      <a:off x="6396366" y="3594477"/>
                      <a:ext cx="561125" cy="97125"/>
                      <a:chOff x="6581452" y="2842090"/>
                      <a:chExt cx="561125" cy="97125"/>
                    </a:xfrm>
                  </p:grpSpPr>
                  <p:cxnSp>
                    <p:nvCxnSpPr>
                      <p:cNvPr id="2460" name="Google Shape;2460;p17"/>
                      <p:cNvCxnSpPr/>
                      <p:nvPr/>
                    </p:nvCxnSpPr>
                    <p:spPr>
                      <a:xfrm flipH="1" rot="10800000">
                        <a:off x="7029158" y="284209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461" name="Google Shape;2461;p17"/>
                      <p:cNvCxnSpPr/>
                      <p:nvPr/>
                    </p:nvCxnSpPr>
                    <p:spPr>
                      <a:xfrm>
                        <a:off x="6581452" y="2939215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462" name="Google Shape;2462;p17"/>
                    <p:cNvGrpSpPr/>
                    <p:nvPr/>
                  </p:nvGrpSpPr>
                  <p:grpSpPr>
                    <a:xfrm>
                      <a:off x="6396367" y="3664970"/>
                      <a:ext cx="558140" cy="92426"/>
                      <a:chOff x="6581933" y="2846719"/>
                      <a:chExt cx="558140" cy="92426"/>
                    </a:xfrm>
                  </p:grpSpPr>
                  <p:cxnSp>
                    <p:nvCxnSpPr>
                      <p:cNvPr id="2463" name="Google Shape;2463;p17"/>
                      <p:cNvCxnSpPr/>
                      <p:nvPr/>
                    </p:nvCxnSpPr>
                    <p:spPr>
                      <a:xfrm flipH="1" rot="10800000">
                        <a:off x="7026654" y="2846719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464" name="Google Shape;2464;p17"/>
                      <p:cNvCxnSpPr/>
                      <p:nvPr/>
                    </p:nvCxnSpPr>
                    <p:spPr>
                      <a:xfrm>
                        <a:off x="6581933" y="2939145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465" name="Google Shape;2465;p17"/>
                    <p:cNvGrpSpPr/>
                    <p:nvPr/>
                  </p:nvGrpSpPr>
                  <p:grpSpPr>
                    <a:xfrm>
                      <a:off x="6396367" y="3730765"/>
                      <a:ext cx="558139" cy="92426"/>
                      <a:chOff x="6582413" y="2846650"/>
                      <a:chExt cx="558139" cy="92426"/>
                    </a:xfrm>
                  </p:grpSpPr>
                  <p:cxnSp>
                    <p:nvCxnSpPr>
                      <p:cNvPr id="2466" name="Google Shape;2466;p17"/>
                      <p:cNvCxnSpPr/>
                      <p:nvPr/>
                    </p:nvCxnSpPr>
                    <p:spPr>
                      <a:xfrm flipH="1" rot="10800000">
                        <a:off x="7027133" y="2846650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467" name="Google Shape;2467;p17"/>
                      <p:cNvCxnSpPr/>
                      <p:nvPr/>
                    </p:nvCxnSpPr>
                    <p:spPr>
                      <a:xfrm>
                        <a:off x="6582413" y="2939076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cxnSp>
                <p:nvCxnSpPr>
                  <p:cNvPr id="2468" name="Google Shape;2468;p17"/>
                  <p:cNvCxnSpPr/>
                  <p:nvPr/>
                </p:nvCxnSpPr>
                <p:spPr>
                  <a:xfrm flipH="1">
                    <a:off x="6685171" y="4525377"/>
                    <a:ext cx="4763" cy="855662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469" name="Google Shape;2469;p17"/>
                  <p:cNvCxnSpPr/>
                  <p:nvPr/>
                </p:nvCxnSpPr>
                <p:spPr>
                  <a:xfrm>
                    <a:off x="6632784" y="4706352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470" name="Google Shape;2470;p17"/>
                  <p:cNvCxnSpPr/>
                  <p:nvPr/>
                </p:nvCxnSpPr>
                <p:spPr>
                  <a:xfrm>
                    <a:off x="6631196" y="477143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471" name="Google Shape;2471;p17"/>
                  <p:cNvCxnSpPr/>
                  <p:nvPr/>
                </p:nvCxnSpPr>
                <p:spPr>
                  <a:xfrm>
                    <a:off x="6631196" y="4849227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472" name="Google Shape;2472;p17"/>
                  <p:cNvCxnSpPr/>
                  <p:nvPr/>
                </p:nvCxnSpPr>
                <p:spPr>
                  <a:xfrm>
                    <a:off x="6629609" y="4914314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473" name="Google Shape;2473;p17"/>
                  <p:cNvCxnSpPr/>
                  <p:nvPr/>
                </p:nvCxnSpPr>
                <p:spPr>
                  <a:xfrm>
                    <a:off x="6628021" y="4976227"/>
                    <a:ext cx="60325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474" name="Google Shape;2474;p17"/>
                  <p:cNvCxnSpPr/>
                  <p:nvPr/>
                </p:nvCxnSpPr>
                <p:spPr>
                  <a:xfrm>
                    <a:off x="6628021" y="504448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475" name="Google Shape;2475;p17"/>
                  <p:cNvCxnSpPr/>
                  <p:nvPr/>
                </p:nvCxnSpPr>
                <p:spPr>
                  <a:xfrm>
                    <a:off x="6626434" y="511433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476" name="Google Shape;2476;p17"/>
                  <p:cNvCxnSpPr/>
                  <p:nvPr/>
                </p:nvCxnSpPr>
                <p:spPr>
                  <a:xfrm>
                    <a:off x="6629609" y="51841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477" name="Google Shape;2477;p17"/>
                  <p:cNvCxnSpPr/>
                  <p:nvPr/>
                </p:nvCxnSpPr>
                <p:spPr>
                  <a:xfrm>
                    <a:off x="6631196" y="525245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478" name="Google Shape;2478;p17"/>
                  <p:cNvCxnSpPr/>
                  <p:nvPr/>
                </p:nvCxnSpPr>
                <p:spPr>
                  <a:xfrm>
                    <a:off x="6631196" y="532230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479" name="Google Shape;2479;p17"/>
                  <p:cNvCxnSpPr/>
                  <p:nvPr/>
                </p:nvCxnSpPr>
                <p:spPr>
                  <a:xfrm>
                    <a:off x="6632784" y="53873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480" name="Google Shape;2480;p17"/>
                  <p:cNvCxnSpPr/>
                  <p:nvPr/>
                </p:nvCxnSpPr>
                <p:spPr>
                  <a:xfrm rot="10800000">
                    <a:off x="6632784" y="4531727"/>
                    <a:ext cx="58737" cy="0"/>
                  </a:xfrm>
                  <a:prstGeom prst="straightConnector1">
                    <a:avLst/>
                  </a:prstGeom>
                  <a:noFill/>
                  <a:ln cap="flat" cmpd="sng" w="222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2481" name="Google Shape;2481;p17"/>
                  <p:cNvGrpSpPr/>
                  <p:nvPr/>
                </p:nvGrpSpPr>
                <p:grpSpPr>
                  <a:xfrm>
                    <a:off x="6434171" y="4488570"/>
                    <a:ext cx="224203" cy="179034"/>
                    <a:chOff x="3668110" y="2448910"/>
                    <a:chExt cx="3794234" cy="2165130"/>
                  </a:xfrm>
                </p:grpSpPr>
                <p:sp>
                  <p:nvSpPr>
                    <p:cNvPr id="2482" name="Google Shape;2482;p17"/>
                    <p:cNvSpPr/>
                    <p:nvPr/>
                  </p:nvSpPr>
                  <p:spPr>
                    <a:xfrm>
                      <a:off x="3668110" y="3741409"/>
                      <a:ext cx="3780587" cy="872631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31538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483" name="Google Shape;2483;p17"/>
                    <p:cNvSpPr/>
                    <p:nvPr/>
                  </p:nvSpPr>
                  <p:spPr>
                    <a:xfrm>
                      <a:off x="3678620" y="2448910"/>
                      <a:ext cx="3783724" cy="1324303"/>
                    </a:xfrm>
                    <a:custGeom>
                      <a:rect b="b" l="l" r="r" t="t"/>
                      <a:pathLst>
                        <a:path extrusionOk="0" h="1324303" w="3783724">
                          <a:moveTo>
                            <a:pt x="0" y="1313793"/>
                          </a:moveTo>
                          <a:lnTo>
                            <a:pt x="0" y="1313793"/>
                          </a:lnTo>
                          <a:lnTo>
                            <a:pt x="252248" y="0"/>
                          </a:lnTo>
                          <a:lnTo>
                            <a:pt x="3415862" y="21020"/>
                          </a:lnTo>
                          <a:lnTo>
                            <a:pt x="3783724" y="1324303"/>
                          </a:lnTo>
                          <a:lnTo>
                            <a:pt x="0" y="1313793"/>
                          </a:lnTo>
                          <a:close/>
                        </a:path>
                      </a:pathLst>
                    </a:cu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2484" name="Google Shape;2484;p17"/>
                    <p:cNvGrpSpPr/>
                    <p:nvPr/>
                  </p:nvGrpSpPr>
                  <p:grpSpPr>
                    <a:xfrm>
                      <a:off x="3941378" y="2603243"/>
                      <a:ext cx="3202061" cy="1066110"/>
                      <a:chOff x="7939341" y="3037317"/>
                      <a:chExt cx="897649" cy="353919"/>
                    </a:xfrm>
                  </p:grpSpPr>
                  <p:sp>
                    <p:nvSpPr>
                      <p:cNvPr id="2369" name="Google Shape;2369;p17"/>
                      <p:cNvSpPr/>
                      <p:nvPr/>
                    </p:nvSpPr>
                    <p:spPr>
                      <a:xfrm>
                        <a:off x="7964170" y="30373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485" name="Google Shape;2485;p17"/>
                      <p:cNvSpPr/>
                      <p:nvPr/>
                    </p:nvSpPr>
                    <p:spPr>
                      <a:xfrm>
                        <a:off x="8519948" y="32067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486" name="Google Shape;2486;p17"/>
                      <p:cNvSpPr/>
                      <p:nvPr/>
                    </p:nvSpPr>
                    <p:spPr>
                      <a:xfrm>
                        <a:off x="7939341" y="32067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487" name="Google Shape;2487;p17"/>
                      <p:cNvSpPr/>
                      <p:nvPr/>
                    </p:nvSpPr>
                    <p:spPr>
                      <a:xfrm>
                        <a:off x="8047413" y="31234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2488" name="Google Shape;2488;p17"/>
                <p:cNvGrpSpPr/>
                <p:nvPr/>
              </p:nvGrpSpPr>
              <p:grpSpPr>
                <a:xfrm>
                  <a:off x="7734734" y="4641605"/>
                  <a:ext cx="267206" cy="997245"/>
                  <a:chOff x="6424315" y="4488570"/>
                  <a:chExt cx="267206" cy="997245"/>
                </a:xfrm>
              </p:grpSpPr>
              <p:grpSp>
                <p:nvGrpSpPr>
                  <p:cNvPr id="2489" name="Google Shape;2489;p17"/>
                  <p:cNvGrpSpPr/>
                  <p:nvPr/>
                </p:nvGrpSpPr>
                <p:grpSpPr>
                  <a:xfrm>
                    <a:off x="6424315" y="4636502"/>
                    <a:ext cx="237939" cy="849312"/>
                    <a:chOff x="6396366" y="3061857"/>
                    <a:chExt cx="570079" cy="838094"/>
                  </a:xfrm>
                </p:grpSpPr>
                <p:sp>
                  <p:nvSpPr>
                    <p:cNvPr id="2490" name="Google Shape;2490;p17"/>
                    <p:cNvSpPr/>
                    <p:nvPr/>
                  </p:nvSpPr>
                  <p:spPr>
                    <a:xfrm>
                      <a:off x="6509786" y="3061857"/>
                      <a:ext cx="447707" cy="742536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2491" name="Google Shape;2491;p17"/>
                    <p:cNvCxnSpPr/>
                    <p:nvPr/>
                  </p:nvCxnSpPr>
                  <p:spPr>
                    <a:xfrm flipH="1" rot="10800000">
                      <a:off x="684705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2492" name="Google Shape;2492;p17"/>
                    <p:cNvSpPr/>
                    <p:nvPr/>
                  </p:nvSpPr>
                  <p:spPr>
                    <a:xfrm>
                      <a:off x="6476953" y="3071256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2493" name="Google Shape;2493;p17"/>
                    <p:cNvCxnSpPr/>
                    <p:nvPr/>
                  </p:nvCxnSpPr>
                  <p:spPr>
                    <a:xfrm flipH="1" rot="10800000">
                      <a:off x="639636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2494" name="Google Shape;2494;p17"/>
                    <p:cNvSpPr/>
                    <p:nvPr/>
                  </p:nvSpPr>
                  <p:spPr>
                    <a:xfrm>
                      <a:off x="6817210" y="3702567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495" name="Google Shape;2495;p17"/>
                    <p:cNvSpPr/>
                    <p:nvPr/>
                  </p:nvSpPr>
                  <p:spPr>
                    <a:xfrm>
                      <a:off x="6405320" y="3157415"/>
                      <a:ext cx="444723" cy="742536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2496" name="Google Shape;2496;p17"/>
                    <p:cNvCxnSpPr/>
                    <p:nvPr/>
                  </p:nvCxnSpPr>
                  <p:spPr>
                    <a:xfrm flipH="1" rot="10800000">
                      <a:off x="6847057" y="3804392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grpSp>
                  <p:nvGrpSpPr>
                    <p:cNvPr id="2497" name="Google Shape;2497;p17"/>
                    <p:cNvGrpSpPr/>
                    <p:nvPr/>
                  </p:nvGrpSpPr>
                  <p:grpSpPr>
                    <a:xfrm>
                      <a:off x="6399350" y="3137050"/>
                      <a:ext cx="561125" cy="92425"/>
                      <a:chOff x="6581076" y="2845711"/>
                      <a:chExt cx="561125" cy="92425"/>
                    </a:xfrm>
                  </p:grpSpPr>
                  <p:cxnSp>
                    <p:nvCxnSpPr>
                      <p:cNvPr id="2498" name="Google Shape;2498;p17"/>
                      <p:cNvCxnSpPr/>
                      <p:nvPr/>
                    </p:nvCxnSpPr>
                    <p:spPr>
                      <a:xfrm flipH="1" rot="10800000">
                        <a:off x="7028782" y="2845711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499" name="Google Shape;2499;p17"/>
                      <p:cNvCxnSpPr/>
                      <p:nvPr/>
                    </p:nvCxnSpPr>
                    <p:spPr>
                      <a:xfrm>
                        <a:off x="6581076" y="2938136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500" name="Google Shape;2500;p17"/>
                    <p:cNvGrpSpPr/>
                    <p:nvPr/>
                  </p:nvGrpSpPr>
                  <p:grpSpPr>
                    <a:xfrm>
                      <a:off x="6399351" y="3202845"/>
                      <a:ext cx="567094" cy="89292"/>
                      <a:chOff x="6581557" y="2845642"/>
                      <a:chExt cx="567094" cy="89292"/>
                    </a:xfrm>
                  </p:grpSpPr>
                  <p:cxnSp>
                    <p:nvCxnSpPr>
                      <p:cNvPr id="2501" name="Google Shape;2501;p17"/>
                      <p:cNvCxnSpPr/>
                      <p:nvPr/>
                    </p:nvCxnSpPr>
                    <p:spPr>
                      <a:xfrm flipH="1" rot="10800000">
                        <a:off x="7029263" y="2845642"/>
                        <a:ext cx="119388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502" name="Google Shape;2502;p17"/>
                      <p:cNvCxnSpPr/>
                      <p:nvPr/>
                    </p:nvCxnSpPr>
                    <p:spPr>
                      <a:xfrm>
                        <a:off x="6581557" y="293493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503" name="Google Shape;2503;p17"/>
                    <p:cNvGrpSpPr/>
                    <p:nvPr/>
                  </p:nvGrpSpPr>
                  <p:grpSpPr>
                    <a:xfrm>
                      <a:off x="6399350" y="3268639"/>
                      <a:ext cx="558142" cy="89292"/>
                      <a:chOff x="6582036" y="2845572"/>
                      <a:chExt cx="558142" cy="89292"/>
                    </a:xfrm>
                  </p:grpSpPr>
                  <p:cxnSp>
                    <p:nvCxnSpPr>
                      <p:cNvPr id="2504" name="Google Shape;2504;p17"/>
                      <p:cNvCxnSpPr/>
                      <p:nvPr/>
                    </p:nvCxnSpPr>
                    <p:spPr>
                      <a:xfrm flipH="1" rot="10800000">
                        <a:off x="7026759" y="284557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505" name="Google Shape;2505;p17"/>
                      <p:cNvCxnSpPr/>
                      <p:nvPr/>
                    </p:nvCxnSpPr>
                    <p:spPr>
                      <a:xfrm>
                        <a:off x="6582036" y="293486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506" name="Google Shape;2506;p17"/>
                    <p:cNvGrpSpPr/>
                    <p:nvPr/>
                  </p:nvGrpSpPr>
                  <p:grpSpPr>
                    <a:xfrm>
                      <a:off x="6399350" y="3334433"/>
                      <a:ext cx="558141" cy="89292"/>
                      <a:chOff x="6582516" y="2845502"/>
                      <a:chExt cx="558141" cy="89292"/>
                    </a:xfrm>
                  </p:grpSpPr>
                  <p:cxnSp>
                    <p:nvCxnSpPr>
                      <p:cNvPr id="2507" name="Google Shape;2507;p17"/>
                      <p:cNvCxnSpPr/>
                      <p:nvPr/>
                    </p:nvCxnSpPr>
                    <p:spPr>
                      <a:xfrm flipH="1" rot="10800000">
                        <a:off x="7027238" y="284550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508" name="Google Shape;2508;p17"/>
                      <p:cNvCxnSpPr/>
                      <p:nvPr/>
                    </p:nvCxnSpPr>
                    <p:spPr>
                      <a:xfrm>
                        <a:off x="6582516" y="293479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509" name="Google Shape;2509;p17"/>
                    <p:cNvGrpSpPr/>
                    <p:nvPr/>
                  </p:nvGrpSpPr>
                  <p:grpSpPr>
                    <a:xfrm>
                      <a:off x="6399349" y="3400228"/>
                      <a:ext cx="558142" cy="89292"/>
                      <a:chOff x="6582995" y="2845433"/>
                      <a:chExt cx="558142" cy="89292"/>
                    </a:xfrm>
                  </p:grpSpPr>
                  <p:cxnSp>
                    <p:nvCxnSpPr>
                      <p:cNvPr id="2510" name="Google Shape;2510;p17"/>
                      <p:cNvCxnSpPr/>
                      <p:nvPr/>
                    </p:nvCxnSpPr>
                    <p:spPr>
                      <a:xfrm flipH="1" rot="10800000">
                        <a:off x="7027718" y="2845433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511" name="Google Shape;2511;p17"/>
                      <p:cNvCxnSpPr/>
                      <p:nvPr/>
                    </p:nvCxnSpPr>
                    <p:spPr>
                      <a:xfrm>
                        <a:off x="6582995" y="293472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512" name="Google Shape;2512;p17"/>
                    <p:cNvGrpSpPr/>
                    <p:nvPr/>
                  </p:nvGrpSpPr>
                  <p:grpSpPr>
                    <a:xfrm>
                      <a:off x="6399351" y="3466022"/>
                      <a:ext cx="558141" cy="93992"/>
                      <a:chOff x="6583477" y="2845363"/>
                      <a:chExt cx="558141" cy="93992"/>
                    </a:xfrm>
                  </p:grpSpPr>
                  <p:cxnSp>
                    <p:nvCxnSpPr>
                      <p:cNvPr id="2513" name="Google Shape;2513;p17"/>
                      <p:cNvCxnSpPr/>
                      <p:nvPr/>
                    </p:nvCxnSpPr>
                    <p:spPr>
                      <a:xfrm flipH="1" rot="10800000">
                        <a:off x="7028199" y="2845363"/>
                        <a:ext cx="113419" cy="939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514" name="Google Shape;2514;p17"/>
                      <p:cNvCxnSpPr/>
                      <p:nvPr/>
                    </p:nvCxnSpPr>
                    <p:spPr>
                      <a:xfrm>
                        <a:off x="6583477" y="2939355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515" name="Google Shape;2515;p17"/>
                    <p:cNvGrpSpPr/>
                    <p:nvPr/>
                  </p:nvGrpSpPr>
                  <p:grpSpPr>
                    <a:xfrm>
                      <a:off x="6396366" y="3528683"/>
                      <a:ext cx="561126" cy="97125"/>
                      <a:chOff x="6580972" y="2842160"/>
                      <a:chExt cx="561126" cy="97125"/>
                    </a:xfrm>
                  </p:grpSpPr>
                  <p:cxnSp>
                    <p:nvCxnSpPr>
                      <p:cNvPr id="2516" name="Google Shape;2516;p17"/>
                      <p:cNvCxnSpPr/>
                      <p:nvPr/>
                    </p:nvCxnSpPr>
                    <p:spPr>
                      <a:xfrm flipH="1" rot="10800000">
                        <a:off x="7028679" y="284216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517" name="Google Shape;2517;p17"/>
                      <p:cNvCxnSpPr/>
                      <p:nvPr/>
                    </p:nvCxnSpPr>
                    <p:spPr>
                      <a:xfrm>
                        <a:off x="6580972" y="293928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518" name="Google Shape;2518;p17"/>
                    <p:cNvGrpSpPr/>
                    <p:nvPr/>
                  </p:nvGrpSpPr>
                  <p:grpSpPr>
                    <a:xfrm>
                      <a:off x="6396366" y="3594477"/>
                      <a:ext cx="561125" cy="97125"/>
                      <a:chOff x="6581452" y="2842090"/>
                      <a:chExt cx="561125" cy="97125"/>
                    </a:xfrm>
                  </p:grpSpPr>
                  <p:cxnSp>
                    <p:nvCxnSpPr>
                      <p:cNvPr id="2519" name="Google Shape;2519;p17"/>
                      <p:cNvCxnSpPr/>
                      <p:nvPr/>
                    </p:nvCxnSpPr>
                    <p:spPr>
                      <a:xfrm flipH="1" rot="10800000">
                        <a:off x="7029158" y="284209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520" name="Google Shape;2520;p17"/>
                      <p:cNvCxnSpPr/>
                      <p:nvPr/>
                    </p:nvCxnSpPr>
                    <p:spPr>
                      <a:xfrm>
                        <a:off x="6581452" y="2939215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521" name="Google Shape;2521;p17"/>
                    <p:cNvGrpSpPr/>
                    <p:nvPr/>
                  </p:nvGrpSpPr>
                  <p:grpSpPr>
                    <a:xfrm>
                      <a:off x="6396367" y="3664970"/>
                      <a:ext cx="558140" cy="92426"/>
                      <a:chOff x="6581933" y="2846719"/>
                      <a:chExt cx="558140" cy="92426"/>
                    </a:xfrm>
                  </p:grpSpPr>
                  <p:cxnSp>
                    <p:nvCxnSpPr>
                      <p:cNvPr id="2522" name="Google Shape;2522;p17"/>
                      <p:cNvCxnSpPr/>
                      <p:nvPr/>
                    </p:nvCxnSpPr>
                    <p:spPr>
                      <a:xfrm flipH="1" rot="10800000">
                        <a:off x="7026654" y="2846719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523" name="Google Shape;2523;p17"/>
                      <p:cNvCxnSpPr/>
                      <p:nvPr/>
                    </p:nvCxnSpPr>
                    <p:spPr>
                      <a:xfrm>
                        <a:off x="6581933" y="2939145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2524" name="Google Shape;2524;p17"/>
                    <p:cNvGrpSpPr/>
                    <p:nvPr/>
                  </p:nvGrpSpPr>
                  <p:grpSpPr>
                    <a:xfrm>
                      <a:off x="6396367" y="3730765"/>
                      <a:ext cx="558139" cy="92426"/>
                      <a:chOff x="6582413" y="2846650"/>
                      <a:chExt cx="558139" cy="92426"/>
                    </a:xfrm>
                  </p:grpSpPr>
                  <p:cxnSp>
                    <p:nvCxnSpPr>
                      <p:cNvPr id="2525" name="Google Shape;2525;p17"/>
                      <p:cNvCxnSpPr/>
                      <p:nvPr/>
                    </p:nvCxnSpPr>
                    <p:spPr>
                      <a:xfrm flipH="1" rot="10800000">
                        <a:off x="7027133" y="2846650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526" name="Google Shape;2526;p17"/>
                      <p:cNvCxnSpPr/>
                      <p:nvPr/>
                    </p:nvCxnSpPr>
                    <p:spPr>
                      <a:xfrm>
                        <a:off x="6582413" y="2939076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cxnSp>
                <p:nvCxnSpPr>
                  <p:cNvPr id="2527" name="Google Shape;2527;p17"/>
                  <p:cNvCxnSpPr/>
                  <p:nvPr/>
                </p:nvCxnSpPr>
                <p:spPr>
                  <a:xfrm flipH="1">
                    <a:off x="6685171" y="4525377"/>
                    <a:ext cx="4763" cy="855662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528" name="Google Shape;2528;p17"/>
                  <p:cNvCxnSpPr/>
                  <p:nvPr/>
                </p:nvCxnSpPr>
                <p:spPr>
                  <a:xfrm>
                    <a:off x="6632784" y="4706352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529" name="Google Shape;2529;p17"/>
                  <p:cNvCxnSpPr/>
                  <p:nvPr/>
                </p:nvCxnSpPr>
                <p:spPr>
                  <a:xfrm>
                    <a:off x="6631196" y="477143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530" name="Google Shape;2530;p17"/>
                  <p:cNvCxnSpPr/>
                  <p:nvPr/>
                </p:nvCxnSpPr>
                <p:spPr>
                  <a:xfrm>
                    <a:off x="6631196" y="4849227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531" name="Google Shape;2531;p17"/>
                  <p:cNvCxnSpPr/>
                  <p:nvPr/>
                </p:nvCxnSpPr>
                <p:spPr>
                  <a:xfrm>
                    <a:off x="6629609" y="4914314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532" name="Google Shape;2532;p17"/>
                  <p:cNvCxnSpPr/>
                  <p:nvPr/>
                </p:nvCxnSpPr>
                <p:spPr>
                  <a:xfrm>
                    <a:off x="6628021" y="4976227"/>
                    <a:ext cx="60325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533" name="Google Shape;2533;p17"/>
                  <p:cNvCxnSpPr/>
                  <p:nvPr/>
                </p:nvCxnSpPr>
                <p:spPr>
                  <a:xfrm>
                    <a:off x="6628021" y="504448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534" name="Google Shape;2534;p17"/>
                  <p:cNvCxnSpPr/>
                  <p:nvPr/>
                </p:nvCxnSpPr>
                <p:spPr>
                  <a:xfrm>
                    <a:off x="6626434" y="511433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535" name="Google Shape;2535;p17"/>
                  <p:cNvCxnSpPr/>
                  <p:nvPr/>
                </p:nvCxnSpPr>
                <p:spPr>
                  <a:xfrm>
                    <a:off x="6629609" y="51841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536" name="Google Shape;2536;p17"/>
                  <p:cNvCxnSpPr/>
                  <p:nvPr/>
                </p:nvCxnSpPr>
                <p:spPr>
                  <a:xfrm>
                    <a:off x="6631196" y="525245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537" name="Google Shape;2537;p17"/>
                  <p:cNvCxnSpPr/>
                  <p:nvPr/>
                </p:nvCxnSpPr>
                <p:spPr>
                  <a:xfrm>
                    <a:off x="6631196" y="532230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538" name="Google Shape;2538;p17"/>
                  <p:cNvCxnSpPr/>
                  <p:nvPr/>
                </p:nvCxnSpPr>
                <p:spPr>
                  <a:xfrm>
                    <a:off x="6632784" y="53873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539" name="Google Shape;2539;p17"/>
                  <p:cNvCxnSpPr/>
                  <p:nvPr/>
                </p:nvCxnSpPr>
                <p:spPr>
                  <a:xfrm rot="10800000">
                    <a:off x="6632784" y="4531727"/>
                    <a:ext cx="58737" cy="0"/>
                  </a:xfrm>
                  <a:prstGeom prst="straightConnector1">
                    <a:avLst/>
                  </a:prstGeom>
                  <a:noFill/>
                  <a:ln cap="flat" cmpd="sng" w="222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2540" name="Google Shape;2540;p17"/>
                  <p:cNvGrpSpPr/>
                  <p:nvPr/>
                </p:nvGrpSpPr>
                <p:grpSpPr>
                  <a:xfrm>
                    <a:off x="6434171" y="4488570"/>
                    <a:ext cx="224203" cy="179034"/>
                    <a:chOff x="3668110" y="2448910"/>
                    <a:chExt cx="3794234" cy="2165130"/>
                  </a:xfrm>
                </p:grpSpPr>
                <p:sp>
                  <p:nvSpPr>
                    <p:cNvPr id="2541" name="Google Shape;2541;p17"/>
                    <p:cNvSpPr/>
                    <p:nvPr/>
                  </p:nvSpPr>
                  <p:spPr>
                    <a:xfrm>
                      <a:off x="3668110" y="3741409"/>
                      <a:ext cx="3780587" cy="872631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31538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542" name="Google Shape;2542;p17"/>
                    <p:cNvSpPr/>
                    <p:nvPr/>
                  </p:nvSpPr>
                  <p:spPr>
                    <a:xfrm>
                      <a:off x="3678620" y="2448910"/>
                      <a:ext cx="3783724" cy="1324303"/>
                    </a:xfrm>
                    <a:custGeom>
                      <a:rect b="b" l="l" r="r" t="t"/>
                      <a:pathLst>
                        <a:path extrusionOk="0" h="1324303" w="3783724">
                          <a:moveTo>
                            <a:pt x="0" y="1313793"/>
                          </a:moveTo>
                          <a:lnTo>
                            <a:pt x="0" y="1313793"/>
                          </a:lnTo>
                          <a:lnTo>
                            <a:pt x="252248" y="0"/>
                          </a:lnTo>
                          <a:lnTo>
                            <a:pt x="3415862" y="21020"/>
                          </a:lnTo>
                          <a:lnTo>
                            <a:pt x="3783724" y="1324303"/>
                          </a:lnTo>
                          <a:lnTo>
                            <a:pt x="0" y="1313793"/>
                          </a:lnTo>
                          <a:close/>
                        </a:path>
                      </a:pathLst>
                    </a:cu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2543" name="Google Shape;2543;p17"/>
                    <p:cNvGrpSpPr/>
                    <p:nvPr/>
                  </p:nvGrpSpPr>
                  <p:grpSpPr>
                    <a:xfrm>
                      <a:off x="3941378" y="2603243"/>
                      <a:ext cx="3202061" cy="1066110"/>
                      <a:chOff x="7939341" y="3037317"/>
                      <a:chExt cx="897649" cy="353919"/>
                    </a:xfrm>
                  </p:grpSpPr>
                  <p:sp>
                    <p:nvSpPr>
                      <p:cNvPr id="2308" name="Google Shape;2308;p17"/>
                      <p:cNvSpPr/>
                      <p:nvPr/>
                    </p:nvSpPr>
                    <p:spPr>
                      <a:xfrm>
                        <a:off x="7964170" y="30373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544" name="Google Shape;2544;p17"/>
                      <p:cNvSpPr/>
                      <p:nvPr/>
                    </p:nvSpPr>
                    <p:spPr>
                      <a:xfrm>
                        <a:off x="8519948" y="32067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545" name="Google Shape;2545;p17"/>
                      <p:cNvSpPr/>
                      <p:nvPr/>
                    </p:nvSpPr>
                    <p:spPr>
                      <a:xfrm>
                        <a:off x="7939341" y="32067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546" name="Google Shape;2546;p17"/>
                      <p:cNvSpPr/>
                      <p:nvPr/>
                    </p:nvSpPr>
                    <p:spPr>
                      <a:xfrm>
                        <a:off x="8047413" y="31234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sp>
              <p:nvSpPr>
                <p:cNvPr id="2547" name="Google Shape;2547;p17"/>
                <p:cNvSpPr txBox="1"/>
                <p:nvPr/>
              </p:nvSpPr>
              <p:spPr>
                <a:xfrm>
                  <a:off x="7327436" y="4173759"/>
                  <a:ext cx="34336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…</a:t>
                  </a:r>
                  <a:endParaRPr/>
                </a:p>
              </p:txBody>
            </p:sp>
            <p:sp>
              <p:nvSpPr>
                <p:cNvPr id="2548" name="Google Shape;2548;p17"/>
                <p:cNvSpPr txBox="1"/>
                <p:nvPr/>
              </p:nvSpPr>
              <p:spPr>
                <a:xfrm>
                  <a:off x="7423103" y="4980255"/>
                  <a:ext cx="34336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…</a:t>
                  </a:r>
                  <a:endParaRPr/>
                </a:p>
              </p:txBody>
            </p:sp>
          </p:grpSp>
          <p:grpSp>
            <p:nvGrpSpPr>
              <p:cNvPr id="2549" name="Google Shape;2549;p17"/>
              <p:cNvGrpSpPr/>
              <p:nvPr/>
            </p:nvGrpSpPr>
            <p:grpSpPr>
              <a:xfrm>
                <a:off x="977155" y="3550503"/>
                <a:ext cx="914400" cy="479686"/>
                <a:chOff x="3668110" y="2448910"/>
                <a:chExt cx="3794234" cy="2165130"/>
              </a:xfrm>
            </p:grpSpPr>
            <p:sp>
              <p:nvSpPr>
                <p:cNvPr id="2550" name="Google Shape;2550;p17"/>
                <p:cNvSpPr/>
                <p:nvPr/>
              </p:nvSpPr>
              <p:spPr>
                <a:xfrm>
                  <a:off x="3668110" y="3741409"/>
                  <a:ext cx="3780587" cy="872631"/>
                </a:xfrm>
                <a:prstGeom prst="rect">
                  <a:avLst/>
                </a:pr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7" name="Google Shape;1777;p17"/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551" name="Google Shape;2551;p17"/>
                <p:cNvGrpSpPr/>
                <p:nvPr/>
              </p:nvGrpSpPr>
              <p:grpSpPr>
                <a:xfrm>
                  <a:off x="3941378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2552" name="Google Shape;2552;p17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53" name="Google Shape;2553;p17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54" name="Google Shape;2554;p17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55" name="Google Shape;2555;p17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556" name="Google Shape;2556;p17"/>
              <p:cNvGrpSpPr/>
              <p:nvPr/>
            </p:nvGrpSpPr>
            <p:grpSpPr>
              <a:xfrm>
                <a:off x="2554943" y="3564953"/>
                <a:ext cx="914400" cy="479686"/>
                <a:chOff x="3668110" y="2448910"/>
                <a:chExt cx="3794234" cy="2165130"/>
              </a:xfrm>
            </p:grpSpPr>
            <p:sp>
              <p:nvSpPr>
                <p:cNvPr id="2557" name="Google Shape;2557;p17"/>
                <p:cNvSpPr/>
                <p:nvPr/>
              </p:nvSpPr>
              <p:spPr>
                <a:xfrm>
                  <a:off x="3668110" y="3741409"/>
                  <a:ext cx="3780587" cy="872631"/>
                </a:xfrm>
                <a:prstGeom prst="rect">
                  <a:avLst/>
                </a:pr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58" name="Google Shape;2558;p17"/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559" name="Google Shape;2559;p17"/>
                <p:cNvGrpSpPr/>
                <p:nvPr/>
              </p:nvGrpSpPr>
              <p:grpSpPr>
                <a:xfrm>
                  <a:off x="3941378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2560" name="Google Shape;2560;p17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61" name="Google Shape;2561;p17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62" name="Google Shape;2562;p17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63" name="Google Shape;2563;p17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564" name="Google Shape;2564;p17"/>
              <p:cNvGrpSpPr/>
              <p:nvPr/>
            </p:nvGrpSpPr>
            <p:grpSpPr>
              <a:xfrm>
                <a:off x="4132731" y="3579403"/>
                <a:ext cx="914400" cy="479686"/>
                <a:chOff x="3668110" y="2448910"/>
                <a:chExt cx="3794234" cy="2165130"/>
              </a:xfrm>
            </p:grpSpPr>
            <p:sp>
              <p:nvSpPr>
                <p:cNvPr id="2565" name="Google Shape;2565;p17"/>
                <p:cNvSpPr/>
                <p:nvPr/>
              </p:nvSpPr>
              <p:spPr>
                <a:xfrm>
                  <a:off x="3668110" y="3741409"/>
                  <a:ext cx="3780587" cy="872631"/>
                </a:xfrm>
                <a:prstGeom prst="rect">
                  <a:avLst/>
                </a:pr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66" name="Google Shape;2566;p17"/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567" name="Google Shape;2567;p17"/>
                <p:cNvGrpSpPr/>
                <p:nvPr/>
              </p:nvGrpSpPr>
              <p:grpSpPr>
                <a:xfrm>
                  <a:off x="3941378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2568" name="Google Shape;2568;p17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69" name="Google Shape;2569;p17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70" name="Google Shape;2570;p17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71" name="Google Shape;2571;p17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sp>
        <p:nvSpPr>
          <p:cNvPr id="2572" name="Google Shape;2572;p17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Datacenter networks: application-layer routing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3" name="Google Shape;2573;p17"/>
          <p:cNvSpPr txBox="1"/>
          <p:nvPr>
            <p:ph idx="12" type="sldNum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74" name="Google Shape;2574;p17"/>
          <p:cNvGrpSpPr/>
          <p:nvPr/>
        </p:nvGrpSpPr>
        <p:grpSpPr>
          <a:xfrm>
            <a:off x="7891541" y="2857967"/>
            <a:ext cx="381267" cy="609600"/>
            <a:chOff x="4140" y="429"/>
            <a:chExt cx="1426" cy="2396"/>
          </a:xfrm>
        </p:grpSpPr>
        <p:sp>
          <p:nvSpPr>
            <p:cNvPr id="2575" name="Google Shape;2575;p17"/>
            <p:cNvSpPr/>
            <p:nvPr/>
          </p:nvSpPr>
          <p:spPr>
            <a:xfrm>
              <a:off x="5268" y="435"/>
              <a:ext cx="285" cy="2284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6" name="Google Shape;2576;p17"/>
            <p:cNvSpPr/>
            <p:nvPr/>
          </p:nvSpPr>
          <p:spPr>
            <a:xfrm>
              <a:off x="4205" y="429"/>
              <a:ext cx="1045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7" name="Google Shape;2577;p17"/>
            <p:cNvSpPr/>
            <p:nvPr/>
          </p:nvSpPr>
          <p:spPr>
            <a:xfrm>
              <a:off x="5322" y="573"/>
              <a:ext cx="166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8" name="Google Shape;2578;p17"/>
            <p:cNvSpPr/>
            <p:nvPr/>
          </p:nvSpPr>
          <p:spPr>
            <a:xfrm>
              <a:off x="5286" y="1639"/>
              <a:ext cx="261" cy="187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9" name="Google Shape;2579;p17"/>
            <p:cNvSpPr/>
            <p:nvPr/>
          </p:nvSpPr>
          <p:spPr>
            <a:xfrm>
              <a:off x="4211" y="691"/>
              <a:ext cx="600" cy="50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80" name="Google Shape;2580;p17"/>
            <p:cNvGrpSpPr/>
            <p:nvPr/>
          </p:nvGrpSpPr>
          <p:grpSpPr>
            <a:xfrm>
              <a:off x="4751" y="666"/>
              <a:ext cx="576" cy="163"/>
              <a:chOff x="617" y="2566"/>
              <a:chExt cx="719" cy="156"/>
            </a:xfrm>
          </p:grpSpPr>
          <p:sp>
            <p:nvSpPr>
              <p:cNvPr id="2581" name="Google Shape;2581;p17"/>
              <p:cNvSpPr/>
              <p:nvPr/>
            </p:nvSpPr>
            <p:spPr>
              <a:xfrm>
                <a:off x="617" y="2566"/>
                <a:ext cx="719" cy="15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2" name="Google Shape;2582;p17"/>
              <p:cNvSpPr/>
              <p:nvPr/>
            </p:nvSpPr>
            <p:spPr>
              <a:xfrm>
                <a:off x="632" y="2584"/>
                <a:ext cx="689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83" name="Google Shape;2583;p17"/>
            <p:cNvSpPr/>
            <p:nvPr/>
          </p:nvSpPr>
          <p:spPr>
            <a:xfrm>
              <a:off x="4223" y="1022"/>
              <a:ext cx="600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84" name="Google Shape;2584;p17"/>
            <p:cNvGrpSpPr/>
            <p:nvPr/>
          </p:nvGrpSpPr>
          <p:grpSpPr>
            <a:xfrm>
              <a:off x="4745" y="997"/>
              <a:ext cx="582" cy="131"/>
              <a:chOff x="612" y="2571"/>
              <a:chExt cx="726" cy="136"/>
            </a:xfrm>
          </p:grpSpPr>
          <p:sp>
            <p:nvSpPr>
              <p:cNvPr id="2585" name="Google Shape;2585;p17"/>
              <p:cNvSpPr/>
              <p:nvPr/>
            </p:nvSpPr>
            <p:spPr>
              <a:xfrm>
                <a:off x="612" y="2571"/>
                <a:ext cx="726" cy="13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6" name="Google Shape;2586;p17"/>
              <p:cNvSpPr/>
              <p:nvPr/>
            </p:nvSpPr>
            <p:spPr>
              <a:xfrm>
                <a:off x="627" y="2584"/>
                <a:ext cx="696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87" name="Google Shape;2587;p17"/>
            <p:cNvSpPr/>
            <p:nvPr/>
          </p:nvSpPr>
          <p:spPr>
            <a:xfrm>
              <a:off x="4217" y="1359"/>
              <a:ext cx="594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8" name="Google Shape;2588;p17"/>
            <p:cNvSpPr/>
            <p:nvPr/>
          </p:nvSpPr>
          <p:spPr>
            <a:xfrm>
              <a:off x="4229" y="1652"/>
              <a:ext cx="594" cy="50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89" name="Google Shape;2589;p17"/>
            <p:cNvGrpSpPr/>
            <p:nvPr/>
          </p:nvGrpSpPr>
          <p:grpSpPr>
            <a:xfrm>
              <a:off x="4733" y="1627"/>
              <a:ext cx="582" cy="150"/>
              <a:chOff x="612" y="2568"/>
              <a:chExt cx="725" cy="138"/>
            </a:xfrm>
          </p:grpSpPr>
          <p:sp>
            <p:nvSpPr>
              <p:cNvPr id="2590" name="Google Shape;2590;p17"/>
              <p:cNvSpPr/>
              <p:nvPr/>
            </p:nvSpPr>
            <p:spPr>
              <a:xfrm>
                <a:off x="612" y="2568"/>
                <a:ext cx="725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1" name="Google Shape;2591;p17"/>
              <p:cNvSpPr/>
              <p:nvPr/>
            </p:nvSpPr>
            <p:spPr>
              <a:xfrm>
                <a:off x="627" y="2585"/>
                <a:ext cx="695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92" name="Google Shape;2592;p17"/>
            <p:cNvSpPr/>
            <p:nvPr/>
          </p:nvSpPr>
          <p:spPr>
            <a:xfrm>
              <a:off x="5286" y="1352"/>
              <a:ext cx="267" cy="187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93" name="Google Shape;2593;p17"/>
            <p:cNvGrpSpPr/>
            <p:nvPr/>
          </p:nvGrpSpPr>
          <p:grpSpPr>
            <a:xfrm>
              <a:off x="4740" y="1327"/>
              <a:ext cx="582" cy="137"/>
              <a:chOff x="615" y="2568"/>
              <a:chExt cx="725" cy="137"/>
            </a:xfrm>
          </p:grpSpPr>
          <p:sp>
            <p:nvSpPr>
              <p:cNvPr id="2594" name="Google Shape;2594;p17"/>
              <p:cNvSpPr/>
              <p:nvPr/>
            </p:nvSpPr>
            <p:spPr>
              <a:xfrm>
                <a:off x="615" y="2568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5" name="Google Shape;2595;p17"/>
              <p:cNvSpPr/>
              <p:nvPr/>
            </p:nvSpPr>
            <p:spPr>
              <a:xfrm>
                <a:off x="630" y="2587"/>
                <a:ext cx="695" cy="10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96" name="Google Shape;2596;p17"/>
            <p:cNvSpPr/>
            <p:nvPr/>
          </p:nvSpPr>
          <p:spPr>
            <a:xfrm>
              <a:off x="5250" y="429"/>
              <a:ext cx="65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7" name="Google Shape;2597;p17"/>
            <p:cNvSpPr/>
            <p:nvPr/>
          </p:nvSpPr>
          <p:spPr>
            <a:xfrm>
              <a:off x="5310" y="1009"/>
              <a:ext cx="238" cy="212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8" name="Google Shape;2598;p17"/>
            <p:cNvSpPr/>
            <p:nvPr/>
          </p:nvSpPr>
          <p:spPr>
            <a:xfrm>
              <a:off x="5316" y="679"/>
              <a:ext cx="243" cy="243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9" name="Google Shape;2599;p17"/>
            <p:cNvSpPr/>
            <p:nvPr/>
          </p:nvSpPr>
          <p:spPr>
            <a:xfrm>
              <a:off x="5518" y="2613"/>
              <a:ext cx="48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0" name="Google Shape;2600;p17"/>
            <p:cNvSpPr/>
            <p:nvPr/>
          </p:nvSpPr>
          <p:spPr>
            <a:xfrm>
              <a:off x="5304" y="2613"/>
              <a:ext cx="243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1" name="Google Shape;2601;p17"/>
            <p:cNvSpPr/>
            <p:nvPr/>
          </p:nvSpPr>
          <p:spPr>
            <a:xfrm>
              <a:off x="4140" y="2675"/>
              <a:ext cx="1199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2" name="Google Shape;2602;p17"/>
            <p:cNvSpPr/>
            <p:nvPr/>
          </p:nvSpPr>
          <p:spPr>
            <a:xfrm>
              <a:off x="4205" y="2713"/>
              <a:ext cx="1069" cy="81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3" name="Google Shape;2603;p17"/>
            <p:cNvSpPr/>
            <p:nvPr/>
          </p:nvSpPr>
          <p:spPr>
            <a:xfrm>
              <a:off x="4306" y="2382"/>
              <a:ext cx="160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4" name="Google Shape;2604;p17"/>
            <p:cNvSpPr/>
            <p:nvPr/>
          </p:nvSpPr>
          <p:spPr>
            <a:xfrm>
              <a:off x="4484" y="2382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5" name="Google Shape;2605;p17"/>
            <p:cNvSpPr/>
            <p:nvPr/>
          </p:nvSpPr>
          <p:spPr>
            <a:xfrm>
              <a:off x="4663" y="2382"/>
              <a:ext cx="160" cy="13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6" name="Google Shape;2606;p17"/>
            <p:cNvSpPr/>
            <p:nvPr/>
          </p:nvSpPr>
          <p:spPr>
            <a:xfrm>
              <a:off x="5060" y="1833"/>
              <a:ext cx="89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07" name="Google Shape;2607;p17"/>
          <p:cNvSpPr txBox="1"/>
          <p:nvPr/>
        </p:nvSpPr>
        <p:spPr>
          <a:xfrm>
            <a:off x="7774253" y="3492967"/>
            <a:ext cx="1592263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Load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balancer</a:t>
            </a:r>
            <a:endParaRPr/>
          </a:p>
        </p:txBody>
      </p:sp>
      <p:sp>
        <p:nvSpPr>
          <p:cNvPr id="2608" name="Google Shape;2608;p17"/>
          <p:cNvSpPr/>
          <p:nvPr/>
        </p:nvSpPr>
        <p:spPr>
          <a:xfrm>
            <a:off x="6407215" y="3615204"/>
            <a:ext cx="1154125" cy="1366816"/>
          </a:xfrm>
          <a:custGeom>
            <a:rect b="b" l="l" r="r" t="t"/>
            <a:pathLst>
              <a:path extrusionOk="0" h="1366192" w="1350356">
                <a:moveTo>
                  <a:pt x="1350356" y="1359734"/>
                </a:moveTo>
                <a:lnTo>
                  <a:pt x="1350356" y="564418"/>
                </a:lnTo>
                <a:lnTo>
                  <a:pt x="895526" y="178"/>
                </a:lnTo>
                <a:lnTo>
                  <a:pt x="516459" y="0"/>
                </a:lnTo>
                <a:lnTo>
                  <a:pt x="16121" y="615729"/>
                </a:lnTo>
                <a:cubicBezTo>
                  <a:pt x="3292" y="868007"/>
                  <a:pt x="12829" y="1113914"/>
                  <a:pt x="0" y="1366192"/>
                </a:cubicBezTo>
              </a:path>
            </a:pathLst>
          </a:custGeom>
          <a:noFill/>
          <a:ln cap="flat" cmpd="sng" w="63500">
            <a:solidFill>
              <a:srgbClr val="33CC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09" name="Google Shape;2609;p17"/>
          <p:cNvSpPr/>
          <p:nvPr/>
        </p:nvSpPr>
        <p:spPr>
          <a:xfrm>
            <a:off x="1519518" y="1397561"/>
            <a:ext cx="3321423" cy="603250"/>
          </a:xfrm>
          <a:custGeom>
            <a:rect b="b" l="l" r="r" t="t"/>
            <a:pathLst>
              <a:path extrusionOk="0" h="1255" w="1292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sp>
        <p:nvSpPr>
          <p:cNvPr id="2610" name="Google Shape;2610;p17"/>
          <p:cNvSpPr/>
          <p:nvPr/>
        </p:nvSpPr>
        <p:spPr>
          <a:xfrm>
            <a:off x="4084716" y="1597492"/>
            <a:ext cx="3976688" cy="3333750"/>
          </a:xfrm>
          <a:custGeom>
            <a:rect b="b" l="l" r="r" t="t"/>
            <a:pathLst>
              <a:path extrusionOk="0" h="3333910" w="3975437">
                <a:moveTo>
                  <a:pt x="3691005" y="3333910"/>
                </a:moveTo>
                <a:lnTo>
                  <a:pt x="3704234" y="2533507"/>
                </a:lnTo>
                <a:lnTo>
                  <a:pt x="3261049" y="1997700"/>
                </a:lnTo>
                <a:lnTo>
                  <a:pt x="3975437" y="1653725"/>
                </a:lnTo>
                <a:lnTo>
                  <a:pt x="3955593" y="1316365"/>
                </a:lnTo>
                <a:lnTo>
                  <a:pt x="3069223" y="1733104"/>
                </a:lnTo>
                <a:lnTo>
                  <a:pt x="3049378" y="1303135"/>
                </a:lnTo>
                <a:lnTo>
                  <a:pt x="0" y="0"/>
                </a:lnTo>
              </a:path>
            </a:pathLst>
          </a:custGeom>
          <a:noFill/>
          <a:ln cap="flat" cmpd="sng" w="57150">
            <a:solidFill>
              <a:srgbClr val="0000FF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11" name="Google Shape;2611;p17"/>
          <p:cNvSpPr/>
          <p:nvPr/>
        </p:nvSpPr>
        <p:spPr>
          <a:xfrm>
            <a:off x="3637041" y="1570504"/>
            <a:ext cx="4329113" cy="3430588"/>
          </a:xfrm>
          <a:custGeom>
            <a:rect b="b" l="l" r="r" t="t"/>
            <a:pathLst>
              <a:path extrusionOk="0" h="3430803" w="4329650">
                <a:moveTo>
                  <a:pt x="0" y="0"/>
                </a:moveTo>
                <a:lnTo>
                  <a:pt x="3351218" y="1413056"/>
                </a:lnTo>
                <a:lnTo>
                  <a:pt x="3370261" y="1933583"/>
                </a:lnTo>
                <a:lnTo>
                  <a:pt x="4329650" y="1478400"/>
                </a:lnTo>
                <a:lnTo>
                  <a:pt x="4323035" y="1626924"/>
                </a:lnTo>
                <a:lnTo>
                  <a:pt x="3554085" y="1989096"/>
                </a:lnTo>
                <a:lnTo>
                  <a:pt x="4054422" y="2622658"/>
                </a:lnTo>
                <a:lnTo>
                  <a:pt x="4041594" y="3430803"/>
                </a:lnTo>
              </a:path>
            </a:pathLst>
          </a:custGeom>
          <a:noFill/>
          <a:ln cap="flat" cmpd="sng" w="4762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12" name="Google Shape;2612;p17"/>
          <p:cNvSpPr txBox="1"/>
          <p:nvPr/>
        </p:nvSpPr>
        <p:spPr>
          <a:xfrm>
            <a:off x="8861612" y="1906215"/>
            <a:ext cx="3065929" cy="26684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load balancer: application-layer routing</a:t>
            </a:r>
            <a:endParaRPr/>
          </a:p>
          <a:p>
            <a:pPr indent="-25603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receives external client requests</a:t>
            </a:r>
            <a:endParaRPr/>
          </a:p>
          <a:p>
            <a:pPr indent="-25603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directs workload within data center</a:t>
            </a:r>
            <a:endParaRPr/>
          </a:p>
        </p:txBody>
      </p:sp>
      <p:sp>
        <p:nvSpPr>
          <p:cNvPr id="2613" name="Google Shape;2613;p17"/>
          <p:cNvSpPr txBox="1"/>
          <p:nvPr/>
        </p:nvSpPr>
        <p:spPr>
          <a:xfrm>
            <a:off x="8874312" y="4509125"/>
            <a:ext cx="3065929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5603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returns results to external client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(hiding data center internals from client)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6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8" name="Shape 2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9" name="Google Shape;2619;p18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1625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Char char="▪"/>
            </a:pPr>
            <a:r>
              <a:rPr lang="en-US" sz="3200">
                <a:solidFill>
                  <a:srgbClr val="0000A8"/>
                </a:solidFill>
              </a:rPr>
              <a:t>link layer: 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RoCE: remote DMA (RDMA) over Converged Ethernet</a:t>
            </a:r>
            <a:endParaRPr/>
          </a:p>
          <a:p>
            <a:pPr indent="-301625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▪"/>
            </a:pPr>
            <a:r>
              <a:rPr lang="en-US" sz="3200">
                <a:solidFill>
                  <a:srgbClr val="0000A8"/>
                </a:solidFill>
              </a:rPr>
              <a:t>transport layer: </a:t>
            </a:r>
            <a:endParaRPr/>
          </a:p>
          <a:p>
            <a:pPr indent="-18732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ECN (explicit congestion notification) used in transport-layer congestion control (DCTCP, DCQCN)</a:t>
            </a:r>
            <a:endParaRPr/>
          </a:p>
          <a:p>
            <a:pPr indent="-18732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experimentation with hop-by-hop (backpressure) congestion control</a:t>
            </a:r>
            <a:endParaRPr/>
          </a:p>
          <a:p>
            <a:pPr indent="-301625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▪"/>
            </a:pPr>
            <a:r>
              <a:rPr lang="en-US" sz="3200">
                <a:solidFill>
                  <a:srgbClr val="0000A8"/>
                </a:solidFill>
              </a:rPr>
              <a:t>routing, management</a:t>
            </a:r>
            <a:r>
              <a:rPr lang="en-US" sz="3200"/>
              <a:t>:</a:t>
            </a:r>
            <a:endParaRPr/>
          </a:p>
          <a:p>
            <a:pPr indent="-228600" lvl="1" marL="736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SDN widely used within/among organizations’ datacenters</a:t>
            </a:r>
            <a:endParaRPr/>
          </a:p>
          <a:p>
            <a:pPr indent="-228600" lvl="1" marL="736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place related services, data as close as possible (e.g., in same rack or nearby rack) to minimize tier-2, tier-1 communication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620" name="Google Shape;2620;p18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Datacenter networks: protocol innovations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1" name="Google Shape;2621;p1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1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1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1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6" name="Shape 2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7" name="Google Shape;2627;p19"/>
          <p:cNvSpPr txBox="1"/>
          <p:nvPr>
            <p:ph type="title"/>
          </p:nvPr>
        </p:nvSpPr>
        <p:spPr>
          <a:xfrm>
            <a:off x="580529" y="463807"/>
            <a:ext cx="6551791" cy="1650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</a:pPr>
            <a:r>
              <a:rPr lang="en-US" sz="6000"/>
              <a:t>Link Layer</a:t>
            </a:r>
            <a:endParaRPr sz="6000"/>
          </a:p>
        </p:txBody>
      </p:sp>
      <p:grpSp>
        <p:nvGrpSpPr>
          <p:cNvPr id="2628" name="Google Shape;2628;p19"/>
          <p:cNvGrpSpPr/>
          <p:nvPr/>
        </p:nvGrpSpPr>
        <p:grpSpPr>
          <a:xfrm>
            <a:off x="7421880" y="792480"/>
            <a:ext cx="4399280" cy="3866277"/>
            <a:chOff x="7421880" y="792480"/>
            <a:chExt cx="4399280" cy="3866277"/>
          </a:xfrm>
        </p:grpSpPr>
        <p:pic>
          <p:nvPicPr>
            <p:cNvPr descr="University of Massachusetts Amherst - Wikipedia" id="2629" name="Google Shape;2629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86440" y="2125980"/>
              <a:ext cx="848360" cy="84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30" name="Google Shape;2630;p19"/>
            <p:cNvSpPr txBox="1"/>
            <p:nvPr/>
          </p:nvSpPr>
          <p:spPr>
            <a:xfrm>
              <a:off x="7421880" y="792480"/>
              <a:ext cx="439928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r>
                <a:rPr b="0" i="0" lang="en-US" sz="2800" u="none" cap="none" strike="noStrike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College of Information and Computer Sciences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University of Massachusetts </a:t>
              </a:r>
              <a:endParaRPr/>
            </a:p>
          </p:txBody>
        </p:sp>
        <p:grpSp>
          <p:nvGrpSpPr>
            <p:cNvPr id="2631" name="Google Shape;2631;p19"/>
            <p:cNvGrpSpPr/>
            <p:nvPr/>
          </p:nvGrpSpPr>
          <p:grpSpPr>
            <a:xfrm>
              <a:off x="7884160" y="3304540"/>
              <a:ext cx="3857707" cy="1354217"/>
              <a:chOff x="7904480" y="4206240"/>
              <a:chExt cx="3857707" cy="1354217"/>
            </a:xfrm>
          </p:grpSpPr>
          <p:pic>
            <p:nvPicPr>
              <p:cNvPr descr="Kurose_CVR_REV2.jpg" id="2632" name="Google Shape;2632;p1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828020" y="4246880"/>
                <a:ext cx="934167" cy="1224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633" name="Google Shape;2633;p19"/>
              <p:cNvSpPr txBox="1"/>
              <p:nvPr/>
            </p:nvSpPr>
            <p:spPr>
              <a:xfrm>
                <a:off x="7904480" y="4206240"/>
                <a:ext cx="2885440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(8</a:t>
                </a:r>
                <a:r>
                  <a:rPr b="0" baseline="3000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 b="0" i="1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Pearson, 2020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Calibri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http://gaia.cs.umass.edu/kurose_ross</a:t>
                </a:r>
                <a:endParaRPr b="0"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634" name="Google Shape;2634;p19"/>
          <p:cNvGrpSpPr/>
          <p:nvPr/>
        </p:nvGrpSpPr>
        <p:grpSpPr>
          <a:xfrm>
            <a:off x="706121" y="6088211"/>
            <a:ext cx="6892924" cy="461665"/>
            <a:chOff x="731521" y="6141551"/>
            <a:chExt cx="6892924" cy="461665"/>
          </a:xfrm>
        </p:grpSpPr>
        <p:sp>
          <p:nvSpPr>
            <p:cNvPr id="2635" name="Google Shape;2635;p19"/>
            <p:cNvSpPr txBox="1"/>
            <p:nvPr/>
          </p:nvSpPr>
          <p:spPr>
            <a:xfrm>
              <a:off x="731521" y="6141551"/>
              <a:ext cx="689292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Video:     2020, J.F. Kurose, All Rights Reserved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Powerpoint:    1996-2020, J.F. Kurose, K.W. Ross, All Rights Reserved</a:t>
              </a:r>
              <a:endParaRPr/>
            </a:p>
          </p:txBody>
        </p:sp>
        <p:grpSp>
          <p:nvGrpSpPr>
            <p:cNvPr id="2636" name="Google Shape;2636;p19"/>
            <p:cNvGrpSpPr/>
            <p:nvPr/>
          </p:nvGrpSpPr>
          <p:grpSpPr>
            <a:xfrm>
              <a:off x="1252378" y="6209727"/>
              <a:ext cx="473108" cy="346349"/>
              <a:chOff x="1252378" y="6209727"/>
              <a:chExt cx="473108" cy="346349"/>
            </a:xfrm>
          </p:grpSpPr>
          <p:pic>
            <p:nvPicPr>
              <p:cNvPr id="2637" name="Google Shape;2637;p19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252378" y="6209727"/>
                <a:ext cx="125836" cy="16022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638" name="Google Shape;2638;p19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599650" y="6395855"/>
                <a:ext cx="125836" cy="16022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2639" name="Google Shape;2639;p19"/>
          <p:cNvSpPr txBox="1"/>
          <p:nvPr/>
        </p:nvSpPr>
        <p:spPr>
          <a:xfrm>
            <a:off x="574495" y="2100867"/>
            <a:ext cx="8716929" cy="4173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32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Introduction to the Link Layer 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Error-detection and -correction Techniques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Multiple Access Links and Protocols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Switched Local Area Networks 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Link Virtualization: a Network as a Link Layer 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13A3"/>
              </a:buClr>
              <a:buSzPts val="3600"/>
              <a:buFont typeface="Noto Sans Symbols"/>
              <a:buChar char="▪"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Center Networking 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Retrospective: A Day in the Life of a Web Page Request</a:t>
            </a:r>
            <a:endParaRPr b="0" i="0" sz="2800" u="none" cap="none" strike="noStrike">
              <a:solidFill>
                <a:srgbClr val="BFBFB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