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y="6858000" cx="12192000"/>
  <p:notesSz cx="6858000" cy="9144000"/>
  <p:embeddedFontLst>
    <p:embeddedFont>
      <p:font typeface="Tahoma"/>
      <p:regular r:id="rId111"/>
      <p:bold r:id="rId112"/>
    </p:embeddedFont>
    <p:embeddedFont>
      <p:font typeface="Gill Sans"/>
      <p:regular r:id="rId113"/>
      <p:bold r:id="rId1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56">
          <p15:clr>
            <a:srgbClr val="A4A3A4"/>
          </p15:clr>
        </p15:guide>
        <p15:guide id="2" orient="horz" pos="33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56"/>
        <p:guide pos="33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GillSans-bold.fntdata"/><Relationship Id="rId18" Type="http://schemas.openxmlformats.org/officeDocument/2006/relationships/slide" Target="slides/slide13.xml"/><Relationship Id="rId113" Type="http://schemas.openxmlformats.org/officeDocument/2006/relationships/font" Target="fonts/GillSans-regular.fntdata"/><Relationship Id="rId112" Type="http://schemas.openxmlformats.org/officeDocument/2006/relationships/font" Target="fonts/Tahoma-bold.fntdata"/><Relationship Id="rId111" Type="http://schemas.openxmlformats.org/officeDocument/2006/relationships/font" Target="fonts/Tahoma-regular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Updated datacenter slides, day-in-the-life</a:t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1" name="Google Shape;6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4" name="Google Shape;1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2" name="Google Shape;1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6" name="Google Shape;142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6" name="Google Shape;14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1" name="Google Shape;14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2" name="Google Shape;15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2" name="Google Shape;15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6" name="Google Shape;182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7" name="Google Shape;18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5" name="Google Shape;18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6" name="Google Shape;18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3" name="Google Shape;185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6" name="Google Shape;19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4" name="Google Shape;194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7" name="Google Shape;19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7" name="Google Shape;202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5" name="Google Shape;205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2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4" name="Google Shape;206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5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7" name="Google Shape;209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6" name="Google Shape;212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5" name="Google Shape;213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6" name="Google Shape;213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4" name="Google Shape;214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2" name="Google Shape;215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3" name="Google Shape;21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8" name="Google Shape;221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4" name="Google Shape;252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2" name="Google Shape;253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0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2" name="Google Shape;254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3" name="Shape 2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4" name="Google Shape;255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5" name="Google Shape;255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7" name="Google Shape;259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5" name="Google Shape;2605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3" name="Google Shape;266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3" name="Shape 2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" name="Google Shape;273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5" name="Google Shape;273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5" name="Google Shape;280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9" name="Shape 2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Google Shape;287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1" name="Google Shape;287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8" name="Google Shape;293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6" name="Google Shape;303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7" name="Shape 3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8" name="Google Shape;313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9" name="Google Shape;313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1" name="Shape 3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2" name="Google Shape;3232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3" name="Google Shape;323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1" name="Shape 3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2" name="Google Shape;333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3" name="Google Shape;333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4" name="Google Shape;342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5" name="Google Shape;3425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2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3" name="Google Shape;343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4" name="Google Shape;343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5" name="Google Shape;343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5" name="Google Shape;3445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6" name="Google Shape;3446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2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4" name="Google Shape;351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5" name="Google Shape;3515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7" name="Google Shape;353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8" name="Google Shape;3538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0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1" name="Google Shape;3561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2" name="Google Shape;356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3" name="Google Shape;3563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8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0" name="Google Shape;357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1" name="Google Shape;357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5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7" name="Google Shape;360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8" name="Google Shape;3608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5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7" name="Google Shape;3617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5" name="Google Shape;3625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2" name="Shape 3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3" name="Google Shape;368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4" name="Google Shape;368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5" name="Google Shape;3685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3" name="Shape 3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4" name="Google Shape;3744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5" name="Google Shape;3745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6" name="Google Shape;3746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0" name="Shape 3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Google Shape;3801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2" name="Google Shape;380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8" name="Shape 3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9" name="Google Shape;3879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0" name="Google Shape;3880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6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8" name="Google Shape;3888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9" name="Google Shape;3889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9" name="Shape 3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" name="Google Shape;4000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1" name="Google Shape;4001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2" name="Google Shape;4002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9" name="Shape 4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Google Shape;41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1" name="Google Shape;410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2" name="Google Shape;4102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0" name="Shape 4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1" name="Google Shape;4201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2" name="Google Shape;4202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3" name="Google Shape;4203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7" name="Shape 4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8" name="Google Shape;438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9" name="Google Shape;438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0" name="Google Shape;4390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1" name="Shape 4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2" name="Google Shape;446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3" name="Google Shape;446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4" name="Google Shape;446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1" name="Shape 4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2" name="Google Shape;4472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3" name="Google Shape;4473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4" name="Google Shape;4474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0" name="Shape 4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1" name="Google Shape;466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2" name="Google Shape;466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3" name="Google Shape;466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0" name="Shape 4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1" name="Google Shape;4861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2" name="Google Shape;4862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3" name="Google Shape;4863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1" name="Shape 5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" name="Google Shape;5022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3" name="Google Shape;502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4" name="Google Shape;5024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5" name="Shape 5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6" name="Google Shape;510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7" name="Google Shape;5107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8" name="Google Shape;5108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4" name="Shape 5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5" name="Google Shape;5225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6" name="Google Shape;5226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7" name="Google Shape;5227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4" name="Shape 5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5" name="Google Shape;5275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6" name="Google Shape;5276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7" name="Google Shape;5277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4" name="Shape 5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5" name="Google Shape;5285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6" name="Google Shape;5286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7" name="Google Shape;5287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8" name="Shape 5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9" name="Google Shape;5319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0" name="Google Shape;5320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1" name="Google Shape;5321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6" name="Shape 5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7" name="Google Shape;532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8" name="Google Shape;5328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9" name="Google Shape;5329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8" name="Shape 5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9" name="Google Shape;5409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0" name="Google Shape;5410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1" name="Google Shape;5411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5" name="Shape 5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6" name="Google Shape;5506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7" name="Google Shape;5507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8" name="Google Shape;5508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8" name="Shape 5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9" name="Google Shape;5589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0" name="Google Shape;5590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1" name="Google Shape;5591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4" name="Shape 5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5" name="Google Shape;5715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6" name="Google Shape;5716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7" name="Google Shape;5717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4" name="Shape 5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5" name="Google Shape;572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6" name="Google Shape;572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7" name="Google Shape;572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5" name="Shape 5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6" name="Google Shape;5736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7" name="Google Shape;573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8" name="Google Shape;5738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5" name="Shape 6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6" name="Google Shape;685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7" name="Google Shape;685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8" name="Google Shape;6858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5" name="Shape 6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6" name="Google Shape;6866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67" name="Google Shape;686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8" name="Google Shape;6868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8" name="Shape 7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9" name="Google Shape;7119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0" name="Google Shape;7120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1" name="Google Shape;7121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2" name="Shape 8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" name="Google Shape;8273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74" name="Google Shape;827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5" name="Google Shape;8275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0" name="Shape 8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1" name="Google Shape;8281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2" name="Google Shape;8282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3" name="Google Shape;8283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0" name="Shape 8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1" name="Google Shape;8291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92" name="Google Shape;8292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3" name="Google Shape;8293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8" name="Shape 8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9" name="Google Shape;829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0" name="Google Shape;8300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4" name="Shape 8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5" name="Google Shape;8525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6" name="Google Shape;8526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4" name="Shape 8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5" name="Google Shape;8725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6" name="Google Shape;8726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2" name="Shape 8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3" name="Google Shape;8923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4" name="Google Shape;8924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1" name="Shape 9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" name="Google Shape;9072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3" name="Google Shape;9073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1" name="Shape 9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2" name="Google Shape;9372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3" name="Google Shape;9373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4" name="Google Shape;9374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5" name="Shape 9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6" name="Google Shape;9686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87" name="Google Shape;9687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8" name="Google Shape;9688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3" name="Shape 10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" name="Google Shape;10024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5" name="Google Shape;10025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6" name="Google Shape;10026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1" name="Shape 10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2" name="Google Shape;10032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3" name="Google Shape;10033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4" name="Google Shape;10034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9" name="Shape 10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0" name="Google Shape;10040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1" name="Google Shape;10041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2" name="Google Shape;10042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6" name="Shape 10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7" name="Google Shape;10047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8" name="Google Shape;1004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9" name="Google Shape;10049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11" Type="http://schemas.openxmlformats.org/officeDocument/2006/relationships/image" Target="../media/image16.png"/><Relationship Id="rId22" Type="http://schemas.openxmlformats.org/officeDocument/2006/relationships/image" Target="../media/image40.png"/><Relationship Id="rId10" Type="http://schemas.openxmlformats.org/officeDocument/2006/relationships/image" Target="../media/image13.png"/><Relationship Id="rId21" Type="http://schemas.openxmlformats.org/officeDocument/2006/relationships/image" Target="../media/image30.png"/><Relationship Id="rId13" Type="http://schemas.openxmlformats.org/officeDocument/2006/relationships/image" Target="../media/image10.png"/><Relationship Id="rId12" Type="http://schemas.openxmlformats.org/officeDocument/2006/relationships/image" Target="../media/image17.png"/><Relationship Id="rId23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15" Type="http://schemas.openxmlformats.org/officeDocument/2006/relationships/image" Target="../media/image12.png"/><Relationship Id="rId14" Type="http://schemas.openxmlformats.org/officeDocument/2006/relationships/image" Target="../media/image18.png"/><Relationship Id="rId17" Type="http://schemas.openxmlformats.org/officeDocument/2006/relationships/image" Target="../media/image21.png"/><Relationship Id="rId16" Type="http://schemas.openxmlformats.org/officeDocument/2006/relationships/image" Target="../media/image15.png"/><Relationship Id="rId5" Type="http://schemas.openxmlformats.org/officeDocument/2006/relationships/image" Target="../media/image6.png"/><Relationship Id="rId19" Type="http://schemas.openxmlformats.org/officeDocument/2006/relationships/image" Target="../media/image26.png"/><Relationship Id="rId6" Type="http://schemas.openxmlformats.org/officeDocument/2006/relationships/image" Target="../media/image11.png"/><Relationship Id="rId18" Type="http://schemas.openxmlformats.org/officeDocument/2006/relationships/image" Target="../media/image31.png"/><Relationship Id="rId7" Type="http://schemas.openxmlformats.org/officeDocument/2006/relationships/image" Target="../media/image19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16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1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2.png"/><Relationship Id="rId1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Relationship Id="rId4" Type="http://schemas.openxmlformats.org/officeDocument/2006/relationships/image" Target="../media/image16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31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png"/><Relationship Id="rId4" Type="http://schemas.openxmlformats.org/officeDocument/2006/relationships/image" Target="../media/image46.png"/><Relationship Id="rId5" Type="http://schemas.openxmlformats.org/officeDocument/2006/relationships/image" Target="../media/image4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6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gif"/><Relationship Id="rId4" Type="http://schemas.openxmlformats.org/officeDocument/2006/relationships/image" Target="../media/image50.jpg"/><Relationship Id="rId9" Type="http://schemas.openxmlformats.org/officeDocument/2006/relationships/image" Target="../media/image40.png"/><Relationship Id="rId5" Type="http://schemas.openxmlformats.org/officeDocument/2006/relationships/image" Target="../media/image54.png"/><Relationship Id="rId6" Type="http://schemas.openxmlformats.org/officeDocument/2006/relationships/image" Target="../media/image52.png"/><Relationship Id="rId7" Type="http://schemas.openxmlformats.org/officeDocument/2006/relationships/image" Target="../media/image30.png"/><Relationship Id="rId8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1.png"/><Relationship Id="rId4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42.png"/><Relationship Id="rId7" Type="http://schemas.openxmlformats.org/officeDocument/2006/relationships/image" Target="../media/image6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47.png"/><Relationship Id="rId6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6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Relationship Id="rId5" Type="http://schemas.openxmlformats.org/officeDocument/2006/relationships/image" Target="../media/image7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4.png"/><Relationship Id="rId4" Type="http://schemas.openxmlformats.org/officeDocument/2006/relationships/image" Target="../media/image6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62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1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2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62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4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75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8.png"/><Relationship Id="rId7" Type="http://schemas.openxmlformats.org/officeDocument/2006/relationships/image" Target="../media/image76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7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7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6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 Link Layer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and LANs</a:t>
            </a:r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 and LANs: our goals</a:t>
            </a:r>
            <a:endParaRPr/>
          </a:p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link layer services: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error detection, correction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sharing a broadcast channel: multiple access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link layer addressing</a:t>
            </a:r>
            <a:endParaRPr/>
          </a:p>
          <a:p>
            <a:pPr indent="-317500" lvl="1" marL="68897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local area networks: Ethernet, VLANs</a:t>
            </a:r>
            <a:endParaRPr/>
          </a:p>
          <a:p>
            <a:pPr indent="-212725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datacenter networks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of various link layer technologies</a:t>
            </a:r>
            <a:endParaRPr sz="2800"/>
          </a:p>
        </p:txBody>
      </p:sp>
      <p:pic>
        <p:nvPicPr>
          <p:cNvPr descr="A train crossing a bridge over a body of water&#10;&#10;Description automatically generated" id="51" name="Google Shape;5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7543" y="349894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60" name="Google Shape;60;p9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980265" y="1388119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introduction</a:t>
            </a:r>
            <a:endParaRPr sz="4400"/>
          </a:p>
        </p:txBody>
      </p:sp>
      <p:sp>
        <p:nvSpPr>
          <p:cNvPr id="69" name="Google Shape;69;p10"/>
          <p:cNvSpPr txBox="1"/>
          <p:nvPr/>
        </p:nvSpPr>
        <p:spPr>
          <a:xfrm>
            <a:off x="1104900" y="1257300"/>
            <a:ext cx="5622601" cy="41534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terminology: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and routers: nodes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communication channels that connect adjacent nodes along communication path: links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wired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wireless 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layer-2 packet: </a:t>
            </a:r>
            <a:r>
              <a:rPr b="0" i="1" lang="en-US" sz="3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frame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encapsulates datagram</a:t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10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73" name="Google Shape;73;p10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" name="Google Shape;75;p10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7" name="Google Shape;77;p10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" name="Google Shape;79;p10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80" name="Google Shape;80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2" name="Google Shape;82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" name="Google Shape;84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" name="Google Shape;85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" name="Google Shape;86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7" name="Google Shape;87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8" name="Google Shape;88;p10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89" name="Google Shape;89;p10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0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" name="Google Shape;91;p10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" name="Google Shape;92;p10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" name="Google Shape;93;p10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4" name="Google Shape;94;p10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5" name="Google Shape;95;p10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96" name="Google Shape;96;p10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7" name="Google Shape;97;p10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99" name="Google Shape;99;p10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101" name="Google Shape;101;p10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0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" name="Google Shape;103;p10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10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10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6" name="Google Shape;106;p10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" name="Google Shape;107;p10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8" name="Google Shape;108;p10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" name="Google Shape;109;p10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0" name="Google Shape;110;p10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10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10"/>
          <p:cNvCxnSpPr/>
          <p:nvPr/>
        </p:nvCxnSpPr>
        <p:spPr>
          <a:xfrm flipH="1" rot="5400000">
            <a:off x="9789609" y="5251739"/>
            <a:ext cx="388062" cy="756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10"/>
          <p:cNvCxnSpPr/>
          <p:nvPr/>
        </p:nvCxnSpPr>
        <p:spPr>
          <a:xfrm rot="10800000">
            <a:off x="10209926" y="5405286"/>
            <a:ext cx="0" cy="1143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0"/>
          <p:cNvCxnSpPr/>
          <p:nvPr/>
        </p:nvCxnSpPr>
        <p:spPr>
          <a:xfrm>
            <a:off x="9432959" y="4838517"/>
            <a:ext cx="524483" cy="26153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0"/>
          <p:cNvCxnSpPr/>
          <p:nvPr/>
        </p:nvCxnSpPr>
        <p:spPr>
          <a:xfrm flipH="1" rot="10800000">
            <a:off x="8850066" y="4838517"/>
            <a:ext cx="569255" cy="24626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0"/>
          <p:cNvCxnSpPr/>
          <p:nvPr/>
        </p:nvCxnSpPr>
        <p:spPr>
          <a:xfrm>
            <a:off x="8821744" y="5108876"/>
            <a:ext cx="1030502" cy="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0"/>
          <p:cNvCxnSpPr/>
          <p:nvPr/>
        </p:nvCxnSpPr>
        <p:spPr>
          <a:xfrm>
            <a:off x="8210207" y="5117334"/>
            <a:ext cx="226800" cy="12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0"/>
          <p:cNvCxnSpPr/>
          <p:nvPr/>
        </p:nvCxnSpPr>
        <p:spPr>
          <a:xfrm flipH="1" rot="10800000">
            <a:off x="7948367" y="5290470"/>
            <a:ext cx="412750" cy="12700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0"/>
          <p:cNvCxnSpPr/>
          <p:nvPr/>
        </p:nvCxnSpPr>
        <p:spPr>
          <a:xfrm flipH="1">
            <a:off x="8373817" y="5282252"/>
            <a:ext cx="68080" cy="29396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0"/>
          <p:cNvCxnSpPr/>
          <p:nvPr/>
        </p:nvCxnSpPr>
        <p:spPr>
          <a:xfrm rot="10800000">
            <a:off x="8488731" y="5307931"/>
            <a:ext cx="280374" cy="269876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0"/>
          <p:cNvCxnSpPr/>
          <p:nvPr/>
        </p:nvCxnSpPr>
        <p:spPr>
          <a:xfrm>
            <a:off x="8488731" y="5258048"/>
            <a:ext cx="914184" cy="468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0"/>
          <p:cNvCxnSpPr/>
          <p:nvPr/>
        </p:nvCxnSpPr>
        <p:spPr>
          <a:xfrm>
            <a:off x="8247778" y="3829970"/>
            <a:ext cx="0" cy="13176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0"/>
          <p:cNvCxnSpPr/>
          <p:nvPr/>
        </p:nvCxnSpPr>
        <p:spPr>
          <a:xfrm flipH="1" rot="10800000">
            <a:off x="7896666" y="4041107"/>
            <a:ext cx="168275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0"/>
          <p:cNvCxnSpPr/>
          <p:nvPr/>
        </p:nvCxnSpPr>
        <p:spPr>
          <a:xfrm flipH="1" rot="5400000">
            <a:off x="9885545" y="5583471"/>
            <a:ext cx="366793" cy="148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0"/>
          <p:cNvCxnSpPr/>
          <p:nvPr/>
        </p:nvCxnSpPr>
        <p:spPr>
          <a:xfrm flipH="1" rot="10800000">
            <a:off x="8459425" y="5036562"/>
            <a:ext cx="404236" cy="20777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10"/>
          <p:cNvCxnSpPr/>
          <p:nvPr/>
        </p:nvCxnSpPr>
        <p:spPr>
          <a:xfrm flipH="1">
            <a:off x="10100635" y="2169432"/>
            <a:ext cx="761467" cy="57735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7" name="Google Shape;127;p10"/>
          <p:cNvCxnSpPr/>
          <p:nvPr/>
        </p:nvCxnSpPr>
        <p:spPr>
          <a:xfrm flipH="1">
            <a:off x="10100635" y="2268313"/>
            <a:ext cx="397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8" name="Google Shape;128;p10"/>
          <p:cNvCxnSpPr/>
          <p:nvPr/>
        </p:nvCxnSpPr>
        <p:spPr>
          <a:xfrm flipH="1">
            <a:off x="10672135" y="2200506"/>
            <a:ext cx="149360" cy="51846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" name="Google Shape;129;p10"/>
          <p:cNvCxnSpPr/>
          <p:nvPr/>
        </p:nvCxnSpPr>
        <p:spPr>
          <a:xfrm flipH="1">
            <a:off x="10142166" y="2718967"/>
            <a:ext cx="574283" cy="27820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0" name="Google Shape;130;p10"/>
          <p:cNvCxnSpPr/>
          <p:nvPr/>
        </p:nvCxnSpPr>
        <p:spPr>
          <a:xfrm flipH="1">
            <a:off x="10069542" y="2169432"/>
            <a:ext cx="788589" cy="98881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1" name="Google Shape;131;p10"/>
          <p:cNvCxnSpPr/>
          <p:nvPr/>
        </p:nvCxnSpPr>
        <p:spPr>
          <a:xfrm flipH="1">
            <a:off x="10862103" y="2127325"/>
            <a:ext cx="279002" cy="421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10"/>
          <p:cNvCxnSpPr/>
          <p:nvPr/>
        </p:nvCxnSpPr>
        <p:spPr>
          <a:xfrm rot="10800000">
            <a:off x="10681994" y="2718967"/>
            <a:ext cx="353541" cy="67807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3" name="Google Shape;133;p10"/>
          <p:cNvCxnSpPr/>
          <p:nvPr/>
        </p:nvCxnSpPr>
        <p:spPr>
          <a:xfrm flipH="1">
            <a:off x="8769223" y="2268313"/>
            <a:ext cx="1300319" cy="60662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4" name="Google Shape;134;p10"/>
          <p:cNvCxnSpPr/>
          <p:nvPr/>
        </p:nvCxnSpPr>
        <p:spPr>
          <a:xfrm flipH="1" rot="10800000">
            <a:off x="9378705" y="4113379"/>
            <a:ext cx="429324" cy="705603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0"/>
          <p:cNvCxnSpPr/>
          <p:nvPr/>
        </p:nvCxnSpPr>
        <p:spPr>
          <a:xfrm flipH="1" rot="10800000">
            <a:off x="8244554" y="4047456"/>
            <a:ext cx="969051" cy="317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tenna_radiation_stylized" id="136" name="Google Shape;1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2238" y="3813930"/>
            <a:ext cx="506412" cy="1060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tenna_radiation_stylized" id="137" name="Google Shape;13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2073" y="5480938"/>
            <a:ext cx="452014" cy="95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ell_tower_radiation copy" id="138" name="Google Shape;13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0866" y="2158167"/>
            <a:ext cx="457200" cy="33276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0"/>
          <p:cNvSpPr/>
          <p:nvPr/>
        </p:nvSpPr>
        <p:spPr>
          <a:xfrm>
            <a:off x="8174541" y="2292995"/>
            <a:ext cx="52388" cy="49485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10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ccess_point_stylized_small" id="141" name="Google Shape;14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42" name="Google Shape;14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0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44" name="Google Shape;14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6" name="Google Shape;14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7" name="Google Shape;14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1" name="Google Shape;151;p10"/>
          <p:cNvGrpSpPr/>
          <p:nvPr/>
        </p:nvGrpSpPr>
        <p:grpSpPr>
          <a:xfrm>
            <a:off x="8311829" y="5180504"/>
            <a:ext cx="309187" cy="167750"/>
            <a:chOff x="3668110" y="2448910"/>
            <a:chExt cx="3794234" cy="2165130"/>
          </a:xfrm>
        </p:grpSpPr>
        <p:sp>
          <p:nvSpPr>
            <p:cNvPr id="152" name="Google Shape;152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4" name="Google Shape;154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5" name="Google Shape;155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9" name="Google Shape;159;p10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60" name="Google Shape;16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62" name="Google Shape;16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3" name="Google Shape;16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7" name="Google Shape;167;p10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68" name="Google Shape;16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0" name="Google Shape;17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1" name="Google Shape;17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5" name="Google Shape;175;p10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76" name="Google Shape;17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7" name="Google Shape;17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8" name="Google Shape;17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9" name="Google Shape;17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3" name="Google Shape;183;p10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84" name="Google Shape;18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6" name="Google Shape;18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7" name="Google Shape;18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" name="Google Shape;191;p10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192" name="Google Shape;19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4" name="Google Shape;19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5" name="Google Shape;19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9" name="Google Shape;199;p10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00" name="Google Shape;20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2" name="Google Shape;20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3" name="Google Shape;20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" name="Google Shape;207;p10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08" name="Google Shape;20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0" name="Google Shape;21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1" name="Google Shape;21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" name="Google Shape;215;p10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16" name="Google Shape;21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8" name="Google Shape;21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9" name="Google Shape;21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10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24" name="Google Shape;22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6" name="Google Shape;22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7" name="Google Shape;22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1" name="Google Shape;231;p10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32" name="Google Shape;23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4" name="Google Shape;23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9" name="Google Shape;239;p10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240" name="Google Shape;240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41" name="Google Shape;241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10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43" name="Google Shape;243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10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" name="Google Shape;250;p10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51" name="Google Shape;251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7" name="Google Shape;257;p10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0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264" name="Google Shape;264;p1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5" name="Google Shape;265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" name="Google Shape;266;p10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267" name="Google Shape;267;p1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8" name="Google Shape;26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9" name="Google Shape;269;p10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70" name="Google Shape;270;p10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271" name="Google Shape;271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72" name="Google Shape;272;p10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10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74" name="Google Shape;274;p10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5" name="Google Shape;275;p10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0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0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0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0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" name="Google Shape;281;p10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82" name="Google Shape;282;p10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" name="Google Shape;283;p10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" name="Google Shape;284;p10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5" name="Google Shape;285;p10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6" name="Google Shape;286;p10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7" name="Google Shape;287;p10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8" name="Google Shape;288;p10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0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0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0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0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0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" name="Google Shape;294;p10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295" name="Google Shape;295;p10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" name="Google Shape;296;p10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10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298" name="Google Shape;298;p10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299" name="Google Shape;299;p10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00" name="Google Shape;300;p10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01" name="Google Shape;301;p10"/>
            <p:cNvGrpSpPr/>
            <p:nvPr/>
          </p:nvGrpSpPr>
          <p:grpSpPr>
            <a:xfrm>
              <a:off x="11150622" y="4159591"/>
              <a:ext cx="426399" cy="451816"/>
              <a:chOff x="5182936" y="2693365"/>
              <a:chExt cx="532434" cy="414788"/>
            </a:xfrm>
          </p:grpSpPr>
          <p:cxnSp>
            <p:nvCxnSpPr>
              <p:cNvPr id="302" name="Google Shape;302;p10"/>
              <p:cNvCxnSpPr/>
              <p:nvPr/>
            </p:nvCxnSpPr>
            <p:spPr>
              <a:xfrm>
                <a:off x="5182936" y="2914214"/>
                <a:ext cx="153344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3" name="Google Shape;303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04" name="Google Shape;304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05" name="Google Shape;305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06" name="Google Shape;306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07" name="Google Shape;307;p10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08" name="Google Shape;308;p10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09" name="Google Shape;309;p10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10" name="Google Shape;310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1" name="Google Shape;311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2" name="Google Shape;312;p10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13" name="Google Shape;313;p10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14" name="Google Shape;314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0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317" name="Google Shape;31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18" name="Google Shape;318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20" name="Google Shape;320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1" name="Google Shape;321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7" name="Google Shape;327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28" name="Google Shape;328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4" name="Google Shape;334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" name="Google Shape;340;p10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41" name="Google Shape;341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2" name="Google Shape;342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10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44" name="Google Shape;344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" name="Google Shape;346;p10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347" name="Google Shape;347;p10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48" name="Google Shape;348;p10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10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50" name="Google Shape;350;p10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1" name="Google Shape;351;p10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0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0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0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7" name="Google Shape;357;p10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58" name="Google Shape;358;p10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0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10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0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0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0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" name="Google Shape;364;p10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0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0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0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0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10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4" name="Google Shape;374;p10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375" name="Google Shape;375;p10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7" name="Google Shape;377;p10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p10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379" name="Google Shape;379;p10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10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p10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384" name="Google Shape;384;p10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10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10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388" name="Google Shape;388;p10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0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10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10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02" name="Google Shape;402;p10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3" name="Google Shape;403;p10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0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405" name="Google Shape;405;p10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06" name="Google Shape;406;p10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7" name="Google Shape;407;p10"/>
          <p:cNvGrpSpPr/>
          <p:nvPr/>
        </p:nvGrpSpPr>
        <p:grpSpPr>
          <a:xfrm>
            <a:off x="10253990" y="5273951"/>
            <a:ext cx="177192" cy="330833"/>
            <a:chOff x="4140" y="429"/>
            <a:chExt cx="1425" cy="2396"/>
          </a:xfrm>
        </p:grpSpPr>
        <p:sp>
          <p:nvSpPr>
            <p:cNvPr id="408" name="Google Shape;408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3" name="Google Shape;413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14" name="Google Shape;414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" name="Google Shape;416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" name="Google Shape;417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18" name="Google Shape;418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0" name="Google Shape;420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" name="Google Shape;422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23" name="Google Shape;423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5" name="Google Shape;425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" name="Google Shape;426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27" name="Google Shape;427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" name="Google Shape;429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10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41" name="Google Shape;441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9" name="Google Shape;449;p1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" name="Google Shape;450;p1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51" name="Google Shape;451;p1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3" name="Google Shape;453;p1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1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9" name="Google Shape;459;p1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" name="Google Shape;462;p1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10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474" name="Google Shape;474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75" name="Google Shape;475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76" name="Google Shape;476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7" name="Google Shape;477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1" name="Google Shape;481;p10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482" name="Google Shape;482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3" name="Google Shape;483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4" name="Google Shape;484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5" name="Google Shape;485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9" name="Google Shape;489;p10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90" name="Google Shape;490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1" name="Google Shape;491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2" name="Google Shape;492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93" name="Google Shape;493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7" name="Google Shape;497;p10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98" name="Google Shape;498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9" name="Google Shape;499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0" name="Google Shape;500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1" name="Google Shape;501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5" name="Google Shape;505;p10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06" name="Google Shape;506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7" name="Google Shape;507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8" name="Google Shape;508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09" name="Google Shape;509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3" name="Google Shape;513;p10"/>
          <p:cNvGrpSpPr/>
          <p:nvPr/>
        </p:nvGrpSpPr>
        <p:grpSpPr>
          <a:xfrm>
            <a:off x="7566349" y="3812814"/>
            <a:ext cx="496588" cy="96676"/>
            <a:chOff x="2199" y="955"/>
            <a:chExt cx="2547" cy="506"/>
          </a:xfrm>
        </p:grpSpPr>
        <p:sp>
          <p:nvSpPr>
            <p:cNvPr id="514" name="Google Shape;514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10"/>
          <p:cNvGrpSpPr/>
          <p:nvPr/>
        </p:nvGrpSpPr>
        <p:grpSpPr>
          <a:xfrm>
            <a:off x="7801777" y="3327400"/>
            <a:ext cx="269073" cy="46492"/>
            <a:chOff x="2199" y="955"/>
            <a:chExt cx="2547" cy="506"/>
          </a:xfrm>
        </p:grpSpPr>
        <p:sp>
          <p:nvSpPr>
            <p:cNvPr id="521" name="Google Shape;521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493802" y="3422650"/>
            <a:ext cx="269073" cy="46492"/>
            <a:chOff x="2199" y="955"/>
            <a:chExt cx="2547" cy="506"/>
          </a:xfrm>
        </p:grpSpPr>
        <p:sp>
          <p:nvSpPr>
            <p:cNvPr id="528" name="Google Shape;528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4" name="Google Shape;534;p10"/>
          <p:cNvGrpSpPr/>
          <p:nvPr/>
        </p:nvGrpSpPr>
        <p:grpSpPr>
          <a:xfrm>
            <a:off x="7439349" y="2355850"/>
            <a:ext cx="399726" cy="74090"/>
            <a:chOff x="2199" y="955"/>
            <a:chExt cx="2547" cy="506"/>
          </a:xfrm>
        </p:grpSpPr>
        <p:sp>
          <p:nvSpPr>
            <p:cNvPr id="535" name="Google Shape;535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756849" y="1863725"/>
            <a:ext cx="399726" cy="74090"/>
            <a:chOff x="2199" y="955"/>
            <a:chExt cx="2547" cy="506"/>
          </a:xfrm>
        </p:grpSpPr>
        <p:sp>
          <p:nvSpPr>
            <p:cNvPr id="542" name="Google Shape;542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8" name="Google Shape;548;p10"/>
          <p:cNvGrpSpPr/>
          <p:nvPr/>
        </p:nvGrpSpPr>
        <p:grpSpPr>
          <a:xfrm>
            <a:off x="8709349" y="2057400"/>
            <a:ext cx="399726" cy="74090"/>
            <a:chOff x="2199" y="955"/>
            <a:chExt cx="2547" cy="506"/>
          </a:xfrm>
        </p:grpSpPr>
        <p:sp>
          <p:nvSpPr>
            <p:cNvPr id="549" name="Google Shape;549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5" name="Google Shape;555;p10"/>
          <p:cNvGrpSpPr/>
          <p:nvPr/>
        </p:nvGrpSpPr>
        <p:grpSpPr>
          <a:xfrm>
            <a:off x="8639499" y="2320925"/>
            <a:ext cx="399726" cy="74090"/>
            <a:chOff x="2199" y="955"/>
            <a:chExt cx="2547" cy="506"/>
          </a:xfrm>
        </p:grpSpPr>
        <p:sp>
          <p:nvSpPr>
            <p:cNvPr id="556" name="Google Shape;556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10"/>
          <p:cNvGrpSpPr/>
          <p:nvPr/>
        </p:nvGrpSpPr>
        <p:grpSpPr>
          <a:xfrm>
            <a:off x="9245924" y="5476874"/>
            <a:ext cx="450526" cy="96315"/>
            <a:chOff x="2199" y="955"/>
            <a:chExt cx="2547" cy="506"/>
          </a:xfrm>
        </p:grpSpPr>
        <p:sp>
          <p:nvSpPr>
            <p:cNvPr id="563" name="Google Shape;563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9" name="Google Shape;569;p10"/>
          <p:cNvGrpSpPr/>
          <p:nvPr/>
        </p:nvGrpSpPr>
        <p:grpSpPr>
          <a:xfrm>
            <a:off x="9195602" y="5857875"/>
            <a:ext cx="230973" cy="45719"/>
            <a:chOff x="2199" y="955"/>
            <a:chExt cx="2547" cy="506"/>
          </a:xfrm>
        </p:grpSpPr>
        <p:sp>
          <p:nvSpPr>
            <p:cNvPr id="570" name="Google Shape;570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6" name="Google Shape;576;p10"/>
          <p:cNvGrpSpPr/>
          <p:nvPr/>
        </p:nvGrpSpPr>
        <p:grpSpPr>
          <a:xfrm>
            <a:off x="9538502" y="5794375"/>
            <a:ext cx="230973" cy="45719"/>
            <a:chOff x="2199" y="955"/>
            <a:chExt cx="2547" cy="506"/>
          </a:xfrm>
        </p:grpSpPr>
        <p:sp>
          <p:nvSpPr>
            <p:cNvPr id="577" name="Google Shape;577;p10"/>
            <p:cNvSpPr/>
            <p:nvPr/>
          </p:nvSpPr>
          <p:spPr>
            <a:xfrm>
              <a:off x="2199" y="1166"/>
              <a:ext cx="260" cy="281"/>
            </a:xfrm>
            <a:custGeom>
              <a:rect b="b" l="l" r="r" t="t"/>
              <a:pathLst>
                <a:path extrusionOk="0" h="281" w="260">
                  <a:moveTo>
                    <a:pt x="260" y="0"/>
                  </a:moveTo>
                  <a:cubicBezTo>
                    <a:pt x="224" y="19"/>
                    <a:pt x="79" y="77"/>
                    <a:pt x="42" y="112"/>
                  </a:cubicBezTo>
                  <a:cubicBezTo>
                    <a:pt x="5" y="143"/>
                    <a:pt x="0" y="183"/>
                    <a:pt x="35" y="211"/>
                  </a:cubicBezTo>
                  <a:cubicBezTo>
                    <a:pt x="70" y="239"/>
                    <a:pt x="208" y="266"/>
                    <a:pt x="253" y="281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10"/>
            <p:cNvSpPr/>
            <p:nvPr/>
          </p:nvSpPr>
          <p:spPr>
            <a:xfrm>
              <a:off x="2482" y="1040"/>
              <a:ext cx="900" cy="421"/>
            </a:xfrm>
            <a:custGeom>
              <a:rect b="b" l="l" r="r" t="t"/>
              <a:pathLst>
                <a:path extrusionOk="0" h="421" w="900">
                  <a:moveTo>
                    <a:pt x="531" y="0"/>
                  </a:moveTo>
                  <a:cubicBezTo>
                    <a:pt x="489" y="13"/>
                    <a:pt x="356" y="47"/>
                    <a:pt x="279" y="77"/>
                  </a:cubicBezTo>
                  <a:cubicBezTo>
                    <a:pt x="202" y="107"/>
                    <a:pt x="109" y="141"/>
                    <a:pt x="68" y="182"/>
                  </a:cubicBezTo>
                  <a:cubicBezTo>
                    <a:pt x="31" y="213"/>
                    <a:pt x="0" y="292"/>
                    <a:pt x="33" y="323"/>
                  </a:cubicBezTo>
                  <a:cubicBezTo>
                    <a:pt x="76" y="359"/>
                    <a:pt x="198" y="384"/>
                    <a:pt x="328" y="400"/>
                  </a:cubicBezTo>
                  <a:cubicBezTo>
                    <a:pt x="458" y="416"/>
                    <a:pt x="724" y="421"/>
                    <a:pt x="812" y="421"/>
                  </a:cubicBezTo>
                  <a:cubicBezTo>
                    <a:pt x="900" y="421"/>
                    <a:pt x="846" y="404"/>
                    <a:pt x="855" y="40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10"/>
            <p:cNvSpPr/>
            <p:nvPr/>
          </p:nvSpPr>
          <p:spPr>
            <a:xfrm>
              <a:off x="2782" y="1068"/>
              <a:ext cx="428" cy="269"/>
            </a:xfrm>
            <a:custGeom>
              <a:rect b="b" l="l" r="r" t="t"/>
              <a:pathLst>
                <a:path extrusionOk="0" h="269" w="428">
                  <a:moveTo>
                    <a:pt x="428" y="0"/>
                  </a:moveTo>
                  <a:cubicBezTo>
                    <a:pt x="428" y="0"/>
                    <a:pt x="217" y="35"/>
                    <a:pt x="217" y="35"/>
                  </a:cubicBezTo>
                  <a:cubicBezTo>
                    <a:pt x="217" y="35"/>
                    <a:pt x="42" y="105"/>
                    <a:pt x="21" y="140"/>
                  </a:cubicBezTo>
                  <a:cubicBezTo>
                    <a:pt x="0" y="175"/>
                    <a:pt x="14" y="217"/>
                    <a:pt x="91" y="246"/>
                  </a:cubicBezTo>
                  <a:cubicBezTo>
                    <a:pt x="126" y="267"/>
                    <a:pt x="177" y="265"/>
                    <a:pt x="231" y="267"/>
                  </a:cubicBezTo>
                  <a:cubicBezTo>
                    <a:pt x="285" y="269"/>
                    <a:pt x="376" y="262"/>
                    <a:pt x="414" y="26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10"/>
            <p:cNvSpPr/>
            <p:nvPr/>
          </p:nvSpPr>
          <p:spPr>
            <a:xfrm>
              <a:off x="3554" y="1075"/>
              <a:ext cx="377" cy="239"/>
            </a:xfrm>
            <a:custGeom>
              <a:rect b="b" l="l" r="r" t="t"/>
              <a:pathLst>
                <a:path extrusionOk="0" h="239" w="377">
                  <a:moveTo>
                    <a:pt x="42" y="239"/>
                  </a:moveTo>
                  <a:cubicBezTo>
                    <a:pt x="89" y="224"/>
                    <a:pt x="285" y="178"/>
                    <a:pt x="335" y="146"/>
                  </a:cubicBezTo>
                  <a:cubicBezTo>
                    <a:pt x="372" y="115"/>
                    <a:pt x="377" y="75"/>
                    <a:pt x="342" y="47"/>
                  </a:cubicBezTo>
                  <a:cubicBezTo>
                    <a:pt x="286" y="23"/>
                    <a:pt x="71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10"/>
            <p:cNvSpPr/>
            <p:nvPr/>
          </p:nvSpPr>
          <p:spPr>
            <a:xfrm>
              <a:off x="3646" y="997"/>
              <a:ext cx="660" cy="336"/>
            </a:xfrm>
            <a:custGeom>
              <a:rect b="b" l="l" r="r" t="t"/>
              <a:pathLst>
                <a:path extrusionOk="0" h="300" w="646">
                  <a:moveTo>
                    <a:pt x="343" y="300"/>
                  </a:moveTo>
                  <a:cubicBezTo>
                    <a:pt x="367" y="292"/>
                    <a:pt x="443" y="272"/>
                    <a:pt x="487" y="254"/>
                  </a:cubicBezTo>
                  <a:cubicBezTo>
                    <a:pt x="531" y="236"/>
                    <a:pt x="584" y="216"/>
                    <a:pt x="607" y="191"/>
                  </a:cubicBezTo>
                  <a:cubicBezTo>
                    <a:pt x="628" y="173"/>
                    <a:pt x="646" y="125"/>
                    <a:pt x="627" y="107"/>
                  </a:cubicBezTo>
                  <a:cubicBezTo>
                    <a:pt x="603" y="85"/>
                    <a:pt x="563" y="79"/>
                    <a:pt x="459" y="61"/>
                  </a:cubicBezTo>
                  <a:cubicBezTo>
                    <a:pt x="355" y="43"/>
                    <a:pt x="76" y="1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10"/>
            <p:cNvSpPr/>
            <p:nvPr/>
          </p:nvSpPr>
          <p:spPr>
            <a:xfrm>
              <a:off x="4116" y="955"/>
              <a:ext cx="630" cy="397"/>
            </a:xfrm>
            <a:custGeom>
              <a:rect b="b" l="l" r="r" t="t"/>
              <a:pathLst>
                <a:path extrusionOk="0" h="397" w="630">
                  <a:moveTo>
                    <a:pt x="320" y="397"/>
                  </a:moveTo>
                  <a:cubicBezTo>
                    <a:pt x="345" y="388"/>
                    <a:pt x="423" y="366"/>
                    <a:pt x="468" y="345"/>
                  </a:cubicBezTo>
                  <a:cubicBezTo>
                    <a:pt x="513" y="325"/>
                    <a:pt x="567" y="303"/>
                    <a:pt x="590" y="275"/>
                  </a:cubicBezTo>
                  <a:cubicBezTo>
                    <a:pt x="612" y="255"/>
                    <a:pt x="630" y="201"/>
                    <a:pt x="611" y="181"/>
                  </a:cubicBezTo>
                  <a:cubicBezTo>
                    <a:pt x="586" y="156"/>
                    <a:pt x="541" y="159"/>
                    <a:pt x="439" y="129"/>
                  </a:cubicBezTo>
                  <a:cubicBezTo>
                    <a:pt x="337" y="99"/>
                    <a:pt x="91" y="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" name="Google Shape;583;p10"/>
          <p:cNvGrpSpPr/>
          <p:nvPr/>
        </p:nvGrpSpPr>
        <p:grpSpPr>
          <a:xfrm>
            <a:off x="7975063" y="2094561"/>
            <a:ext cx="466245" cy="434369"/>
            <a:chOff x="2920" y="1424"/>
            <a:chExt cx="326" cy="320"/>
          </a:xfrm>
        </p:grpSpPr>
        <p:sp>
          <p:nvSpPr>
            <p:cNvPr id="584" name="Google Shape;584;p10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5" name="Google Shape;585;p10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586" name="Google Shape;586;p10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0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10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10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10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1" name="Google Shape;591;p10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2" name="Google Shape;592;p10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593" name="Google Shape;593;p10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10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10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6" name="Google Shape;596;p10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10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8" name="Google Shape;598;p10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9" name="Google Shape;599;p10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0" name="Google Shape;600;p10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1" name="Google Shape;601;p10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2" name="Google Shape;602;p10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3" name="Google Shape;603;p10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4" name="Google Shape;604;p10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5" name="Google Shape;605;p10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6" name="Google Shape;606;p10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07" name="Google Shape;607;p10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08" name="Google Shape;608;p10"/>
          <p:cNvGrpSpPr/>
          <p:nvPr/>
        </p:nvGrpSpPr>
        <p:grpSpPr>
          <a:xfrm>
            <a:off x="9885167" y="5352639"/>
            <a:ext cx="309187" cy="167750"/>
            <a:chOff x="3668110" y="2448910"/>
            <a:chExt cx="3794234" cy="2165130"/>
          </a:xfrm>
        </p:grpSpPr>
        <p:sp>
          <p:nvSpPr>
            <p:cNvPr id="609" name="Google Shape;609;p1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1" name="Google Shape;611;p1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12" name="Google Shape;612;p1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1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1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1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16" name="Google Shape;616;p10"/>
          <p:cNvSpPr txBox="1"/>
          <p:nvPr/>
        </p:nvSpPr>
        <p:spPr>
          <a:xfrm>
            <a:off x="1188030" y="5368348"/>
            <a:ext cx="4933787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layer </a:t>
            </a: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responsibility of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transferring datagram from one node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0" i="1" lang="en-US" sz="2400" u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physically adjacent </a:t>
            </a:r>
            <a:r>
              <a:rPr b="0" i="1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over a li</a:t>
            </a: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nk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"/>
          <p:cNvSpPr/>
          <p:nvPr/>
        </p:nvSpPr>
        <p:spPr>
          <a:xfrm>
            <a:off x="1104900" y="5320145"/>
            <a:ext cx="5226627" cy="1233055"/>
          </a:xfrm>
          <a:prstGeom prst="rect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1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context</a:t>
            </a:r>
            <a:endParaRPr sz="4400"/>
          </a:p>
        </p:txBody>
      </p:sp>
      <p:sp>
        <p:nvSpPr>
          <p:cNvPr id="625" name="Google Shape;625;p11"/>
          <p:cNvSpPr txBox="1"/>
          <p:nvPr/>
        </p:nvSpPr>
        <p:spPr>
          <a:xfrm>
            <a:off x="959573" y="1533959"/>
            <a:ext cx="487319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transferred by different link protocols over different links: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WiFi on first link, Ethernet on next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 link protocol provides different services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may or may not provide reliable data transfer over link</a:t>
            </a:r>
            <a:endParaRPr/>
          </a:p>
        </p:txBody>
      </p:sp>
      <p:sp>
        <p:nvSpPr>
          <p:cNvPr id="626" name="Google Shape;626;p11"/>
          <p:cNvSpPr txBox="1"/>
          <p:nvPr/>
        </p:nvSpPr>
        <p:spPr>
          <a:xfrm>
            <a:off x="6904038" y="1493405"/>
            <a:ext cx="4664507" cy="464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transportation analogy: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trip from Princeton to Lausanne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limo: Princeton to JFK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plane: JFK to Geneva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train: Geneva to Lausanne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tourist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datagram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 segment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communication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transportation mode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travel agent =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routing algorithm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7" name="Google Shape;627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2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services</a:t>
            </a:r>
            <a:endParaRPr sz="4400"/>
          </a:p>
        </p:txBody>
      </p:sp>
      <p:sp>
        <p:nvSpPr>
          <p:cNvPr id="634" name="Google Shape;634;p12"/>
          <p:cNvSpPr txBox="1"/>
          <p:nvPr/>
        </p:nvSpPr>
        <p:spPr>
          <a:xfrm>
            <a:off x="1201882" y="1425142"/>
            <a:ext cx="6529676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framing, link access: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encapsulate datagram into frame, adding header, trailer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access if shared medium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“MAC” addresses in frame headers identify source, destination (different from IP address!)</a:t>
            </a:r>
            <a:endParaRPr/>
          </a:p>
          <a:p>
            <a:pPr indent="-284163" lvl="0" marL="352425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 delivery between adjacent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already know how to do this!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seldom used on low bit-error links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 links: high error rates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400" u="sng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both link-level and end-end reliability?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9285510" y="3593195"/>
            <a:ext cx="69106" cy="7912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6" name="Google Shape;636;p12"/>
          <p:cNvGrpSpPr/>
          <p:nvPr/>
        </p:nvGrpSpPr>
        <p:grpSpPr>
          <a:xfrm>
            <a:off x="9022376" y="3275911"/>
            <a:ext cx="615031" cy="694531"/>
            <a:chOff x="2920" y="1424"/>
            <a:chExt cx="326" cy="320"/>
          </a:xfrm>
        </p:grpSpPr>
        <p:sp>
          <p:nvSpPr>
            <p:cNvPr id="637" name="Google Shape;637;p12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8" name="Google Shape;638;p12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639" name="Google Shape;639;p12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2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2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2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2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4" name="Google Shape;644;p12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12"/>
          <p:cNvGrpSpPr/>
          <p:nvPr/>
        </p:nvGrpSpPr>
        <p:grpSpPr>
          <a:xfrm>
            <a:off x="9122147" y="3619386"/>
            <a:ext cx="393690" cy="1049595"/>
            <a:chOff x="3130" y="3288"/>
            <a:chExt cx="410" cy="742"/>
          </a:xfrm>
        </p:grpSpPr>
        <p:cxnSp>
          <p:nvCxnSpPr>
            <p:cNvPr id="646" name="Google Shape;646;p12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7" name="Google Shape;647;p12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8" name="Google Shape;648;p12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12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12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1" name="Google Shape;651;p12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2" name="Google Shape;652;p12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3" name="Google Shape;653;p12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4" name="Google Shape;654;p12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5" name="Google Shape;655;p12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6" name="Google Shape;656;p12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7" name="Google Shape;657;p12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12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12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12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1" name="Google Shape;661;p12"/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descr="iphone_stylized_small" id="662" name="Google Shape;66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63" name="Google Shape;663;p12"/>
            <p:cNvGrpSpPr/>
            <p:nvPr/>
          </p:nvGrpSpPr>
          <p:grpSpPr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664" name="Google Shape;664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0" name="Google Shape;670;p12"/>
          <p:cNvGrpSpPr/>
          <p:nvPr/>
        </p:nvGrpSpPr>
        <p:grpSpPr>
          <a:xfrm>
            <a:off x="7891681" y="4024818"/>
            <a:ext cx="1120341" cy="347863"/>
            <a:chOff x="9561515" y="2748013"/>
            <a:chExt cx="1120341" cy="347863"/>
          </a:xfrm>
        </p:grpSpPr>
        <p:pic>
          <p:nvPicPr>
            <p:cNvPr descr="car_icon_small" id="671" name="Google Shape;6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672" name="Google Shape;672;p12"/>
            <p:cNvGrpSpPr/>
            <p:nvPr/>
          </p:nvGrpSpPr>
          <p:grpSpPr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673" name="Google Shape;673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79" name="Google Shape;679;p12"/>
            <p:cNvCxnSpPr/>
            <p:nvPr/>
          </p:nvCxnSpPr>
          <p:spPr>
            <a:xfrm>
              <a:off x="10032156" y="2798664"/>
              <a:ext cx="31623" cy="136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80" name="Google Shape;680;p12"/>
          <p:cNvGrpSpPr/>
          <p:nvPr/>
        </p:nvGrpSpPr>
        <p:grpSpPr>
          <a:xfrm>
            <a:off x="9729378" y="3463179"/>
            <a:ext cx="504756" cy="520384"/>
            <a:chOff x="7339071" y="2307905"/>
            <a:chExt cx="511700" cy="446467"/>
          </a:xfrm>
        </p:grpSpPr>
        <p:grpSp>
          <p:nvGrpSpPr>
            <p:cNvPr id="681" name="Google Shape;681;p12"/>
            <p:cNvGrpSpPr/>
            <p:nvPr/>
          </p:nvGrpSpPr>
          <p:grpSpPr>
            <a:xfrm>
              <a:off x="7339071" y="2426725"/>
              <a:ext cx="511700" cy="327647"/>
              <a:chOff x="7455987" y="2414528"/>
              <a:chExt cx="511700" cy="327647"/>
            </a:xfrm>
          </p:grpSpPr>
          <p:pic>
            <p:nvPicPr>
              <p:cNvPr descr="laptop_keyboard" id="682" name="Google Shape;682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3" name="Google Shape;683;p12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684" name="Google Shape;684;p1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5" name="Google Shape;685;p12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2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2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12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12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12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1" name="Google Shape;691;p12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692" name="Google Shape;692;p12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" name="Google Shape;693;p12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4" name="Google Shape;694;p12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12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6" name="Google Shape;696;p12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7" name="Google Shape;697;p12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98" name="Google Shape;698;p12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12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12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12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12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12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4" name="Google Shape;704;p12"/>
            <p:cNvGrpSpPr/>
            <p:nvPr/>
          </p:nvGrpSpPr>
          <p:grpSpPr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705" name="Google Shape;705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11" name="Google Shape;711;p12"/>
            <p:cNvCxnSpPr/>
            <p:nvPr/>
          </p:nvCxnSpPr>
          <p:spPr>
            <a:xfrm flipH="1">
              <a:off x="7594314" y="2366481"/>
              <a:ext cx="39385" cy="702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712" name="Google Shape;712;p12"/>
          <p:cNvCxnSpPr/>
          <p:nvPr/>
        </p:nvCxnSpPr>
        <p:spPr>
          <a:xfrm flipH="1">
            <a:off x="11319748" y="3822551"/>
            <a:ext cx="4467" cy="58301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12"/>
          <p:cNvCxnSpPr/>
          <p:nvPr/>
        </p:nvCxnSpPr>
        <p:spPr>
          <a:xfrm flipH="1" rot="10800000">
            <a:off x="10658519" y="4487840"/>
            <a:ext cx="518620" cy="173119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4" name="Google Shape;714;p12"/>
          <p:cNvCxnSpPr/>
          <p:nvPr/>
        </p:nvCxnSpPr>
        <p:spPr>
          <a:xfrm flipH="1">
            <a:off x="11201006" y="4473187"/>
            <a:ext cx="127931" cy="52423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5" name="Google Shape;715;p12"/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716" name="Google Shape;716;p1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8" name="Google Shape;718;p1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9" name="Google Shape;719;p1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1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1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1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3" name="Google Shape;723;p12"/>
          <p:cNvGrpSpPr/>
          <p:nvPr/>
        </p:nvGrpSpPr>
        <p:grpSpPr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descr="desktop_computer_stylized_medium" id="724" name="Google Shape;724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5" name="Google Shape;725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12"/>
          <p:cNvGrpSpPr/>
          <p:nvPr/>
        </p:nvGrpSpPr>
        <p:grpSpPr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descr="desktop_computer_stylized_medium" id="727" name="Google Shape;727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8" name="Google Shape;728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12"/>
          <p:cNvGrpSpPr/>
          <p:nvPr/>
        </p:nvGrpSpPr>
        <p:grpSpPr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descr="desktop_computer_stylized_medium" id="730" name="Google Shape;730;p1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1" name="Google Shape;731;p12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12"/>
          <p:cNvGrpSpPr/>
          <p:nvPr/>
        </p:nvGrpSpPr>
        <p:grpSpPr>
          <a:xfrm>
            <a:off x="8226409" y="5199782"/>
            <a:ext cx="1926482" cy="1169355"/>
            <a:chOff x="9872135" y="4049856"/>
            <a:chExt cx="1167447" cy="689801"/>
          </a:xfrm>
        </p:grpSpPr>
        <p:pic>
          <p:nvPicPr>
            <p:cNvPr descr="antenna_radiation_stylized" id="733" name="Google Shape;733;p12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734" name="Google Shape;734;p12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35" name="Google Shape;735;p12"/>
            <p:cNvGrpSpPr/>
            <p:nvPr/>
          </p:nvGrpSpPr>
          <p:grpSpPr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736" name="Google Shape;736;p12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12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12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12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2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2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2" name="Google Shape;742;p12"/>
            <p:cNvGrpSpPr/>
            <p:nvPr/>
          </p:nvGrpSpPr>
          <p:grpSpPr>
            <a:xfrm>
              <a:off x="9872135" y="4284324"/>
              <a:ext cx="408871" cy="378277"/>
              <a:chOff x="7339071" y="2307905"/>
              <a:chExt cx="511700" cy="446467"/>
            </a:xfrm>
          </p:grpSpPr>
          <p:grpSp>
            <p:nvGrpSpPr>
              <p:cNvPr id="743" name="Google Shape;743;p12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744" name="Google Shape;744;p12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5" name="Google Shape;745;p12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746" name="Google Shape;746;p12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7" name="Google Shape;747;p12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8" name="Google Shape;748;p12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9" name="Google Shape;749;p12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0" name="Google Shape;750;p12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1" name="Google Shape;751;p12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52" name="Google Shape;752;p12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53" name="Google Shape;753;p12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54" name="Google Shape;754;p12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5" name="Google Shape;755;p12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6" name="Google Shape;756;p12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7" name="Google Shape;757;p12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8" name="Google Shape;758;p12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59" name="Google Shape;759;p12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60" name="Google Shape;760;p12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12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12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12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4" name="Google Shape;764;p12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5" name="Google Shape;765;p12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66" name="Google Shape;766;p12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67" name="Google Shape;767;p12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12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12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0" name="Google Shape;770;p12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1" name="Google Shape;771;p12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2" name="Google Shape;772;p12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773" name="Google Shape;773;p12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74" name="Google Shape;774;p12"/>
            <p:cNvGrpSpPr/>
            <p:nvPr/>
          </p:nvGrpSpPr>
          <p:grpSpPr>
            <a:xfrm>
              <a:off x="10630711" y="4361380"/>
              <a:ext cx="408871" cy="378277"/>
              <a:chOff x="7339071" y="2307905"/>
              <a:chExt cx="511700" cy="446467"/>
            </a:xfrm>
          </p:grpSpPr>
          <p:grpSp>
            <p:nvGrpSpPr>
              <p:cNvPr id="775" name="Google Shape;775;p12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776" name="Google Shape;776;p12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77" name="Google Shape;777;p12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778" name="Google Shape;778;p12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79" name="Google Shape;779;p12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0" name="Google Shape;780;p12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1" name="Google Shape;781;p12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2" name="Google Shape;782;p12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3" name="Google Shape;783;p12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4" name="Google Shape;784;p12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5" name="Google Shape;785;p12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786" name="Google Shape;786;p12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7" name="Google Shape;787;p12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8" name="Google Shape;788;p12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12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0" name="Google Shape;790;p12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1" name="Google Shape;791;p12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792" name="Google Shape;792;p12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12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12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12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12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12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8" name="Google Shape;798;p12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799" name="Google Shape;799;p12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12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12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12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12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12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805" name="Google Shape;805;p12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6" name="Google Shape;806;p12"/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807" name="Google Shape;807;p12"/>
            <p:cNvGrpSpPr/>
            <p:nvPr/>
          </p:nvGrpSpPr>
          <p:grpSpPr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808" name="Google Shape;808;p12"/>
              <p:cNvSpPr/>
              <p:nvPr/>
            </p:nvSpPr>
            <p:spPr>
              <a:xfrm>
                <a:off x="-490" y="1664"/>
                <a:ext cx="1429" cy="294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09" name="Google Shape;809;p12"/>
              <p:cNvGrpSpPr/>
              <p:nvPr/>
            </p:nvGrpSpPr>
            <p:grpSpPr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810" name="Google Shape;810;p12"/>
                <p:cNvSpPr/>
                <p:nvPr/>
              </p:nvSpPr>
              <p:spPr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11" name="Google Shape;811;p12"/>
                <p:cNvCxnSpPr/>
                <p:nvPr/>
              </p:nvCxnSpPr>
              <p:spPr>
                <a:xfrm>
                  <a:off x="-150" y="2271"/>
                  <a:ext cx="673" cy="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812" name="Google Shape;812;p12"/>
                <p:cNvGrpSpPr/>
                <p:nvPr/>
              </p:nvGrpSpPr>
              <p:grpSpPr>
                <a:xfrm>
                  <a:off x="67" y="2192"/>
                  <a:ext cx="387" cy="139"/>
                  <a:chOff x="320" y="890"/>
                  <a:chExt cx="871" cy="339"/>
                </a:xfrm>
              </p:grpSpPr>
              <p:sp>
                <p:nvSpPr>
                  <p:cNvPr id="813" name="Google Shape;813;p12"/>
                  <p:cNvSpPr/>
                  <p:nvPr/>
                </p:nvSpPr>
                <p:spPr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4" name="Google Shape;814;p12"/>
                  <p:cNvSpPr/>
                  <p:nvPr/>
                </p:nvSpPr>
                <p:spPr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5" name="Google Shape;815;p12"/>
                  <p:cNvSpPr/>
                  <p:nvPr/>
                </p:nvSpPr>
                <p:spPr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6" name="Google Shape;816;p12"/>
                  <p:cNvSpPr/>
                  <p:nvPr/>
                </p:nvSpPr>
                <p:spPr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7" name="Google Shape;817;p12"/>
                  <p:cNvSpPr/>
                  <p:nvPr/>
                </p:nvSpPr>
                <p:spPr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8" name="Google Shape;818;p12"/>
                  <p:cNvSpPr/>
                  <p:nvPr/>
                </p:nvSpPr>
                <p:spPr>
                  <a:xfrm flipH="1" rot="10800000">
                    <a:off x="322" y="890"/>
                    <a:ext cx="859" cy="110"/>
                  </a:xfrm>
                  <a:custGeom>
                    <a:rect b="b" l="l" r="r" t="t"/>
                    <a:pathLst>
                      <a:path extrusionOk="0" h="21600" w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descr="desktop_computer_stylized_small" id="819" name="Google Shape;819;p12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20" name="Google Shape;820;p12"/>
                <p:cNvSpPr/>
                <p:nvPr/>
              </p:nvSpPr>
              <p:spPr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1" name="Google Shape;821;p12"/>
                <p:cNvSpPr/>
                <p:nvPr/>
              </p:nvSpPr>
              <p:spPr>
                <a:xfrm>
                  <a:off x="282" y="1951"/>
                  <a:ext cx="302" cy="274"/>
                </a:xfrm>
                <a:custGeom>
                  <a:rect b="b" l="l" r="r" t="t"/>
                  <a:pathLst>
                    <a:path extrusionOk="0" h="274" w="381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tv" id="822" name="Google Shape;822;p12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823" name="Google Shape;823;p12"/>
            <p:cNvCxnSpPr/>
            <p:nvPr/>
          </p:nvCxnSpPr>
          <p:spPr>
            <a:xfrm>
              <a:off x="8423564" y="1479550"/>
              <a:ext cx="2593686" cy="0"/>
            </a:xfrm>
            <a:prstGeom prst="straightConnector1">
              <a:avLst/>
            </a:prstGeom>
            <a:noFill/>
            <a:ln cap="flat" cmpd="sng" w="19050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24" name="Google Shape;824;p12"/>
            <p:cNvSpPr txBox="1"/>
            <p:nvPr/>
          </p:nvSpPr>
          <p:spPr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  <p:grpSp>
          <p:nvGrpSpPr>
            <p:cNvPr id="825" name="Google Shape;825;p12"/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826" name="Google Shape;826;p12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827" name="Google Shape;827;p12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28" name="Google Shape;828;p1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29" name="Google Shape;829;p12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30" name="Google Shape;830;p12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31" name="Google Shape;831;p12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32" name="Google Shape;832;p12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3" name="Google Shape;833;p12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4" name="Google Shape;834;p12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5" name="Google Shape;835;p12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6" name="Google Shape;836;p12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37" name="Google Shape;837;p1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38" name="Google Shape;838;p12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39" name="Google Shape;839;p1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40" name="Google Shape;840;p1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41" name="Google Shape;841;p12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42" name="Google Shape;842;p12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3" name="Google Shape;843;p12"/>
            <p:cNvSpPr/>
            <p:nvPr/>
          </p:nvSpPr>
          <p:spPr>
            <a:xfrm>
              <a:off x="10755313" y="1054100"/>
              <a:ext cx="955675" cy="7000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4" name="Google Shape;844;p12"/>
            <p:cNvSpPr/>
            <p:nvPr/>
          </p:nvSpPr>
          <p:spPr>
            <a:xfrm>
              <a:off x="11012488" y="1236663"/>
              <a:ext cx="330200" cy="454025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E40000"/>
                </a:gs>
                <a:gs pos="100000">
                  <a:srgbClr val="E4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12"/>
            <p:cNvSpPr/>
            <p:nvPr/>
          </p:nvSpPr>
          <p:spPr>
            <a:xfrm>
              <a:off x="11009842" y="1167342"/>
              <a:ext cx="366713" cy="406400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6" name="Google Shape;846;p12"/>
            <p:cNvCxnSpPr/>
            <p:nvPr/>
          </p:nvCxnSpPr>
          <p:spPr>
            <a:xfrm flipH="1">
              <a:off x="11339513" y="1295400"/>
              <a:ext cx="34925" cy="68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7" name="Google Shape;847;p12"/>
            <p:cNvCxnSpPr/>
            <p:nvPr/>
          </p:nvCxnSpPr>
          <p:spPr>
            <a:xfrm>
              <a:off x="11041063" y="1466850"/>
              <a:ext cx="2682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8" name="Google Shape;848;p12"/>
            <p:cNvSpPr/>
            <p:nvPr/>
          </p:nvSpPr>
          <p:spPr>
            <a:xfrm>
              <a:off x="11034713" y="1290638"/>
              <a:ext cx="274637" cy="115887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2"/>
            <p:cNvSpPr/>
            <p:nvPr/>
          </p:nvSpPr>
          <p:spPr>
            <a:xfrm flipH="1" rot="10800000">
              <a:off x="11034713" y="1527175"/>
              <a:ext cx="274637" cy="114300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2"/>
            <p:cNvSpPr/>
            <p:nvPr/>
          </p:nvSpPr>
          <p:spPr>
            <a:xfrm>
              <a:off x="10615613" y="790575"/>
              <a:ext cx="1206500" cy="26193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1" name="Google Shape;851;p12"/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852" name="Google Shape;852;p12"/>
              <p:cNvGrpSpPr/>
              <p:nvPr/>
            </p:nvGrpSpPr>
            <p:grpSpPr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853" name="Google Shape;853;p12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4" name="Google Shape;854;p1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55" name="Google Shape;855;p12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56" name="Google Shape;856;p12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57" name="Google Shape;857;p12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58" name="Google Shape;858;p12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59" name="Google Shape;859;p12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0" name="Google Shape;860;p12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1" name="Google Shape;861;p12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2" name="Google Shape;862;p12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63" name="Google Shape;863;p1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64" name="Google Shape;864;p12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65" name="Google Shape;865;p1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" name="Google Shape;866;p1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67" name="Google Shape;867;p12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868" name="Google Shape;868;p12"/>
              <p:cNvCxnSpPr/>
              <p:nvPr/>
            </p:nvCxnSpPr>
            <p:spPr>
              <a:xfrm>
                <a:off x="9334500" y="1147233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869" name="Google Shape;869;p12"/>
            <p:cNvCxnSpPr/>
            <p:nvPr/>
          </p:nvCxnSpPr>
          <p:spPr>
            <a:xfrm>
              <a:off x="8428567" y="1151466"/>
              <a:ext cx="0" cy="338667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870" name="Google Shape;870;p12"/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871" name="Google Shape;871;p12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872" name="Google Shape;872;p12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73" name="Google Shape;873;p1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874" name="Google Shape;874;p12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875" name="Google Shape;875;p12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876" name="Google Shape;876;p12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877" name="Google Shape;877;p12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8" name="Google Shape;878;p12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79" name="Google Shape;879;p12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0" name="Google Shape;880;p12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1" name="Google Shape;881;p12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882" name="Google Shape;882;p1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883" name="Google Shape;883;p12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884" name="Google Shape;884;p1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5" name="Google Shape;885;p1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886" name="Google Shape;886;p12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887" name="Google Shape;887;p12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8" name="Google Shape;888;p12"/>
            <p:cNvSpPr txBox="1"/>
            <p:nvPr/>
          </p:nvSpPr>
          <p:spPr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sp>
        <p:nvSpPr>
          <p:cNvPr id="889" name="Google Shape;889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3"/>
          <p:cNvSpPr txBox="1"/>
          <p:nvPr>
            <p:ph type="title"/>
          </p:nvPr>
        </p:nvSpPr>
        <p:spPr>
          <a:xfrm>
            <a:off x="1104900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layer: services (more)</a:t>
            </a:r>
            <a:endParaRPr sz="4400"/>
          </a:p>
        </p:txBody>
      </p:sp>
      <p:sp>
        <p:nvSpPr>
          <p:cNvPr id="896" name="Google Shape;896;p13"/>
          <p:cNvSpPr txBox="1"/>
          <p:nvPr/>
        </p:nvSpPr>
        <p:spPr>
          <a:xfrm>
            <a:off x="1215015" y="1383579"/>
            <a:ext cx="6141748" cy="515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pacing between adjacent sending and receiving nodes</a:t>
            </a:r>
            <a:endParaRPr/>
          </a:p>
          <a:p>
            <a:pPr indent="-276225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detection: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errors caused by signal attenuation, noise.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detects errors, signals retransmission, or drops frame 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error correction: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identifies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error(s) without retransmission</a:t>
            </a:r>
            <a:endParaRPr/>
          </a:p>
          <a:p>
            <a:pPr indent="-331788" lvl="0" marL="3444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half-duplex and full-duplex: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half duplex, nodes at both ends of link can transmit, but not at same time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3"/>
          <p:cNvSpPr/>
          <p:nvPr/>
        </p:nvSpPr>
        <p:spPr>
          <a:xfrm>
            <a:off x="9243945" y="3593195"/>
            <a:ext cx="69106" cy="7912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8" name="Google Shape;898;p13"/>
          <p:cNvGrpSpPr/>
          <p:nvPr/>
        </p:nvGrpSpPr>
        <p:grpSpPr>
          <a:xfrm>
            <a:off x="8980811" y="3275911"/>
            <a:ext cx="615031" cy="694531"/>
            <a:chOff x="2920" y="1424"/>
            <a:chExt cx="326" cy="320"/>
          </a:xfrm>
        </p:grpSpPr>
        <p:sp>
          <p:nvSpPr>
            <p:cNvPr id="899" name="Google Shape;899;p13"/>
            <p:cNvSpPr/>
            <p:nvPr/>
          </p:nvSpPr>
          <p:spPr>
            <a:xfrm>
              <a:off x="2920" y="1445"/>
              <a:ext cx="326" cy="289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0" name="Google Shape;900;p13"/>
            <p:cNvGrpSpPr/>
            <p:nvPr/>
          </p:nvGrpSpPr>
          <p:grpSpPr>
            <a:xfrm>
              <a:off x="2949" y="1424"/>
              <a:ext cx="265" cy="280"/>
              <a:chOff x="2949" y="1424"/>
              <a:chExt cx="265" cy="280"/>
            </a:xfrm>
          </p:grpSpPr>
          <p:sp>
            <p:nvSpPr>
              <p:cNvPr id="901" name="Google Shape;901;p13"/>
              <p:cNvSpPr/>
              <p:nvPr/>
            </p:nvSpPr>
            <p:spPr>
              <a:xfrm>
                <a:off x="3030" y="1545"/>
                <a:ext cx="107" cy="9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13"/>
              <p:cNvSpPr/>
              <p:nvPr/>
            </p:nvSpPr>
            <p:spPr>
              <a:xfrm>
                <a:off x="3006" y="1525"/>
                <a:ext cx="154" cy="131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2983" y="1501"/>
                <a:ext cx="203" cy="17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2949" y="1476"/>
                <a:ext cx="265" cy="228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 flipH="1" rot="10800000">
                <a:off x="2987" y="1424"/>
                <a:ext cx="205" cy="143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06" name="Google Shape;906;p13"/>
            <p:cNvSpPr/>
            <p:nvPr/>
          </p:nvSpPr>
          <p:spPr>
            <a:xfrm>
              <a:off x="2995" y="1615"/>
              <a:ext cx="178" cy="129"/>
            </a:xfrm>
            <a:custGeom>
              <a:rect b="b" l="l" r="r" t="t"/>
              <a:pathLst>
                <a:path extrusionOk="0" h="956" w="1180">
                  <a:moveTo>
                    <a:pt x="499" y="7"/>
                  </a:moveTo>
                  <a:lnTo>
                    <a:pt x="0" y="780"/>
                  </a:lnTo>
                  <a:lnTo>
                    <a:pt x="134" y="885"/>
                  </a:lnTo>
                  <a:lnTo>
                    <a:pt x="366" y="920"/>
                  </a:lnTo>
                  <a:lnTo>
                    <a:pt x="534" y="956"/>
                  </a:lnTo>
                  <a:lnTo>
                    <a:pt x="829" y="949"/>
                  </a:lnTo>
                  <a:lnTo>
                    <a:pt x="1096" y="850"/>
                  </a:lnTo>
                  <a:lnTo>
                    <a:pt x="1180" y="801"/>
                  </a:lnTo>
                  <a:lnTo>
                    <a:pt x="668" y="0"/>
                  </a:lnTo>
                  <a:lnTo>
                    <a:pt x="499" y="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13"/>
          <p:cNvGrpSpPr/>
          <p:nvPr/>
        </p:nvGrpSpPr>
        <p:grpSpPr>
          <a:xfrm>
            <a:off x="9080582" y="3619386"/>
            <a:ext cx="393690" cy="1049595"/>
            <a:chOff x="3130" y="3288"/>
            <a:chExt cx="410" cy="742"/>
          </a:xfrm>
        </p:grpSpPr>
        <p:cxnSp>
          <p:nvCxnSpPr>
            <p:cNvPr id="908" name="Google Shape;908;p13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13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0" name="Google Shape;910;p13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13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13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3" name="Google Shape;913;p13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4" name="Google Shape;914;p13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5" name="Google Shape;915;p13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13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13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8" name="Google Shape;918;p13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" name="Google Shape;919;p13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13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13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13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3" name="Google Shape;923;p13"/>
          <p:cNvGrpSpPr/>
          <p:nvPr/>
        </p:nvGrpSpPr>
        <p:grpSpPr>
          <a:xfrm>
            <a:off x="8405402" y="3099042"/>
            <a:ext cx="527285" cy="593983"/>
            <a:chOff x="8328836" y="2202873"/>
            <a:chExt cx="527285" cy="593983"/>
          </a:xfrm>
        </p:grpSpPr>
        <p:pic>
          <p:nvPicPr>
            <p:cNvPr descr="iphone_stylized_small" id="924" name="Google Shape;92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566432" y="2271663"/>
              <a:ext cx="180509" cy="52519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5" name="Google Shape;925;p13"/>
            <p:cNvGrpSpPr/>
            <p:nvPr/>
          </p:nvGrpSpPr>
          <p:grpSpPr>
            <a:xfrm>
              <a:off x="8328836" y="2202873"/>
              <a:ext cx="527285" cy="118466"/>
              <a:chOff x="2199" y="955"/>
              <a:chExt cx="2547" cy="506"/>
            </a:xfrm>
          </p:grpSpPr>
          <p:sp>
            <p:nvSpPr>
              <p:cNvPr id="926" name="Google Shape;926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32" name="Google Shape;932;p13"/>
          <p:cNvGrpSpPr/>
          <p:nvPr/>
        </p:nvGrpSpPr>
        <p:grpSpPr>
          <a:xfrm>
            <a:off x="7822406" y="4024818"/>
            <a:ext cx="1120341" cy="347863"/>
            <a:chOff x="9561515" y="2748013"/>
            <a:chExt cx="1120341" cy="347863"/>
          </a:xfrm>
        </p:grpSpPr>
        <p:pic>
          <p:nvPicPr>
            <p:cNvPr descr="car_icon_small" id="933" name="Google Shape;933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561515" y="2826814"/>
              <a:ext cx="1120341" cy="26906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34" name="Google Shape;934;p13"/>
            <p:cNvGrpSpPr/>
            <p:nvPr/>
          </p:nvGrpSpPr>
          <p:grpSpPr>
            <a:xfrm>
              <a:off x="9788587" y="2748013"/>
              <a:ext cx="527285" cy="118466"/>
              <a:chOff x="2199" y="955"/>
              <a:chExt cx="2547" cy="506"/>
            </a:xfrm>
          </p:grpSpPr>
          <p:sp>
            <p:nvSpPr>
              <p:cNvPr id="935" name="Google Shape;935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6" name="Google Shape;936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7" name="Google Shape;937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41" name="Google Shape;941;p13"/>
            <p:cNvCxnSpPr/>
            <p:nvPr/>
          </p:nvCxnSpPr>
          <p:spPr>
            <a:xfrm>
              <a:off x="10032156" y="2798664"/>
              <a:ext cx="31623" cy="136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42" name="Google Shape;942;p13"/>
          <p:cNvGrpSpPr/>
          <p:nvPr/>
        </p:nvGrpSpPr>
        <p:grpSpPr>
          <a:xfrm>
            <a:off x="9729378" y="3463179"/>
            <a:ext cx="504756" cy="520384"/>
            <a:chOff x="7339071" y="2307905"/>
            <a:chExt cx="511700" cy="446467"/>
          </a:xfrm>
        </p:grpSpPr>
        <p:grpSp>
          <p:nvGrpSpPr>
            <p:cNvPr id="943" name="Google Shape;943;p13"/>
            <p:cNvGrpSpPr/>
            <p:nvPr/>
          </p:nvGrpSpPr>
          <p:grpSpPr>
            <a:xfrm>
              <a:off x="7339071" y="2426725"/>
              <a:ext cx="511700" cy="327647"/>
              <a:chOff x="7455987" y="2414528"/>
              <a:chExt cx="511700" cy="327647"/>
            </a:xfrm>
          </p:grpSpPr>
          <p:pic>
            <p:nvPicPr>
              <p:cNvPr descr="laptop_keyboard" id="944" name="Google Shape;944;p1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 rot="109064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5" name="Google Shape;945;p13"/>
              <p:cNvSpPr/>
              <p:nvPr/>
            </p:nvSpPr>
            <p:spPr>
              <a:xfrm>
                <a:off x="7603304" y="2420984"/>
                <a:ext cx="351919" cy="208167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46" name="Google Shape;946;p1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7" name="Google Shape;947;p13"/>
              <p:cNvSpPr/>
              <p:nvPr/>
            </p:nvSpPr>
            <p:spPr>
              <a:xfrm>
                <a:off x="7667378" y="2414843"/>
                <a:ext cx="298167" cy="38736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13"/>
              <p:cNvSpPr/>
              <p:nvPr/>
            </p:nvSpPr>
            <p:spPr>
              <a:xfrm>
                <a:off x="7600188" y="2414528"/>
                <a:ext cx="82770" cy="161243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13"/>
              <p:cNvSpPr/>
              <p:nvPr/>
            </p:nvSpPr>
            <p:spPr>
              <a:xfrm>
                <a:off x="7874205" y="2443344"/>
                <a:ext cx="89197" cy="186122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13"/>
              <p:cNvSpPr/>
              <p:nvPr/>
            </p:nvSpPr>
            <p:spPr>
              <a:xfrm>
                <a:off x="7599214" y="2567582"/>
                <a:ext cx="327185" cy="6282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3"/>
              <p:cNvSpPr/>
              <p:nvPr/>
            </p:nvSpPr>
            <p:spPr>
              <a:xfrm>
                <a:off x="7884138" y="2444918"/>
                <a:ext cx="83549" cy="186909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3"/>
              <p:cNvSpPr/>
              <p:nvPr/>
            </p:nvSpPr>
            <p:spPr>
              <a:xfrm>
                <a:off x="7599603" y="2575928"/>
                <a:ext cx="290961" cy="62041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53" name="Google Shape;953;p13"/>
              <p:cNvGrpSpPr/>
              <p:nvPr/>
            </p:nvGrpSpPr>
            <p:grpSpPr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954" name="Google Shape;954;p1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13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13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" name="Google Shape;957;p13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8" name="Google Shape;958;p13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9" name="Google Shape;959;p13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0" name="Google Shape;960;p13"/>
              <p:cNvSpPr/>
              <p:nvPr/>
            </p:nvSpPr>
            <p:spPr>
              <a:xfrm>
                <a:off x="7763780" y="2647731"/>
                <a:ext cx="119578" cy="80936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13"/>
              <p:cNvSpPr/>
              <p:nvPr/>
            </p:nvSpPr>
            <p:spPr>
              <a:xfrm>
                <a:off x="7458602" y="2654187"/>
                <a:ext cx="305957" cy="7385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13"/>
              <p:cNvSpPr/>
              <p:nvPr/>
            </p:nvSpPr>
            <p:spPr>
              <a:xfrm>
                <a:off x="7458797" y="2640645"/>
                <a:ext cx="3311" cy="14959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13"/>
              <p:cNvSpPr/>
              <p:nvPr/>
            </p:nvSpPr>
            <p:spPr>
              <a:xfrm>
                <a:off x="7458992" y="2579707"/>
                <a:ext cx="142170" cy="61883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13"/>
              <p:cNvSpPr/>
              <p:nvPr/>
            </p:nvSpPr>
            <p:spPr>
              <a:xfrm>
                <a:off x="7468535" y="2643795"/>
                <a:ext cx="290182" cy="7101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13"/>
              <p:cNvSpPr/>
              <p:nvPr/>
            </p:nvSpPr>
            <p:spPr>
              <a:xfrm flipH="1" rot="10800000">
                <a:off x="7758327" y="2638756"/>
                <a:ext cx="118410" cy="73535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6" name="Google Shape;966;p13"/>
            <p:cNvGrpSpPr/>
            <p:nvPr/>
          </p:nvGrpSpPr>
          <p:grpSpPr>
            <a:xfrm>
              <a:off x="7408527" y="2307905"/>
              <a:ext cx="399726" cy="74090"/>
              <a:chOff x="2199" y="955"/>
              <a:chExt cx="2547" cy="506"/>
            </a:xfrm>
          </p:grpSpPr>
          <p:sp>
            <p:nvSpPr>
              <p:cNvPr id="967" name="Google Shape;967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73" name="Google Shape;973;p13"/>
            <p:cNvCxnSpPr/>
            <p:nvPr/>
          </p:nvCxnSpPr>
          <p:spPr>
            <a:xfrm flipH="1">
              <a:off x="7594314" y="2366481"/>
              <a:ext cx="39385" cy="7020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74" name="Google Shape;974;p13"/>
          <p:cNvCxnSpPr/>
          <p:nvPr/>
        </p:nvCxnSpPr>
        <p:spPr>
          <a:xfrm flipH="1">
            <a:off x="11319748" y="3822551"/>
            <a:ext cx="4467" cy="583015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13"/>
          <p:cNvCxnSpPr/>
          <p:nvPr/>
        </p:nvCxnSpPr>
        <p:spPr>
          <a:xfrm flipH="1" rot="10800000">
            <a:off x="10658519" y="4487840"/>
            <a:ext cx="518620" cy="173119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13"/>
          <p:cNvCxnSpPr/>
          <p:nvPr/>
        </p:nvCxnSpPr>
        <p:spPr>
          <a:xfrm flipH="1">
            <a:off x="11201006" y="4473187"/>
            <a:ext cx="127931" cy="524238"/>
          </a:xfrm>
          <a:prstGeom prst="straightConnector1">
            <a:avLst/>
          </a:prstGeom>
          <a:noFill/>
          <a:ln cap="flat" cmpd="sng" w="19050">
            <a:solidFill>
              <a:srgbClr val="E4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7" name="Google Shape;977;p13"/>
          <p:cNvGrpSpPr/>
          <p:nvPr/>
        </p:nvGrpSpPr>
        <p:grpSpPr>
          <a:xfrm>
            <a:off x="11084522" y="4291738"/>
            <a:ext cx="581004" cy="299152"/>
            <a:chOff x="3668110" y="2448910"/>
            <a:chExt cx="3794234" cy="2165130"/>
          </a:xfrm>
        </p:grpSpPr>
        <p:sp>
          <p:nvSpPr>
            <p:cNvPr id="978" name="Google Shape;978;p1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0" name="Google Shape;980;p1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81" name="Google Shape;981;p1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1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1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1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EC86A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5" name="Google Shape;985;p13"/>
          <p:cNvGrpSpPr/>
          <p:nvPr/>
        </p:nvGrpSpPr>
        <p:grpSpPr>
          <a:xfrm flipH="1">
            <a:off x="10917985" y="3322047"/>
            <a:ext cx="649485" cy="571200"/>
            <a:chOff x="2839" y="3501"/>
            <a:chExt cx="755" cy="803"/>
          </a:xfrm>
        </p:grpSpPr>
        <p:pic>
          <p:nvPicPr>
            <p:cNvPr descr="desktop_computer_stylized_medium" id="986" name="Google Shape;986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7" name="Google Shape;987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" name="Google Shape;988;p13"/>
          <p:cNvGrpSpPr/>
          <p:nvPr/>
        </p:nvGrpSpPr>
        <p:grpSpPr>
          <a:xfrm flipH="1">
            <a:off x="10249542" y="4410101"/>
            <a:ext cx="649485" cy="571200"/>
            <a:chOff x="2839" y="3501"/>
            <a:chExt cx="755" cy="803"/>
          </a:xfrm>
        </p:grpSpPr>
        <p:pic>
          <p:nvPicPr>
            <p:cNvPr descr="desktop_computer_stylized_medium" id="989" name="Google Shape;989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1" name="Google Shape;991;p13"/>
          <p:cNvGrpSpPr/>
          <p:nvPr/>
        </p:nvGrpSpPr>
        <p:grpSpPr>
          <a:xfrm flipH="1">
            <a:off x="10797829" y="4748945"/>
            <a:ext cx="649485" cy="571200"/>
            <a:chOff x="2839" y="3501"/>
            <a:chExt cx="755" cy="803"/>
          </a:xfrm>
        </p:grpSpPr>
        <p:pic>
          <p:nvPicPr>
            <p:cNvPr descr="desktop_computer_stylized_medium" id="992" name="Google Shape;992;p1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1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4" name="Google Shape;994;p13"/>
          <p:cNvGrpSpPr/>
          <p:nvPr/>
        </p:nvGrpSpPr>
        <p:grpSpPr>
          <a:xfrm>
            <a:off x="8226409" y="5199782"/>
            <a:ext cx="1926482" cy="1169355"/>
            <a:chOff x="9872135" y="4049856"/>
            <a:chExt cx="1167447" cy="689801"/>
          </a:xfrm>
        </p:grpSpPr>
        <p:pic>
          <p:nvPicPr>
            <p:cNvPr descr="antenna_radiation_stylized" id="995" name="Google Shape;995;p1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0253455" y="4053920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996" name="Google Shape;996;p1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0301992" y="4097214"/>
              <a:ext cx="380935" cy="3174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7" name="Google Shape;997;p13"/>
            <p:cNvGrpSpPr/>
            <p:nvPr/>
          </p:nvGrpSpPr>
          <p:grpSpPr>
            <a:xfrm>
              <a:off x="10257306" y="4049856"/>
              <a:ext cx="450526" cy="96315"/>
              <a:chOff x="2199" y="955"/>
              <a:chExt cx="2547" cy="506"/>
            </a:xfrm>
          </p:grpSpPr>
          <p:sp>
            <p:nvSpPr>
              <p:cNvPr id="998" name="Google Shape;998;p1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1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1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1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1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270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4" name="Google Shape;1004;p13"/>
            <p:cNvGrpSpPr/>
            <p:nvPr/>
          </p:nvGrpSpPr>
          <p:grpSpPr>
            <a:xfrm>
              <a:off x="9872135" y="4284324"/>
              <a:ext cx="408871" cy="378277"/>
              <a:chOff x="7339071" y="2307905"/>
              <a:chExt cx="511700" cy="446467"/>
            </a:xfrm>
          </p:grpSpPr>
          <p:grpSp>
            <p:nvGrpSpPr>
              <p:cNvPr id="1005" name="Google Shape;1005;p13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006" name="Google Shape;1006;p1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07" name="Google Shape;1007;p13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008" name="Google Shape;1008;p1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09" name="Google Shape;1009;p13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0" name="Google Shape;1010;p13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1" name="Google Shape;1011;p13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13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3" name="Google Shape;1013;p13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4" name="Google Shape;1014;p13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15" name="Google Shape;1015;p13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016" name="Google Shape;1016;p13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7" name="Google Shape;1017;p13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8" name="Google Shape;1018;p13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9" name="Google Shape;1019;p13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0" name="Google Shape;1020;p13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1" name="Google Shape;1021;p13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22" name="Google Shape;1022;p13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3" name="Google Shape;1023;p13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4" name="Google Shape;1024;p13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5" name="Google Shape;1025;p13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6" name="Google Shape;1026;p13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7" name="Google Shape;1027;p13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28" name="Google Shape;1028;p13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029" name="Google Shape;1029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2" name="Google Shape;1032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3" name="Google Shape;1033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4" name="Google Shape;1034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35" name="Google Shape;1035;p13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36" name="Google Shape;1036;p13"/>
            <p:cNvGrpSpPr/>
            <p:nvPr/>
          </p:nvGrpSpPr>
          <p:grpSpPr>
            <a:xfrm>
              <a:off x="10630711" y="4361380"/>
              <a:ext cx="408871" cy="378277"/>
              <a:chOff x="7339071" y="2307905"/>
              <a:chExt cx="511700" cy="446467"/>
            </a:xfrm>
          </p:grpSpPr>
          <p:grpSp>
            <p:nvGrpSpPr>
              <p:cNvPr id="1037" name="Google Shape;1037;p13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038" name="Google Shape;1038;p13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39" name="Google Shape;1039;p13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040" name="Google Shape;1040;p13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41" name="Google Shape;1041;p13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13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13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13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13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13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47" name="Google Shape;1047;p13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048" name="Google Shape;1048;p13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9" name="Google Shape;1049;p13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0" name="Google Shape;1050;p13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1" name="Google Shape;1051;p13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2" name="Google Shape;1052;p13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3" name="Google Shape;1053;p13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054" name="Google Shape;1054;p13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13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13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13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13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13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60" name="Google Shape;1060;p13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061" name="Google Shape;1061;p1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1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1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4" name="Google Shape;1064;p1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5" name="Google Shape;1065;p1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6" name="Google Shape;1066;p1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067" name="Google Shape;1067;p13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068" name="Google Shape;1068;p13"/>
          <p:cNvGrpSpPr/>
          <p:nvPr/>
        </p:nvGrpSpPr>
        <p:grpSpPr>
          <a:xfrm>
            <a:off x="7840518" y="1242873"/>
            <a:ext cx="4037013" cy="1377421"/>
            <a:chOff x="7785100" y="730250"/>
            <a:chExt cx="4037013" cy="1377421"/>
          </a:xfrm>
        </p:grpSpPr>
        <p:grpSp>
          <p:nvGrpSpPr>
            <p:cNvPr id="1069" name="Google Shape;1069;p13"/>
            <p:cNvGrpSpPr/>
            <p:nvPr/>
          </p:nvGrpSpPr>
          <p:grpSpPr>
            <a:xfrm>
              <a:off x="7785100" y="736600"/>
              <a:ext cx="850900" cy="527050"/>
              <a:chOff x="-490" y="1664"/>
              <a:chExt cx="1429" cy="842"/>
            </a:xfrm>
          </p:grpSpPr>
          <p:sp>
            <p:nvSpPr>
              <p:cNvPr id="1070" name="Google Shape;1070;p13"/>
              <p:cNvSpPr/>
              <p:nvPr/>
            </p:nvSpPr>
            <p:spPr>
              <a:xfrm>
                <a:off x="-490" y="1664"/>
                <a:ext cx="1429" cy="294"/>
              </a:xfrm>
              <a:prstGeom prst="triangle">
                <a:avLst>
                  <a:gd fmla="val 50000" name="adj"/>
                </a:avLst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1" name="Google Shape;1071;p13"/>
              <p:cNvGrpSpPr/>
              <p:nvPr/>
            </p:nvGrpSpPr>
            <p:grpSpPr>
              <a:xfrm>
                <a:off x="-427" y="1737"/>
                <a:ext cx="1217" cy="769"/>
                <a:chOff x="-427" y="1737"/>
                <a:chExt cx="1217" cy="769"/>
              </a:xfrm>
            </p:grpSpPr>
            <p:sp>
              <p:nvSpPr>
                <p:cNvPr id="1072" name="Google Shape;1072;p13"/>
                <p:cNvSpPr/>
                <p:nvPr/>
              </p:nvSpPr>
              <p:spPr>
                <a:xfrm>
                  <a:off x="-338" y="1923"/>
                  <a:ext cx="1128" cy="583"/>
                </a:xfrm>
                <a:prstGeom prst="rect">
                  <a:avLst/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73" name="Google Shape;1073;p13"/>
                <p:cNvCxnSpPr/>
                <p:nvPr/>
              </p:nvCxnSpPr>
              <p:spPr>
                <a:xfrm>
                  <a:off x="-150" y="2271"/>
                  <a:ext cx="673" cy="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grpSp>
              <p:nvGrpSpPr>
                <p:cNvPr id="1074" name="Google Shape;1074;p13"/>
                <p:cNvGrpSpPr/>
                <p:nvPr/>
              </p:nvGrpSpPr>
              <p:grpSpPr>
                <a:xfrm>
                  <a:off x="67" y="2192"/>
                  <a:ext cx="387" cy="139"/>
                  <a:chOff x="320" y="890"/>
                  <a:chExt cx="871" cy="339"/>
                </a:xfrm>
              </p:grpSpPr>
              <p:sp>
                <p:nvSpPr>
                  <p:cNvPr id="1075" name="Google Shape;1075;p13"/>
                  <p:cNvSpPr/>
                  <p:nvPr/>
                </p:nvSpPr>
                <p:spPr>
                  <a:xfrm>
                    <a:off x="320" y="1000"/>
                    <a:ext cx="871" cy="229"/>
                  </a:xfrm>
                  <a:prstGeom prst="rect">
                    <a:avLst/>
                  </a:pr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6" name="Google Shape;1076;p13"/>
                  <p:cNvSpPr/>
                  <p:nvPr/>
                </p:nvSpPr>
                <p:spPr>
                  <a:xfrm>
                    <a:off x="392" y="1074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7" name="Google Shape;1077;p13"/>
                  <p:cNvSpPr/>
                  <p:nvPr/>
                </p:nvSpPr>
                <p:spPr>
                  <a:xfrm>
                    <a:off x="464" y="1074"/>
                    <a:ext cx="54" cy="56"/>
                  </a:xfrm>
                  <a:prstGeom prst="rect">
                    <a:avLst/>
                  </a:prstGeom>
                  <a:solidFill>
                    <a:srgbClr val="33CC3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8" name="Google Shape;1078;p13"/>
                  <p:cNvSpPr/>
                  <p:nvPr/>
                </p:nvSpPr>
                <p:spPr>
                  <a:xfrm>
                    <a:off x="536" y="1068"/>
                    <a:ext cx="60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79" name="Google Shape;1079;p13"/>
                  <p:cNvSpPr/>
                  <p:nvPr/>
                </p:nvSpPr>
                <p:spPr>
                  <a:xfrm>
                    <a:off x="615" y="1068"/>
                    <a:ext cx="54" cy="5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0" name="Google Shape;1080;p13"/>
                  <p:cNvSpPr/>
                  <p:nvPr/>
                </p:nvSpPr>
                <p:spPr>
                  <a:xfrm flipH="1" rot="10800000">
                    <a:off x="322" y="890"/>
                    <a:ext cx="859" cy="110"/>
                  </a:xfrm>
                  <a:custGeom>
                    <a:rect b="b" l="l" r="r" t="t"/>
                    <a:pathLst>
                      <a:path extrusionOk="0" h="21600" w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EC86A6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descr="desktop_computer_stylized_small" id="1081" name="Google Shape;1081;p13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0" t="0"/>
                <a:stretch/>
              </p:blipFill>
              <p:spPr>
                <a:xfrm>
                  <a:off x="-427" y="2049"/>
                  <a:ext cx="447" cy="4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2" name="Google Shape;1082;p13"/>
                <p:cNvSpPr/>
                <p:nvPr/>
              </p:nvSpPr>
              <p:spPr>
                <a:xfrm>
                  <a:off x="528" y="2232"/>
                  <a:ext cx="104" cy="91"/>
                </a:xfrm>
                <a:prstGeom prst="rect">
                  <a:avLst/>
                </a:prstGeom>
                <a:solidFill>
                  <a:srgbClr val="E40000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" name="Google Shape;1083;p13"/>
                <p:cNvSpPr/>
                <p:nvPr/>
              </p:nvSpPr>
              <p:spPr>
                <a:xfrm>
                  <a:off x="282" y="1951"/>
                  <a:ext cx="302" cy="274"/>
                </a:xfrm>
                <a:custGeom>
                  <a:rect b="b" l="l" r="r" t="t"/>
                  <a:pathLst>
                    <a:path extrusionOk="0" h="274" w="381">
                      <a:moveTo>
                        <a:pt x="381" y="274"/>
                      </a:moveTo>
                      <a:lnTo>
                        <a:pt x="381" y="13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cap="flat" cmpd="sng" w="9525">
                  <a:solidFill>
                    <a:srgbClr val="E4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tv" id="1084" name="Google Shape;1084;p13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>
                  <a:off x="2" y="1737"/>
                  <a:ext cx="476" cy="4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cxnSp>
          <p:nvCxnSpPr>
            <p:cNvPr id="1085" name="Google Shape;1085;p13"/>
            <p:cNvCxnSpPr/>
            <p:nvPr/>
          </p:nvCxnSpPr>
          <p:spPr>
            <a:xfrm>
              <a:off x="8423564" y="1479550"/>
              <a:ext cx="2593686" cy="0"/>
            </a:xfrm>
            <a:prstGeom prst="straightConnector1">
              <a:avLst/>
            </a:prstGeom>
            <a:noFill/>
            <a:ln cap="flat" cmpd="sng" w="19050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13"/>
            <p:cNvSpPr txBox="1"/>
            <p:nvPr/>
          </p:nvSpPr>
          <p:spPr>
            <a:xfrm>
              <a:off x="9439275" y="8080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  <p:grpSp>
          <p:nvGrpSpPr>
            <p:cNvPr id="1087" name="Google Shape;1087;p13"/>
            <p:cNvGrpSpPr/>
            <p:nvPr/>
          </p:nvGrpSpPr>
          <p:grpSpPr>
            <a:xfrm>
              <a:off x="7872413" y="1479550"/>
              <a:ext cx="850900" cy="623888"/>
              <a:chOff x="7872413" y="1479550"/>
              <a:chExt cx="850900" cy="623888"/>
            </a:xfrm>
          </p:grpSpPr>
          <p:grpSp>
            <p:nvGrpSpPr>
              <p:cNvPr id="1088" name="Google Shape;1088;p13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1089" name="Google Shape;1089;p13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" name="Google Shape;1090;p13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091" name="Google Shape;1091;p13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092" name="Google Shape;1092;p13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093" name="Google Shape;1093;p13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094" name="Google Shape;1094;p13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5" name="Google Shape;1095;p13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6" name="Google Shape;1096;p13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7" name="Google Shape;1097;p13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8" name="Google Shape;1098;p13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99" name="Google Shape;1099;p13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00" name="Google Shape;1100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01" name="Google Shape;1101;p13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02" name="Google Shape;1102;p13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03" name="Google Shape;1103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04" name="Google Shape;1104;p13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5" name="Google Shape;1105;p13"/>
            <p:cNvSpPr/>
            <p:nvPr/>
          </p:nvSpPr>
          <p:spPr>
            <a:xfrm>
              <a:off x="10755313" y="1054100"/>
              <a:ext cx="955675" cy="70008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11012488" y="1236663"/>
              <a:ext cx="330200" cy="454025"/>
            </a:xfrm>
            <a:custGeom>
              <a:rect b="b" l="l" r="r" t="t"/>
              <a:pathLst>
                <a:path extrusionOk="0" h="412" w="318">
                  <a:moveTo>
                    <a:pt x="0" y="412"/>
                  </a:moveTo>
                  <a:lnTo>
                    <a:pt x="3" y="1"/>
                  </a:lnTo>
                  <a:lnTo>
                    <a:pt x="74" y="0"/>
                  </a:lnTo>
                  <a:lnTo>
                    <a:pt x="254" y="111"/>
                  </a:lnTo>
                  <a:lnTo>
                    <a:pt x="318" y="115"/>
                  </a:lnTo>
                  <a:lnTo>
                    <a:pt x="318" y="308"/>
                  </a:lnTo>
                  <a:lnTo>
                    <a:pt x="246" y="308"/>
                  </a:lnTo>
                  <a:lnTo>
                    <a:pt x="74" y="412"/>
                  </a:lnTo>
                  <a:lnTo>
                    <a:pt x="0" y="412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E40000"/>
                </a:gs>
                <a:gs pos="100000">
                  <a:srgbClr val="E4000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11009842" y="1167342"/>
              <a:ext cx="366713" cy="406400"/>
            </a:xfrm>
            <a:custGeom>
              <a:rect b="b" l="l" r="r" t="t"/>
              <a:pathLst>
                <a:path extrusionOk="0" h="369" w="353">
                  <a:moveTo>
                    <a:pt x="0" y="59"/>
                  </a:moveTo>
                  <a:lnTo>
                    <a:pt x="32" y="0"/>
                  </a:lnTo>
                  <a:lnTo>
                    <a:pt x="105" y="0"/>
                  </a:lnTo>
                  <a:lnTo>
                    <a:pt x="276" y="113"/>
                  </a:lnTo>
                  <a:lnTo>
                    <a:pt x="353" y="113"/>
                  </a:lnTo>
                  <a:lnTo>
                    <a:pt x="353" y="315"/>
                  </a:lnTo>
                  <a:lnTo>
                    <a:pt x="318" y="369"/>
                  </a:lnTo>
                  <a:lnTo>
                    <a:pt x="315" y="173"/>
                  </a:lnTo>
                  <a:lnTo>
                    <a:pt x="254" y="173"/>
                  </a:lnTo>
                  <a:lnTo>
                    <a:pt x="75" y="60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08" name="Google Shape;1108;p13"/>
            <p:cNvCxnSpPr/>
            <p:nvPr/>
          </p:nvCxnSpPr>
          <p:spPr>
            <a:xfrm flipH="1">
              <a:off x="11339513" y="1295400"/>
              <a:ext cx="34925" cy="682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9" name="Google Shape;1109;p13"/>
            <p:cNvCxnSpPr/>
            <p:nvPr/>
          </p:nvCxnSpPr>
          <p:spPr>
            <a:xfrm>
              <a:off x="11041063" y="1466850"/>
              <a:ext cx="2682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0" name="Google Shape;1110;p13"/>
            <p:cNvSpPr/>
            <p:nvPr/>
          </p:nvSpPr>
          <p:spPr>
            <a:xfrm>
              <a:off x="11034713" y="1290638"/>
              <a:ext cx="274637" cy="115887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3"/>
            <p:cNvSpPr/>
            <p:nvPr/>
          </p:nvSpPr>
          <p:spPr>
            <a:xfrm flipH="1" rot="10800000">
              <a:off x="11034713" y="1527175"/>
              <a:ext cx="274637" cy="114300"/>
            </a:xfrm>
            <a:custGeom>
              <a:rect b="b" l="l" r="r" t="t"/>
              <a:pathLst>
                <a:path extrusionOk="0" h="105" w="264">
                  <a:moveTo>
                    <a:pt x="0" y="0"/>
                  </a:moveTo>
                  <a:lnTo>
                    <a:pt x="52" y="0"/>
                  </a:lnTo>
                  <a:lnTo>
                    <a:pt x="207" y="105"/>
                  </a:lnTo>
                  <a:lnTo>
                    <a:pt x="264" y="105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10615613" y="790575"/>
              <a:ext cx="1206500" cy="261938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dashDot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3" name="Google Shape;1113;p13"/>
            <p:cNvGrpSpPr/>
            <p:nvPr/>
          </p:nvGrpSpPr>
          <p:grpSpPr>
            <a:xfrm>
              <a:off x="8699500" y="730250"/>
              <a:ext cx="850900" cy="755650"/>
              <a:chOff x="8699500" y="730250"/>
              <a:chExt cx="850900" cy="755650"/>
            </a:xfrm>
          </p:grpSpPr>
          <p:grpSp>
            <p:nvGrpSpPr>
              <p:cNvPr id="1114" name="Google Shape;1114;p13"/>
              <p:cNvGrpSpPr/>
              <p:nvPr/>
            </p:nvGrpSpPr>
            <p:grpSpPr>
              <a:xfrm>
                <a:off x="8699500" y="730250"/>
                <a:ext cx="850900" cy="527050"/>
                <a:chOff x="-490" y="1664"/>
                <a:chExt cx="1429" cy="842"/>
              </a:xfrm>
            </p:grpSpPr>
            <p:sp>
              <p:nvSpPr>
                <p:cNvPr id="1115" name="Google Shape;1115;p13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6" name="Google Shape;1116;p13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117" name="Google Shape;1117;p13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18" name="Google Shape;1118;p13"/>
                  <p:cNvCxnSpPr/>
                  <p:nvPr/>
                </p:nvCxnSpPr>
                <p:spPr>
                  <a:xfrm>
                    <a:off x="-150" y="2271"/>
                    <a:ext cx="673" cy="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19" name="Google Shape;1119;p13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120" name="Google Shape;1120;p13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1" name="Google Shape;1121;p13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2" name="Google Shape;1122;p13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3" name="Google Shape;1123;p13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4" name="Google Shape;1124;p13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25" name="Google Shape;1125;p13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26" name="Google Shape;1126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27" name="Google Shape;1127;p13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8" name="Google Shape;1128;p13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29" name="Google Shape;1129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cxnSp>
            <p:nvCxnSpPr>
              <p:cNvPr id="1130" name="Google Shape;1130;p13"/>
              <p:cNvCxnSpPr/>
              <p:nvPr/>
            </p:nvCxnSpPr>
            <p:spPr>
              <a:xfrm>
                <a:off x="9334500" y="1147233"/>
                <a:ext cx="0" cy="3386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E4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131" name="Google Shape;1131;p13"/>
            <p:cNvCxnSpPr/>
            <p:nvPr/>
          </p:nvCxnSpPr>
          <p:spPr>
            <a:xfrm>
              <a:off x="8428567" y="1151466"/>
              <a:ext cx="0" cy="338667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132" name="Google Shape;1132;p13"/>
            <p:cNvGrpSpPr/>
            <p:nvPr/>
          </p:nvGrpSpPr>
          <p:grpSpPr>
            <a:xfrm>
              <a:off x="8795279" y="1483783"/>
              <a:ext cx="850900" cy="623888"/>
              <a:chOff x="7872413" y="1479550"/>
              <a:chExt cx="850900" cy="623888"/>
            </a:xfrm>
          </p:grpSpPr>
          <p:grpSp>
            <p:nvGrpSpPr>
              <p:cNvPr id="1133" name="Google Shape;1133;p13"/>
              <p:cNvGrpSpPr/>
              <p:nvPr/>
            </p:nvGrpSpPr>
            <p:grpSpPr>
              <a:xfrm>
                <a:off x="7872413" y="1576388"/>
                <a:ext cx="850900" cy="527050"/>
                <a:chOff x="-490" y="1664"/>
                <a:chExt cx="1429" cy="842"/>
              </a:xfrm>
            </p:grpSpPr>
            <p:sp>
              <p:nvSpPr>
                <p:cNvPr id="1134" name="Google Shape;1134;p13"/>
                <p:cNvSpPr/>
                <p:nvPr/>
              </p:nvSpPr>
              <p:spPr>
                <a:xfrm>
                  <a:off x="-490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5" name="Google Shape;1135;p13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1136" name="Google Shape;1136;p13"/>
                  <p:cNvSpPr/>
                  <p:nvPr/>
                </p:nvSpPr>
                <p:spPr>
                  <a:xfrm>
                    <a:off x="-338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1137" name="Google Shape;1137;p13"/>
                  <p:cNvCxnSpPr/>
                  <p:nvPr/>
                </p:nvCxnSpPr>
                <p:spPr>
                  <a:xfrm>
                    <a:off x="-150" y="2271"/>
                    <a:ext cx="676" cy="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1138" name="Google Shape;1138;p13"/>
                  <p:cNvGrpSpPr/>
                  <p:nvPr/>
                </p:nvGrpSpPr>
                <p:grpSpPr>
                  <a:xfrm>
                    <a:off x="67" y="2192"/>
                    <a:ext cx="387" cy="139"/>
                    <a:chOff x="320" y="890"/>
                    <a:chExt cx="871" cy="339"/>
                  </a:xfrm>
                </p:grpSpPr>
                <p:sp>
                  <p:nvSpPr>
                    <p:cNvPr id="1139" name="Google Shape;1139;p13"/>
                    <p:cNvSpPr/>
                    <p:nvPr/>
                  </p:nvSpPr>
                  <p:spPr>
                    <a:xfrm>
                      <a:off x="320" y="1000"/>
                      <a:ext cx="871" cy="229"/>
                    </a:xfrm>
                    <a:prstGeom prst="rect">
                      <a:avLst/>
                    </a:prstGeom>
                    <a:solidFill>
                      <a:srgbClr val="EC86A6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0" name="Google Shape;1140;p13"/>
                    <p:cNvSpPr/>
                    <p:nvPr/>
                  </p:nvSpPr>
                  <p:spPr>
                    <a:xfrm>
                      <a:off x="392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1" name="Google Shape;1141;p13"/>
                    <p:cNvSpPr/>
                    <p:nvPr/>
                  </p:nvSpPr>
                  <p:spPr>
                    <a:xfrm>
                      <a:off x="464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2" name="Google Shape;1142;p13"/>
                    <p:cNvSpPr/>
                    <p:nvPr/>
                  </p:nvSpPr>
                  <p:spPr>
                    <a:xfrm>
                      <a:off x="536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3" name="Google Shape;1143;p13"/>
                    <p:cNvSpPr/>
                    <p:nvPr/>
                  </p:nvSpPr>
                  <p:spPr>
                    <a:xfrm>
                      <a:off x="61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144" name="Google Shape;1144;p13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BFBFBF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1145" name="Google Shape;1145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146" name="Google Shape;1146;p13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E400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Arial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7" name="Google Shape;1147;p13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E4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descr="tv" id="1148" name="Google Shape;1148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1149" name="Google Shape;1149;p13"/>
              <p:cNvSpPr/>
              <p:nvPr/>
            </p:nvSpPr>
            <p:spPr>
              <a:xfrm>
                <a:off x="8543925" y="1479550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E4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0" name="Google Shape;1150;p13"/>
            <p:cNvSpPr txBox="1"/>
            <p:nvPr/>
          </p:nvSpPr>
          <p:spPr>
            <a:xfrm>
              <a:off x="9744075" y="1341438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Times New Roman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…</a:t>
              </a:r>
              <a:endParaRPr/>
            </a:p>
          </p:txBody>
        </p:sp>
      </p:grpSp>
      <p:sp>
        <p:nvSpPr>
          <p:cNvPr id="1151" name="Google Shape;115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14"/>
          <p:cNvSpPr txBox="1"/>
          <p:nvPr>
            <p:ph type="title"/>
          </p:nvPr>
        </p:nvSpPr>
        <p:spPr>
          <a:xfrm>
            <a:off x="91093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Where is the link layer implemented?</a:t>
            </a:r>
            <a:endParaRPr sz="4400"/>
          </a:p>
        </p:txBody>
      </p:sp>
      <p:sp>
        <p:nvSpPr>
          <p:cNvPr id="1158" name="Google Shape;1158;p14"/>
          <p:cNvSpPr txBox="1"/>
          <p:nvPr/>
        </p:nvSpPr>
        <p:spPr>
          <a:xfrm>
            <a:off x="980353" y="1561667"/>
            <a:ext cx="5808373" cy="4659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416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each-and-every host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layer implemented in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 interface card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(NIC) or on a chip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Ethernet, WiFi card or chip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implements link, physical layer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attaches into host’s system buses</a:t>
            </a:r>
            <a:endParaRPr/>
          </a:p>
          <a:p>
            <a:pPr indent="-28416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combination of hardware, software, firmware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59" name="Google Shape;1159;p14"/>
          <p:cNvSpPr/>
          <p:nvPr/>
        </p:nvSpPr>
        <p:spPr>
          <a:xfrm>
            <a:off x="8482590" y="5121168"/>
            <a:ext cx="2308225" cy="797490"/>
          </a:xfrm>
          <a:custGeom>
            <a:rect b="b" l="l" r="r" t="t"/>
            <a:pathLst>
              <a:path extrusionOk="0" h="12103" w="10000">
                <a:moveTo>
                  <a:pt x="0" y="5664"/>
                </a:moveTo>
                <a:cubicBezTo>
                  <a:pt x="103" y="4603"/>
                  <a:pt x="28" y="4917"/>
                  <a:pt x="138" y="4530"/>
                </a:cubicBezTo>
                <a:lnTo>
                  <a:pt x="1933" y="194"/>
                </a:lnTo>
                <a:lnTo>
                  <a:pt x="6408" y="933"/>
                </a:lnTo>
                <a:lnTo>
                  <a:pt x="10000" y="0"/>
                </a:lnTo>
                <a:lnTo>
                  <a:pt x="1286" y="12103"/>
                </a:lnTo>
                <a:lnTo>
                  <a:pt x="0" y="5664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8D8D8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14"/>
          <p:cNvSpPr/>
          <p:nvPr/>
        </p:nvSpPr>
        <p:spPr>
          <a:xfrm>
            <a:off x="8955665" y="2749550"/>
            <a:ext cx="1836737" cy="24018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14"/>
          <p:cNvSpPr/>
          <p:nvPr/>
        </p:nvSpPr>
        <p:spPr>
          <a:xfrm>
            <a:off x="9404927" y="4687887"/>
            <a:ext cx="666750" cy="2825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4"/>
          <p:cNvSpPr/>
          <p:nvPr/>
        </p:nvSpPr>
        <p:spPr>
          <a:xfrm>
            <a:off x="9404927" y="410051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/>
          </a:p>
        </p:txBody>
      </p:sp>
      <p:sp>
        <p:nvSpPr>
          <p:cNvPr id="1163" name="Google Shape;1163;p14"/>
          <p:cNvSpPr txBox="1"/>
          <p:nvPr/>
        </p:nvSpPr>
        <p:spPr>
          <a:xfrm>
            <a:off x="9360720" y="4697412"/>
            <a:ext cx="73770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14"/>
          <p:cNvSpPr/>
          <p:nvPr/>
        </p:nvSpPr>
        <p:spPr>
          <a:xfrm>
            <a:off x="9457315" y="3619500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5" name="Google Shape;1165;p14"/>
          <p:cNvCxnSpPr/>
          <p:nvPr/>
        </p:nvCxnSpPr>
        <p:spPr>
          <a:xfrm>
            <a:off x="9322377" y="3792537"/>
            <a:ext cx="1358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14"/>
          <p:cNvCxnSpPr/>
          <p:nvPr/>
        </p:nvCxnSpPr>
        <p:spPr>
          <a:xfrm rot="10800000">
            <a:off x="9717665" y="3800475"/>
            <a:ext cx="0" cy="3000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7" name="Google Shape;1167;p14"/>
          <p:cNvSpPr/>
          <p:nvPr/>
        </p:nvSpPr>
        <p:spPr>
          <a:xfrm>
            <a:off x="9211252" y="3101975"/>
            <a:ext cx="657225" cy="519112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/>
          </a:p>
        </p:txBody>
      </p:sp>
      <p:sp>
        <p:nvSpPr>
          <p:cNvPr id="1168" name="Google Shape;1168;p14"/>
          <p:cNvSpPr/>
          <p:nvPr/>
        </p:nvSpPr>
        <p:spPr>
          <a:xfrm>
            <a:off x="10030402" y="3103562"/>
            <a:ext cx="657225" cy="5191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/>
          </a:p>
        </p:txBody>
      </p:sp>
      <p:cxnSp>
        <p:nvCxnSpPr>
          <p:cNvPr id="1169" name="Google Shape;1169;p14"/>
          <p:cNvCxnSpPr/>
          <p:nvPr/>
        </p:nvCxnSpPr>
        <p:spPr>
          <a:xfrm rot="10800000">
            <a:off x="9514465" y="3622675"/>
            <a:ext cx="1587" cy="169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14"/>
          <p:cNvCxnSpPr/>
          <p:nvPr/>
        </p:nvCxnSpPr>
        <p:spPr>
          <a:xfrm rot="10800000">
            <a:off x="10387590" y="3624262"/>
            <a:ext cx="1587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1" name="Google Shape;1171;p14"/>
          <p:cNvSpPr txBox="1"/>
          <p:nvPr/>
        </p:nvSpPr>
        <p:spPr>
          <a:xfrm>
            <a:off x="10835265" y="3921125"/>
            <a:ext cx="10383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 bus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/>
          </a:p>
        </p:txBody>
      </p:sp>
      <p:cxnSp>
        <p:nvCxnSpPr>
          <p:cNvPr id="1172" name="Google Shape;1172;p14"/>
          <p:cNvCxnSpPr/>
          <p:nvPr/>
        </p:nvCxnSpPr>
        <p:spPr>
          <a:xfrm flipH="1">
            <a:off x="9717665" y="4408487"/>
            <a:ext cx="12700" cy="339725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3" name="Google Shape;1173;p14"/>
          <p:cNvCxnSpPr/>
          <p:nvPr/>
        </p:nvCxnSpPr>
        <p:spPr>
          <a:xfrm>
            <a:off x="9719463" y="4992686"/>
            <a:ext cx="0" cy="366713"/>
          </a:xfrm>
          <a:prstGeom prst="straightConnector1">
            <a:avLst/>
          </a:prstGeom>
          <a:noFill/>
          <a:ln cap="flat" cmpd="sng" w="38100">
            <a:solidFill>
              <a:srgbClr val="0000A8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74" name="Google Shape;1174;p14"/>
          <p:cNvCxnSpPr/>
          <p:nvPr/>
        </p:nvCxnSpPr>
        <p:spPr>
          <a:xfrm rot="10800000">
            <a:off x="10513002" y="3797300"/>
            <a:ext cx="382588" cy="2682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5" name="Google Shape;1175;p14"/>
          <p:cNvSpPr txBox="1"/>
          <p:nvPr/>
        </p:nvSpPr>
        <p:spPr>
          <a:xfrm>
            <a:off x="10122477" y="5491162"/>
            <a:ext cx="13532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interface</a:t>
            </a:r>
            <a:endParaRPr/>
          </a:p>
        </p:txBody>
      </p:sp>
      <p:cxnSp>
        <p:nvCxnSpPr>
          <p:cNvPr id="1176" name="Google Shape;1176;p14"/>
          <p:cNvCxnSpPr/>
          <p:nvPr/>
        </p:nvCxnSpPr>
        <p:spPr>
          <a:xfrm rot="10800000">
            <a:off x="10330440" y="4814887"/>
            <a:ext cx="271462" cy="750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7" name="Google Shape;1177;p14"/>
          <p:cNvSpPr/>
          <p:nvPr/>
        </p:nvSpPr>
        <p:spPr>
          <a:xfrm>
            <a:off x="9177915" y="3989387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14"/>
          <p:cNvGrpSpPr/>
          <p:nvPr/>
        </p:nvGrpSpPr>
        <p:grpSpPr>
          <a:xfrm>
            <a:off x="7926967" y="2941636"/>
            <a:ext cx="1470026" cy="2035175"/>
            <a:chOff x="2695" y="1742"/>
            <a:chExt cx="926" cy="1282"/>
          </a:xfrm>
        </p:grpSpPr>
        <p:sp>
          <p:nvSpPr>
            <p:cNvPr id="1179" name="Google Shape;1179;p14"/>
            <p:cNvSpPr/>
            <p:nvPr/>
          </p:nvSpPr>
          <p:spPr>
            <a:xfrm>
              <a:off x="3228" y="2488"/>
              <a:ext cx="393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4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4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4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4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184" name="Google Shape;1184;p14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5" name="Google Shape;1185;p14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6" name="Google Shape;1186;p14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7" name="Google Shape;1187;p14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8" name="Google Shape;1188;p14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89" name="Google Shape;1189;p14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190" name="Google Shape;1190;p14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191" name="Google Shape;1191;p14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2" name="Google Shape;1192;p14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14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pic>
        <p:nvPicPr>
          <p:cNvPr id="1194" name="Google Shape;11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9409" y="1312716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41327" y="1452562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6" name="Google Shape;1196;p14"/>
          <p:cNvGrpSpPr/>
          <p:nvPr/>
        </p:nvGrpSpPr>
        <p:grpSpPr>
          <a:xfrm>
            <a:off x="7888865" y="5386387"/>
            <a:ext cx="1109662" cy="820449"/>
            <a:chOff x="-44" y="1473"/>
            <a:chExt cx="981" cy="1105"/>
          </a:xfrm>
        </p:grpSpPr>
        <p:pic>
          <p:nvPicPr>
            <p:cNvPr descr="desktop_computer_stylized_medium" id="1197" name="Google Shape;1197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8" name="Google Shape;1198;p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9" name="Google Shape;1199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15"/>
          <p:cNvGrpSpPr/>
          <p:nvPr/>
        </p:nvGrpSpPr>
        <p:grpSpPr>
          <a:xfrm>
            <a:off x="6859466" y="1579642"/>
            <a:ext cx="1654101" cy="2401887"/>
            <a:chOff x="3457903" y="1592254"/>
            <a:chExt cx="1654101" cy="2401887"/>
          </a:xfrm>
        </p:grpSpPr>
        <p:sp>
          <p:nvSpPr>
            <p:cNvPr id="1206" name="Google Shape;1206;p15"/>
            <p:cNvSpPr/>
            <p:nvPr/>
          </p:nvSpPr>
          <p:spPr>
            <a:xfrm>
              <a:off x="3457903" y="1592254"/>
              <a:ext cx="1654101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3992843" y="3517620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15"/>
            <p:cNvSpPr/>
            <p:nvPr/>
          </p:nvSpPr>
          <p:spPr>
            <a:xfrm>
              <a:off x="3996418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/>
            </a:p>
          </p:txBody>
        </p:sp>
        <p:sp>
          <p:nvSpPr>
            <p:cNvPr id="1209" name="Google Shape;1209;p15"/>
            <p:cNvSpPr txBox="1"/>
            <p:nvPr/>
          </p:nvSpPr>
          <p:spPr>
            <a:xfrm>
              <a:off x="39633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15"/>
            <p:cNvSpPr/>
            <p:nvPr/>
          </p:nvSpPr>
          <p:spPr>
            <a:xfrm flipH="1">
              <a:off x="4297726" y="2473508"/>
              <a:ext cx="291334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1" name="Google Shape;1211;p15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15"/>
            <p:cNvCxnSpPr/>
            <p:nvPr/>
          </p:nvCxnSpPr>
          <p:spPr>
            <a:xfrm rot="10800000">
              <a:off x="418216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3" name="Google Shape;1213;p15"/>
            <p:cNvSpPr/>
            <p:nvPr/>
          </p:nvSpPr>
          <p:spPr>
            <a:xfrm>
              <a:off x="3536392" y="1927519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/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/>
            </a:p>
          </p:txBody>
        </p:sp>
        <p:cxnSp>
          <p:nvCxnSpPr>
            <p:cNvPr id="1215" name="Google Shape;1215;p15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6" name="Google Shape;1216;p15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7" name="Google Shape;1217;p15"/>
            <p:cNvCxnSpPr/>
            <p:nvPr/>
          </p:nvCxnSpPr>
          <p:spPr>
            <a:xfrm flipH="1">
              <a:off x="4308787" y="3249620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18" name="Google Shape;1218;p15"/>
            <p:cNvSpPr/>
            <p:nvPr/>
          </p:nvSpPr>
          <p:spPr>
            <a:xfrm>
              <a:off x="3718524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9" name="Google Shape;1219;p15"/>
          <p:cNvSpPr txBox="1"/>
          <p:nvPr>
            <p:ph type="title"/>
          </p:nvPr>
        </p:nvSpPr>
        <p:spPr>
          <a:xfrm>
            <a:off x="938646" y="36267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Interfaces communicating</a:t>
            </a:r>
            <a:endParaRPr sz="4400"/>
          </a:p>
        </p:txBody>
      </p:sp>
      <p:grpSp>
        <p:nvGrpSpPr>
          <p:cNvPr id="1220" name="Google Shape;1220;p15"/>
          <p:cNvGrpSpPr/>
          <p:nvPr/>
        </p:nvGrpSpPr>
        <p:grpSpPr>
          <a:xfrm>
            <a:off x="3386648" y="1585768"/>
            <a:ext cx="1709144" cy="2401887"/>
            <a:chOff x="3386648" y="1585768"/>
            <a:chExt cx="1709144" cy="2401887"/>
          </a:xfrm>
        </p:grpSpPr>
        <p:sp>
          <p:nvSpPr>
            <p:cNvPr id="1221" name="Google Shape;1221;p15"/>
            <p:cNvSpPr/>
            <p:nvPr/>
          </p:nvSpPr>
          <p:spPr>
            <a:xfrm>
              <a:off x="3386648" y="1585768"/>
              <a:ext cx="1709144" cy="240188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3837201" y="3524105"/>
              <a:ext cx="666750" cy="28257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3856453" y="293673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controller</a:t>
              </a:r>
              <a:endParaRPr/>
            </a:p>
          </p:txBody>
        </p:sp>
        <p:sp>
          <p:nvSpPr>
            <p:cNvPr id="1224" name="Google Shape;1224;p15"/>
            <p:cNvSpPr txBox="1"/>
            <p:nvPr/>
          </p:nvSpPr>
          <p:spPr>
            <a:xfrm>
              <a:off x="3792993" y="3514379"/>
              <a:ext cx="73770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2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3778897" y="2455718"/>
              <a:ext cx="326278" cy="460375"/>
            </a:xfrm>
            <a:custGeom>
              <a:rect b="b" l="l" r="r" t="t"/>
              <a:pathLst>
                <a:path extrusionOk="0" h="478" w="361">
                  <a:moveTo>
                    <a:pt x="0" y="0"/>
                  </a:moveTo>
                  <a:lnTo>
                    <a:pt x="0" y="230"/>
                  </a:lnTo>
                  <a:lnTo>
                    <a:pt x="361" y="230"/>
                  </a:lnTo>
                  <a:lnTo>
                    <a:pt x="359" y="478"/>
                  </a:lnTo>
                </a:path>
              </a:pathLst>
            </a:cu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6" name="Google Shape;1226;p15"/>
            <p:cNvCxnSpPr/>
            <p:nvPr/>
          </p:nvCxnSpPr>
          <p:spPr>
            <a:xfrm>
              <a:off x="3643959" y="2628755"/>
              <a:ext cx="13589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15"/>
            <p:cNvCxnSpPr/>
            <p:nvPr/>
          </p:nvCxnSpPr>
          <p:spPr>
            <a:xfrm rot="10800000">
              <a:off x="4164375" y="2631881"/>
              <a:ext cx="0" cy="3000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28" name="Google Shape;1228;p15"/>
            <p:cNvSpPr/>
            <p:nvPr/>
          </p:nvSpPr>
          <p:spPr>
            <a:xfrm>
              <a:off x="3532834" y="1938193"/>
              <a:ext cx="657225" cy="519112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cpu</a:t>
              </a:r>
              <a:endParaRPr/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4351984" y="1939780"/>
              <a:ext cx="657225" cy="51911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</a:t>
              </a:r>
              <a:endParaRPr/>
            </a:p>
          </p:txBody>
        </p:sp>
        <p:cxnSp>
          <p:nvCxnSpPr>
            <p:cNvPr id="1230" name="Google Shape;1230;p15"/>
            <p:cNvCxnSpPr/>
            <p:nvPr/>
          </p:nvCxnSpPr>
          <p:spPr>
            <a:xfrm rot="10800000">
              <a:off x="3836047" y="2458893"/>
              <a:ext cx="1587" cy="169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15"/>
            <p:cNvCxnSpPr/>
            <p:nvPr/>
          </p:nvCxnSpPr>
          <p:spPr>
            <a:xfrm rot="10800000">
              <a:off x="4709172" y="2460480"/>
              <a:ext cx="1587" cy="1714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2" name="Google Shape;1232;p15"/>
            <p:cNvCxnSpPr/>
            <p:nvPr/>
          </p:nvCxnSpPr>
          <p:spPr>
            <a:xfrm flipH="1">
              <a:off x="4172601" y="3239892"/>
              <a:ext cx="4474" cy="356262"/>
            </a:xfrm>
            <a:prstGeom prst="straightConnector1">
              <a:avLst/>
            </a:prstGeom>
            <a:noFill/>
            <a:ln cap="flat" cmpd="sng" w="38100">
              <a:solidFill>
                <a:srgbClr val="0000A8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233" name="Google Shape;1233;p15"/>
            <p:cNvSpPr/>
            <p:nvPr/>
          </p:nvSpPr>
          <p:spPr>
            <a:xfrm>
              <a:off x="3643876" y="2820792"/>
              <a:ext cx="1122362" cy="1082675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4" name="Google Shape;1234;p15"/>
          <p:cNvGrpSpPr/>
          <p:nvPr/>
        </p:nvGrpSpPr>
        <p:grpSpPr>
          <a:xfrm>
            <a:off x="2300585" y="1777854"/>
            <a:ext cx="1508125" cy="2035175"/>
            <a:chOff x="2695" y="1742"/>
            <a:chExt cx="950" cy="1282"/>
          </a:xfrm>
        </p:grpSpPr>
        <p:sp>
          <p:nvSpPr>
            <p:cNvPr id="1235" name="Google Shape;1235;p15"/>
            <p:cNvSpPr/>
            <p:nvPr/>
          </p:nvSpPr>
          <p:spPr>
            <a:xfrm>
              <a:off x="3228" y="2488"/>
              <a:ext cx="417" cy="536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3725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2737" y="2678"/>
              <a:ext cx="489" cy="26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3222" y="1767"/>
              <a:ext cx="244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99000">
                  <a:srgbClr val="FFFFFF">
                    <a:alpha val="65882"/>
                  </a:srgbClr>
                </a:gs>
                <a:gs pos="100000">
                  <a:srgbClr val="FFFFFF">
                    <a:alpha val="65882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2734" y="1764"/>
              <a:ext cx="490" cy="46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 txBox="1"/>
            <p:nvPr/>
          </p:nvSpPr>
          <p:spPr>
            <a:xfrm>
              <a:off x="2703" y="1742"/>
              <a:ext cx="553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40" name="Google Shape;1240;p15"/>
            <p:cNvCxnSpPr/>
            <p:nvPr/>
          </p:nvCxnSpPr>
          <p:spPr>
            <a:xfrm>
              <a:off x="2737" y="18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15"/>
            <p:cNvCxnSpPr/>
            <p:nvPr/>
          </p:nvCxnSpPr>
          <p:spPr>
            <a:xfrm>
              <a:off x="2737" y="200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15"/>
            <p:cNvCxnSpPr/>
            <p:nvPr/>
          </p:nvCxnSpPr>
          <p:spPr>
            <a:xfrm>
              <a:off x="2735" y="2110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3" name="Google Shape;1243;p15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4" name="Google Shape;1244;p15"/>
            <p:cNvCxnSpPr/>
            <p:nvPr/>
          </p:nvCxnSpPr>
          <p:spPr>
            <a:xfrm>
              <a:off x="2734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15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46" name="Google Shape;1246;p15"/>
            <p:cNvSpPr txBox="1"/>
            <p:nvPr/>
          </p:nvSpPr>
          <p:spPr>
            <a:xfrm>
              <a:off x="2755" y="2653"/>
              <a:ext cx="43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47" name="Google Shape;1247;p15"/>
            <p:cNvCxnSpPr/>
            <p:nvPr/>
          </p:nvCxnSpPr>
          <p:spPr>
            <a:xfrm>
              <a:off x="2736" y="2803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15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15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0" name="Google Shape;1250;p15"/>
          <p:cNvGrpSpPr/>
          <p:nvPr/>
        </p:nvGrpSpPr>
        <p:grpSpPr>
          <a:xfrm>
            <a:off x="8154574" y="1741034"/>
            <a:ext cx="1453373" cy="2053837"/>
            <a:chOff x="9730606" y="1055376"/>
            <a:chExt cx="1453373" cy="2053837"/>
          </a:xfrm>
        </p:grpSpPr>
        <p:sp>
          <p:nvSpPr>
            <p:cNvPr id="1251" name="Google Shape;1251;p15"/>
            <p:cNvSpPr/>
            <p:nvPr/>
          </p:nvSpPr>
          <p:spPr>
            <a:xfrm flipH="1">
              <a:off x="9730606" y="2258313"/>
              <a:ext cx="623888" cy="850900"/>
            </a:xfrm>
            <a:custGeom>
              <a:rect b="b" l="l" r="r" t="t"/>
              <a:pathLst>
                <a:path extrusionOk="0" h="12944" w="9954">
                  <a:moveTo>
                    <a:pt x="9934" y="0"/>
                  </a:moveTo>
                  <a:lnTo>
                    <a:pt x="0" y="2944"/>
                  </a:lnTo>
                  <a:cubicBezTo>
                    <a:pt x="3" y="5619"/>
                    <a:pt x="7" y="8292"/>
                    <a:pt x="10" y="10966"/>
                  </a:cubicBezTo>
                  <a:lnTo>
                    <a:pt x="9951" y="12944"/>
                  </a:lnTo>
                  <a:cubicBezTo>
                    <a:pt x="9967" y="8755"/>
                    <a:pt x="9917" y="4189"/>
                    <a:pt x="9934" y="0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10360066" y="2541276"/>
              <a:ext cx="776288" cy="41592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4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r" dir="81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5"/>
            <p:cNvSpPr/>
            <p:nvPr/>
          </p:nvSpPr>
          <p:spPr>
            <a:xfrm flipH="1">
              <a:off x="9935685" y="1076403"/>
              <a:ext cx="436563" cy="70326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A5A5A5"/>
                </a:gs>
                <a:gs pos="100000">
                  <a:srgbClr val="FFFFFF">
                    <a:alpha val="80784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15"/>
            <p:cNvSpPr/>
            <p:nvPr/>
          </p:nvSpPr>
          <p:spPr>
            <a:xfrm>
              <a:off x="10355304" y="1090301"/>
              <a:ext cx="777876" cy="735013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15"/>
            <p:cNvSpPr txBox="1"/>
            <p:nvPr/>
          </p:nvSpPr>
          <p:spPr>
            <a:xfrm>
              <a:off x="10306091" y="1055376"/>
              <a:ext cx="877888" cy="8302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</p:txBody>
        </p:sp>
        <p:cxnSp>
          <p:nvCxnSpPr>
            <p:cNvPr id="1256" name="Google Shape;1256;p15"/>
            <p:cNvCxnSpPr/>
            <p:nvPr/>
          </p:nvCxnSpPr>
          <p:spPr>
            <a:xfrm>
              <a:off x="10360066" y="130302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15"/>
            <p:cNvCxnSpPr/>
            <p:nvPr/>
          </p:nvCxnSpPr>
          <p:spPr>
            <a:xfrm>
              <a:off x="10360066" y="1466539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15"/>
            <p:cNvCxnSpPr/>
            <p:nvPr/>
          </p:nvCxnSpPr>
          <p:spPr>
            <a:xfrm>
              <a:off x="10356891" y="1639576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9" name="Google Shape;1259;p15"/>
            <p:cNvSpPr/>
            <p:nvPr/>
          </p:nvSpPr>
          <p:spPr>
            <a:xfrm>
              <a:off x="10293391" y="1801501"/>
              <a:ext cx="876301" cy="1825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0" name="Google Shape;1260;p15"/>
            <p:cNvCxnSpPr/>
            <p:nvPr/>
          </p:nvCxnSpPr>
          <p:spPr>
            <a:xfrm>
              <a:off x="10355304" y="1820551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61" name="Google Shape;1261;p15"/>
            <p:cNvCxnSpPr/>
            <p:nvPr/>
          </p:nvCxnSpPr>
          <p:spPr>
            <a:xfrm>
              <a:off x="11134767" y="181102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262" name="Google Shape;1262;p15"/>
            <p:cNvSpPr txBox="1"/>
            <p:nvPr/>
          </p:nvSpPr>
          <p:spPr>
            <a:xfrm>
              <a:off x="10388641" y="2501589"/>
              <a:ext cx="684213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263" name="Google Shape;1263;p15"/>
            <p:cNvCxnSpPr/>
            <p:nvPr/>
          </p:nvCxnSpPr>
          <p:spPr>
            <a:xfrm>
              <a:off x="10358479" y="2739714"/>
              <a:ext cx="776288" cy="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15"/>
            <p:cNvCxnSpPr/>
            <p:nvPr/>
          </p:nvCxnSpPr>
          <p:spPr>
            <a:xfrm>
              <a:off x="10360066" y="2439676"/>
              <a:ext cx="0" cy="103188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5"/>
            <p:cNvCxnSpPr/>
            <p:nvPr/>
          </p:nvCxnSpPr>
          <p:spPr>
            <a:xfrm>
              <a:off x="11136354" y="2439676"/>
              <a:ext cx="0" cy="101600"/>
            </a:xfrm>
            <a:prstGeom prst="straightConnector1">
              <a:avLst/>
            </a:prstGeom>
            <a:noFill/>
            <a:ln cap="flat" cmpd="sng" w="9525">
              <a:solidFill>
                <a:srgbClr val="E4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266" name="Google Shape;1266;p15"/>
          <p:cNvSpPr/>
          <p:nvPr/>
        </p:nvSpPr>
        <p:spPr>
          <a:xfrm>
            <a:off x="4153301" y="3785951"/>
            <a:ext cx="3591390" cy="522811"/>
          </a:xfrm>
          <a:custGeom>
            <a:rect b="b" l="l" r="r" t="t"/>
            <a:pathLst>
              <a:path extrusionOk="0" h="282601" w="5874327">
                <a:moveTo>
                  <a:pt x="0" y="5510"/>
                </a:moveTo>
                <a:lnTo>
                  <a:pt x="0" y="282601"/>
                </a:lnTo>
                <a:lnTo>
                  <a:pt x="5874327" y="282601"/>
                </a:lnTo>
                <a:cubicBezTo>
                  <a:pt x="5874327" y="204092"/>
                  <a:pt x="5863162" y="41065"/>
                  <a:pt x="5864278" y="0"/>
                </a:cubicBezTo>
              </a:path>
            </a:pathLst>
          </a:custGeom>
          <a:noFill/>
          <a:ln cap="flat" cmpd="sng" w="349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15"/>
          <p:cNvSpPr txBox="1"/>
          <p:nvPr/>
        </p:nvSpPr>
        <p:spPr>
          <a:xfrm>
            <a:off x="1181424" y="4590175"/>
            <a:ext cx="5247083" cy="193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sending side: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encapsulates datagram in frame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error checking bits, reliable data transfer, flow control, etc.</a:t>
            </a:r>
            <a:endParaRPr/>
          </a:p>
        </p:txBody>
      </p:sp>
      <p:sp>
        <p:nvSpPr>
          <p:cNvPr id="1268" name="Google Shape;1268;p15"/>
          <p:cNvSpPr txBox="1"/>
          <p:nvPr/>
        </p:nvSpPr>
        <p:spPr>
          <a:xfrm>
            <a:off x="6683664" y="4606063"/>
            <a:ext cx="4829464" cy="185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receiving side: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for errors, reliable data transfer, flow control, etc.</a:t>
            </a:r>
            <a:endParaRPr/>
          </a:p>
          <a:p>
            <a:pPr indent="-276225" lvl="0" marL="40005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datagram, passes to upper layer at receiving side</a:t>
            </a:r>
            <a:endParaRPr/>
          </a:p>
        </p:txBody>
      </p:sp>
      <p:grpSp>
        <p:nvGrpSpPr>
          <p:cNvPr id="1269" name="Google Shape;1269;p15"/>
          <p:cNvGrpSpPr/>
          <p:nvPr/>
        </p:nvGrpSpPr>
        <p:grpSpPr>
          <a:xfrm>
            <a:off x="957300" y="3054812"/>
            <a:ext cx="1569900" cy="338554"/>
            <a:chOff x="946500" y="2082812"/>
            <a:chExt cx="1569900" cy="338554"/>
          </a:xfrm>
        </p:grpSpPr>
        <p:sp>
          <p:nvSpPr>
            <p:cNvPr id="1270" name="Google Shape;1270;p15"/>
            <p:cNvSpPr/>
            <p:nvPr/>
          </p:nvSpPr>
          <p:spPr>
            <a:xfrm>
              <a:off x="977194" y="2096985"/>
              <a:ext cx="1539206" cy="31141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5"/>
            <p:cNvSpPr txBox="1"/>
            <p:nvPr/>
          </p:nvSpPr>
          <p:spPr>
            <a:xfrm>
              <a:off x="946500" y="2082812"/>
              <a:ext cx="615900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2" name="Google Shape;1272;p15"/>
          <p:cNvGrpSpPr/>
          <p:nvPr/>
        </p:nvGrpSpPr>
        <p:grpSpPr>
          <a:xfrm>
            <a:off x="955870" y="3055124"/>
            <a:ext cx="1642179" cy="339427"/>
            <a:chOff x="8795014" y="27710"/>
            <a:chExt cx="1642179" cy="339427"/>
          </a:xfrm>
        </p:grpSpPr>
        <p:grpSp>
          <p:nvGrpSpPr>
            <p:cNvPr id="1273" name="Google Shape;1273;p15"/>
            <p:cNvGrpSpPr/>
            <p:nvPr/>
          </p:nvGrpSpPr>
          <p:grpSpPr>
            <a:xfrm>
              <a:off x="8795014" y="28583"/>
              <a:ext cx="1569900" cy="338554"/>
              <a:chOff x="946500" y="2082812"/>
              <a:chExt cx="1569900" cy="338554"/>
            </a:xfrm>
          </p:grpSpPr>
          <p:sp>
            <p:nvSpPr>
              <p:cNvPr id="1274" name="Google Shape;1274;p15"/>
              <p:cNvSpPr/>
              <p:nvPr/>
            </p:nvSpPr>
            <p:spPr>
              <a:xfrm>
                <a:off x="977194" y="2096985"/>
                <a:ext cx="1539206" cy="31141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15"/>
              <p:cNvSpPr txBox="1"/>
              <p:nvPr/>
            </p:nvSpPr>
            <p:spPr>
              <a:xfrm>
                <a:off x="946500" y="2082812"/>
                <a:ext cx="615900" cy="3385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r>
                  <a:rPr b="0" baseline="-2500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baseline="-25000" i="0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6" name="Google Shape;1276;p15"/>
            <p:cNvGrpSpPr/>
            <p:nvPr/>
          </p:nvGrpSpPr>
          <p:grpSpPr>
            <a:xfrm>
              <a:off x="9386857" y="27710"/>
              <a:ext cx="1050336" cy="338554"/>
              <a:chOff x="1551732" y="2084406"/>
              <a:chExt cx="1050336" cy="338554"/>
            </a:xfrm>
          </p:grpSpPr>
          <p:sp>
            <p:nvSpPr>
              <p:cNvPr id="1277" name="Google Shape;1277;p15"/>
              <p:cNvSpPr/>
              <p:nvPr/>
            </p:nvSpPr>
            <p:spPr>
              <a:xfrm>
                <a:off x="1568121" y="2133017"/>
                <a:ext cx="925841" cy="24670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15"/>
              <p:cNvSpPr txBox="1"/>
              <p:nvPr/>
            </p:nvSpPr>
            <p:spPr>
              <a:xfrm>
                <a:off x="1551732" y="2084406"/>
                <a:ext cx="105033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/>
              </a:p>
            </p:txBody>
          </p:sp>
        </p:grpSp>
      </p:grpSp>
      <p:grpSp>
        <p:nvGrpSpPr>
          <p:cNvPr id="1279" name="Google Shape;1279;p15"/>
          <p:cNvGrpSpPr/>
          <p:nvPr/>
        </p:nvGrpSpPr>
        <p:grpSpPr>
          <a:xfrm>
            <a:off x="1551732" y="2080806"/>
            <a:ext cx="1050336" cy="338554"/>
            <a:chOff x="1551732" y="2084406"/>
            <a:chExt cx="1050336" cy="338554"/>
          </a:xfrm>
        </p:grpSpPr>
        <p:sp>
          <p:nvSpPr>
            <p:cNvPr id="1280" name="Google Shape;1280;p15"/>
            <p:cNvSpPr/>
            <p:nvPr/>
          </p:nvSpPr>
          <p:spPr>
            <a:xfrm>
              <a:off x="1568121" y="2133017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5"/>
            <p:cNvSpPr txBox="1"/>
            <p:nvPr/>
          </p:nvSpPr>
          <p:spPr>
            <a:xfrm>
              <a:off x="1551732" y="2084406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grpSp>
        <p:nvGrpSpPr>
          <p:cNvPr id="1282" name="Google Shape;1282;p15"/>
          <p:cNvGrpSpPr/>
          <p:nvPr/>
        </p:nvGrpSpPr>
        <p:grpSpPr>
          <a:xfrm>
            <a:off x="9888337" y="3037360"/>
            <a:ext cx="1050336" cy="338554"/>
            <a:chOff x="309834" y="1124253"/>
            <a:chExt cx="1050336" cy="338554"/>
          </a:xfrm>
        </p:grpSpPr>
        <p:sp>
          <p:nvSpPr>
            <p:cNvPr id="1283" name="Google Shape;1283;p15"/>
            <p:cNvSpPr/>
            <p:nvPr/>
          </p:nvSpPr>
          <p:spPr>
            <a:xfrm>
              <a:off x="326223" y="1172864"/>
              <a:ext cx="925841" cy="2467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5"/>
            <p:cNvSpPr txBox="1"/>
            <p:nvPr/>
          </p:nvSpPr>
          <p:spPr>
            <a:xfrm>
              <a:off x="309834" y="1124253"/>
              <a:ext cx="105033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1285" name="Google Shape;128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292" name="Google Shape;12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293" name="Google Shape;1293;p16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16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7"/>
          <p:cNvSpPr/>
          <p:nvPr/>
        </p:nvSpPr>
        <p:spPr>
          <a:xfrm>
            <a:off x="2093843" y="2862471"/>
            <a:ext cx="596348" cy="2902226"/>
          </a:xfrm>
          <a:custGeom>
            <a:rect b="b" l="l" r="r" t="t"/>
            <a:pathLst>
              <a:path extrusionOk="0" h="2796209" w="596348">
                <a:moveTo>
                  <a:pt x="0" y="0"/>
                </a:moveTo>
                <a:lnTo>
                  <a:pt x="0" y="2796209"/>
                </a:lnTo>
                <a:lnTo>
                  <a:pt x="596348" y="2796209"/>
                </a:ln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1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Error detection</a:t>
            </a:r>
            <a:endParaRPr/>
          </a:p>
        </p:txBody>
      </p:sp>
      <p:sp>
        <p:nvSpPr>
          <p:cNvPr id="1302" name="Google Shape;1302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3" name="Google Shape;1303;p17"/>
          <p:cNvSpPr txBox="1"/>
          <p:nvPr/>
        </p:nvSpPr>
        <p:spPr>
          <a:xfrm>
            <a:off x="1089990" y="1538149"/>
            <a:ext cx="986955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EDC: error detection and correction bits (e.g., redundancy)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D:  data protected by error checking, may include header fields </a:t>
            </a:r>
            <a:endParaRPr/>
          </a:p>
        </p:txBody>
      </p:sp>
      <p:sp>
        <p:nvSpPr>
          <p:cNvPr id="1304" name="Google Shape;1304;p17"/>
          <p:cNvSpPr txBox="1"/>
          <p:nvPr/>
        </p:nvSpPr>
        <p:spPr>
          <a:xfrm>
            <a:off x="8080513" y="3028121"/>
            <a:ext cx="3448878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 not 100% reliable!</a:t>
            </a:r>
            <a:endParaRPr/>
          </a:p>
          <a:p>
            <a:pPr indent="-287338" lvl="1" marL="4048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 may miss some errors, but rarely</a:t>
            </a:r>
            <a:endParaRPr/>
          </a:p>
          <a:p>
            <a:pPr indent="-287338" lvl="1" marL="4048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EDC field yields better detection and correction</a:t>
            </a:r>
            <a:endParaRPr/>
          </a:p>
        </p:txBody>
      </p:sp>
      <p:grpSp>
        <p:nvGrpSpPr>
          <p:cNvPr id="1305" name="Google Shape;1305;p17"/>
          <p:cNvGrpSpPr/>
          <p:nvPr/>
        </p:nvGrpSpPr>
        <p:grpSpPr>
          <a:xfrm>
            <a:off x="1550505" y="3048001"/>
            <a:ext cx="1656522" cy="400110"/>
            <a:chOff x="437322" y="2637183"/>
            <a:chExt cx="1656522" cy="400110"/>
          </a:xfrm>
        </p:grpSpPr>
        <p:sp>
          <p:nvSpPr>
            <p:cNvPr id="1306" name="Google Shape;1306;p17"/>
            <p:cNvSpPr/>
            <p:nvPr/>
          </p:nvSpPr>
          <p:spPr>
            <a:xfrm>
              <a:off x="437322" y="2690191"/>
              <a:ext cx="1656522" cy="291548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7"/>
            <p:cNvSpPr txBox="1"/>
            <p:nvPr/>
          </p:nvSpPr>
          <p:spPr>
            <a:xfrm>
              <a:off x="675860" y="2637183"/>
              <a:ext cx="118058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17"/>
          <p:cNvGrpSpPr/>
          <p:nvPr/>
        </p:nvGrpSpPr>
        <p:grpSpPr>
          <a:xfrm>
            <a:off x="1567043" y="4446000"/>
            <a:ext cx="2325599" cy="862266"/>
            <a:chOff x="1567043" y="4446000"/>
            <a:chExt cx="2325599" cy="862266"/>
          </a:xfrm>
        </p:grpSpPr>
        <p:grpSp>
          <p:nvGrpSpPr>
            <p:cNvPr id="1309" name="Google Shape;1309;p17"/>
            <p:cNvGrpSpPr/>
            <p:nvPr/>
          </p:nvGrpSpPr>
          <p:grpSpPr>
            <a:xfrm>
              <a:off x="1567043" y="4905756"/>
              <a:ext cx="2325599" cy="402510"/>
              <a:chOff x="1904400" y="5169547"/>
              <a:chExt cx="2325599" cy="402510"/>
            </a:xfrm>
          </p:grpSpPr>
          <p:sp>
            <p:nvSpPr>
              <p:cNvPr id="1310" name="Google Shape;1310;p17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17"/>
              <p:cNvSpPr txBox="1"/>
              <p:nvPr/>
            </p:nvSpPr>
            <p:spPr>
              <a:xfrm>
                <a:off x="2617147" y="5171947"/>
                <a:ext cx="34176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17"/>
              <p:cNvSpPr txBox="1"/>
              <p:nvPr/>
            </p:nvSpPr>
            <p:spPr>
              <a:xfrm>
                <a:off x="3549850" y="5169547"/>
                <a:ext cx="60305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3" name="Google Shape;1313;p17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14" name="Google Shape;1314;p17"/>
            <p:cNvGrpSpPr/>
            <p:nvPr/>
          </p:nvGrpSpPr>
          <p:grpSpPr>
            <a:xfrm>
              <a:off x="1571947" y="4446000"/>
              <a:ext cx="1645200" cy="400110"/>
              <a:chOff x="1897200" y="4446000"/>
              <a:chExt cx="1645200" cy="400110"/>
            </a:xfrm>
          </p:grpSpPr>
          <p:cxnSp>
            <p:nvCxnSpPr>
              <p:cNvPr id="1315" name="Google Shape;1315;p17"/>
              <p:cNvCxnSpPr/>
              <p:nvPr/>
            </p:nvCxnSpPr>
            <p:spPr>
              <a:xfrm>
                <a:off x="1897200" y="4665600"/>
                <a:ext cx="1638000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1316" name="Google Shape;1316;p17"/>
              <p:cNvSpPr/>
              <p:nvPr/>
            </p:nvSpPr>
            <p:spPr>
              <a:xfrm>
                <a:off x="2098800" y="4636800"/>
                <a:ext cx="1245600" cy="4571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17"/>
              <p:cNvSpPr txBox="1"/>
              <p:nvPr/>
            </p:nvSpPr>
            <p:spPr>
              <a:xfrm>
                <a:off x="2088000" y="4446000"/>
                <a:ext cx="1278812" cy="400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 data bits</a:t>
                </a:r>
                <a:endParaRPr/>
              </a:p>
            </p:txBody>
          </p:sp>
          <p:cxnSp>
            <p:nvCxnSpPr>
              <p:cNvPr id="1318" name="Google Shape;1318;p17"/>
              <p:cNvCxnSpPr/>
              <p:nvPr/>
            </p:nvCxnSpPr>
            <p:spPr>
              <a:xfrm>
                <a:off x="3542400" y="45720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9" name="Google Shape;1319;p17"/>
              <p:cNvCxnSpPr/>
              <p:nvPr/>
            </p:nvCxnSpPr>
            <p:spPr>
              <a:xfrm>
                <a:off x="1902000" y="4569600"/>
                <a:ext cx="0" cy="187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20" name="Google Shape;1320;p17"/>
          <p:cNvGrpSpPr/>
          <p:nvPr/>
        </p:nvGrpSpPr>
        <p:grpSpPr>
          <a:xfrm>
            <a:off x="2714378" y="5528580"/>
            <a:ext cx="2679258" cy="434898"/>
            <a:chOff x="3244465" y="6071919"/>
            <a:chExt cx="2679258" cy="434898"/>
          </a:xfrm>
        </p:grpSpPr>
        <p:grpSp>
          <p:nvGrpSpPr>
            <p:cNvPr id="1321" name="Google Shape;1321;p17"/>
            <p:cNvGrpSpPr/>
            <p:nvPr/>
          </p:nvGrpSpPr>
          <p:grpSpPr>
            <a:xfrm>
              <a:off x="3244465" y="6071919"/>
              <a:ext cx="2679258" cy="434898"/>
              <a:chOff x="3244464" y="6071919"/>
              <a:chExt cx="2864787" cy="434898"/>
            </a:xfrm>
          </p:grpSpPr>
          <p:sp>
            <p:nvSpPr>
              <p:cNvPr id="1322" name="Google Shape;1322;p17"/>
              <p:cNvSpPr/>
              <p:nvPr/>
            </p:nvSpPr>
            <p:spPr>
              <a:xfrm>
                <a:off x="3320909" y="6071919"/>
                <a:ext cx="2711898" cy="434898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7"/>
              <p:cNvSpPr/>
              <p:nvPr/>
            </p:nvSpPr>
            <p:spPr>
              <a:xfrm>
                <a:off x="3244464" y="6071919"/>
                <a:ext cx="152890" cy="434896"/>
              </a:xfrm>
              <a:prstGeom prst="ellipse">
                <a:avLst/>
              </a:prstGeom>
              <a:solidFill>
                <a:srgbClr val="7ACCF4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7"/>
              <p:cNvSpPr/>
              <p:nvPr/>
            </p:nvSpPr>
            <p:spPr>
              <a:xfrm>
                <a:off x="5956361" y="6071919"/>
                <a:ext cx="152890" cy="434896"/>
              </a:xfrm>
              <a:prstGeom prst="ellipse">
                <a:avLst/>
              </a:prstGeom>
              <a:gradFill>
                <a:gsLst>
                  <a:gs pos="0">
                    <a:srgbClr val="2E75B5"/>
                  </a:gs>
                  <a:gs pos="50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7"/>
              <p:cNvSpPr/>
              <p:nvPr/>
            </p:nvSpPr>
            <p:spPr>
              <a:xfrm>
                <a:off x="5752507" y="6071919"/>
                <a:ext cx="280299" cy="434896"/>
              </a:xfrm>
              <a:prstGeom prst="rect">
                <a:avLst/>
              </a:prstGeom>
              <a:gradFill>
                <a:gsLst>
                  <a:gs pos="0">
                    <a:srgbClr val="2E75B5"/>
                  </a:gs>
                  <a:gs pos="52000">
                    <a:srgbClr val="7ACCF4"/>
                  </a:gs>
                  <a:gs pos="100000">
                    <a:srgbClr val="2E75B5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6" name="Google Shape;1326;p17"/>
            <p:cNvSpPr txBox="1"/>
            <p:nvPr/>
          </p:nvSpPr>
          <p:spPr>
            <a:xfrm>
              <a:off x="3568996" y="6078283"/>
              <a:ext cx="213725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1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it-error prone link</a:t>
              </a:r>
              <a:endParaRPr/>
            </a:p>
          </p:txBody>
        </p:sp>
      </p:grpSp>
      <p:grpSp>
        <p:nvGrpSpPr>
          <p:cNvPr id="1327" name="Google Shape;1327;p17"/>
          <p:cNvGrpSpPr/>
          <p:nvPr/>
        </p:nvGrpSpPr>
        <p:grpSpPr>
          <a:xfrm>
            <a:off x="4661425" y="4717774"/>
            <a:ext cx="2325599" cy="1033670"/>
            <a:chOff x="4661425" y="4717774"/>
            <a:chExt cx="2325599" cy="1033670"/>
          </a:xfrm>
        </p:grpSpPr>
        <p:sp>
          <p:nvSpPr>
            <p:cNvPr id="1328" name="Google Shape;1328;p17"/>
            <p:cNvSpPr/>
            <p:nvPr/>
          </p:nvSpPr>
          <p:spPr>
            <a:xfrm>
              <a:off x="5486400" y="4717774"/>
              <a:ext cx="238539" cy="1033670"/>
            </a:xfrm>
            <a:custGeom>
              <a:rect b="b" l="l" r="r" t="t"/>
              <a:pathLst>
                <a:path extrusionOk="0" h="1033670" w="238539">
                  <a:moveTo>
                    <a:pt x="0" y="1033670"/>
                  </a:moveTo>
                  <a:lnTo>
                    <a:pt x="238539" y="1033670"/>
                  </a:lnTo>
                  <a:lnTo>
                    <a:pt x="238539" y="0"/>
                  </a:lnTo>
                </a:path>
              </a:pathLst>
            </a:cu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9" name="Google Shape;1329;p17"/>
            <p:cNvGrpSpPr/>
            <p:nvPr/>
          </p:nvGrpSpPr>
          <p:grpSpPr>
            <a:xfrm>
              <a:off x="4661425" y="4890052"/>
              <a:ext cx="2325599" cy="402510"/>
              <a:chOff x="1904400" y="5169547"/>
              <a:chExt cx="2325599" cy="402510"/>
            </a:xfrm>
          </p:grpSpPr>
          <p:sp>
            <p:nvSpPr>
              <p:cNvPr id="1330" name="Google Shape;1330;p17"/>
              <p:cNvSpPr/>
              <p:nvPr/>
            </p:nvSpPr>
            <p:spPr>
              <a:xfrm>
                <a:off x="1904400" y="5221355"/>
                <a:ext cx="2325599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17"/>
              <p:cNvSpPr txBox="1"/>
              <p:nvPr/>
            </p:nvSpPr>
            <p:spPr>
              <a:xfrm>
                <a:off x="2617147" y="5171947"/>
                <a:ext cx="406265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D’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7"/>
              <p:cNvSpPr txBox="1"/>
              <p:nvPr/>
            </p:nvSpPr>
            <p:spPr>
              <a:xfrm>
                <a:off x="3549850" y="5169547"/>
                <a:ext cx="67832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EDC’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33" name="Google Shape;1333;p17"/>
              <p:cNvCxnSpPr/>
              <p:nvPr/>
            </p:nvCxnSpPr>
            <p:spPr>
              <a:xfrm>
                <a:off x="3531600" y="5223600"/>
                <a:ext cx="0" cy="28800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334" name="Google Shape;1334;p17"/>
          <p:cNvGrpSpPr/>
          <p:nvPr/>
        </p:nvGrpSpPr>
        <p:grpSpPr>
          <a:xfrm>
            <a:off x="4996068" y="3670851"/>
            <a:ext cx="2457775" cy="1037317"/>
            <a:chOff x="4996068" y="3670851"/>
            <a:chExt cx="2457775" cy="1037317"/>
          </a:xfrm>
        </p:grpSpPr>
        <p:grpSp>
          <p:nvGrpSpPr>
            <p:cNvPr id="1335" name="Google Shape;1335;p17"/>
            <p:cNvGrpSpPr/>
            <p:nvPr/>
          </p:nvGrpSpPr>
          <p:grpSpPr>
            <a:xfrm>
              <a:off x="4996068" y="3670851"/>
              <a:ext cx="1431235" cy="1037317"/>
              <a:chOff x="6718851" y="5632173"/>
              <a:chExt cx="1431235" cy="1037317"/>
            </a:xfrm>
          </p:grpSpPr>
          <p:sp>
            <p:nvSpPr>
              <p:cNvPr id="1336" name="Google Shape;1336;p17"/>
              <p:cNvSpPr/>
              <p:nvPr/>
            </p:nvSpPr>
            <p:spPr>
              <a:xfrm>
                <a:off x="6718851" y="5632173"/>
                <a:ext cx="1431235" cy="993913"/>
              </a:xfrm>
              <a:prstGeom prst="diamond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7"/>
              <p:cNvSpPr txBox="1"/>
              <p:nvPr/>
            </p:nvSpPr>
            <p:spPr>
              <a:xfrm>
                <a:off x="6932490" y="5737183"/>
                <a:ext cx="1007327" cy="932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all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bits in D’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  <a:p>
                <a:pPr indent="0" lvl="0" marL="0" marR="0" rtl="0" algn="ctr">
                  <a:lnSpc>
                    <a:spcPct val="7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</a:t>
                </a:r>
                <a:endParaRPr/>
              </a:p>
            </p:txBody>
          </p:sp>
        </p:grpSp>
        <p:sp>
          <p:nvSpPr>
            <p:cNvPr id="1338" name="Google Shape;1338;p17"/>
            <p:cNvSpPr txBox="1"/>
            <p:nvPr/>
          </p:nvSpPr>
          <p:spPr>
            <a:xfrm>
              <a:off x="6440556" y="3843131"/>
              <a:ext cx="34977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17"/>
            <p:cNvSpPr txBox="1"/>
            <p:nvPr/>
          </p:nvSpPr>
          <p:spPr>
            <a:xfrm>
              <a:off x="6380921" y="4207566"/>
              <a:ext cx="1072922" cy="4925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detected </a:t>
              </a:r>
              <a:endParaRPr/>
            </a:p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0" name="Google Shape;1340;p17"/>
            <p:cNvCxnSpPr/>
            <p:nvPr/>
          </p:nvCxnSpPr>
          <p:spPr>
            <a:xfrm>
              <a:off x="6440557" y="4161183"/>
              <a:ext cx="715618" cy="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41" name="Google Shape;1341;p17"/>
          <p:cNvGrpSpPr/>
          <p:nvPr/>
        </p:nvGrpSpPr>
        <p:grpSpPr>
          <a:xfrm>
            <a:off x="4684642" y="2888974"/>
            <a:ext cx="1656522" cy="845626"/>
            <a:chOff x="4658138" y="2928730"/>
            <a:chExt cx="1656522" cy="845626"/>
          </a:xfrm>
        </p:grpSpPr>
        <p:sp>
          <p:nvSpPr>
            <p:cNvPr id="1342" name="Google Shape;1342;p17"/>
            <p:cNvSpPr/>
            <p:nvPr/>
          </p:nvSpPr>
          <p:spPr>
            <a:xfrm>
              <a:off x="5437808" y="3492294"/>
              <a:ext cx="176213" cy="1936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43" name="Google Shape;1343;p17"/>
            <p:cNvCxnSpPr/>
            <p:nvPr/>
          </p:nvCxnSpPr>
          <p:spPr>
            <a:xfrm rot="10800000">
              <a:off x="5685182" y="2928730"/>
              <a:ext cx="0" cy="728870"/>
            </a:xfrm>
            <a:prstGeom prst="straightConnector1">
              <a:avLst/>
            </a:prstGeom>
            <a:noFill/>
            <a:ln cap="flat" cmpd="sng" w="317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344" name="Google Shape;1344;p17"/>
            <p:cNvSpPr txBox="1"/>
            <p:nvPr/>
          </p:nvSpPr>
          <p:spPr>
            <a:xfrm>
              <a:off x="4696239" y="3498575"/>
              <a:ext cx="1022524" cy="2757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otherwise</a:t>
              </a:r>
              <a:endParaRPr/>
            </a:p>
          </p:txBody>
        </p:sp>
        <p:grpSp>
          <p:nvGrpSpPr>
            <p:cNvPr id="1345" name="Google Shape;1345;p17"/>
            <p:cNvGrpSpPr/>
            <p:nvPr/>
          </p:nvGrpSpPr>
          <p:grpSpPr>
            <a:xfrm>
              <a:off x="4658138" y="3028123"/>
              <a:ext cx="1656522" cy="400110"/>
              <a:chOff x="437322" y="2637183"/>
              <a:chExt cx="1656522" cy="400110"/>
            </a:xfrm>
          </p:grpSpPr>
          <p:sp>
            <p:nvSpPr>
              <p:cNvPr id="1346" name="Google Shape;1346;p17"/>
              <p:cNvSpPr/>
              <p:nvPr/>
            </p:nvSpPr>
            <p:spPr>
              <a:xfrm>
                <a:off x="437322" y="2690191"/>
                <a:ext cx="1656522" cy="29154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17"/>
              <p:cNvSpPr txBox="1"/>
              <p:nvPr/>
            </p:nvSpPr>
            <p:spPr>
              <a:xfrm>
                <a:off x="675860" y="2637183"/>
                <a:ext cx="11805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datagram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1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Parity checking</a:t>
            </a:r>
            <a:endParaRPr/>
          </a:p>
        </p:txBody>
      </p:sp>
      <p:sp>
        <p:nvSpPr>
          <p:cNvPr id="1353" name="Google Shape;1353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4" name="Google Shape;1354;p18"/>
          <p:cNvSpPr txBox="1"/>
          <p:nvPr/>
        </p:nvSpPr>
        <p:spPr>
          <a:xfrm>
            <a:off x="927030" y="1654589"/>
            <a:ext cx="3366673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single bit parity</a:t>
            </a:r>
            <a:r>
              <a:rPr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5425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 single bit errors</a:t>
            </a:r>
            <a:endParaRPr/>
          </a:p>
        </p:txBody>
      </p:sp>
      <p:sp>
        <p:nvSpPr>
          <p:cNvPr id="1355" name="Google Shape;1355;p18"/>
          <p:cNvSpPr/>
          <p:nvPr/>
        </p:nvSpPr>
        <p:spPr>
          <a:xfrm>
            <a:off x="1022592" y="2663833"/>
            <a:ext cx="2407444" cy="3821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18"/>
          <p:cNvSpPr txBox="1"/>
          <p:nvPr/>
        </p:nvSpPr>
        <p:spPr>
          <a:xfrm>
            <a:off x="1061882" y="2670977"/>
            <a:ext cx="2056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0111000110101011</a:t>
            </a:r>
            <a:endParaRPr/>
          </a:p>
        </p:txBody>
      </p:sp>
      <p:cxnSp>
        <p:nvCxnSpPr>
          <p:cNvPr id="1357" name="Google Shape;1357;p18"/>
          <p:cNvCxnSpPr/>
          <p:nvPr/>
        </p:nvCxnSpPr>
        <p:spPr>
          <a:xfrm>
            <a:off x="1002103" y="3282809"/>
            <a:ext cx="207761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58" name="Google Shape;1358;p18"/>
          <p:cNvCxnSpPr/>
          <p:nvPr/>
        </p:nvCxnSpPr>
        <p:spPr>
          <a:xfrm>
            <a:off x="3089495" y="31892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9" name="Google Shape;1359;p18"/>
          <p:cNvCxnSpPr/>
          <p:nvPr/>
        </p:nvCxnSpPr>
        <p:spPr>
          <a:xfrm>
            <a:off x="1008149" y="3186809"/>
            <a:ext cx="0" cy="18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60" name="Google Shape;1360;p18"/>
          <p:cNvGrpSpPr/>
          <p:nvPr/>
        </p:nvGrpSpPr>
        <p:grpSpPr>
          <a:xfrm>
            <a:off x="2978479" y="2669786"/>
            <a:ext cx="1354981" cy="1448181"/>
            <a:chOff x="2978479" y="2669786"/>
            <a:chExt cx="1354981" cy="1448181"/>
          </a:xfrm>
        </p:grpSpPr>
        <p:sp>
          <p:nvSpPr>
            <p:cNvPr id="1361" name="Google Shape;1361;p18"/>
            <p:cNvSpPr txBox="1"/>
            <p:nvPr/>
          </p:nvSpPr>
          <p:spPr>
            <a:xfrm>
              <a:off x="3093089" y="266978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62" name="Google Shape;1362;p18"/>
            <p:cNvSpPr txBox="1"/>
            <p:nvPr/>
          </p:nvSpPr>
          <p:spPr>
            <a:xfrm>
              <a:off x="2978479" y="3527036"/>
              <a:ext cx="1354981" cy="5909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parity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bit</a:t>
              </a:r>
              <a:endParaRPr/>
            </a:p>
          </p:txBody>
        </p:sp>
        <p:cxnSp>
          <p:nvCxnSpPr>
            <p:cNvPr id="1363" name="Google Shape;1363;p18"/>
            <p:cNvCxnSpPr/>
            <p:nvPr/>
          </p:nvCxnSpPr>
          <p:spPr>
            <a:xfrm>
              <a:off x="3244610" y="3167702"/>
              <a:ext cx="0" cy="4247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64" name="Google Shape;1364;p18"/>
          <p:cNvCxnSpPr/>
          <p:nvPr/>
        </p:nvCxnSpPr>
        <p:spPr>
          <a:xfrm>
            <a:off x="3092210" y="2665531"/>
            <a:ext cx="0" cy="387246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5" name="Google Shape;1365;p18"/>
          <p:cNvSpPr txBox="1"/>
          <p:nvPr/>
        </p:nvSpPr>
        <p:spPr>
          <a:xfrm>
            <a:off x="1434601" y="3122845"/>
            <a:ext cx="1354981" cy="3447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data bits</a:t>
            </a:r>
            <a:endParaRPr/>
          </a:p>
        </p:txBody>
      </p:sp>
      <p:sp>
        <p:nvSpPr>
          <p:cNvPr id="1366" name="Google Shape;1366;p18"/>
          <p:cNvSpPr txBox="1"/>
          <p:nvPr/>
        </p:nvSpPr>
        <p:spPr>
          <a:xfrm>
            <a:off x="4734123" y="1651081"/>
            <a:ext cx="4906151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two-dimensional bit parity:</a:t>
            </a:r>
            <a:endParaRPr/>
          </a:p>
          <a:p>
            <a:pPr indent="-169863" lvl="0" marL="287338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and correct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bit errors</a:t>
            </a:r>
            <a:endParaRPr/>
          </a:p>
        </p:txBody>
      </p:sp>
      <p:grpSp>
        <p:nvGrpSpPr>
          <p:cNvPr id="1367" name="Google Shape;1367;p18"/>
          <p:cNvGrpSpPr/>
          <p:nvPr/>
        </p:nvGrpSpPr>
        <p:grpSpPr>
          <a:xfrm>
            <a:off x="5486401" y="2521227"/>
            <a:ext cx="3683372" cy="2054406"/>
            <a:chOff x="7427845" y="2584175"/>
            <a:chExt cx="3683372" cy="2054406"/>
          </a:xfrm>
        </p:grpSpPr>
        <p:grpSp>
          <p:nvGrpSpPr>
            <p:cNvPr id="1368" name="Google Shape;1368;p18"/>
            <p:cNvGrpSpPr/>
            <p:nvPr/>
          </p:nvGrpSpPr>
          <p:grpSpPr>
            <a:xfrm>
              <a:off x="8263305" y="2908577"/>
              <a:ext cx="697811" cy="1261499"/>
              <a:chOff x="6586330" y="2915478"/>
              <a:chExt cx="697811" cy="1261499"/>
            </a:xfrm>
          </p:grpSpPr>
          <p:sp>
            <p:nvSpPr>
              <p:cNvPr id="1369" name="Google Shape;1369;p18"/>
              <p:cNvSpPr txBox="1"/>
              <p:nvPr/>
            </p:nvSpPr>
            <p:spPr>
              <a:xfrm>
                <a:off x="6586330" y="2915478"/>
                <a:ext cx="53572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1,1</a:t>
                </a:r>
                <a:endParaRPr/>
              </a:p>
            </p:txBody>
          </p:sp>
          <p:sp>
            <p:nvSpPr>
              <p:cNvPr id="1370" name="Google Shape;1370;p18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2,1</a:t>
                </a:r>
                <a:endParaRPr/>
              </a:p>
            </p:txBody>
          </p:sp>
          <p:sp>
            <p:nvSpPr>
              <p:cNvPr id="1371" name="Google Shape;1371;p18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i,1</a:t>
                </a:r>
                <a:endParaRPr/>
              </a:p>
            </p:txBody>
          </p:sp>
          <p:sp>
            <p:nvSpPr>
              <p:cNvPr id="1372" name="Google Shape;1372;p18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grpSp>
          <p:nvGrpSpPr>
            <p:cNvPr id="1373" name="Google Shape;1373;p18"/>
            <p:cNvGrpSpPr/>
            <p:nvPr/>
          </p:nvGrpSpPr>
          <p:grpSpPr>
            <a:xfrm>
              <a:off x="10324987" y="2929914"/>
              <a:ext cx="697811" cy="1261499"/>
              <a:chOff x="6586330" y="2915478"/>
              <a:chExt cx="697811" cy="1261499"/>
            </a:xfrm>
          </p:grpSpPr>
          <p:sp>
            <p:nvSpPr>
              <p:cNvPr id="1374" name="Google Shape;1374;p18"/>
              <p:cNvSpPr txBox="1"/>
              <p:nvPr/>
            </p:nvSpPr>
            <p:spPr>
              <a:xfrm>
                <a:off x="6586330" y="2915478"/>
                <a:ext cx="66236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1,j+1</a:t>
                </a:r>
                <a:endParaRPr/>
              </a:p>
            </p:txBody>
          </p:sp>
          <p:sp>
            <p:nvSpPr>
              <p:cNvPr id="1375" name="Google Shape;1375;p18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2,j+1</a:t>
                </a:r>
                <a:endParaRPr/>
              </a:p>
            </p:txBody>
          </p:sp>
          <p:sp>
            <p:nvSpPr>
              <p:cNvPr id="1376" name="Google Shape;1376;p18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i,j+1</a:t>
                </a:r>
                <a:endParaRPr/>
              </a:p>
            </p:txBody>
          </p:sp>
          <p:sp>
            <p:nvSpPr>
              <p:cNvPr id="1377" name="Google Shape;1377;p18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sp>
          <p:nvSpPr>
            <p:cNvPr id="1378" name="Google Shape;1378;p18"/>
            <p:cNvSpPr txBox="1"/>
            <p:nvPr/>
          </p:nvSpPr>
          <p:spPr>
            <a:xfrm>
              <a:off x="9118145" y="4177312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grpSp>
          <p:nvGrpSpPr>
            <p:cNvPr id="1379" name="Google Shape;1379;p18"/>
            <p:cNvGrpSpPr/>
            <p:nvPr/>
          </p:nvGrpSpPr>
          <p:grpSpPr>
            <a:xfrm>
              <a:off x="9722377" y="2910339"/>
              <a:ext cx="697811" cy="1261499"/>
              <a:chOff x="6586330" y="2915478"/>
              <a:chExt cx="697811" cy="1261499"/>
            </a:xfrm>
          </p:grpSpPr>
          <p:sp>
            <p:nvSpPr>
              <p:cNvPr id="1380" name="Google Shape;1380;p18"/>
              <p:cNvSpPr txBox="1"/>
              <p:nvPr/>
            </p:nvSpPr>
            <p:spPr>
              <a:xfrm>
                <a:off x="6586330" y="2915478"/>
                <a:ext cx="4908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1,j</a:t>
                </a:r>
                <a:endParaRPr/>
              </a:p>
            </p:txBody>
          </p:sp>
          <p:sp>
            <p:nvSpPr>
              <p:cNvPr id="1381" name="Google Shape;1381;p18"/>
              <p:cNvSpPr txBox="1"/>
              <p:nvPr/>
            </p:nvSpPr>
            <p:spPr>
              <a:xfrm>
                <a:off x="6588401" y="3213650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2,j</a:t>
                </a:r>
                <a:endParaRPr/>
              </a:p>
            </p:txBody>
          </p:sp>
          <p:sp>
            <p:nvSpPr>
              <p:cNvPr id="1382" name="Google Shape;1382;p18"/>
              <p:cNvSpPr txBox="1"/>
              <p:nvPr/>
            </p:nvSpPr>
            <p:spPr>
              <a:xfrm>
                <a:off x="6588401" y="3776867"/>
                <a:ext cx="69574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i,j</a:t>
                </a:r>
                <a:endParaRPr baseline="-25000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18"/>
              <p:cNvSpPr txBox="1"/>
              <p:nvPr/>
            </p:nvSpPr>
            <p:spPr>
              <a:xfrm>
                <a:off x="6625087" y="3488522"/>
                <a:ext cx="62800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 . .</a:t>
                </a:r>
                <a:endParaRPr/>
              </a:p>
            </p:txBody>
          </p:sp>
        </p:grpSp>
        <p:grpSp>
          <p:nvGrpSpPr>
            <p:cNvPr id="1384" name="Google Shape;1384;p18"/>
            <p:cNvGrpSpPr/>
            <p:nvPr/>
          </p:nvGrpSpPr>
          <p:grpSpPr>
            <a:xfrm>
              <a:off x="8262620" y="4202830"/>
              <a:ext cx="2848597" cy="435751"/>
              <a:chOff x="8262620" y="4431427"/>
              <a:chExt cx="2848597" cy="435751"/>
            </a:xfrm>
          </p:grpSpPr>
          <p:sp>
            <p:nvSpPr>
              <p:cNvPr id="1385" name="Google Shape;1385;p18"/>
              <p:cNvSpPr txBox="1"/>
              <p:nvPr/>
            </p:nvSpPr>
            <p:spPr>
              <a:xfrm>
                <a:off x="8262620" y="4431427"/>
                <a:ext cx="6815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i+1,1</a:t>
                </a:r>
                <a:endParaRPr/>
              </a:p>
            </p:txBody>
          </p:sp>
          <p:sp>
            <p:nvSpPr>
              <p:cNvPr id="1386" name="Google Shape;1386;p18"/>
              <p:cNvSpPr txBox="1"/>
              <p:nvPr/>
            </p:nvSpPr>
            <p:spPr>
              <a:xfrm>
                <a:off x="10329998" y="4467068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i+1,j+1</a:t>
                </a:r>
                <a:endParaRPr/>
              </a:p>
            </p:txBody>
          </p:sp>
          <p:sp>
            <p:nvSpPr>
              <p:cNvPr id="1387" name="Google Shape;1387;p18"/>
              <p:cNvSpPr txBox="1"/>
              <p:nvPr/>
            </p:nvSpPr>
            <p:spPr>
              <a:xfrm>
                <a:off x="9727388" y="4447493"/>
                <a:ext cx="781219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i+1,j</a:t>
                </a:r>
                <a:endParaRPr/>
              </a:p>
            </p:txBody>
          </p:sp>
        </p:grpSp>
        <p:cxnSp>
          <p:nvCxnSpPr>
            <p:cNvPr id="1388" name="Google Shape;1388;p18"/>
            <p:cNvCxnSpPr/>
            <p:nvPr/>
          </p:nvCxnSpPr>
          <p:spPr>
            <a:xfrm>
              <a:off x="8343900" y="4214192"/>
              <a:ext cx="2087218" cy="0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89" name="Google Shape;1389;p18"/>
            <p:cNvCxnSpPr/>
            <p:nvPr/>
          </p:nvCxnSpPr>
          <p:spPr>
            <a:xfrm rot="10800000">
              <a:off x="10325100" y="3064566"/>
              <a:ext cx="0" cy="1288773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90" name="Google Shape;1390;p18"/>
            <p:cNvSpPr txBox="1"/>
            <p:nvPr/>
          </p:nvSpPr>
          <p:spPr>
            <a:xfrm>
              <a:off x="9111519" y="3792998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1" name="Google Shape;1391;p18"/>
            <p:cNvSpPr txBox="1"/>
            <p:nvPr/>
          </p:nvSpPr>
          <p:spPr>
            <a:xfrm>
              <a:off x="9104893" y="3478259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2" name="Google Shape;1392;p18"/>
            <p:cNvSpPr txBox="1"/>
            <p:nvPr/>
          </p:nvSpPr>
          <p:spPr>
            <a:xfrm>
              <a:off x="9108206" y="3183395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3" name="Google Shape;1393;p18"/>
            <p:cNvSpPr txBox="1"/>
            <p:nvPr/>
          </p:nvSpPr>
          <p:spPr>
            <a:xfrm>
              <a:off x="9111519" y="2878596"/>
              <a:ext cx="628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. .</a:t>
              </a:r>
              <a:endParaRPr/>
            </a:p>
          </p:txBody>
        </p:sp>
        <p:sp>
          <p:nvSpPr>
            <p:cNvPr id="1394" name="Google Shape;1394;p18"/>
            <p:cNvSpPr txBox="1"/>
            <p:nvPr/>
          </p:nvSpPr>
          <p:spPr>
            <a:xfrm>
              <a:off x="9670775" y="2584175"/>
              <a:ext cx="10413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row parity</a:t>
              </a:r>
              <a:endParaRPr/>
            </a:p>
          </p:txBody>
        </p:sp>
        <p:sp>
          <p:nvSpPr>
            <p:cNvPr id="1395" name="Google Shape;1395;p18"/>
            <p:cNvSpPr txBox="1"/>
            <p:nvPr/>
          </p:nvSpPr>
          <p:spPr>
            <a:xfrm>
              <a:off x="7427845" y="3998845"/>
              <a:ext cx="803297" cy="49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column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parity</a:t>
              </a:r>
              <a:endParaRPr/>
            </a:p>
          </p:txBody>
        </p:sp>
        <p:cxnSp>
          <p:nvCxnSpPr>
            <p:cNvPr id="1396" name="Google Shape;1396;p18"/>
            <p:cNvCxnSpPr/>
            <p:nvPr/>
          </p:nvCxnSpPr>
          <p:spPr>
            <a:xfrm>
              <a:off x="9760226" y="2922104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397" name="Google Shape;1397;p18"/>
            <p:cNvCxnSpPr/>
            <p:nvPr/>
          </p:nvCxnSpPr>
          <p:spPr>
            <a:xfrm rot="5400000">
              <a:off x="7795591" y="4137991"/>
              <a:ext cx="854766" cy="0"/>
            </a:xfrm>
            <a:prstGeom prst="straightConnector1">
              <a:avLst/>
            </a:prstGeom>
            <a:noFill/>
            <a:ln cap="flat" cmpd="sng" w="222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98" name="Google Shape;1398;p18"/>
          <p:cNvGrpSpPr/>
          <p:nvPr/>
        </p:nvGrpSpPr>
        <p:grpSpPr>
          <a:xfrm>
            <a:off x="4150979" y="4938063"/>
            <a:ext cx="2320933" cy="1220735"/>
            <a:chOff x="3800015" y="4868761"/>
            <a:chExt cx="2320933" cy="1220735"/>
          </a:xfrm>
        </p:grpSpPr>
        <p:sp>
          <p:nvSpPr>
            <p:cNvPr id="1399" name="Google Shape;1399;p18"/>
            <p:cNvSpPr txBox="1"/>
            <p:nvPr/>
          </p:nvSpPr>
          <p:spPr>
            <a:xfrm>
              <a:off x="4903522" y="5428507"/>
              <a:ext cx="12041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0 1 1 1 0  1</a:t>
              </a:r>
              <a:endParaRPr/>
            </a:p>
          </p:txBody>
        </p:sp>
        <p:grpSp>
          <p:nvGrpSpPr>
            <p:cNvPr id="1400" name="Google Shape;1400;p18"/>
            <p:cNvGrpSpPr/>
            <p:nvPr/>
          </p:nvGrpSpPr>
          <p:grpSpPr>
            <a:xfrm>
              <a:off x="4910146" y="4875335"/>
              <a:ext cx="1210802" cy="1214161"/>
              <a:chOff x="6394173" y="4840358"/>
              <a:chExt cx="1210802" cy="1214161"/>
            </a:xfrm>
          </p:grpSpPr>
          <p:sp>
            <p:nvSpPr>
              <p:cNvPr id="1401" name="Google Shape;1401;p18"/>
              <p:cNvSpPr txBox="1"/>
              <p:nvPr/>
            </p:nvSpPr>
            <p:spPr>
              <a:xfrm>
                <a:off x="6400799" y="4840358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1 0 1 0 1  1</a:t>
                </a:r>
                <a:endParaRPr/>
              </a:p>
            </p:txBody>
          </p:sp>
          <p:sp>
            <p:nvSpPr>
              <p:cNvPr id="1402" name="Google Shape;1402;p18"/>
              <p:cNvSpPr txBox="1"/>
              <p:nvPr/>
            </p:nvSpPr>
            <p:spPr>
              <a:xfrm>
                <a:off x="6394173" y="5121968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1 1 1 1 0  0</a:t>
                </a:r>
                <a:endParaRPr/>
              </a:p>
            </p:txBody>
          </p:sp>
          <p:sp>
            <p:nvSpPr>
              <p:cNvPr id="1403" name="Google Shape;1403;p18"/>
              <p:cNvSpPr txBox="1"/>
              <p:nvPr/>
            </p:nvSpPr>
            <p:spPr>
              <a:xfrm>
                <a:off x="6395912" y="5685187"/>
                <a:ext cx="120417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1 0 1 0 1  0</a:t>
                </a:r>
                <a:endParaRPr/>
              </a:p>
            </p:txBody>
          </p:sp>
          <p:cxnSp>
            <p:nvCxnSpPr>
              <p:cNvPr id="1404" name="Google Shape;1404;p18"/>
              <p:cNvCxnSpPr/>
              <p:nvPr/>
            </p:nvCxnSpPr>
            <p:spPr>
              <a:xfrm>
                <a:off x="6480748" y="5751227"/>
                <a:ext cx="101933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05" name="Google Shape;1405;p18"/>
              <p:cNvCxnSpPr/>
              <p:nvPr/>
            </p:nvCxnSpPr>
            <p:spPr>
              <a:xfrm rot="-5400000">
                <a:off x="6828021" y="5453922"/>
                <a:ext cx="101933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406" name="Google Shape;1406;p18"/>
            <p:cNvSpPr txBox="1"/>
            <p:nvPr/>
          </p:nvSpPr>
          <p:spPr>
            <a:xfrm>
              <a:off x="3800015" y="4868761"/>
              <a:ext cx="11035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errors:</a:t>
              </a:r>
              <a:endParaRPr/>
            </a:p>
          </p:txBody>
        </p:sp>
      </p:grpSp>
      <p:grpSp>
        <p:nvGrpSpPr>
          <p:cNvPr id="1407" name="Google Shape;1407;p18"/>
          <p:cNvGrpSpPr/>
          <p:nvPr/>
        </p:nvGrpSpPr>
        <p:grpSpPr>
          <a:xfrm>
            <a:off x="7222435" y="4943606"/>
            <a:ext cx="3312300" cy="1621566"/>
            <a:chOff x="7222435" y="4943606"/>
            <a:chExt cx="3312300" cy="1621566"/>
          </a:xfrm>
        </p:grpSpPr>
        <p:grpSp>
          <p:nvGrpSpPr>
            <p:cNvPr id="1408" name="Google Shape;1408;p18"/>
            <p:cNvGrpSpPr/>
            <p:nvPr/>
          </p:nvGrpSpPr>
          <p:grpSpPr>
            <a:xfrm>
              <a:off x="8752840" y="4943606"/>
              <a:ext cx="1781895" cy="1621566"/>
              <a:chOff x="5890374" y="4811085"/>
              <a:chExt cx="1781895" cy="1621566"/>
            </a:xfrm>
          </p:grpSpPr>
          <p:grpSp>
            <p:nvGrpSpPr>
              <p:cNvPr id="1409" name="Google Shape;1409;p18"/>
              <p:cNvGrpSpPr/>
              <p:nvPr/>
            </p:nvGrpSpPr>
            <p:grpSpPr>
              <a:xfrm>
                <a:off x="5890374" y="4812876"/>
                <a:ext cx="1781895" cy="1619775"/>
                <a:chOff x="4903522" y="4875335"/>
                <a:chExt cx="1781895" cy="1619775"/>
              </a:xfrm>
            </p:grpSpPr>
            <p:sp>
              <p:nvSpPr>
                <p:cNvPr id="1410" name="Google Shape;1410;p18"/>
                <p:cNvSpPr txBox="1"/>
                <p:nvPr/>
              </p:nvSpPr>
              <p:spPr>
                <a:xfrm>
                  <a:off x="4903522" y="5428507"/>
                  <a:ext cx="1204176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0 1 1 1 0  1</a:t>
                  </a:r>
                  <a:endParaRPr/>
                </a:p>
              </p:txBody>
            </p:sp>
            <p:grpSp>
              <p:nvGrpSpPr>
                <p:cNvPr id="1411" name="Google Shape;1411;p18"/>
                <p:cNvGrpSpPr/>
                <p:nvPr/>
              </p:nvGrpSpPr>
              <p:grpSpPr>
                <a:xfrm>
                  <a:off x="4910146" y="4875335"/>
                  <a:ext cx="1210802" cy="1214161"/>
                  <a:chOff x="6394173" y="4840358"/>
                  <a:chExt cx="1210802" cy="1214161"/>
                </a:xfrm>
              </p:grpSpPr>
              <p:sp>
                <p:nvSpPr>
                  <p:cNvPr id="1412" name="Google Shape;1412;p18"/>
                  <p:cNvSpPr txBox="1"/>
                  <p:nvPr/>
                </p:nvSpPr>
                <p:spPr>
                  <a:xfrm>
                    <a:off x="6400799" y="4840358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1 0 1 0 1  1</a:t>
                    </a:r>
                    <a:endParaRPr/>
                  </a:p>
                </p:txBody>
              </p:sp>
              <p:sp>
                <p:nvSpPr>
                  <p:cNvPr id="1413" name="Google Shape;1413;p18"/>
                  <p:cNvSpPr txBox="1"/>
                  <p:nvPr/>
                </p:nvSpPr>
                <p:spPr>
                  <a:xfrm>
                    <a:off x="6394173" y="5121968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</a:t>
                    </a:r>
                    <a:r>
                      <a:rPr lang="en-US" sz="1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0</a:t>
                    </a: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 1 1 0  0</a:t>
                    </a:r>
                    <a:endParaRPr/>
                  </a:p>
                </p:txBody>
              </p:sp>
              <p:sp>
                <p:nvSpPr>
                  <p:cNvPr id="1414" name="Google Shape;1414;p18"/>
                  <p:cNvSpPr txBox="1"/>
                  <p:nvPr/>
                </p:nvSpPr>
                <p:spPr>
                  <a:xfrm>
                    <a:off x="6395912" y="5685187"/>
                    <a:ext cx="1204176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1 0 1 0 1  0</a:t>
                    </a:r>
                    <a:endParaRPr/>
                  </a:p>
                </p:txBody>
              </p:sp>
              <p:cxnSp>
                <p:nvCxnSpPr>
                  <p:cNvPr id="1415" name="Google Shape;1415;p18"/>
                  <p:cNvCxnSpPr/>
                  <p:nvPr/>
                </p:nvCxnSpPr>
                <p:spPr>
                  <a:xfrm>
                    <a:off x="6480748" y="5751227"/>
                    <a:ext cx="101933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1416" name="Google Shape;1416;p18"/>
                  <p:cNvCxnSpPr/>
                  <p:nvPr/>
                </p:nvCxnSpPr>
                <p:spPr>
                  <a:xfrm rot="-5400000">
                    <a:off x="6828021" y="5453922"/>
                    <a:ext cx="1019331" cy="0"/>
                  </a:xfrm>
                  <a:prstGeom prst="straightConnector1">
                    <a:avLst/>
                  </a:prstGeom>
                  <a:noFill/>
                  <a:ln cap="flat" cmpd="sng" w="1905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1417" name="Google Shape;1417;p18"/>
                <p:cNvSpPr txBox="1"/>
                <p:nvPr/>
              </p:nvSpPr>
              <p:spPr>
                <a:xfrm>
                  <a:off x="4956746" y="6135973"/>
                  <a:ext cx="546945" cy="35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parity</a:t>
                  </a:r>
                  <a:endParaRPr/>
                </a:p>
                <a:p>
                  <a:pPr indent="0" lvl="0" marL="0" marR="0" rtl="0" algn="ctr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error</a:t>
                  </a:r>
                  <a:endParaRPr/>
                </a:p>
              </p:txBody>
            </p:sp>
            <p:sp>
              <p:nvSpPr>
                <p:cNvPr id="1418" name="Google Shape;1418;p18"/>
                <p:cNvSpPr txBox="1"/>
                <p:nvPr/>
              </p:nvSpPr>
              <p:spPr>
                <a:xfrm>
                  <a:off x="6138472" y="5164111"/>
                  <a:ext cx="546945" cy="35913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parity</a:t>
                  </a:r>
                  <a:endParaRPr/>
                </a:p>
                <a:p>
                  <a:pPr indent="0" lvl="0" marL="0" marR="0" rtl="0" algn="l">
                    <a:lnSpc>
                      <a:spcPct val="7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error</a:t>
                  </a:r>
                  <a:endParaRPr/>
                </a:p>
              </p:txBody>
            </p:sp>
          </p:grpSp>
          <p:cxnSp>
            <p:nvCxnSpPr>
              <p:cNvPr id="1419" name="Google Shape;1419;p18"/>
              <p:cNvCxnSpPr>
                <a:stCxn id="1413" idx="1"/>
              </p:cNvCxnSpPr>
              <p:nvPr/>
            </p:nvCxnSpPr>
            <p:spPr>
              <a:xfrm flipH="1" rot="10800000">
                <a:off x="5896998" y="5271652"/>
                <a:ext cx="1303200" cy="7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420" name="Google Shape;1420;p18"/>
              <p:cNvCxnSpPr/>
              <p:nvPr/>
            </p:nvCxnSpPr>
            <p:spPr>
              <a:xfrm flipH="1" rot="-5400000">
                <a:off x="5564716" y="5458918"/>
                <a:ext cx="1303277" cy="7611"/>
              </a:xfrm>
              <a:prstGeom prst="straightConnector1">
                <a:avLst/>
              </a:prstGeom>
              <a:noFill/>
              <a:ln cap="flat" cmpd="sng" w="1587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421" name="Google Shape;1421;p18"/>
            <p:cNvSpPr txBox="1"/>
            <p:nvPr/>
          </p:nvSpPr>
          <p:spPr>
            <a:xfrm>
              <a:off x="7222435" y="4982817"/>
              <a:ext cx="1411353" cy="12058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detected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and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correctable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single-bit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error:</a:t>
              </a:r>
              <a:endParaRPr/>
            </a:p>
          </p:txBody>
        </p:sp>
      </p:grpSp>
      <p:sp>
        <p:nvSpPr>
          <p:cNvPr id="1422" name="Google Shape;1422;p18"/>
          <p:cNvSpPr txBox="1"/>
          <p:nvPr/>
        </p:nvSpPr>
        <p:spPr>
          <a:xfrm>
            <a:off x="967409" y="4258270"/>
            <a:ext cx="272994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Even parity: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parity bit so there is an even number of 1’s</a:t>
            </a:r>
            <a:endParaRPr/>
          </a:p>
        </p:txBody>
      </p:sp>
      <p:sp>
        <p:nvSpPr>
          <p:cNvPr id="1423" name="Google Shape;1423;p18"/>
          <p:cNvSpPr txBox="1"/>
          <p:nvPr/>
        </p:nvSpPr>
        <p:spPr>
          <a:xfrm>
            <a:off x="339826" y="6198762"/>
            <a:ext cx="45071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9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 (review)</a:t>
            </a:r>
            <a:endParaRPr/>
          </a:p>
        </p:txBody>
      </p:sp>
      <p:sp>
        <p:nvSpPr>
          <p:cNvPr id="1430" name="Google Shape;1430;p19"/>
          <p:cNvSpPr txBox="1"/>
          <p:nvPr/>
        </p:nvSpPr>
        <p:spPr>
          <a:xfrm>
            <a:off x="990599" y="2218943"/>
            <a:ext cx="4662055" cy="4478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treat contents of UDP segment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(including UDP header fields and IP addresses)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sequence of 16-bit integers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checksum: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(one’s complement sum)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segment content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 value put into UDP checksum field</a:t>
            </a:r>
            <a:endParaRPr/>
          </a:p>
          <a:p>
            <a:pPr indent="-2222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19"/>
          <p:cNvSpPr txBox="1"/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r>
              <a:rPr b="0" i="0" lang="en-US" sz="3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checksum of received segment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computed checksum equals checksum field value: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equal - error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equal - no error detected.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maybe errors nonetheless?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later ….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19"/>
          <p:cNvSpPr/>
          <p:nvPr/>
        </p:nvSpPr>
        <p:spPr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 errors (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transmitted segment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33" name="Google Shape;1433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2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</a:t>
            </a:r>
            <a:endParaRPr sz="4400"/>
          </a:p>
        </p:txBody>
      </p:sp>
      <p:sp>
        <p:nvSpPr>
          <p:cNvPr id="1440" name="Google Shape;1440;p20"/>
          <p:cNvSpPr txBox="1"/>
          <p:nvPr/>
        </p:nvSpPr>
        <p:spPr>
          <a:xfrm>
            <a:off x="830820" y="1239611"/>
            <a:ext cx="10632309" cy="15300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powerful error-detection coding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bits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(given, think of these as a binary number)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(generator), of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r+1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(given)</a:t>
            </a:r>
            <a:endParaRPr/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2" name="Google Shape;1442;p20"/>
          <p:cNvSpPr txBox="1"/>
          <p:nvPr/>
        </p:nvSpPr>
        <p:spPr>
          <a:xfrm>
            <a:off x="850698" y="4665031"/>
            <a:ext cx="10850971" cy="1868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CRC bits,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such that &lt;D,R&gt; exactly divisible by G (mod 2)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knows G, divides &lt;D,R&gt; by G.  If non-zero remainder: error detected!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all burst errors less than r+1 bits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used in practice (Ethernet, 802.11 WiFi)</a:t>
            </a:r>
            <a:endParaRPr/>
          </a:p>
          <a:p>
            <a:pPr indent="-508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3" name="Google Shape;1443;p20"/>
          <p:cNvGrpSpPr/>
          <p:nvPr/>
        </p:nvGrpSpPr>
        <p:grpSpPr>
          <a:xfrm>
            <a:off x="3954671" y="2770984"/>
            <a:ext cx="7036657" cy="1611402"/>
            <a:chOff x="3954671" y="2770984"/>
            <a:chExt cx="7036657" cy="1611402"/>
          </a:xfrm>
        </p:grpSpPr>
        <p:grpSp>
          <p:nvGrpSpPr>
            <p:cNvPr id="1444" name="Google Shape;1444;p20"/>
            <p:cNvGrpSpPr/>
            <p:nvPr/>
          </p:nvGrpSpPr>
          <p:grpSpPr>
            <a:xfrm>
              <a:off x="4243982" y="2770984"/>
              <a:ext cx="2691529" cy="1072438"/>
              <a:chOff x="2335669" y="2731227"/>
              <a:chExt cx="2691529" cy="1072438"/>
            </a:xfrm>
          </p:grpSpPr>
          <p:grpSp>
            <p:nvGrpSpPr>
              <p:cNvPr id="1445" name="Google Shape;1445;p20"/>
              <p:cNvGrpSpPr/>
              <p:nvPr/>
            </p:nvGrpSpPr>
            <p:grpSpPr>
              <a:xfrm>
                <a:off x="3847708" y="2731227"/>
                <a:ext cx="1179490" cy="644795"/>
                <a:chOff x="2714347" y="4114405"/>
                <a:chExt cx="1179490" cy="644795"/>
              </a:xfrm>
            </p:grpSpPr>
            <p:cxnSp>
              <p:nvCxnSpPr>
                <p:cNvPr id="1446" name="Google Shape;1446;p20"/>
                <p:cNvCxnSpPr/>
                <p:nvPr/>
              </p:nvCxnSpPr>
              <p:spPr>
                <a:xfrm>
                  <a:off x="2993162" y="4665600"/>
                  <a:ext cx="542038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1447" name="Google Shape;1447;p20"/>
                <p:cNvSpPr txBox="1"/>
                <p:nvPr/>
              </p:nvSpPr>
              <p:spPr>
                <a:xfrm>
                  <a:off x="2714347" y="4114405"/>
                  <a:ext cx="1179490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1"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CRC bits</a:t>
                  </a:r>
                  <a:endParaRPr/>
                </a:p>
              </p:txBody>
            </p:sp>
            <p:cxnSp>
              <p:nvCxnSpPr>
                <p:cNvPr id="1448" name="Google Shape;1448;p20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49" name="Google Shape;1449;p20"/>
              <p:cNvGrpSpPr/>
              <p:nvPr/>
            </p:nvGrpSpPr>
            <p:grpSpPr>
              <a:xfrm>
                <a:off x="2491075" y="3061148"/>
                <a:ext cx="1630353" cy="400110"/>
                <a:chOff x="1912047" y="4446000"/>
                <a:chExt cx="1630353" cy="400110"/>
              </a:xfrm>
            </p:grpSpPr>
            <p:cxnSp>
              <p:nvCxnSpPr>
                <p:cNvPr id="1450" name="Google Shape;1450;p20"/>
                <p:cNvCxnSpPr/>
                <p:nvPr/>
              </p:nvCxnSpPr>
              <p:spPr>
                <a:xfrm>
                  <a:off x="1914638" y="4665600"/>
                  <a:ext cx="1620562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med" w="med" type="triangle"/>
                  <a:tailEnd len="med" w="med" type="triangle"/>
                </a:ln>
              </p:spPr>
            </p:cxnSp>
            <p:sp>
              <p:nvSpPr>
                <p:cNvPr id="1451" name="Google Shape;1451;p20"/>
                <p:cNvSpPr/>
                <p:nvPr/>
              </p:nvSpPr>
              <p:spPr>
                <a:xfrm>
                  <a:off x="2098800" y="4636800"/>
                  <a:ext cx="1245600" cy="45719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2" name="Google Shape;1452;p20"/>
                <p:cNvSpPr txBox="1"/>
                <p:nvPr/>
              </p:nvSpPr>
              <p:spPr>
                <a:xfrm>
                  <a:off x="2088000" y="4446000"/>
                  <a:ext cx="1278812" cy="40011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 data bits</a:t>
                  </a:r>
                  <a:endParaRPr/>
                </a:p>
              </p:txBody>
            </p:sp>
            <p:cxnSp>
              <p:nvCxnSpPr>
                <p:cNvPr id="1453" name="Google Shape;1453;p20"/>
                <p:cNvCxnSpPr/>
                <p:nvPr/>
              </p:nvCxnSpPr>
              <p:spPr>
                <a:xfrm>
                  <a:off x="3542400" y="45720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454" name="Google Shape;1454;p20"/>
                <p:cNvCxnSpPr/>
                <p:nvPr/>
              </p:nvCxnSpPr>
              <p:spPr>
                <a:xfrm>
                  <a:off x="1912047" y="4569600"/>
                  <a:ext cx="0" cy="187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455" name="Google Shape;1455;p20"/>
              <p:cNvGrpSpPr/>
              <p:nvPr/>
            </p:nvGrpSpPr>
            <p:grpSpPr>
              <a:xfrm>
                <a:off x="2335669" y="3342000"/>
                <a:ext cx="2325599" cy="461665"/>
                <a:chOff x="1904400" y="5143043"/>
                <a:chExt cx="2325599" cy="461665"/>
              </a:xfrm>
            </p:grpSpPr>
            <p:sp>
              <p:nvSpPr>
                <p:cNvPr id="1456" name="Google Shape;1456;p20"/>
                <p:cNvSpPr/>
                <p:nvPr/>
              </p:nvSpPr>
              <p:spPr>
                <a:xfrm>
                  <a:off x="1904400" y="5221355"/>
                  <a:ext cx="2325599" cy="291548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7" name="Google Shape;1457;p20"/>
                <p:cNvSpPr txBox="1"/>
                <p:nvPr/>
              </p:nvSpPr>
              <p:spPr>
                <a:xfrm>
                  <a:off x="2617147" y="5171947"/>
                  <a:ext cx="341760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8" name="Google Shape;1458;p20"/>
                <p:cNvSpPr txBox="1"/>
                <p:nvPr/>
              </p:nvSpPr>
              <p:spPr>
                <a:xfrm>
                  <a:off x="3708874" y="5143043"/>
                  <a:ext cx="351378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</a:t>
                  </a:r>
                  <a:endParaRPr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459" name="Google Shape;1459;p20"/>
                <p:cNvCxnSpPr/>
                <p:nvPr/>
              </p:nvCxnSpPr>
              <p:spPr>
                <a:xfrm>
                  <a:off x="3531600" y="5223600"/>
                  <a:ext cx="0" cy="28800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460" name="Google Shape;1460;p20"/>
            <p:cNvGrpSpPr/>
            <p:nvPr/>
          </p:nvGrpSpPr>
          <p:grpSpPr>
            <a:xfrm>
              <a:off x="3954671" y="3896138"/>
              <a:ext cx="2934586" cy="486248"/>
              <a:chOff x="8759687" y="3087756"/>
              <a:chExt cx="2934586" cy="486248"/>
            </a:xfrm>
          </p:grpSpPr>
          <p:sp>
            <p:nvSpPr>
              <p:cNvPr id="1461" name="Google Shape;1461;p20"/>
              <p:cNvSpPr txBox="1"/>
              <p:nvPr/>
            </p:nvSpPr>
            <p:spPr>
              <a:xfrm>
                <a:off x="8759687" y="3087756"/>
                <a:ext cx="293458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&lt;D,R&gt; = D  2</a:t>
                </a:r>
                <a:r>
                  <a:rPr baseline="30000"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XOR  R  </a:t>
                </a:r>
                <a:endParaRPr/>
              </a:p>
            </p:txBody>
          </p:sp>
          <p:sp>
            <p:nvSpPr>
              <p:cNvPr id="1462" name="Google Shape;1462;p20"/>
              <p:cNvSpPr txBox="1"/>
              <p:nvPr/>
            </p:nvSpPr>
            <p:spPr>
              <a:xfrm>
                <a:off x="9972262" y="3173894"/>
                <a:ext cx="31290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*</a:t>
                </a:r>
                <a:endParaRPr/>
              </a:p>
            </p:txBody>
          </p:sp>
        </p:grpSp>
        <p:grpSp>
          <p:nvGrpSpPr>
            <p:cNvPr id="1463" name="Google Shape;1463;p20"/>
            <p:cNvGrpSpPr/>
            <p:nvPr/>
          </p:nvGrpSpPr>
          <p:grpSpPr>
            <a:xfrm>
              <a:off x="6791741" y="3405809"/>
              <a:ext cx="4199587" cy="945369"/>
              <a:chOff x="7030279" y="3405809"/>
              <a:chExt cx="4199587" cy="945369"/>
            </a:xfrm>
          </p:grpSpPr>
          <p:sp>
            <p:nvSpPr>
              <p:cNvPr id="1464" name="Google Shape;1464;p20"/>
              <p:cNvSpPr txBox="1"/>
              <p:nvPr/>
            </p:nvSpPr>
            <p:spPr>
              <a:xfrm>
                <a:off x="8242853" y="3405809"/>
                <a:ext cx="15158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 pattern</a:t>
                </a:r>
                <a:endParaRPr/>
              </a:p>
            </p:txBody>
          </p:sp>
          <p:sp>
            <p:nvSpPr>
              <p:cNvPr id="1465" name="Google Shape;1465;p20"/>
              <p:cNvSpPr txBox="1"/>
              <p:nvPr/>
            </p:nvSpPr>
            <p:spPr>
              <a:xfrm>
                <a:off x="8236226" y="3889513"/>
                <a:ext cx="299364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formula for bit pattern</a:t>
                </a:r>
                <a:endParaRPr/>
              </a:p>
            </p:txBody>
          </p:sp>
          <p:cxnSp>
            <p:nvCxnSpPr>
              <p:cNvPr id="1466" name="Google Shape;1466;p20"/>
              <p:cNvCxnSpPr/>
              <p:nvPr/>
            </p:nvCxnSpPr>
            <p:spPr>
              <a:xfrm>
                <a:off x="7050157" y="4134678"/>
                <a:ext cx="119269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467" name="Google Shape;1467;p20"/>
              <p:cNvCxnSpPr/>
              <p:nvPr/>
            </p:nvCxnSpPr>
            <p:spPr>
              <a:xfrm>
                <a:off x="7030279" y="3637722"/>
                <a:ext cx="119269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468" name="Google Shape;1468;p20"/>
          <p:cNvSpPr/>
          <p:nvPr/>
        </p:nvSpPr>
        <p:spPr>
          <a:xfrm>
            <a:off x="5864088" y="3260035"/>
            <a:ext cx="715617" cy="715617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5" name="Google Shape;1475;p2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Cyclic Redundancy Check (CRC): example</a:t>
            </a:r>
            <a:endParaRPr sz="4400"/>
          </a:p>
        </p:txBody>
      </p:sp>
      <p:sp>
        <p:nvSpPr>
          <p:cNvPr id="1476" name="Google Shape;1476;p21"/>
          <p:cNvSpPr txBox="1"/>
          <p:nvPr/>
        </p:nvSpPr>
        <p:spPr>
          <a:xfrm>
            <a:off x="753303" y="1408043"/>
            <a:ext cx="4984888" cy="1044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We want:</a:t>
            </a:r>
            <a:endParaRPr sz="32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XOR  R = nG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21"/>
          <p:cNvSpPr txBox="1"/>
          <p:nvPr/>
        </p:nvSpPr>
        <p:spPr>
          <a:xfrm>
            <a:off x="498852" y="6357788"/>
            <a:ext cx="9533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grpSp>
        <p:nvGrpSpPr>
          <p:cNvPr id="1478" name="Google Shape;1478;p21"/>
          <p:cNvGrpSpPr/>
          <p:nvPr/>
        </p:nvGrpSpPr>
        <p:grpSpPr>
          <a:xfrm>
            <a:off x="1783729" y="4359275"/>
            <a:ext cx="2788271" cy="822325"/>
            <a:chOff x="1783729" y="4359275"/>
            <a:chExt cx="2788271" cy="822325"/>
          </a:xfrm>
        </p:grpSpPr>
        <p:sp>
          <p:nvSpPr>
            <p:cNvPr id="1479" name="Google Shape;1479;p21"/>
            <p:cNvSpPr txBox="1"/>
            <p:nvPr/>
          </p:nvSpPr>
          <p:spPr>
            <a:xfrm>
              <a:off x="3184939" y="4359275"/>
              <a:ext cx="1336675" cy="822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30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aseline="30000"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cxnSp>
          <p:nvCxnSpPr>
            <p:cNvPr id="1480" name="Google Shape;1480;p21"/>
            <p:cNvCxnSpPr/>
            <p:nvPr/>
          </p:nvCxnSpPr>
          <p:spPr>
            <a:xfrm>
              <a:off x="3527839" y="4775200"/>
              <a:ext cx="631825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81" name="Google Shape;1481;p21"/>
            <p:cNvSpPr txBox="1"/>
            <p:nvPr/>
          </p:nvSpPr>
          <p:spPr>
            <a:xfrm>
              <a:off x="1783729" y="4504911"/>
              <a:ext cx="2788271" cy="4719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= remainder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[</a:t>
              </a:r>
              <a:r>
                <a:rPr i="1"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r>
                <a:rPr i="1"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]</a:t>
              </a:r>
              <a:endParaRPr i="1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2" name="Google Shape;1482;p21"/>
          <p:cNvSpPr txBox="1"/>
          <p:nvPr/>
        </p:nvSpPr>
        <p:spPr>
          <a:xfrm>
            <a:off x="767158" y="2253170"/>
            <a:ext cx="4984888" cy="8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or equivalently:</a:t>
            </a:r>
            <a:endParaRPr sz="32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nG  XOR  R </a:t>
            </a:r>
            <a:endParaRPr/>
          </a:p>
        </p:txBody>
      </p:sp>
      <p:sp>
        <p:nvSpPr>
          <p:cNvPr id="1483" name="Google Shape;1483;p21"/>
          <p:cNvSpPr txBox="1"/>
          <p:nvPr/>
        </p:nvSpPr>
        <p:spPr>
          <a:xfrm>
            <a:off x="725595" y="3126008"/>
            <a:ext cx="4984888" cy="1252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3524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or equivalently: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-234950" lvl="0" marL="457200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if we divide D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G, want remainder R to satisfy: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21"/>
          <p:cNvSpPr txBox="1"/>
          <p:nvPr/>
        </p:nvSpPr>
        <p:spPr>
          <a:xfrm>
            <a:off x="7679634" y="2146851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/>
          </a:p>
        </p:txBody>
      </p:sp>
      <p:sp>
        <p:nvSpPr>
          <p:cNvPr id="1485" name="Google Shape;1485;p21"/>
          <p:cNvSpPr txBox="1"/>
          <p:nvPr/>
        </p:nvSpPr>
        <p:spPr>
          <a:xfrm>
            <a:off x="8249478" y="3041373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1  0  1  0</a:t>
            </a:r>
            <a:endParaRPr/>
          </a:p>
        </p:txBody>
      </p:sp>
      <p:sp>
        <p:nvSpPr>
          <p:cNvPr id="1486" name="Google Shape;1486;p21"/>
          <p:cNvSpPr txBox="1"/>
          <p:nvPr/>
        </p:nvSpPr>
        <p:spPr>
          <a:xfrm>
            <a:off x="8249479" y="2451654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</a:t>
            </a:r>
            <a:endParaRPr/>
          </a:p>
        </p:txBody>
      </p:sp>
      <p:sp>
        <p:nvSpPr>
          <p:cNvPr id="1487" name="Google Shape;1487;p21"/>
          <p:cNvSpPr txBox="1"/>
          <p:nvPr/>
        </p:nvSpPr>
        <p:spPr>
          <a:xfrm>
            <a:off x="8262729" y="2756456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/>
          </a:p>
        </p:txBody>
      </p:sp>
      <p:sp>
        <p:nvSpPr>
          <p:cNvPr id="1488" name="Google Shape;1488;p21"/>
          <p:cNvSpPr txBox="1"/>
          <p:nvPr/>
        </p:nvSpPr>
        <p:spPr>
          <a:xfrm>
            <a:off x="8256103" y="3339547"/>
            <a:ext cx="122020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1  0  0  1</a:t>
            </a:r>
            <a:endParaRPr/>
          </a:p>
        </p:txBody>
      </p:sp>
      <p:grpSp>
        <p:nvGrpSpPr>
          <p:cNvPr id="1489" name="Google Shape;1489;p21"/>
          <p:cNvGrpSpPr/>
          <p:nvPr/>
        </p:nvGrpSpPr>
        <p:grpSpPr>
          <a:xfrm>
            <a:off x="8825948" y="3664228"/>
            <a:ext cx="1505129" cy="2259494"/>
            <a:chOff x="8825948" y="3664228"/>
            <a:chExt cx="1505129" cy="2259494"/>
          </a:xfrm>
        </p:grpSpPr>
        <p:sp>
          <p:nvSpPr>
            <p:cNvPr id="1490" name="Google Shape;1490;p21"/>
            <p:cNvSpPr txBox="1"/>
            <p:nvPr/>
          </p:nvSpPr>
          <p:spPr>
            <a:xfrm>
              <a:off x="8832573" y="45587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1491" name="Google Shape;1491;p21"/>
            <p:cNvSpPr txBox="1"/>
            <p:nvPr/>
          </p:nvSpPr>
          <p:spPr>
            <a:xfrm>
              <a:off x="9110869" y="5155096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1492" name="Google Shape;1492;p21"/>
            <p:cNvSpPr txBox="1"/>
            <p:nvPr/>
          </p:nvSpPr>
          <p:spPr>
            <a:xfrm>
              <a:off x="8845821" y="3962406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0  0  0</a:t>
              </a:r>
              <a:endParaRPr/>
            </a:p>
          </p:txBody>
        </p:sp>
        <p:sp>
          <p:nvSpPr>
            <p:cNvPr id="1493" name="Google Shape;1493;p21"/>
            <p:cNvSpPr txBox="1"/>
            <p:nvPr/>
          </p:nvSpPr>
          <p:spPr>
            <a:xfrm>
              <a:off x="8825949" y="3664228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1  1  0</a:t>
              </a:r>
              <a:endParaRPr/>
            </a:p>
          </p:txBody>
        </p:sp>
        <p:sp>
          <p:nvSpPr>
            <p:cNvPr id="1494" name="Google Shape;1494;p21"/>
            <p:cNvSpPr txBox="1"/>
            <p:nvPr/>
          </p:nvSpPr>
          <p:spPr>
            <a:xfrm>
              <a:off x="8825948" y="4253947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1  1  0  0</a:t>
              </a:r>
              <a:endParaRPr/>
            </a:p>
          </p:txBody>
        </p:sp>
        <p:sp>
          <p:nvSpPr>
            <p:cNvPr id="1495" name="Google Shape;1495;p21"/>
            <p:cNvSpPr txBox="1"/>
            <p:nvPr/>
          </p:nvSpPr>
          <p:spPr>
            <a:xfrm>
              <a:off x="9110871" y="4856920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1  0  1  0</a:t>
              </a:r>
              <a:endParaRPr/>
            </a:p>
          </p:txBody>
        </p:sp>
        <p:sp>
          <p:nvSpPr>
            <p:cNvPr id="1496" name="Google Shape;1496;p21"/>
            <p:cNvSpPr txBox="1"/>
            <p:nvPr/>
          </p:nvSpPr>
          <p:spPr>
            <a:xfrm>
              <a:off x="9395794" y="5462057"/>
              <a:ext cx="9268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0  1  1</a:t>
              </a:r>
              <a:endParaRPr/>
            </a:p>
          </p:txBody>
        </p:sp>
      </p:grpSp>
      <p:sp>
        <p:nvSpPr>
          <p:cNvPr id="1497" name="Google Shape;1497;p21"/>
          <p:cNvSpPr txBox="1"/>
          <p:nvPr/>
        </p:nvSpPr>
        <p:spPr>
          <a:xfrm>
            <a:off x="9262887" y="1451109"/>
            <a:ext cx="106471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0  1  1</a:t>
            </a:r>
            <a:endParaRPr/>
          </a:p>
        </p:txBody>
      </p:sp>
      <p:sp>
        <p:nvSpPr>
          <p:cNvPr id="1498" name="Google Shape;1498;p21"/>
          <p:cNvSpPr txBox="1"/>
          <p:nvPr/>
        </p:nvSpPr>
        <p:spPr>
          <a:xfrm>
            <a:off x="9998764" y="2537791"/>
            <a:ext cx="405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499" name="Google Shape;1499;p21"/>
          <p:cNvSpPr txBox="1"/>
          <p:nvPr/>
        </p:nvSpPr>
        <p:spPr>
          <a:xfrm>
            <a:off x="9700589" y="5963477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1500" name="Google Shape;1500;p21"/>
          <p:cNvSpPr/>
          <p:nvPr/>
        </p:nvSpPr>
        <p:spPr>
          <a:xfrm rot="5400000">
            <a:off x="9749390" y="5609878"/>
            <a:ext cx="185531" cy="680698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1" name="Google Shape;1501;p21"/>
          <p:cNvGrpSpPr/>
          <p:nvPr/>
        </p:nvGrpSpPr>
        <p:grpSpPr>
          <a:xfrm>
            <a:off x="6367670" y="1219201"/>
            <a:ext cx="1220206" cy="1064637"/>
            <a:chOff x="6367670" y="1219201"/>
            <a:chExt cx="1220206" cy="1064637"/>
          </a:xfrm>
        </p:grpSpPr>
        <p:sp>
          <p:nvSpPr>
            <p:cNvPr id="1502" name="Google Shape;1502;p21"/>
            <p:cNvSpPr txBox="1"/>
            <p:nvPr/>
          </p:nvSpPr>
          <p:spPr>
            <a:xfrm>
              <a:off x="6367670" y="1822173"/>
              <a:ext cx="12202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1  0  0  1</a:t>
              </a:r>
              <a:endParaRPr/>
            </a:p>
          </p:txBody>
        </p:sp>
        <p:sp>
          <p:nvSpPr>
            <p:cNvPr id="1503" name="Google Shape;1503;p21"/>
            <p:cNvSpPr txBox="1"/>
            <p:nvPr/>
          </p:nvSpPr>
          <p:spPr>
            <a:xfrm>
              <a:off x="6745358" y="1219201"/>
              <a:ext cx="41069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endParaRPr/>
            </a:p>
          </p:txBody>
        </p:sp>
        <p:sp>
          <p:nvSpPr>
            <p:cNvPr id="1504" name="Google Shape;1504;p21"/>
            <p:cNvSpPr/>
            <p:nvPr/>
          </p:nvSpPr>
          <p:spPr>
            <a:xfrm rot="-5400000">
              <a:off x="6831499" y="1265579"/>
              <a:ext cx="231910" cy="100054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505" name="Google Shape;1505;p21"/>
          <p:cNvCxnSpPr>
            <a:endCxn id="1498" idx="1"/>
          </p:cNvCxnSpPr>
          <p:nvPr/>
        </p:nvCxnSpPr>
        <p:spPr>
          <a:xfrm>
            <a:off x="8839264" y="2200001"/>
            <a:ext cx="1159500" cy="5994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06" name="Google Shape;1506;p21"/>
          <p:cNvGrpSpPr/>
          <p:nvPr/>
        </p:nvGrpSpPr>
        <p:grpSpPr>
          <a:xfrm>
            <a:off x="7550150" y="1873802"/>
            <a:ext cx="2658303" cy="323299"/>
            <a:chOff x="7550150" y="1873802"/>
            <a:chExt cx="2658303" cy="323299"/>
          </a:xfrm>
        </p:grpSpPr>
        <p:grpSp>
          <p:nvGrpSpPr>
            <p:cNvPr id="1507" name="Google Shape;1507;p21"/>
            <p:cNvGrpSpPr/>
            <p:nvPr/>
          </p:nvGrpSpPr>
          <p:grpSpPr>
            <a:xfrm>
              <a:off x="7550150" y="1873802"/>
              <a:ext cx="2658303" cy="323299"/>
              <a:chOff x="7572375" y="1842052"/>
              <a:chExt cx="2658303" cy="323299"/>
            </a:xfrm>
          </p:grpSpPr>
          <p:cxnSp>
            <p:nvCxnSpPr>
              <p:cNvPr id="1508" name="Google Shape;1508;p21"/>
              <p:cNvCxnSpPr/>
              <p:nvPr/>
            </p:nvCxnSpPr>
            <p:spPr>
              <a:xfrm>
                <a:off x="7659757" y="1842052"/>
                <a:ext cx="257092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509" name="Google Shape;1509;p21"/>
              <p:cNvSpPr/>
              <p:nvPr/>
            </p:nvSpPr>
            <p:spPr>
              <a:xfrm rot="-5400000">
                <a:off x="7488045" y="1927002"/>
                <a:ext cx="322679" cy="154018"/>
              </a:xfrm>
              <a:prstGeom prst="pie">
                <a:avLst>
                  <a:gd fmla="val 0" name="adj1"/>
                  <a:gd fmla="val 10753547" name="adj2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0" name="Google Shape;1510;p21"/>
            <p:cNvSpPr/>
            <p:nvPr/>
          </p:nvSpPr>
          <p:spPr>
            <a:xfrm>
              <a:off x="7585075" y="1882775"/>
              <a:ext cx="85725" cy="3079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1" name="Google Shape;1511;p21"/>
          <p:cNvSpPr txBox="1"/>
          <p:nvPr/>
        </p:nvSpPr>
        <p:spPr>
          <a:xfrm>
            <a:off x="9406127" y="1822173"/>
            <a:ext cx="926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0  0  0</a:t>
            </a:r>
            <a:endParaRPr/>
          </a:p>
        </p:txBody>
      </p:sp>
      <p:sp>
        <p:nvSpPr>
          <p:cNvPr id="1512" name="Google Shape;1512;p21"/>
          <p:cNvSpPr txBox="1"/>
          <p:nvPr/>
        </p:nvSpPr>
        <p:spPr>
          <a:xfrm>
            <a:off x="7673008" y="1828798"/>
            <a:ext cx="18069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1  0  1  1  1  0</a:t>
            </a:r>
            <a:endParaRPr/>
          </a:p>
        </p:txBody>
      </p:sp>
      <p:sp>
        <p:nvSpPr>
          <p:cNvPr id="1513" name="Google Shape;1513;p21"/>
          <p:cNvSpPr/>
          <p:nvPr/>
        </p:nvSpPr>
        <p:spPr>
          <a:xfrm>
            <a:off x="7712766" y="1881809"/>
            <a:ext cx="2597426" cy="331304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4" name="Google Shape;1514;p21"/>
          <p:cNvCxnSpPr>
            <a:endCxn id="1498" idx="1"/>
          </p:cNvCxnSpPr>
          <p:nvPr/>
        </p:nvCxnSpPr>
        <p:spPr>
          <a:xfrm>
            <a:off x="9720364" y="2219801"/>
            <a:ext cx="278400" cy="579600"/>
          </a:xfrm>
          <a:prstGeom prst="straightConnector1">
            <a:avLst/>
          </a:prstGeom>
          <a:noFill/>
          <a:ln cap="flat" cmpd="sng" w="127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5" name="Google Shape;1515;p21"/>
          <p:cNvSpPr txBox="1"/>
          <p:nvPr/>
        </p:nvSpPr>
        <p:spPr>
          <a:xfrm>
            <a:off x="10376447" y="2544418"/>
            <a:ext cx="45076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</p:txBody>
      </p:sp>
      <p:sp>
        <p:nvSpPr>
          <p:cNvPr id="1516" name="Google Shape;1516;p21"/>
          <p:cNvSpPr txBox="1"/>
          <p:nvPr/>
        </p:nvSpPr>
        <p:spPr>
          <a:xfrm>
            <a:off x="10227366" y="2637181"/>
            <a:ext cx="31290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517" name="Google Shape;1517;p21"/>
          <p:cNvSpPr txBox="1"/>
          <p:nvPr/>
        </p:nvSpPr>
        <p:spPr>
          <a:xfrm>
            <a:off x="8523844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518" name="Google Shape;1518;p21"/>
          <p:cNvSpPr txBox="1"/>
          <p:nvPr/>
        </p:nvSpPr>
        <p:spPr>
          <a:xfrm>
            <a:off x="8810715" y="1450610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519" name="Google Shape;1519;p21"/>
          <p:cNvSpPr txBox="1"/>
          <p:nvPr/>
        </p:nvSpPr>
        <p:spPr>
          <a:xfrm>
            <a:off x="9097586" y="1441645"/>
            <a:ext cx="3401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526" name="Google Shape;15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527" name="Google Shape;1527;p22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22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2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links, protocols</a:t>
            </a:r>
            <a:endParaRPr sz="4400"/>
          </a:p>
        </p:txBody>
      </p:sp>
      <p:sp>
        <p:nvSpPr>
          <p:cNvPr id="1536" name="Google Shape;1536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7" name="Google Shape;1537;p23"/>
          <p:cNvSpPr txBox="1"/>
          <p:nvPr/>
        </p:nvSpPr>
        <p:spPr>
          <a:xfrm>
            <a:off x="979694" y="1096411"/>
            <a:ext cx="7772400" cy="3292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“links”: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point-to-point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point-to-point link between Ethernet switch, host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PPP for dial-up access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broadcast (shared wire or medium)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old-fashioned Ethernet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upstream HFC in cable-based access network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wireless LAN, 4G/4G. satellite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8" name="Google Shape;1538;p23"/>
          <p:cNvSpPr txBox="1"/>
          <p:nvPr/>
        </p:nvSpPr>
        <p:spPr>
          <a:xfrm>
            <a:off x="1211750" y="5747371"/>
            <a:ext cx="1601788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wire (e.g.,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cabled Ethernet)</a:t>
            </a:r>
            <a:endParaRPr/>
          </a:p>
        </p:txBody>
      </p:sp>
      <p:sp>
        <p:nvSpPr>
          <p:cNvPr id="1539" name="Google Shape;1539;p23"/>
          <p:cNvSpPr txBox="1"/>
          <p:nvPr/>
        </p:nvSpPr>
        <p:spPr>
          <a:xfrm>
            <a:off x="5137386" y="5842275"/>
            <a:ext cx="1696298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WiFi</a:t>
            </a:r>
            <a:endParaRPr i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23"/>
          <p:cNvSpPr txBox="1"/>
          <p:nvPr/>
        </p:nvSpPr>
        <p:spPr>
          <a:xfrm>
            <a:off x="6927657" y="5847044"/>
            <a:ext cx="1935146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satellite </a:t>
            </a:r>
            <a:endParaRPr/>
          </a:p>
        </p:txBody>
      </p:sp>
      <p:sp>
        <p:nvSpPr>
          <p:cNvPr id="1541" name="Google Shape;1541;p23"/>
          <p:cNvSpPr txBox="1"/>
          <p:nvPr/>
        </p:nvSpPr>
        <p:spPr>
          <a:xfrm>
            <a:off x="8862810" y="5780226"/>
            <a:ext cx="2666586" cy="458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humans at a cocktail party 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(shared air, acoustical)</a:t>
            </a:r>
            <a:endParaRPr/>
          </a:p>
        </p:txBody>
      </p:sp>
      <p:cxnSp>
        <p:nvCxnSpPr>
          <p:cNvPr id="1542" name="Google Shape;1542;p23"/>
          <p:cNvCxnSpPr/>
          <p:nvPr/>
        </p:nvCxnSpPr>
        <p:spPr>
          <a:xfrm flipH="1">
            <a:off x="1822938" y="4575796"/>
            <a:ext cx="466725" cy="890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3" name="Google Shape;1543;p23"/>
          <p:cNvCxnSpPr/>
          <p:nvPr/>
        </p:nvCxnSpPr>
        <p:spPr>
          <a:xfrm>
            <a:off x="1805475" y="5047283"/>
            <a:ext cx="242888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4" name="Google Shape;1544;p23"/>
          <p:cNvCxnSpPr/>
          <p:nvPr/>
        </p:nvCxnSpPr>
        <p:spPr>
          <a:xfrm>
            <a:off x="1670538" y="5383833"/>
            <a:ext cx="1905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5" name="Google Shape;1545;p23"/>
          <p:cNvCxnSpPr/>
          <p:nvPr/>
        </p:nvCxnSpPr>
        <p:spPr>
          <a:xfrm flipH="1" rot="10800000">
            <a:off x="2115038" y="4907583"/>
            <a:ext cx="177800" cy="79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46" name="Google Shape;1546;p23"/>
          <p:cNvGrpSpPr/>
          <p:nvPr/>
        </p:nvGrpSpPr>
        <p:grpSpPr>
          <a:xfrm>
            <a:off x="7127673" y="5455340"/>
            <a:ext cx="288925" cy="220663"/>
            <a:chOff x="2274" y="2821"/>
            <a:chExt cx="215" cy="238"/>
          </a:xfrm>
        </p:grpSpPr>
        <p:sp>
          <p:nvSpPr>
            <p:cNvPr id="1547" name="Google Shape;1547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8" name="Google Shape;1548;p23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9" name="Google Shape;1549;p23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0" name="Google Shape;1550;p23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1" name="Google Shape;1551;p23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2" name="Google Shape;1552;p23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3" name="Google Shape;1553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23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23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23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7" name="Google Shape;1557;p23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8" name="Google Shape;1558;p23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9" name="Google Shape;1559;p23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0" name="Google Shape;1560;p23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1" name="Google Shape;1561;p23"/>
          <p:cNvGrpSpPr/>
          <p:nvPr/>
        </p:nvGrpSpPr>
        <p:grpSpPr>
          <a:xfrm>
            <a:off x="7634085" y="5436290"/>
            <a:ext cx="223838" cy="254000"/>
            <a:chOff x="2274" y="2821"/>
            <a:chExt cx="215" cy="238"/>
          </a:xfrm>
        </p:grpSpPr>
        <p:sp>
          <p:nvSpPr>
            <p:cNvPr id="1562" name="Google Shape;1562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3" name="Google Shape;1563;p23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4" name="Google Shape;1564;p23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5" name="Google Shape;1565;p23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6" name="Google Shape;1566;p23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7" name="Google Shape;1567;p23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8" name="Google Shape;1568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23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23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23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2" name="Google Shape;1572;p23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3" name="Google Shape;1573;p23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4" name="Google Shape;1574;p23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5" name="Google Shape;1575;p23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6" name="Google Shape;1576;p23"/>
          <p:cNvGrpSpPr/>
          <p:nvPr/>
        </p:nvGrpSpPr>
        <p:grpSpPr>
          <a:xfrm flipH="1">
            <a:off x="8013498" y="5464865"/>
            <a:ext cx="298450" cy="211138"/>
            <a:chOff x="2274" y="2821"/>
            <a:chExt cx="215" cy="238"/>
          </a:xfrm>
        </p:grpSpPr>
        <p:sp>
          <p:nvSpPr>
            <p:cNvPr id="1577" name="Google Shape;1577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  <a:close/>
                  <a:moveTo>
                    <a:pt x="376" y="18"/>
                  </a:moveTo>
                  <a:lnTo>
                    <a:pt x="33" y="18"/>
                  </a:lnTo>
                  <a:lnTo>
                    <a:pt x="376" y="18"/>
                  </a:lnTo>
                  <a:close/>
                </a:path>
              </a:pathLst>
            </a:custGeom>
            <a:solidFill>
              <a:srgbClr val="333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8" name="Google Shape;1578;p23"/>
            <p:cNvCxnSpPr/>
            <p:nvPr/>
          </p:nvCxnSpPr>
          <p:spPr>
            <a:xfrm>
              <a:off x="2317" y="2951"/>
              <a:ext cx="30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9" name="Google Shape;1579;p23"/>
            <p:cNvSpPr/>
            <p:nvPr/>
          </p:nvSpPr>
          <p:spPr>
            <a:xfrm>
              <a:off x="2317" y="2923"/>
              <a:ext cx="44" cy="109"/>
            </a:xfrm>
            <a:custGeom>
              <a:rect b="b" l="l" r="r" t="t"/>
              <a:pathLst>
                <a:path extrusionOk="0" h="219" w="87">
                  <a:moveTo>
                    <a:pt x="87" y="219"/>
                  </a:moveTo>
                  <a:lnTo>
                    <a:pt x="0" y="55"/>
                  </a:lnTo>
                  <a:lnTo>
                    <a:pt x="28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0" name="Google Shape;1580;p23"/>
            <p:cNvCxnSpPr/>
            <p:nvPr/>
          </p:nvCxnSpPr>
          <p:spPr>
            <a:xfrm flipH="1" rot="10800000">
              <a:off x="2300" y="2951"/>
              <a:ext cx="47" cy="8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23"/>
            <p:cNvSpPr/>
            <p:nvPr/>
          </p:nvSpPr>
          <p:spPr>
            <a:xfrm>
              <a:off x="2317" y="3005"/>
              <a:ext cx="86" cy="27"/>
            </a:xfrm>
            <a:custGeom>
              <a:rect b="b" l="l" r="r" t="t"/>
              <a:pathLst>
                <a:path extrusionOk="0" h="55" w="172">
                  <a:moveTo>
                    <a:pt x="28" y="55"/>
                  </a:moveTo>
                  <a:lnTo>
                    <a:pt x="0" y="0"/>
                  </a:lnTo>
                  <a:lnTo>
                    <a:pt x="172" y="0"/>
                  </a:lnTo>
                  <a:lnTo>
                    <a:pt x="146" y="55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2" name="Google Shape;1582;p23"/>
            <p:cNvCxnSpPr/>
            <p:nvPr/>
          </p:nvCxnSpPr>
          <p:spPr>
            <a:xfrm rot="10800000">
              <a:off x="2375" y="2960"/>
              <a:ext cx="46" cy="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3" name="Google Shape;1583;p23"/>
            <p:cNvSpPr/>
            <p:nvPr/>
          </p:nvSpPr>
          <p:spPr>
            <a:xfrm>
              <a:off x="2274" y="3034"/>
              <a:ext cx="215" cy="25"/>
            </a:xfrm>
            <a:custGeom>
              <a:rect b="b" l="l" r="r" t="t"/>
              <a:pathLst>
                <a:path extrusionOk="0" h="50" w="430">
                  <a:moveTo>
                    <a:pt x="26" y="18"/>
                  </a:moveTo>
                  <a:lnTo>
                    <a:pt x="0" y="18"/>
                  </a:lnTo>
                  <a:lnTo>
                    <a:pt x="0" y="50"/>
                  </a:lnTo>
                  <a:lnTo>
                    <a:pt x="430" y="50"/>
                  </a:lnTo>
                  <a:lnTo>
                    <a:pt x="430" y="18"/>
                  </a:lnTo>
                  <a:lnTo>
                    <a:pt x="376" y="18"/>
                  </a:lnTo>
                  <a:lnTo>
                    <a:pt x="376" y="0"/>
                  </a:lnTo>
                  <a:lnTo>
                    <a:pt x="26" y="0"/>
                  </a:lnTo>
                  <a:lnTo>
                    <a:pt x="26" y="18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23"/>
            <p:cNvSpPr/>
            <p:nvPr/>
          </p:nvSpPr>
          <p:spPr>
            <a:xfrm>
              <a:off x="2290" y="3043"/>
              <a:ext cx="171" cy="1"/>
            </a:xfrm>
            <a:custGeom>
              <a:rect b="b" l="l" r="r" t="t"/>
              <a:pathLst>
                <a:path extrusionOk="0" h="1" w="343">
                  <a:moveTo>
                    <a:pt x="343" y="0"/>
                  </a:moveTo>
                  <a:lnTo>
                    <a:pt x="0" y="0"/>
                  </a:lnTo>
                  <a:lnTo>
                    <a:pt x="343" y="0"/>
                  </a:lnTo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23"/>
            <p:cNvSpPr/>
            <p:nvPr/>
          </p:nvSpPr>
          <p:spPr>
            <a:xfrm>
              <a:off x="2347" y="2951"/>
              <a:ext cx="27" cy="83"/>
            </a:xfrm>
            <a:prstGeom prst="rect">
              <a:avLst/>
            </a:pr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23"/>
            <p:cNvSpPr/>
            <p:nvPr/>
          </p:nvSpPr>
          <p:spPr>
            <a:xfrm>
              <a:off x="2281" y="2821"/>
              <a:ext cx="208" cy="175"/>
            </a:xfrm>
            <a:custGeom>
              <a:rect b="b" l="l" r="r" t="t"/>
              <a:pathLst>
                <a:path extrusionOk="0" h="350" w="415">
                  <a:moveTo>
                    <a:pt x="8" y="12"/>
                  </a:moveTo>
                  <a:lnTo>
                    <a:pt x="1" y="32"/>
                  </a:lnTo>
                  <a:lnTo>
                    <a:pt x="0" y="53"/>
                  </a:lnTo>
                  <a:lnTo>
                    <a:pt x="3" y="78"/>
                  </a:lnTo>
                  <a:lnTo>
                    <a:pt x="8" y="103"/>
                  </a:lnTo>
                  <a:lnTo>
                    <a:pt x="18" y="130"/>
                  </a:lnTo>
                  <a:lnTo>
                    <a:pt x="34" y="158"/>
                  </a:lnTo>
                  <a:lnTo>
                    <a:pt x="51" y="185"/>
                  </a:lnTo>
                  <a:lnTo>
                    <a:pt x="73" y="211"/>
                  </a:lnTo>
                  <a:lnTo>
                    <a:pt x="97" y="236"/>
                  </a:lnTo>
                  <a:lnTo>
                    <a:pt x="124" y="261"/>
                  </a:lnTo>
                  <a:lnTo>
                    <a:pt x="151" y="282"/>
                  </a:lnTo>
                  <a:lnTo>
                    <a:pt x="182" y="302"/>
                  </a:lnTo>
                  <a:lnTo>
                    <a:pt x="212" y="318"/>
                  </a:lnTo>
                  <a:lnTo>
                    <a:pt x="242" y="332"/>
                  </a:lnTo>
                  <a:lnTo>
                    <a:pt x="270" y="341"/>
                  </a:lnTo>
                  <a:lnTo>
                    <a:pt x="299" y="346"/>
                  </a:lnTo>
                  <a:lnTo>
                    <a:pt x="325" y="350"/>
                  </a:lnTo>
                  <a:lnTo>
                    <a:pt x="349" y="346"/>
                  </a:lnTo>
                  <a:lnTo>
                    <a:pt x="371" y="341"/>
                  </a:lnTo>
                  <a:lnTo>
                    <a:pt x="388" y="332"/>
                  </a:lnTo>
                  <a:lnTo>
                    <a:pt x="402" y="318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  <a:moveTo>
                    <a:pt x="8" y="12"/>
                  </a:moveTo>
                  <a:lnTo>
                    <a:pt x="14" y="5"/>
                  </a:lnTo>
                  <a:lnTo>
                    <a:pt x="24" y="0"/>
                  </a:lnTo>
                  <a:lnTo>
                    <a:pt x="38" y="0"/>
                  </a:lnTo>
                  <a:lnTo>
                    <a:pt x="56" y="2"/>
                  </a:lnTo>
                  <a:lnTo>
                    <a:pt x="77" y="7"/>
                  </a:lnTo>
                  <a:lnTo>
                    <a:pt x="100" y="16"/>
                  </a:lnTo>
                  <a:lnTo>
                    <a:pt x="126" y="26"/>
                  </a:lnTo>
                  <a:lnTo>
                    <a:pt x="153" y="41"/>
                  </a:lnTo>
                  <a:lnTo>
                    <a:pt x="182" y="57"/>
                  </a:lnTo>
                  <a:lnTo>
                    <a:pt x="210" y="74"/>
                  </a:lnTo>
                  <a:lnTo>
                    <a:pt x="239" y="94"/>
                  </a:lnTo>
                  <a:lnTo>
                    <a:pt x="268" y="115"/>
                  </a:lnTo>
                  <a:lnTo>
                    <a:pt x="295" y="138"/>
                  </a:lnTo>
                  <a:lnTo>
                    <a:pt x="321" y="160"/>
                  </a:lnTo>
                  <a:lnTo>
                    <a:pt x="345" y="183"/>
                  </a:lnTo>
                  <a:lnTo>
                    <a:pt x="365" y="204"/>
                  </a:lnTo>
                  <a:lnTo>
                    <a:pt x="382" y="226"/>
                  </a:lnTo>
                  <a:lnTo>
                    <a:pt x="396" y="245"/>
                  </a:lnTo>
                  <a:lnTo>
                    <a:pt x="406" y="263"/>
                  </a:lnTo>
                  <a:lnTo>
                    <a:pt x="412" y="279"/>
                  </a:lnTo>
                  <a:lnTo>
                    <a:pt x="415" y="291"/>
                  </a:lnTo>
                  <a:lnTo>
                    <a:pt x="412" y="302"/>
                  </a:lnTo>
                  <a:lnTo>
                    <a:pt x="406" y="309"/>
                  </a:lnTo>
                  <a:lnTo>
                    <a:pt x="396" y="314"/>
                  </a:lnTo>
                  <a:lnTo>
                    <a:pt x="382" y="316"/>
                  </a:lnTo>
                  <a:lnTo>
                    <a:pt x="365" y="313"/>
                  </a:lnTo>
                  <a:lnTo>
                    <a:pt x="343" y="307"/>
                  </a:lnTo>
                  <a:lnTo>
                    <a:pt x="321" y="300"/>
                  </a:lnTo>
                  <a:lnTo>
                    <a:pt x="295" y="288"/>
                  </a:lnTo>
                  <a:lnTo>
                    <a:pt x="268" y="275"/>
                  </a:lnTo>
                  <a:lnTo>
                    <a:pt x="239" y="259"/>
                  </a:lnTo>
                  <a:lnTo>
                    <a:pt x="210" y="240"/>
                  </a:lnTo>
                  <a:lnTo>
                    <a:pt x="182" y="220"/>
                  </a:lnTo>
                  <a:lnTo>
                    <a:pt x="153" y="199"/>
                  </a:lnTo>
                  <a:lnTo>
                    <a:pt x="126" y="178"/>
                  </a:lnTo>
                  <a:lnTo>
                    <a:pt x="100" y="154"/>
                  </a:lnTo>
                  <a:lnTo>
                    <a:pt x="76" y="131"/>
                  </a:lnTo>
                  <a:lnTo>
                    <a:pt x="56" y="110"/>
                  </a:lnTo>
                  <a:lnTo>
                    <a:pt x="38" y="89"/>
                  </a:lnTo>
                  <a:lnTo>
                    <a:pt x="24" y="69"/>
                  </a:lnTo>
                  <a:lnTo>
                    <a:pt x="14" y="51"/>
                  </a:lnTo>
                  <a:lnTo>
                    <a:pt x="8" y="35"/>
                  </a:lnTo>
                  <a:lnTo>
                    <a:pt x="5" y="23"/>
                  </a:lnTo>
                  <a:lnTo>
                    <a:pt x="8" y="12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7" name="Google Shape;1587;p23"/>
            <p:cNvCxnSpPr/>
            <p:nvPr/>
          </p:nvCxnSpPr>
          <p:spPr>
            <a:xfrm rot="10800000">
              <a:off x="2285" y="2824"/>
              <a:ext cx="136" cy="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8" name="Google Shape;1588;p23"/>
            <p:cNvCxnSpPr/>
            <p:nvPr/>
          </p:nvCxnSpPr>
          <p:spPr>
            <a:xfrm flipH="1">
              <a:off x="2372" y="2826"/>
              <a:ext cx="49" cy="1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9" name="Google Shape;1589;p23"/>
            <p:cNvCxnSpPr/>
            <p:nvPr/>
          </p:nvCxnSpPr>
          <p:spPr>
            <a:xfrm>
              <a:off x="2421" y="2826"/>
              <a:ext cx="67" cy="14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90" name="Google Shape;1590;p23"/>
            <p:cNvSpPr/>
            <p:nvPr/>
          </p:nvSpPr>
          <p:spPr>
            <a:xfrm>
              <a:off x="2349" y="2902"/>
              <a:ext cx="51" cy="40"/>
            </a:xfrm>
            <a:custGeom>
              <a:rect b="b" l="l" r="r" t="t"/>
              <a:pathLst>
                <a:path extrusionOk="0" h="80" w="101">
                  <a:moveTo>
                    <a:pt x="0" y="3"/>
                  </a:moveTo>
                  <a:lnTo>
                    <a:pt x="4" y="0"/>
                  </a:lnTo>
                  <a:lnTo>
                    <a:pt x="13" y="1"/>
                  </a:lnTo>
                  <a:lnTo>
                    <a:pt x="24" y="3"/>
                  </a:lnTo>
                  <a:lnTo>
                    <a:pt x="37" y="10"/>
                  </a:lnTo>
                  <a:lnTo>
                    <a:pt x="51" y="19"/>
                  </a:lnTo>
                  <a:lnTo>
                    <a:pt x="66" y="30"/>
                  </a:lnTo>
                  <a:lnTo>
                    <a:pt x="79" y="40"/>
                  </a:lnTo>
                  <a:lnTo>
                    <a:pt x="90" y="51"/>
                  </a:lnTo>
                  <a:lnTo>
                    <a:pt x="97" y="62"/>
                  </a:lnTo>
                  <a:lnTo>
                    <a:pt x="101" y="71"/>
                  </a:lnTo>
                  <a:lnTo>
                    <a:pt x="101" y="76"/>
                  </a:lnTo>
                  <a:lnTo>
                    <a:pt x="97" y="80"/>
                  </a:lnTo>
                  <a:lnTo>
                    <a:pt x="90" y="78"/>
                  </a:lnTo>
                  <a:lnTo>
                    <a:pt x="79" y="74"/>
                  </a:lnTo>
                  <a:lnTo>
                    <a:pt x="66" y="69"/>
                  </a:lnTo>
                  <a:lnTo>
                    <a:pt x="51" y="60"/>
                  </a:lnTo>
                  <a:lnTo>
                    <a:pt x="37" y="49"/>
                  </a:lnTo>
                  <a:lnTo>
                    <a:pt x="23" y="39"/>
                  </a:lnTo>
                  <a:lnTo>
                    <a:pt x="13" y="28"/>
                  </a:lnTo>
                  <a:lnTo>
                    <a:pt x="4" y="17"/>
                  </a:lnTo>
                  <a:lnTo>
                    <a:pt x="0" y="8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3333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MMj03957750000[1]" id="1591" name="Google Shape;15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0723" y="4742553"/>
            <a:ext cx="561975" cy="479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cktail" id="1592" name="Google Shape;15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6005" y="4661590"/>
            <a:ext cx="2030412" cy="1041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3" name="Google Shape;1593;p23"/>
          <p:cNvCxnSpPr/>
          <p:nvPr/>
        </p:nvCxnSpPr>
        <p:spPr>
          <a:xfrm>
            <a:off x="1986450" y="4680571"/>
            <a:ext cx="242888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4" name="Google Shape;1594;p23"/>
          <p:cNvCxnSpPr/>
          <p:nvPr/>
        </p:nvCxnSpPr>
        <p:spPr>
          <a:xfrm>
            <a:off x="1986450" y="4680571"/>
            <a:ext cx="242888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5" name="Google Shape;1595;p23"/>
          <p:cNvCxnSpPr/>
          <p:nvPr/>
        </p:nvCxnSpPr>
        <p:spPr>
          <a:xfrm>
            <a:off x="1918188" y="5317158"/>
            <a:ext cx="1905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96" name="Google Shape;1596;p23"/>
          <p:cNvGrpSpPr/>
          <p:nvPr/>
        </p:nvGrpSpPr>
        <p:grpSpPr>
          <a:xfrm flipH="1">
            <a:off x="1256200" y="5193333"/>
            <a:ext cx="501650" cy="512763"/>
            <a:chOff x="2839" y="3501"/>
            <a:chExt cx="755" cy="803"/>
          </a:xfrm>
        </p:grpSpPr>
        <p:pic>
          <p:nvPicPr>
            <p:cNvPr descr="desktop_computer_stylized_medium" id="1597" name="Google Shape;159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8" name="Google Shape;1598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9" name="Google Shape;1599;p23"/>
          <p:cNvGrpSpPr/>
          <p:nvPr/>
        </p:nvGrpSpPr>
        <p:grpSpPr>
          <a:xfrm>
            <a:off x="5370862" y="4385019"/>
            <a:ext cx="635000" cy="491904"/>
            <a:chOff x="3061" y="2530"/>
            <a:chExt cx="400" cy="310"/>
          </a:xfrm>
        </p:grpSpPr>
        <p:grpSp>
          <p:nvGrpSpPr>
            <p:cNvPr id="1600" name="Google Shape;1600;p23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601" name="Google Shape;1601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607" name="Google Shape;160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8" name="Google Shape;1608;p23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609" name="Google Shape;1609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0" name="Google Shape;1610;p23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23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23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23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23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23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16" name="Google Shape;1616;p23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617" name="Google Shape;1617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8" name="Google Shape;1618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9" name="Google Shape;1619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1" name="Google Shape;1621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23" name="Google Shape;1623;p23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3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23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23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23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23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23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23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1" name="Google Shape;1631;p23"/>
          <p:cNvGrpSpPr/>
          <p:nvPr/>
        </p:nvGrpSpPr>
        <p:grpSpPr>
          <a:xfrm>
            <a:off x="6258275" y="4553294"/>
            <a:ext cx="536575" cy="407766"/>
            <a:chOff x="3328" y="2543"/>
            <a:chExt cx="338" cy="257"/>
          </a:xfrm>
        </p:grpSpPr>
        <p:grpSp>
          <p:nvGrpSpPr>
            <p:cNvPr id="1632" name="Google Shape;1632;p23"/>
            <p:cNvGrpSpPr/>
            <p:nvPr/>
          </p:nvGrpSpPr>
          <p:grpSpPr>
            <a:xfrm>
              <a:off x="3328" y="2543"/>
              <a:ext cx="327" cy="81"/>
              <a:chOff x="2199" y="955"/>
              <a:chExt cx="2547" cy="506"/>
            </a:xfrm>
          </p:grpSpPr>
          <p:sp>
            <p:nvSpPr>
              <p:cNvPr id="1633" name="Google Shape;1633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639" name="Google Shape;163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381" y="269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0" name="Google Shape;1640;p23"/>
            <p:cNvSpPr/>
            <p:nvPr/>
          </p:nvSpPr>
          <p:spPr>
            <a:xfrm>
              <a:off x="3462" y="259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641" name="Google Shape;164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72" y="260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2" name="Google Shape;1642;p23"/>
            <p:cNvSpPr/>
            <p:nvPr/>
          </p:nvSpPr>
          <p:spPr>
            <a:xfrm>
              <a:off x="3498" y="259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3"/>
            <p:cNvSpPr/>
            <p:nvPr/>
          </p:nvSpPr>
          <p:spPr>
            <a:xfrm>
              <a:off x="3461" y="259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23"/>
            <p:cNvSpPr/>
            <p:nvPr/>
          </p:nvSpPr>
          <p:spPr>
            <a:xfrm>
              <a:off x="3614" y="261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23"/>
            <p:cNvSpPr/>
            <p:nvPr/>
          </p:nvSpPr>
          <p:spPr>
            <a:xfrm>
              <a:off x="3460" y="269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23"/>
            <p:cNvSpPr/>
            <p:nvPr/>
          </p:nvSpPr>
          <p:spPr>
            <a:xfrm>
              <a:off x="3619" y="261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3"/>
            <p:cNvSpPr/>
            <p:nvPr/>
          </p:nvSpPr>
          <p:spPr>
            <a:xfrm>
              <a:off x="3460" y="269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8" name="Google Shape;1648;p23"/>
            <p:cNvGrpSpPr/>
            <p:nvPr/>
          </p:nvGrpSpPr>
          <p:grpSpPr>
            <a:xfrm>
              <a:off x="3458" y="2737"/>
              <a:ext cx="55" cy="24"/>
              <a:chOff x="1740" y="2642"/>
              <a:chExt cx="752" cy="327"/>
            </a:xfrm>
          </p:grpSpPr>
          <p:sp>
            <p:nvSpPr>
              <p:cNvPr id="1649" name="Google Shape;1649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55" name="Google Shape;1655;p23"/>
            <p:cNvSpPr/>
            <p:nvPr/>
          </p:nvSpPr>
          <p:spPr>
            <a:xfrm>
              <a:off x="3552" y="274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23"/>
            <p:cNvSpPr/>
            <p:nvPr/>
          </p:nvSpPr>
          <p:spPr>
            <a:xfrm>
              <a:off x="3381" y="274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3"/>
            <p:cNvSpPr/>
            <p:nvPr/>
          </p:nvSpPr>
          <p:spPr>
            <a:xfrm>
              <a:off x="3387" y="273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3"/>
            <p:cNvSpPr/>
            <p:nvPr/>
          </p:nvSpPr>
          <p:spPr>
            <a:xfrm flipH="1" rot="10800000">
              <a:off x="3549" y="273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9" name="Google Shape;1659;p23"/>
          <p:cNvGrpSpPr/>
          <p:nvPr/>
        </p:nvGrpSpPr>
        <p:grpSpPr>
          <a:xfrm>
            <a:off x="5640737" y="4813644"/>
            <a:ext cx="585788" cy="419100"/>
            <a:chOff x="5096" y="2218"/>
            <a:chExt cx="369" cy="264"/>
          </a:xfrm>
        </p:grpSpPr>
        <p:grpSp>
          <p:nvGrpSpPr>
            <p:cNvPr id="1660" name="Google Shape;1660;p23"/>
            <p:cNvGrpSpPr/>
            <p:nvPr/>
          </p:nvGrpSpPr>
          <p:grpSpPr>
            <a:xfrm>
              <a:off x="5096" y="2218"/>
              <a:ext cx="327" cy="81"/>
              <a:chOff x="2199" y="955"/>
              <a:chExt cx="2547" cy="506"/>
            </a:xfrm>
          </p:grpSpPr>
          <p:sp>
            <p:nvSpPr>
              <p:cNvPr id="1661" name="Google Shape;1661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access_point_stylized_small" id="1667" name="Google Shape;1667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92" y="2250"/>
              <a:ext cx="273" cy="2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ccess_point_stylized_small" id="1668" name="Google Shape;1668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95" y="2251"/>
              <a:ext cx="260" cy="23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9" name="Google Shape;1669;p23"/>
          <p:cNvGrpSpPr/>
          <p:nvPr/>
        </p:nvGrpSpPr>
        <p:grpSpPr>
          <a:xfrm>
            <a:off x="5342287" y="5239094"/>
            <a:ext cx="635000" cy="491904"/>
            <a:chOff x="3061" y="2530"/>
            <a:chExt cx="400" cy="310"/>
          </a:xfrm>
        </p:grpSpPr>
        <p:grpSp>
          <p:nvGrpSpPr>
            <p:cNvPr id="1670" name="Google Shape;1670;p23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671" name="Google Shape;1671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677" name="Google Shape;1677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8" name="Google Shape;1678;p23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679" name="Google Shape;1679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0" name="Google Shape;1680;p23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23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23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23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23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5" name="Google Shape;1685;p23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6" name="Google Shape;1686;p23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687" name="Google Shape;1687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8" name="Google Shape;1688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9" name="Google Shape;1689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0" name="Google Shape;1690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1" name="Google Shape;1691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2" name="Google Shape;1692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93" name="Google Shape;1693;p23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23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23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6" name="Google Shape;1696;p23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7" name="Google Shape;1697;p23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23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23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23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1" name="Google Shape;1701;p23"/>
          <p:cNvGrpSpPr/>
          <p:nvPr/>
        </p:nvGrpSpPr>
        <p:grpSpPr>
          <a:xfrm>
            <a:off x="5824887" y="5294656"/>
            <a:ext cx="635000" cy="491904"/>
            <a:chOff x="3061" y="2530"/>
            <a:chExt cx="400" cy="310"/>
          </a:xfrm>
        </p:grpSpPr>
        <p:grpSp>
          <p:nvGrpSpPr>
            <p:cNvPr id="1702" name="Google Shape;1702;p23"/>
            <p:cNvGrpSpPr/>
            <p:nvPr/>
          </p:nvGrpSpPr>
          <p:grpSpPr>
            <a:xfrm>
              <a:off x="3061" y="2530"/>
              <a:ext cx="327" cy="81"/>
              <a:chOff x="2199" y="955"/>
              <a:chExt cx="2547" cy="506"/>
            </a:xfrm>
          </p:grpSpPr>
          <p:sp>
            <p:nvSpPr>
              <p:cNvPr id="1703" name="Google Shape;1703;p23"/>
              <p:cNvSpPr/>
              <p:nvPr/>
            </p:nvSpPr>
            <p:spPr>
              <a:xfrm>
                <a:off x="2199" y="1166"/>
                <a:ext cx="260" cy="281"/>
              </a:xfrm>
              <a:custGeom>
                <a:rect b="b" l="l" r="r" t="t"/>
                <a:pathLst>
                  <a:path extrusionOk="0" h="281" w="260">
                    <a:moveTo>
                      <a:pt x="260" y="0"/>
                    </a:moveTo>
                    <a:cubicBezTo>
                      <a:pt x="224" y="19"/>
                      <a:pt x="79" y="77"/>
                      <a:pt x="42" y="112"/>
                    </a:cubicBezTo>
                    <a:cubicBezTo>
                      <a:pt x="5" y="143"/>
                      <a:pt x="0" y="183"/>
                      <a:pt x="35" y="211"/>
                    </a:cubicBezTo>
                    <a:cubicBezTo>
                      <a:pt x="70" y="239"/>
                      <a:pt x="208" y="266"/>
                      <a:pt x="253" y="281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4" name="Google Shape;1704;p23"/>
              <p:cNvSpPr/>
              <p:nvPr/>
            </p:nvSpPr>
            <p:spPr>
              <a:xfrm>
                <a:off x="2482" y="1040"/>
                <a:ext cx="900" cy="421"/>
              </a:xfrm>
              <a:custGeom>
                <a:rect b="b" l="l" r="r" t="t"/>
                <a:pathLst>
                  <a:path extrusionOk="0" h="421" w="900">
                    <a:moveTo>
                      <a:pt x="531" y="0"/>
                    </a:moveTo>
                    <a:cubicBezTo>
                      <a:pt x="489" y="13"/>
                      <a:pt x="356" y="47"/>
                      <a:pt x="279" y="77"/>
                    </a:cubicBezTo>
                    <a:cubicBezTo>
                      <a:pt x="202" y="107"/>
                      <a:pt x="109" y="141"/>
                      <a:pt x="68" y="182"/>
                    </a:cubicBezTo>
                    <a:cubicBezTo>
                      <a:pt x="31" y="213"/>
                      <a:pt x="0" y="292"/>
                      <a:pt x="33" y="323"/>
                    </a:cubicBezTo>
                    <a:cubicBezTo>
                      <a:pt x="76" y="359"/>
                      <a:pt x="198" y="384"/>
                      <a:pt x="328" y="400"/>
                    </a:cubicBezTo>
                    <a:cubicBezTo>
                      <a:pt x="458" y="416"/>
                      <a:pt x="724" y="421"/>
                      <a:pt x="812" y="421"/>
                    </a:cubicBezTo>
                    <a:cubicBezTo>
                      <a:pt x="900" y="421"/>
                      <a:pt x="846" y="404"/>
                      <a:pt x="855" y="40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5" name="Google Shape;1705;p23"/>
              <p:cNvSpPr/>
              <p:nvPr/>
            </p:nvSpPr>
            <p:spPr>
              <a:xfrm>
                <a:off x="2782" y="1068"/>
                <a:ext cx="428" cy="269"/>
              </a:xfrm>
              <a:custGeom>
                <a:rect b="b" l="l" r="r" t="t"/>
                <a:pathLst>
                  <a:path extrusionOk="0" h="269" w="428">
                    <a:moveTo>
                      <a:pt x="428" y="0"/>
                    </a:moveTo>
                    <a:cubicBezTo>
                      <a:pt x="428" y="0"/>
                      <a:pt x="217" y="35"/>
                      <a:pt x="217" y="35"/>
                    </a:cubicBezTo>
                    <a:cubicBezTo>
                      <a:pt x="217" y="35"/>
                      <a:pt x="42" y="105"/>
                      <a:pt x="21" y="140"/>
                    </a:cubicBezTo>
                    <a:cubicBezTo>
                      <a:pt x="0" y="175"/>
                      <a:pt x="14" y="217"/>
                      <a:pt x="91" y="246"/>
                    </a:cubicBezTo>
                    <a:cubicBezTo>
                      <a:pt x="126" y="267"/>
                      <a:pt x="177" y="265"/>
                      <a:pt x="231" y="267"/>
                    </a:cubicBezTo>
                    <a:cubicBezTo>
                      <a:pt x="285" y="269"/>
                      <a:pt x="376" y="262"/>
                      <a:pt x="414" y="26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6" name="Google Shape;1706;p23"/>
              <p:cNvSpPr/>
              <p:nvPr/>
            </p:nvSpPr>
            <p:spPr>
              <a:xfrm>
                <a:off x="3554" y="1075"/>
                <a:ext cx="377" cy="239"/>
              </a:xfrm>
              <a:custGeom>
                <a:rect b="b" l="l" r="r" t="t"/>
                <a:pathLst>
                  <a:path extrusionOk="0" h="239" w="377">
                    <a:moveTo>
                      <a:pt x="42" y="239"/>
                    </a:moveTo>
                    <a:cubicBezTo>
                      <a:pt x="89" y="224"/>
                      <a:pt x="285" y="178"/>
                      <a:pt x="335" y="146"/>
                    </a:cubicBezTo>
                    <a:cubicBezTo>
                      <a:pt x="372" y="115"/>
                      <a:pt x="377" y="75"/>
                      <a:pt x="342" y="47"/>
                    </a:cubicBezTo>
                    <a:cubicBezTo>
                      <a:pt x="286" y="23"/>
                      <a:pt x="71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7" name="Google Shape;1707;p23"/>
              <p:cNvSpPr/>
              <p:nvPr/>
            </p:nvSpPr>
            <p:spPr>
              <a:xfrm>
                <a:off x="3646" y="997"/>
                <a:ext cx="660" cy="336"/>
              </a:xfrm>
              <a:custGeom>
                <a:rect b="b" l="l" r="r" t="t"/>
                <a:pathLst>
                  <a:path extrusionOk="0" h="300" w="646">
                    <a:moveTo>
                      <a:pt x="343" y="300"/>
                    </a:moveTo>
                    <a:cubicBezTo>
                      <a:pt x="367" y="292"/>
                      <a:pt x="443" y="272"/>
                      <a:pt x="487" y="254"/>
                    </a:cubicBezTo>
                    <a:cubicBezTo>
                      <a:pt x="531" y="236"/>
                      <a:pt x="584" y="216"/>
                      <a:pt x="607" y="191"/>
                    </a:cubicBezTo>
                    <a:cubicBezTo>
                      <a:pt x="628" y="173"/>
                      <a:pt x="646" y="125"/>
                      <a:pt x="627" y="107"/>
                    </a:cubicBezTo>
                    <a:cubicBezTo>
                      <a:pt x="603" y="85"/>
                      <a:pt x="563" y="79"/>
                      <a:pt x="459" y="61"/>
                    </a:cubicBezTo>
                    <a:cubicBezTo>
                      <a:pt x="355" y="43"/>
                      <a:pt x="76" y="10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8" name="Google Shape;1708;p23"/>
              <p:cNvSpPr/>
              <p:nvPr/>
            </p:nvSpPr>
            <p:spPr>
              <a:xfrm>
                <a:off x="4116" y="955"/>
                <a:ext cx="630" cy="397"/>
              </a:xfrm>
              <a:custGeom>
                <a:rect b="b" l="l" r="r" t="t"/>
                <a:pathLst>
                  <a:path extrusionOk="0" h="397" w="630">
                    <a:moveTo>
                      <a:pt x="320" y="397"/>
                    </a:moveTo>
                    <a:cubicBezTo>
                      <a:pt x="345" y="388"/>
                      <a:pt x="423" y="366"/>
                      <a:pt x="468" y="345"/>
                    </a:cubicBezTo>
                    <a:cubicBezTo>
                      <a:pt x="513" y="325"/>
                      <a:pt x="567" y="303"/>
                      <a:pt x="590" y="275"/>
                    </a:cubicBezTo>
                    <a:cubicBezTo>
                      <a:pt x="612" y="255"/>
                      <a:pt x="630" y="201"/>
                      <a:pt x="611" y="181"/>
                    </a:cubicBezTo>
                    <a:cubicBezTo>
                      <a:pt x="586" y="156"/>
                      <a:pt x="541" y="159"/>
                      <a:pt x="439" y="129"/>
                    </a:cubicBezTo>
                    <a:cubicBezTo>
                      <a:pt x="337" y="99"/>
                      <a:pt x="91" y="27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descr="laptop_keyboard" id="1709" name="Google Shape;1709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 rot="109064">
              <a:off x="3109" y="2736"/>
              <a:ext cx="245" cy="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0" name="Google Shape;1710;p23"/>
            <p:cNvSpPr/>
            <p:nvPr/>
          </p:nvSpPr>
          <p:spPr>
            <a:xfrm>
              <a:off x="3190" y="2638"/>
              <a:ext cx="197" cy="131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screen" id="1711" name="Google Shape;1711;p2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0" y="2641"/>
              <a:ext cx="179" cy="1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2" name="Google Shape;1712;p23"/>
            <p:cNvSpPr/>
            <p:nvPr/>
          </p:nvSpPr>
          <p:spPr>
            <a:xfrm>
              <a:off x="3226" y="2634"/>
              <a:ext cx="167" cy="25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23"/>
            <p:cNvSpPr/>
            <p:nvPr/>
          </p:nvSpPr>
          <p:spPr>
            <a:xfrm>
              <a:off x="3189" y="2634"/>
              <a:ext cx="46" cy="102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23"/>
            <p:cNvSpPr/>
            <p:nvPr/>
          </p:nvSpPr>
          <p:spPr>
            <a:xfrm>
              <a:off x="3342" y="2652"/>
              <a:ext cx="50" cy="117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23"/>
            <p:cNvSpPr/>
            <p:nvPr/>
          </p:nvSpPr>
          <p:spPr>
            <a:xfrm>
              <a:off x="3188" y="2730"/>
              <a:ext cx="183" cy="40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23"/>
            <p:cNvSpPr/>
            <p:nvPr/>
          </p:nvSpPr>
          <p:spPr>
            <a:xfrm>
              <a:off x="3347" y="2653"/>
              <a:ext cx="47" cy="118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23"/>
            <p:cNvSpPr/>
            <p:nvPr/>
          </p:nvSpPr>
          <p:spPr>
            <a:xfrm>
              <a:off x="3188" y="2736"/>
              <a:ext cx="163" cy="39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8" name="Google Shape;1718;p23"/>
            <p:cNvGrpSpPr/>
            <p:nvPr/>
          </p:nvGrpSpPr>
          <p:grpSpPr>
            <a:xfrm>
              <a:off x="3186" y="2777"/>
              <a:ext cx="55" cy="24"/>
              <a:chOff x="1740" y="2642"/>
              <a:chExt cx="752" cy="327"/>
            </a:xfrm>
          </p:grpSpPr>
          <p:sp>
            <p:nvSpPr>
              <p:cNvPr id="1719" name="Google Shape;1719;p2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0" name="Google Shape;1720;p2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1" name="Google Shape;1721;p2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2" name="Google Shape;1722;p2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3" name="Google Shape;1723;p2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4" name="Google Shape;1724;p2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25" name="Google Shape;1725;p23"/>
            <p:cNvSpPr/>
            <p:nvPr/>
          </p:nvSpPr>
          <p:spPr>
            <a:xfrm>
              <a:off x="3280" y="2781"/>
              <a:ext cx="67" cy="51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23"/>
            <p:cNvSpPr/>
            <p:nvPr/>
          </p:nvSpPr>
          <p:spPr>
            <a:xfrm>
              <a:off x="3109" y="2785"/>
              <a:ext cx="171" cy="4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23"/>
            <p:cNvSpPr/>
            <p:nvPr/>
          </p:nvSpPr>
          <p:spPr>
            <a:xfrm>
              <a:off x="3110" y="277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23"/>
            <p:cNvSpPr/>
            <p:nvPr/>
          </p:nvSpPr>
          <p:spPr>
            <a:xfrm>
              <a:off x="3110" y="273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23"/>
            <p:cNvSpPr/>
            <p:nvPr/>
          </p:nvSpPr>
          <p:spPr>
            <a:xfrm>
              <a:off x="3115" y="2778"/>
              <a:ext cx="162" cy="4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23"/>
            <p:cNvSpPr/>
            <p:nvPr/>
          </p:nvSpPr>
          <p:spPr>
            <a:xfrm flipH="1" rot="10800000">
              <a:off x="3277" y="2775"/>
              <a:ext cx="66" cy="4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23"/>
            <p:cNvSpPr/>
            <p:nvPr/>
          </p:nvSpPr>
          <p:spPr>
            <a:xfrm>
              <a:off x="3382" y="2736"/>
              <a:ext cx="1" cy="10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23"/>
            <p:cNvSpPr/>
            <p:nvPr/>
          </p:nvSpPr>
          <p:spPr>
            <a:xfrm>
              <a:off x="3382" y="2698"/>
              <a:ext cx="79" cy="39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3" name="Google Shape;1733;p23"/>
          <p:cNvGrpSpPr/>
          <p:nvPr/>
        </p:nvGrpSpPr>
        <p:grpSpPr>
          <a:xfrm flipH="1">
            <a:off x="1410188" y="4748833"/>
            <a:ext cx="501650" cy="512763"/>
            <a:chOff x="2839" y="3501"/>
            <a:chExt cx="755" cy="803"/>
          </a:xfrm>
        </p:grpSpPr>
        <p:pic>
          <p:nvPicPr>
            <p:cNvPr descr="desktop_computer_stylized_medium" id="1734" name="Google Shape;1734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5" name="Google Shape;1735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6" name="Google Shape;1736;p23"/>
          <p:cNvGrpSpPr/>
          <p:nvPr/>
        </p:nvGrpSpPr>
        <p:grpSpPr>
          <a:xfrm flipH="1">
            <a:off x="1561000" y="4321796"/>
            <a:ext cx="501650" cy="512762"/>
            <a:chOff x="2839" y="3501"/>
            <a:chExt cx="755" cy="803"/>
          </a:xfrm>
        </p:grpSpPr>
        <p:pic>
          <p:nvPicPr>
            <p:cNvPr descr="desktop_computer_stylized_medium" id="1737" name="Google Shape;1737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8" name="Google Shape;1738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9" name="Google Shape;1739;p23"/>
          <p:cNvGrpSpPr/>
          <p:nvPr/>
        </p:nvGrpSpPr>
        <p:grpSpPr>
          <a:xfrm>
            <a:off x="2234100" y="4709146"/>
            <a:ext cx="501650" cy="512762"/>
            <a:chOff x="2839" y="3501"/>
            <a:chExt cx="755" cy="803"/>
          </a:xfrm>
        </p:grpSpPr>
        <p:pic>
          <p:nvPicPr>
            <p:cNvPr descr="desktop_computer_stylized_medium" id="1740" name="Google Shape;174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1" name="Google Shape;1741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2" name="Google Shape;1742;p23"/>
          <p:cNvGrpSpPr/>
          <p:nvPr/>
        </p:nvGrpSpPr>
        <p:grpSpPr>
          <a:xfrm>
            <a:off x="2035663" y="5148883"/>
            <a:ext cx="501650" cy="512763"/>
            <a:chOff x="2839" y="3501"/>
            <a:chExt cx="755" cy="803"/>
          </a:xfrm>
        </p:grpSpPr>
        <p:pic>
          <p:nvPicPr>
            <p:cNvPr descr="desktop_computer_stylized_medium" id="1743" name="Google Shape;1743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4" name="Google Shape;1744;p23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5" name="Google Shape;1745;p23"/>
          <p:cNvGrpSpPr/>
          <p:nvPr/>
        </p:nvGrpSpPr>
        <p:grpSpPr>
          <a:xfrm>
            <a:off x="3021501" y="4492486"/>
            <a:ext cx="1951525" cy="1263172"/>
            <a:chOff x="7891681" y="3099042"/>
            <a:chExt cx="2342453" cy="1569939"/>
          </a:xfrm>
        </p:grpSpPr>
        <p:sp>
          <p:nvSpPr>
            <p:cNvPr id="1746" name="Google Shape;1746;p23"/>
            <p:cNvSpPr/>
            <p:nvPr/>
          </p:nvSpPr>
          <p:spPr>
            <a:xfrm>
              <a:off x="9285510" y="3593195"/>
              <a:ext cx="69106" cy="79124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47" name="Google Shape;1747;p23"/>
            <p:cNvGrpSpPr/>
            <p:nvPr/>
          </p:nvGrpSpPr>
          <p:grpSpPr>
            <a:xfrm>
              <a:off x="9022376" y="3275911"/>
              <a:ext cx="615031" cy="694531"/>
              <a:chOff x="2920" y="1424"/>
              <a:chExt cx="326" cy="320"/>
            </a:xfrm>
          </p:grpSpPr>
          <p:sp>
            <p:nvSpPr>
              <p:cNvPr id="1748" name="Google Shape;1748;p23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9" name="Google Shape;1749;p23"/>
              <p:cNvGrpSpPr/>
              <p:nvPr/>
            </p:nvGrpSpPr>
            <p:grpSpPr>
              <a:xfrm>
                <a:off x="2949" y="1424"/>
                <a:ext cx="265" cy="280"/>
                <a:chOff x="2949" y="1424"/>
                <a:chExt cx="265" cy="280"/>
              </a:xfrm>
            </p:grpSpPr>
            <p:sp>
              <p:nvSpPr>
                <p:cNvPr id="1750" name="Google Shape;1750;p23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1" name="Google Shape;1751;p23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2" name="Google Shape;1752;p23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3" name="Google Shape;1753;p23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4" name="Google Shape;1754;p23"/>
                <p:cNvSpPr/>
                <p:nvPr/>
              </p:nvSpPr>
              <p:spPr>
                <a:xfrm flipH="1" rot="10800000">
                  <a:off x="2987" y="1424"/>
                  <a:ext cx="205" cy="143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55" name="Google Shape;1755;p23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6" name="Google Shape;1756;p23"/>
            <p:cNvGrpSpPr/>
            <p:nvPr/>
          </p:nvGrpSpPr>
          <p:grpSpPr>
            <a:xfrm>
              <a:off x="9122147" y="3619386"/>
              <a:ext cx="393690" cy="1049595"/>
              <a:chOff x="3130" y="3288"/>
              <a:chExt cx="410" cy="742"/>
            </a:xfrm>
          </p:grpSpPr>
          <p:cxnSp>
            <p:nvCxnSpPr>
              <p:cNvPr id="1757" name="Google Shape;1757;p23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8" name="Google Shape;1758;p23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23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0" name="Google Shape;1760;p23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1" name="Google Shape;1761;p23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2" name="Google Shape;1762;p23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3" name="Google Shape;1763;p23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4" name="Google Shape;1764;p23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5" name="Google Shape;1765;p23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6" name="Google Shape;1766;p23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7" name="Google Shape;1767;p23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23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9" name="Google Shape;1769;p23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0" name="Google Shape;1770;p23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71" name="Google Shape;1771;p23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72" name="Google Shape;1772;p23"/>
            <p:cNvGrpSpPr/>
            <p:nvPr/>
          </p:nvGrpSpPr>
          <p:grpSpPr>
            <a:xfrm>
              <a:off x="8405402" y="3099042"/>
              <a:ext cx="527285" cy="593983"/>
              <a:chOff x="8328836" y="2202873"/>
              <a:chExt cx="527285" cy="593983"/>
            </a:xfrm>
          </p:grpSpPr>
          <p:pic>
            <p:nvPicPr>
              <p:cNvPr descr="iphone_stylized_small" id="1773" name="Google Shape;1773;p23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8566432" y="2271663"/>
                <a:ext cx="180509" cy="52519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74" name="Google Shape;1774;p23"/>
              <p:cNvGrpSpPr/>
              <p:nvPr/>
            </p:nvGrpSpPr>
            <p:grpSpPr>
              <a:xfrm>
                <a:off x="8328836" y="2202873"/>
                <a:ext cx="527285" cy="118466"/>
                <a:chOff x="2199" y="955"/>
                <a:chExt cx="2547" cy="506"/>
              </a:xfrm>
            </p:grpSpPr>
            <p:sp>
              <p:nvSpPr>
                <p:cNvPr id="1775" name="Google Shape;1775;p2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6" name="Google Shape;1776;p2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2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8" name="Google Shape;1778;p2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9" name="Google Shape;1779;p2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0" name="Google Shape;1780;p2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1" name="Google Shape;1781;p23"/>
            <p:cNvGrpSpPr/>
            <p:nvPr/>
          </p:nvGrpSpPr>
          <p:grpSpPr>
            <a:xfrm>
              <a:off x="7891681" y="4024818"/>
              <a:ext cx="1120341" cy="347863"/>
              <a:chOff x="9561515" y="2748013"/>
              <a:chExt cx="1120341" cy="347863"/>
            </a:xfrm>
          </p:grpSpPr>
          <p:pic>
            <p:nvPicPr>
              <p:cNvPr descr="car_icon_small" id="1782" name="Google Shape;1782;p23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9561515" y="2826814"/>
                <a:ext cx="1120341" cy="26906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83" name="Google Shape;1783;p23"/>
              <p:cNvGrpSpPr/>
              <p:nvPr/>
            </p:nvGrpSpPr>
            <p:grpSpPr>
              <a:xfrm>
                <a:off x="9788587" y="2748013"/>
                <a:ext cx="527285" cy="118466"/>
                <a:chOff x="2199" y="955"/>
                <a:chExt cx="2547" cy="506"/>
              </a:xfrm>
            </p:grpSpPr>
            <p:sp>
              <p:nvSpPr>
                <p:cNvPr id="1784" name="Google Shape;1784;p2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5" name="Google Shape;1785;p2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6" name="Google Shape;1786;p2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7" name="Google Shape;1787;p2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8" name="Google Shape;1788;p2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9" name="Google Shape;1789;p2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790" name="Google Shape;1790;p23"/>
              <p:cNvCxnSpPr/>
              <p:nvPr/>
            </p:nvCxnSpPr>
            <p:spPr>
              <a:xfrm>
                <a:off x="10032156" y="2798664"/>
                <a:ext cx="31623" cy="13689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791" name="Google Shape;1791;p23"/>
            <p:cNvGrpSpPr/>
            <p:nvPr/>
          </p:nvGrpSpPr>
          <p:grpSpPr>
            <a:xfrm>
              <a:off x="9729378" y="3463179"/>
              <a:ext cx="504756" cy="520384"/>
              <a:chOff x="7339071" y="2307905"/>
              <a:chExt cx="511700" cy="446467"/>
            </a:xfrm>
          </p:grpSpPr>
          <p:grpSp>
            <p:nvGrpSpPr>
              <p:cNvPr id="1792" name="Google Shape;1792;p23"/>
              <p:cNvGrpSpPr/>
              <p:nvPr/>
            </p:nvGrpSpPr>
            <p:grpSpPr>
              <a:xfrm>
                <a:off x="7339071" y="2426725"/>
                <a:ext cx="511700" cy="327647"/>
                <a:chOff x="7455987" y="2414528"/>
                <a:chExt cx="511700" cy="327647"/>
              </a:xfrm>
            </p:grpSpPr>
            <p:pic>
              <p:nvPicPr>
                <p:cNvPr descr="laptop_keyboard" id="1793" name="Google Shape;1793;p23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0"/>
                <a:stretch/>
              </p:blipFill>
              <p:spPr>
                <a:xfrm flipH="1" rot="109064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94" name="Google Shape;1794;p23"/>
                <p:cNvSpPr/>
                <p:nvPr/>
              </p:nvSpPr>
              <p:spPr>
                <a:xfrm>
                  <a:off x="7603304" y="2420984"/>
                  <a:ext cx="351919" cy="208167"/>
                </a:xfrm>
                <a:custGeom>
                  <a:rect b="b" l="l" r="r" t="t"/>
                  <a:pathLst>
                    <a:path extrusionOk="0" h="2442" w="298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pic>
              <p:nvPicPr>
                <p:cNvPr descr="screen" id="1795" name="Google Shape;1795;p23"/>
                <p:cNvPicPr preferRelativeResize="0"/>
                <p:nvPr/>
              </p:nvPicPr>
              <p:blipFill rotWithShape="1">
                <a:blip r:embed="rId12">
                  <a:alphaModFix/>
                </a:blip>
                <a:srcRect b="0" l="0" r="0" t="0"/>
                <a:stretch/>
              </p:blipFill>
              <p:spPr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96" name="Google Shape;1796;p23"/>
                <p:cNvSpPr/>
                <p:nvPr/>
              </p:nvSpPr>
              <p:spPr>
                <a:xfrm>
                  <a:off x="7667378" y="2414843"/>
                  <a:ext cx="298167" cy="38736"/>
                </a:xfrm>
                <a:custGeom>
                  <a:rect b="b" l="l" r="r" t="t"/>
                  <a:pathLst>
                    <a:path extrusionOk="0" h="455" w="2528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7" name="Google Shape;1797;p23"/>
                <p:cNvSpPr/>
                <p:nvPr/>
              </p:nvSpPr>
              <p:spPr>
                <a:xfrm>
                  <a:off x="7600188" y="2414528"/>
                  <a:ext cx="82770" cy="161243"/>
                </a:xfrm>
                <a:custGeom>
                  <a:rect b="b" l="l" r="r" t="t"/>
                  <a:pathLst>
                    <a:path extrusionOk="0" h="1893" w="702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8" name="Google Shape;1798;p23"/>
                <p:cNvSpPr/>
                <p:nvPr/>
              </p:nvSpPr>
              <p:spPr>
                <a:xfrm>
                  <a:off x="7874205" y="2443344"/>
                  <a:ext cx="89197" cy="186122"/>
                </a:xfrm>
                <a:custGeom>
                  <a:rect b="b" l="l" r="r" t="t"/>
                  <a:pathLst>
                    <a:path extrusionOk="0" h="2184" w="756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chemeClr val="lt1"/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23"/>
                <p:cNvSpPr/>
                <p:nvPr/>
              </p:nvSpPr>
              <p:spPr>
                <a:xfrm>
                  <a:off x="7599214" y="2567582"/>
                  <a:ext cx="327185" cy="62828"/>
                </a:xfrm>
                <a:custGeom>
                  <a:rect b="b" l="l" r="r" t="t"/>
                  <a:pathLst>
                    <a:path extrusionOk="0" h="738" w="2773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CC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23"/>
                <p:cNvSpPr/>
                <p:nvPr/>
              </p:nvSpPr>
              <p:spPr>
                <a:xfrm>
                  <a:off x="7884138" y="2444918"/>
                  <a:ext cx="83549" cy="186909"/>
                </a:xfrm>
                <a:custGeom>
                  <a:rect b="b" l="l" r="r" t="t"/>
                  <a:pathLst>
                    <a:path extrusionOk="0" h="1659" w="637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23"/>
                <p:cNvSpPr/>
                <p:nvPr/>
              </p:nvSpPr>
              <p:spPr>
                <a:xfrm>
                  <a:off x="7599603" y="2575928"/>
                  <a:ext cx="290961" cy="62041"/>
                </a:xfrm>
                <a:custGeom>
                  <a:rect b="b" l="l" r="r" t="t"/>
                  <a:pathLst>
                    <a:path extrusionOk="0" h="550" w="2216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02" name="Google Shape;1802;p23"/>
                <p:cNvGrpSpPr/>
                <p:nvPr/>
              </p:nvGrpSpPr>
              <p:grpSpPr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803" name="Google Shape;1803;p23"/>
                  <p:cNvSpPr/>
                  <p:nvPr/>
                </p:nvSpPr>
                <p:spPr>
                  <a:xfrm>
                    <a:off x="1740" y="2642"/>
                    <a:ext cx="752" cy="327"/>
                  </a:xfrm>
                  <a:custGeom>
                    <a:rect b="b" l="l" r="r" t="t"/>
                    <a:pathLst>
                      <a:path extrusionOk="0" h="327" w="752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4" name="Google Shape;1804;p23"/>
                  <p:cNvSpPr/>
                  <p:nvPr/>
                </p:nvSpPr>
                <p:spPr>
                  <a:xfrm>
                    <a:off x="1754" y="2649"/>
                    <a:ext cx="726" cy="311"/>
                  </a:xfrm>
                  <a:custGeom>
                    <a:rect b="b" l="l" r="r" t="t"/>
                    <a:pathLst>
                      <a:path extrusionOk="0" h="311" w="726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5" name="Google Shape;1805;p23"/>
                  <p:cNvSpPr/>
                  <p:nvPr/>
                </p:nvSpPr>
                <p:spPr>
                  <a:xfrm>
                    <a:off x="1808" y="2770"/>
                    <a:ext cx="258" cy="100"/>
                  </a:xfrm>
                  <a:custGeom>
                    <a:rect b="b" l="l" r="r" t="t"/>
                    <a:pathLst>
                      <a:path extrusionOk="0" h="100" w="258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6" name="Google Shape;1806;p23"/>
                  <p:cNvSpPr/>
                  <p:nvPr/>
                </p:nvSpPr>
                <p:spPr>
                  <a:xfrm>
                    <a:off x="1799" y="2816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7" name="Google Shape;1807;p23"/>
                  <p:cNvSpPr/>
                  <p:nvPr/>
                </p:nvSpPr>
                <p:spPr>
                  <a:xfrm>
                    <a:off x="2020" y="2834"/>
                    <a:ext cx="258" cy="102"/>
                  </a:xfrm>
                  <a:custGeom>
                    <a:rect b="b" l="l" r="r" t="t"/>
                    <a:pathLst>
                      <a:path extrusionOk="0" h="102" w="258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08" name="Google Shape;1808;p23"/>
                  <p:cNvSpPr/>
                  <p:nvPr/>
                </p:nvSpPr>
                <p:spPr>
                  <a:xfrm>
                    <a:off x="2011" y="2882"/>
                    <a:ext cx="194" cy="63"/>
                  </a:xfrm>
                  <a:custGeom>
                    <a:rect b="b" l="l" r="r" t="t"/>
                    <a:pathLst>
                      <a:path extrusionOk="0" h="63" w="194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1809" name="Google Shape;1809;p23"/>
                <p:cNvSpPr/>
                <p:nvPr/>
              </p:nvSpPr>
              <p:spPr>
                <a:xfrm>
                  <a:off x="7763780" y="2647731"/>
                  <a:ext cx="119578" cy="80936"/>
                </a:xfrm>
                <a:custGeom>
                  <a:rect b="b" l="l" r="r" t="t"/>
                  <a:pathLst>
                    <a:path extrusionOk="0" h="792" w="990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0" name="Google Shape;1810;p23"/>
                <p:cNvSpPr/>
                <p:nvPr/>
              </p:nvSpPr>
              <p:spPr>
                <a:xfrm>
                  <a:off x="7458602" y="2654187"/>
                  <a:ext cx="305957" cy="73850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1" name="Google Shape;1811;p23"/>
                <p:cNvSpPr/>
                <p:nvPr/>
              </p:nvSpPr>
              <p:spPr>
                <a:xfrm>
                  <a:off x="7458797" y="2640645"/>
                  <a:ext cx="3311" cy="14959"/>
                </a:xfrm>
                <a:custGeom>
                  <a:rect b="b" l="l" r="r" t="t"/>
                  <a:pathLst>
                    <a:path extrusionOk="0" h="147" w="26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2" name="Google Shape;1812;p23"/>
                <p:cNvSpPr/>
                <p:nvPr/>
              </p:nvSpPr>
              <p:spPr>
                <a:xfrm>
                  <a:off x="7458992" y="2579707"/>
                  <a:ext cx="142170" cy="61883"/>
                </a:xfrm>
                <a:custGeom>
                  <a:rect b="b" l="l" r="r" t="t"/>
                  <a:pathLst>
                    <a:path extrusionOk="0" h="606" w="117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3" name="Google Shape;1813;p23"/>
                <p:cNvSpPr/>
                <p:nvPr/>
              </p:nvSpPr>
              <p:spPr>
                <a:xfrm>
                  <a:off x="7468535" y="2643795"/>
                  <a:ext cx="290182" cy="71016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23"/>
                <p:cNvSpPr/>
                <p:nvPr/>
              </p:nvSpPr>
              <p:spPr>
                <a:xfrm flipH="1" rot="10800000">
                  <a:off x="7758327" y="2638756"/>
                  <a:ext cx="118410" cy="73535"/>
                </a:xfrm>
                <a:custGeom>
                  <a:rect b="b" l="l" r="r" t="t"/>
                  <a:pathLst>
                    <a:path extrusionOk="0" h="723" w="2532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5" name="Google Shape;1815;p23"/>
              <p:cNvGrpSpPr/>
              <p:nvPr/>
            </p:nvGrpSpPr>
            <p:grpSpPr>
              <a:xfrm>
                <a:off x="7408527" y="2307905"/>
                <a:ext cx="399726" cy="74090"/>
                <a:chOff x="2199" y="955"/>
                <a:chExt cx="2547" cy="506"/>
              </a:xfrm>
            </p:grpSpPr>
            <p:sp>
              <p:nvSpPr>
                <p:cNvPr id="1816" name="Google Shape;1816;p23"/>
                <p:cNvSpPr/>
                <p:nvPr/>
              </p:nvSpPr>
              <p:spPr>
                <a:xfrm>
                  <a:off x="2199" y="1166"/>
                  <a:ext cx="260" cy="281"/>
                </a:xfrm>
                <a:custGeom>
                  <a:rect b="b" l="l" r="r" t="t"/>
                  <a:pathLst>
                    <a:path extrusionOk="0" h="281" w="260">
                      <a:moveTo>
                        <a:pt x="260" y="0"/>
                      </a:moveTo>
                      <a:cubicBezTo>
                        <a:pt x="224" y="19"/>
                        <a:pt x="79" y="77"/>
                        <a:pt x="42" y="112"/>
                      </a:cubicBezTo>
                      <a:cubicBezTo>
                        <a:pt x="5" y="143"/>
                        <a:pt x="0" y="183"/>
                        <a:pt x="35" y="211"/>
                      </a:cubicBezTo>
                      <a:cubicBezTo>
                        <a:pt x="70" y="239"/>
                        <a:pt x="208" y="266"/>
                        <a:pt x="253" y="281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7" name="Google Shape;1817;p23"/>
                <p:cNvSpPr/>
                <p:nvPr/>
              </p:nvSpPr>
              <p:spPr>
                <a:xfrm>
                  <a:off x="2482" y="1040"/>
                  <a:ext cx="900" cy="421"/>
                </a:xfrm>
                <a:custGeom>
                  <a:rect b="b" l="l" r="r" t="t"/>
                  <a:pathLst>
                    <a:path extrusionOk="0" h="421" w="900">
                      <a:moveTo>
                        <a:pt x="531" y="0"/>
                      </a:moveTo>
                      <a:cubicBezTo>
                        <a:pt x="489" y="13"/>
                        <a:pt x="356" y="47"/>
                        <a:pt x="279" y="77"/>
                      </a:cubicBezTo>
                      <a:cubicBezTo>
                        <a:pt x="202" y="107"/>
                        <a:pt x="109" y="141"/>
                        <a:pt x="68" y="182"/>
                      </a:cubicBezTo>
                      <a:cubicBezTo>
                        <a:pt x="31" y="213"/>
                        <a:pt x="0" y="292"/>
                        <a:pt x="33" y="323"/>
                      </a:cubicBezTo>
                      <a:cubicBezTo>
                        <a:pt x="76" y="359"/>
                        <a:pt x="198" y="384"/>
                        <a:pt x="328" y="400"/>
                      </a:cubicBezTo>
                      <a:cubicBezTo>
                        <a:pt x="458" y="416"/>
                        <a:pt x="724" y="421"/>
                        <a:pt x="812" y="421"/>
                      </a:cubicBezTo>
                      <a:cubicBezTo>
                        <a:pt x="900" y="421"/>
                        <a:pt x="846" y="404"/>
                        <a:pt x="855" y="40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8" name="Google Shape;1818;p23"/>
                <p:cNvSpPr/>
                <p:nvPr/>
              </p:nvSpPr>
              <p:spPr>
                <a:xfrm>
                  <a:off x="2782" y="1068"/>
                  <a:ext cx="428" cy="269"/>
                </a:xfrm>
                <a:custGeom>
                  <a:rect b="b" l="l" r="r" t="t"/>
                  <a:pathLst>
                    <a:path extrusionOk="0" h="269" w="428">
                      <a:moveTo>
                        <a:pt x="428" y="0"/>
                      </a:moveTo>
                      <a:cubicBezTo>
                        <a:pt x="428" y="0"/>
                        <a:pt x="217" y="35"/>
                        <a:pt x="217" y="35"/>
                      </a:cubicBezTo>
                      <a:cubicBezTo>
                        <a:pt x="217" y="35"/>
                        <a:pt x="42" y="105"/>
                        <a:pt x="21" y="140"/>
                      </a:cubicBezTo>
                      <a:cubicBezTo>
                        <a:pt x="0" y="175"/>
                        <a:pt x="14" y="217"/>
                        <a:pt x="91" y="246"/>
                      </a:cubicBezTo>
                      <a:cubicBezTo>
                        <a:pt x="126" y="267"/>
                        <a:pt x="177" y="265"/>
                        <a:pt x="231" y="267"/>
                      </a:cubicBezTo>
                      <a:cubicBezTo>
                        <a:pt x="285" y="269"/>
                        <a:pt x="376" y="262"/>
                        <a:pt x="414" y="26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9" name="Google Shape;1819;p23"/>
                <p:cNvSpPr/>
                <p:nvPr/>
              </p:nvSpPr>
              <p:spPr>
                <a:xfrm>
                  <a:off x="3554" y="1075"/>
                  <a:ext cx="377" cy="239"/>
                </a:xfrm>
                <a:custGeom>
                  <a:rect b="b" l="l" r="r" t="t"/>
                  <a:pathLst>
                    <a:path extrusionOk="0" h="239" w="377">
                      <a:moveTo>
                        <a:pt x="42" y="239"/>
                      </a:moveTo>
                      <a:cubicBezTo>
                        <a:pt x="89" y="224"/>
                        <a:pt x="285" y="178"/>
                        <a:pt x="335" y="146"/>
                      </a:cubicBezTo>
                      <a:cubicBezTo>
                        <a:pt x="372" y="115"/>
                        <a:pt x="377" y="75"/>
                        <a:pt x="342" y="47"/>
                      </a:cubicBezTo>
                      <a:cubicBezTo>
                        <a:pt x="286" y="23"/>
                        <a:pt x="71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0" name="Google Shape;1820;p23"/>
                <p:cNvSpPr/>
                <p:nvPr/>
              </p:nvSpPr>
              <p:spPr>
                <a:xfrm>
                  <a:off x="3646" y="997"/>
                  <a:ext cx="660" cy="336"/>
                </a:xfrm>
                <a:custGeom>
                  <a:rect b="b" l="l" r="r" t="t"/>
                  <a:pathLst>
                    <a:path extrusionOk="0" h="300" w="646">
                      <a:moveTo>
                        <a:pt x="343" y="300"/>
                      </a:moveTo>
                      <a:cubicBezTo>
                        <a:pt x="367" y="292"/>
                        <a:pt x="443" y="272"/>
                        <a:pt x="487" y="254"/>
                      </a:cubicBezTo>
                      <a:cubicBezTo>
                        <a:pt x="531" y="236"/>
                        <a:pt x="584" y="216"/>
                        <a:pt x="607" y="191"/>
                      </a:cubicBezTo>
                      <a:cubicBezTo>
                        <a:pt x="628" y="173"/>
                        <a:pt x="646" y="125"/>
                        <a:pt x="627" y="107"/>
                      </a:cubicBezTo>
                      <a:cubicBezTo>
                        <a:pt x="603" y="85"/>
                        <a:pt x="563" y="79"/>
                        <a:pt x="459" y="61"/>
                      </a:cubicBezTo>
                      <a:cubicBezTo>
                        <a:pt x="355" y="43"/>
                        <a:pt x="76" y="10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1" name="Google Shape;1821;p23"/>
                <p:cNvSpPr/>
                <p:nvPr/>
              </p:nvSpPr>
              <p:spPr>
                <a:xfrm>
                  <a:off x="4116" y="955"/>
                  <a:ext cx="630" cy="397"/>
                </a:xfrm>
                <a:custGeom>
                  <a:rect b="b" l="l" r="r" t="t"/>
                  <a:pathLst>
                    <a:path extrusionOk="0" h="397" w="630">
                      <a:moveTo>
                        <a:pt x="320" y="397"/>
                      </a:moveTo>
                      <a:cubicBezTo>
                        <a:pt x="345" y="388"/>
                        <a:pt x="423" y="366"/>
                        <a:pt x="468" y="345"/>
                      </a:cubicBezTo>
                      <a:cubicBezTo>
                        <a:pt x="513" y="325"/>
                        <a:pt x="567" y="303"/>
                        <a:pt x="590" y="275"/>
                      </a:cubicBezTo>
                      <a:cubicBezTo>
                        <a:pt x="612" y="255"/>
                        <a:pt x="630" y="201"/>
                        <a:pt x="611" y="181"/>
                      </a:cubicBezTo>
                      <a:cubicBezTo>
                        <a:pt x="586" y="156"/>
                        <a:pt x="541" y="159"/>
                        <a:pt x="439" y="129"/>
                      </a:cubicBezTo>
                      <a:cubicBezTo>
                        <a:pt x="337" y="99"/>
                        <a:pt x="91" y="27"/>
                        <a:pt x="0" y="0"/>
                      </a:cubicBezTo>
                    </a:path>
                  </a:pathLst>
                </a:custGeom>
                <a:noFill/>
                <a:ln cap="flat" cmpd="sng" w="9525">
                  <a:solidFill>
                    <a:srgbClr val="FF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cxnSp>
            <p:nvCxnSpPr>
              <p:cNvPr id="1822" name="Google Shape;1822;p23"/>
              <p:cNvCxnSpPr/>
              <p:nvPr/>
            </p:nvCxnSpPr>
            <p:spPr>
              <a:xfrm flipH="1">
                <a:off x="7594314" y="2366481"/>
                <a:ext cx="39385" cy="702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1823" name="Google Shape;1823;p23"/>
          <p:cNvSpPr txBox="1"/>
          <p:nvPr/>
        </p:nvSpPr>
        <p:spPr>
          <a:xfrm>
            <a:off x="3117702" y="5846761"/>
            <a:ext cx="1805302" cy="275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radio: 4G/5G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2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Multiple access protocols</a:t>
            </a:r>
            <a:endParaRPr sz="4400"/>
          </a:p>
        </p:txBody>
      </p:sp>
      <p:sp>
        <p:nvSpPr>
          <p:cNvPr id="1830" name="Google Shape;1830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1" name="Google Shape;1831;p24"/>
          <p:cNvSpPr txBox="1"/>
          <p:nvPr/>
        </p:nvSpPr>
        <p:spPr>
          <a:xfrm>
            <a:off x="765106" y="1363316"/>
            <a:ext cx="1114859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shared broadcast channel 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or more simultaneous transmissions by nodes: interference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collision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node receives two or more signals at the same time</a:t>
            </a:r>
            <a:endParaRPr b="0" i="1" sz="2400" u="sng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24"/>
          <p:cNvSpPr txBox="1"/>
          <p:nvPr/>
        </p:nvSpPr>
        <p:spPr>
          <a:xfrm>
            <a:off x="1156044" y="3848099"/>
            <a:ext cx="9962530" cy="2406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algorithm that determines how nodes share channel, i.e., determine when node can transmit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 about channel sharing must use channel itself! </a:t>
            </a:r>
            <a:endParaRPr/>
          </a:p>
          <a:p>
            <a:pPr indent="-223837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out-of-band channel for coordination</a:t>
            </a:r>
            <a:endParaRPr/>
          </a:p>
        </p:txBody>
      </p:sp>
      <p:sp>
        <p:nvSpPr>
          <p:cNvPr id="1833" name="Google Shape;1833;p24"/>
          <p:cNvSpPr/>
          <p:nvPr/>
        </p:nvSpPr>
        <p:spPr>
          <a:xfrm>
            <a:off x="901148" y="3472071"/>
            <a:ext cx="10442713" cy="2358886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24"/>
          <p:cNvSpPr txBox="1"/>
          <p:nvPr/>
        </p:nvSpPr>
        <p:spPr>
          <a:xfrm>
            <a:off x="1258956" y="3154018"/>
            <a:ext cx="4224618" cy="5847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 access protocol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2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An ideal multiple access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1" name="Google Shape;1841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2" name="Google Shape;1842;p25"/>
          <p:cNvSpPr txBox="1"/>
          <p:nvPr/>
        </p:nvSpPr>
        <p:spPr>
          <a:xfrm>
            <a:off x="944216" y="1626703"/>
            <a:ext cx="1005508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given: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access channel (MAC) of rate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bps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desiderata: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one node wants to transmit, it can send at rate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when M nodes want to transmit, each can send at average rate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R/M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fully decentralized: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special node to coordinate transmissions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synchronization of clocks, slots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simple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2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MAC protocols: taxonomy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9" name="Google Shape;184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0" name="Google Shape;1850;p26"/>
          <p:cNvSpPr txBox="1"/>
          <p:nvPr/>
        </p:nvSpPr>
        <p:spPr>
          <a:xfrm>
            <a:off x="811696" y="1356210"/>
            <a:ext cx="11141765" cy="4938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broad classes: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divide channel into smaller “pieces” (time slots, frequency, code)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 piece to node for exclusive use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not divided, allow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“recover” from collisions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take turns, but nodes with more to send can take longer turns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2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TDMA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7" name="Google Shape;1857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8" name="Google Shape;1858;p27"/>
          <p:cNvSpPr txBox="1"/>
          <p:nvPr/>
        </p:nvSpPr>
        <p:spPr>
          <a:xfrm>
            <a:off x="1192904" y="1459051"/>
            <a:ext cx="10230470" cy="293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TDMA: time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to channel in “rounds”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station gets fixed length slot (length = packet transmission time) in each round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 slots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packets to send, slots 2,5,6 idle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9" name="Google Shape;1859;p27"/>
          <p:cNvCxnSpPr/>
          <p:nvPr/>
        </p:nvCxnSpPr>
        <p:spPr>
          <a:xfrm>
            <a:off x="2497001" y="5652397"/>
            <a:ext cx="6084887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0" name="Google Shape;1860;p27"/>
          <p:cNvSpPr/>
          <p:nvPr/>
        </p:nvSpPr>
        <p:spPr>
          <a:xfrm>
            <a:off x="2719251" y="5425384"/>
            <a:ext cx="479425" cy="230188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27"/>
          <p:cNvSpPr/>
          <p:nvPr/>
        </p:nvSpPr>
        <p:spPr>
          <a:xfrm>
            <a:off x="3678101" y="5425384"/>
            <a:ext cx="479425" cy="230188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27"/>
          <p:cNvSpPr/>
          <p:nvPr/>
        </p:nvSpPr>
        <p:spPr>
          <a:xfrm>
            <a:off x="4152763" y="5425384"/>
            <a:ext cx="479425" cy="230188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3" name="Google Shape;1863;p27"/>
          <p:cNvCxnSpPr/>
          <p:nvPr/>
        </p:nvCxnSpPr>
        <p:spPr>
          <a:xfrm>
            <a:off x="2720838" y="5312672"/>
            <a:ext cx="0" cy="338137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4" name="Google Shape;1864;p27"/>
          <p:cNvCxnSpPr/>
          <p:nvPr/>
        </p:nvCxnSpPr>
        <p:spPr>
          <a:xfrm>
            <a:off x="5586276" y="5315847"/>
            <a:ext cx="0" cy="3381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5" name="Google Shape;1865;p27"/>
          <p:cNvSpPr txBox="1"/>
          <p:nvPr/>
        </p:nvSpPr>
        <p:spPr>
          <a:xfrm>
            <a:off x="2819263" y="5392047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66" name="Google Shape;1866;p27"/>
          <p:cNvSpPr txBox="1"/>
          <p:nvPr/>
        </p:nvSpPr>
        <p:spPr>
          <a:xfrm>
            <a:off x="3765413" y="5377759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67" name="Google Shape;1867;p27"/>
          <p:cNvSpPr txBox="1"/>
          <p:nvPr/>
        </p:nvSpPr>
        <p:spPr>
          <a:xfrm>
            <a:off x="4230551" y="5384109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868" name="Google Shape;1868;p27"/>
          <p:cNvSpPr/>
          <p:nvPr/>
        </p:nvSpPr>
        <p:spPr>
          <a:xfrm>
            <a:off x="5576751" y="5420622"/>
            <a:ext cx="479425" cy="230187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27"/>
          <p:cNvSpPr/>
          <p:nvPr/>
        </p:nvSpPr>
        <p:spPr>
          <a:xfrm>
            <a:off x="6535601" y="5420622"/>
            <a:ext cx="479425" cy="230187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27"/>
          <p:cNvSpPr/>
          <p:nvPr/>
        </p:nvSpPr>
        <p:spPr>
          <a:xfrm>
            <a:off x="7010263" y="5420622"/>
            <a:ext cx="479425" cy="230187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1" name="Google Shape;1871;p27"/>
          <p:cNvCxnSpPr/>
          <p:nvPr/>
        </p:nvCxnSpPr>
        <p:spPr>
          <a:xfrm>
            <a:off x="5578338" y="5307909"/>
            <a:ext cx="0" cy="338138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2" name="Google Shape;1872;p27"/>
          <p:cNvSpPr txBox="1"/>
          <p:nvPr/>
        </p:nvSpPr>
        <p:spPr>
          <a:xfrm>
            <a:off x="5676763" y="5387284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873" name="Google Shape;1873;p27"/>
          <p:cNvSpPr txBox="1"/>
          <p:nvPr/>
        </p:nvSpPr>
        <p:spPr>
          <a:xfrm>
            <a:off x="6622913" y="5372997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874" name="Google Shape;1874;p27"/>
          <p:cNvSpPr txBox="1"/>
          <p:nvPr/>
        </p:nvSpPr>
        <p:spPr>
          <a:xfrm>
            <a:off x="7088051" y="5379347"/>
            <a:ext cx="29686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1875" name="Google Shape;1875;p27"/>
          <p:cNvCxnSpPr/>
          <p:nvPr/>
        </p:nvCxnSpPr>
        <p:spPr>
          <a:xfrm>
            <a:off x="320185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27"/>
          <p:cNvCxnSpPr/>
          <p:nvPr/>
        </p:nvCxnSpPr>
        <p:spPr>
          <a:xfrm>
            <a:off x="367810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27"/>
          <p:cNvCxnSpPr/>
          <p:nvPr/>
        </p:nvCxnSpPr>
        <p:spPr>
          <a:xfrm>
            <a:off x="415435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27"/>
          <p:cNvCxnSpPr/>
          <p:nvPr/>
        </p:nvCxnSpPr>
        <p:spPr>
          <a:xfrm>
            <a:off x="4630601" y="5422209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27"/>
          <p:cNvCxnSpPr/>
          <p:nvPr/>
        </p:nvCxnSpPr>
        <p:spPr>
          <a:xfrm>
            <a:off x="5111613" y="5412684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27"/>
          <p:cNvCxnSpPr/>
          <p:nvPr/>
        </p:nvCxnSpPr>
        <p:spPr>
          <a:xfrm>
            <a:off x="605935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27"/>
          <p:cNvCxnSpPr/>
          <p:nvPr/>
        </p:nvCxnSpPr>
        <p:spPr>
          <a:xfrm>
            <a:off x="7007088" y="5412684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27"/>
          <p:cNvCxnSpPr/>
          <p:nvPr/>
        </p:nvCxnSpPr>
        <p:spPr>
          <a:xfrm>
            <a:off x="7954826" y="5407922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3" name="Google Shape;1883;p27"/>
          <p:cNvCxnSpPr/>
          <p:nvPr/>
        </p:nvCxnSpPr>
        <p:spPr>
          <a:xfrm>
            <a:off x="748810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27"/>
          <p:cNvCxnSpPr/>
          <p:nvPr/>
        </p:nvCxnSpPr>
        <p:spPr>
          <a:xfrm>
            <a:off x="8435838" y="5322197"/>
            <a:ext cx="0" cy="338137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27"/>
          <p:cNvCxnSpPr/>
          <p:nvPr/>
        </p:nvCxnSpPr>
        <p:spPr>
          <a:xfrm>
            <a:off x="6535601" y="5417447"/>
            <a:ext cx="0" cy="23812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27"/>
          <p:cNvSpPr txBox="1"/>
          <p:nvPr/>
        </p:nvSpPr>
        <p:spPr>
          <a:xfrm>
            <a:off x="3765413" y="4793559"/>
            <a:ext cx="7048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6-slot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1887" name="Google Shape;1887;p27"/>
          <p:cNvCxnSpPr/>
          <p:nvPr/>
        </p:nvCxnSpPr>
        <p:spPr>
          <a:xfrm>
            <a:off x="4576626" y="5130109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8" name="Google Shape;1888;p27"/>
          <p:cNvCxnSpPr/>
          <p:nvPr/>
        </p:nvCxnSpPr>
        <p:spPr>
          <a:xfrm rot="10800000">
            <a:off x="2731951" y="5125347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9" name="Google Shape;1889;p27"/>
          <p:cNvCxnSpPr/>
          <p:nvPr/>
        </p:nvCxnSpPr>
        <p:spPr>
          <a:xfrm>
            <a:off x="2711313" y="5038034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90" name="Google Shape;1890;p27"/>
          <p:cNvCxnSpPr/>
          <p:nvPr/>
        </p:nvCxnSpPr>
        <p:spPr>
          <a:xfrm>
            <a:off x="5570401" y="5028509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91" name="Google Shape;1891;p27"/>
          <p:cNvSpPr txBox="1"/>
          <p:nvPr/>
        </p:nvSpPr>
        <p:spPr>
          <a:xfrm>
            <a:off x="6629263" y="4766572"/>
            <a:ext cx="7048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6-slot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frame</a:t>
            </a:r>
            <a:endParaRPr/>
          </a:p>
        </p:txBody>
      </p:sp>
      <p:cxnSp>
        <p:nvCxnSpPr>
          <p:cNvPr id="1892" name="Google Shape;1892;p27"/>
          <p:cNvCxnSpPr/>
          <p:nvPr/>
        </p:nvCxnSpPr>
        <p:spPr>
          <a:xfrm>
            <a:off x="7440476" y="5136459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3" name="Google Shape;1893;p27"/>
          <p:cNvCxnSpPr/>
          <p:nvPr/>
        </p:nvCxnSpPr>
        <p:spPr>
          <a:xfrm rot="10800000">
            <a:off x="5595801" y="5131697"/>
            <a:ext cx="989012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4" name="Google Shape;1894;p27"/>
          <p:cNvCxnSpPr/>
          <p:nvPr/>
        </p:nvCxnSpPr>
        <p:spPr>
          <a:xfrm>
            <a:off x="8434251" y="5001522"/>
            <a:ext cx="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1900;p2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Channel partitioning MAC protocols: FDMA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2" name="Google Shape;1902;p28"/>
          <p:cNvSpPr txBox="1"/>
          <p:nvPr/>
        </p:nvSpPr>
        <p:spPr>
          <a:xfrm>
            <a:off x="1097997" y="1404730"/>
            <a:ext cx="10457898" cy="2398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FDMA: frequency division multiple access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 spectrum divided into frequency bands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station assigned fixed frequency band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unused transmission time in frequency bands go idle </a:t>
            </a:r>
            <a:endParaRPr/>
          </a:p>
          <a:p>
            <a:pPr indent="-277813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6-station LAN, 1,3,4 have packet to send, frequency bands 2,5,6 idle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28"/>
          <p:cNvSpPr/>
          <p:nvPr/>
        </p:nvSpPr>
        <p:spPr>
          <a:xfrm>
            <a:off x="6774416" y="4019343"/>
            <a:ext cx="627062" cy="2251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4" name="Google Shape;1904;p28"/>
          <p:cNvCxnSpPr/>
          <p:nvPr/>
        </p:nvCxnSpPr>
        <p:spPr>
          <a:xfrm flipH="1" rot="10800000">
            <a:off x="6772828" y="5124243"/>
            <a:ext cx="622300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5" name="Google Shape;1905;p28"/>
          <p:cNvCxnSpPr/>
          <p:nvPr/>
        </p:nvCxnSpPr>
        <p:spPr>
          <a:xfrm flipH="1" rot="10800000">
            <a:off x="6768066" y="5516355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6" name="Google Shape;1906;p28"/>
          <p:cNvCxnSpPr/>
          <p:nvPr/>
        </p:nvCxnSpPr>
        <p:spPr>
          <a:xfrm flipH="1" rot="10800000">
            <a:off x="6772828" y="5902118"/>
            <a:ext cx="627063" cy="15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7" name="Google Shape;1907;p28"/>
          <p:cNvCxnSpPr/>
          <p:nvPr/>
        </p:nvCxnSpPr>
        <p:spPr>
          <a:xfrm flipH="1" rot="10800000">
            <a:off x="6768066" y="4738480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8" name="Google Shape;1908;p28"/>
          <p:cNvCxnSpPr/>
          <p:nvPr/>
        </p:nvCxnSpPr>
        <p:spPr>
          <a:xfrm flipH="1" rot="10800000">
            <a:off x="6772828" y="4352718"/>
            <a:ext cx="631825" cy="6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9" name="Google Shape;1909;p28"/>
          <p:cNvCxnSpPr/>
          <p:nvPr/>
        </p:nvCxnSpPr>
        <p:spPr>
          <a:xfrm>
            <a:off x="7493553" y="4292393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0" name="Google Shape;1910;p28"/>
          <p:cNvSpPr/>
          <p:nvPr/>
        </p:nvSpPr>
        <p:spPr>
          <a:xfrm>
            <a:off x="7641191" y="4173330"/>
            <a:ext cx="1728787" cy="114300"/>
          </a:xfrm>
          <a:custGeom>
            <a:rect b="b" l="l" r="r" t="t"/>
            <a:pathLst>
              <a:path extrusionOk="0" h="72" w="1089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3333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1" name="Google Shape;1911;p28"/>
          <p:cNvCxnSpPr/>
          <p:nvPr/>
        </p:nvCxnSpPr>
        <p:spPr>
          <a:xfrm>
            <a:off x="7541178" y="4695618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2" name="Google Shape;1912;p28"/>
          <p:cNvCxnSpPr/>
          <p:nvPr/>
        </p:nvCxnSpPr>
        <p:spPr>
          <a:xfrm>
            <a:off x="7541178" y="5094080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3" name="Google Shape;1913;p28"/>
          <p:cNvSpPr/>
          <p:nvPr/>
        </p:nvSpPr>
        <p:spPr>
          <a:xfrm>
            <a:off x="7688816" y="4975018"/>
            <a:ext cx="1728787" cy="114300"/>
          </a:xfrm>
          <a:custGeom>
            <a:rect b="b" l="l" r="r" t="t"/>
            <a:pathLst>
              <a:path extrusionOk="0" h="72" w="1089">
                <a:moveTo>
                  <a:pt x="0" y="72"/>
                </a:moveTo>
                <a:lnTo>
                  <a:pt x="0" y="3"/>
                </a:lnTo>
                <a:lnTo>
                  <a:pt x="1089" y="0"/>
                </a:lnTo>
                <a:lnTo>
                  <a:pt x="1089" y="72"/>
                </a:lnTo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14" name="Google Shape;1914;p28"/>
          <p:cNvGrpSpPr/>
          <p:nvPr/>
        </p:nvGrpSpPr>
        <p:grpSpPr>
          <a:xfrm>
            <a:off x="7558641" y="5379830"/>
            <a:ext cx="2228850" cy="119063"/>
            <a:chOff x="1884" y="2826"/>
            <a:chExt cx="1404" cy="75"/>
          </a:xfrm>
        </p:grpSpPr>
        <p:cxnSp>
          <p:nvCxnSpPr>
            <p:cNvPr id="1915" name="Google Shape;1915;p28"/>
            <p:cNvCxnSpPr/>
            <p:nvPr/>
          </p:nvCxnSpPr>
          <p:spPr>
            <a:xfrm>
              <a:off x="1884" y="2901"/>
              <a:ext cx="1404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916" name="Google Shape;1916;p28"/>
            <p:cNvSpPr/>
            <p:nvPr/>
          </p:nvSpPr>
          <p:spPr>
            <a:xfrm>
              <a:off x="1977" y="2826"/>
              <a:ext cx="1089" cy="72"/>
            </a:xfrm>
            <a:custGeom>
              <a:rect b="b" l="l" r="r" t="t"/>
              <a:pathLst>
                <a:path extrusionOk="0" h="72" w="1089">
                  <a:moveTo>
                    <a:pt x="0" y="72"/>
                  </a:moveTo>
                  <a:lnTo>
                    <a:pt x="0" y="3"/>
                  </a:lnTo>
                  <a:lnTo>
                    <a:pt x="1089" y="0"/>
                  </a:lnTo>
                  <a:lnTo>
                    <a:pt x="1089" y="72"/>
                  </a:lnTo>
                </a:path>
              </a:pathLst>
            </a:custGeom>
            <a:solidFill>
              <a:srgbClr val="00CC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17" name="Google Shape;1917;p28"/>
          <p:cNvCxnSpPr/>
          <p:nvPr/>
        </p:nvCxnSpPr>
        <p:spPr>
          <a:xfrm>
            <a:off x="7588803" y="5905293"/>
            <a:ext cx="22288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8" name="Google Shape;1918;p28"/>
          <p:cNvSpPr txBox="1"/>
          <p:nvPr/>
        </p:nvSpPr>
        <p:spPr>
          <a:xfrm rot="-5400000">
            <a:off x="5570297" y="4899612"/>
            <a:ext cx="1873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frequency bands</a:t>
            </a:r>
            <a:endParaRPr/>
          </a:p>
        </p:txBody>
      </p:sp>
      <p:sp>
        <p:nvSpPr>
          <p:cNvPr id="1919" name="Google Shape;1919;p28"/>
          <p:cNvSpPr txBox="1"/>
          <p:nvPr/>
        </p:nvSpPr>
        <p:spPr>
          <a:xfrm rot="67766">
            <a:off x="9479516" y="3841543"/>
            <a:ext cx="615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/>
          </a:p>
        </p:txBody>
      </p:sp>
      <p:sp>
        <p:nvSpPr>
          <p:cNvPr id="1920" name="Google Shape;1920;p28"/>
          <p:cNvSpPr/>
          <p:nvPr/>
        </p:nvSpPr>
        <p:spPr>
          <a:xfrm>
            <a:off x="4178853" y="4228893"/>
            <a:ext cx="595313" cy="1538287"/>
          </a:xfrm>
          <a:custGeom>
            <a:rect b="b" l="l" r="r" t="t"/>
            <a:pathLst>
              <a:path extrusionOk="0" h="969" w="375">
                <a:moveTo>
                  <a:pt x="375" y="0"/>
                </a:moveTo>
                <a:lnTo>
                  <a:pt x="0" y="485"/>
                </a:lnTo>
                <a:lnTo>
                  <a:pt x="375" y="969"/>
                </a:lnTo>
                <a:lnTo>
                  <a:pt x="375" y="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1" name="Google Shape;1921;p28"/>
          <p:cNvGrpSpPr/>
          <p:nvPr/>
        </p:nvGrpSpPr>
        <p:grpSpPr>
          <a:xfrm>
            <a:off x="2440541" y="4867068"/>
            <a:ext cx="1666875" cy="314325"/>
            <a:chOff x="1614" y="1494"/>
            <a:chExt cx="1050" cy="198"/>
          </a:xfrm>
        </p:grpSpPr>
        <p:sp>
          <p:nvSpPr>
            <p:cNvPr id="1922" name="Google Shape;1922;p28"/>
            <p:cNvSpPr/>
            <p:nvPr/>
          </p:nvSpPr>
          <p:spPr>
            <a:xfrm>
              <a:off x="2358" y="1500"/>
              <a:ext cx="168" cy="17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3" name="Google Shape;1923;p28"/>
            <p:cNvSpPr/>
            <p:nvPr/>
          </p:nvSpPr>
          <p:spPr>
            <a:xfrm>
              <a:off x="1614" y="1494"/>
              <a:ext cx="896" cy="198"/>
            </a:xfrm>
            <a:custGeom>
              <a:rect b="b" l="l" r="r" t="t"/>
              <a:pathLst>
                <a:path extrusionOk="0" h="198" w="896">
                  <a:moveTo>
                    <a:pt x="18" y="0"/>
                  </a:moveTo>
                  <a:lnTo>
                    <a:pt x="0" y="96"/>
                  </a:lnTo>
                  <a:lnTo>
                    <a:pt x="18" y="198"/>
                  </a:lnTo>
                  <a:lnTo>
                    <a:pt x="774" y="198"/>
                  </a:lnTo>
                  <a:cubicBezTo>
                    <a:pt x="896" y="180"/>
                    <a:pt x="750" y="123"/>
                    <a:pt x="750" y="90"/>
                  </a:cubicBezTo>
                  <a:cubicBezTo>
                    <a:pt x="750" y="57"/>
                    <a:pt x="896" y="15"/>
                    <a:pt x="774" y="0"/>
                  </a:cubicBezTo>
                  <a:lnTo>
                    <a:pt x="18" y="0"/>
                  </a:lnTo>
                  <a:close/>
                </a:path>
              </a:pathLst>
            </a:custGeom>
            <a:gradFill>
              <a:gsLst>
                <a:gs pos="0">
                  <a:srgbClr val="000000"/>
                </a:gs>
                <a:gs pos="50000">
                  <a:srgbClr val="FFFFFF"/>
                </a:gs>
                <a:gs pos="100000">
                  <a:srgbClr val="000000"/>
                </a:gs>
              </a:gsLst>
              <a:lin ang="540000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4" name="Google Shape;1924;p28"/>
            <p:cNvSpPr/>
            <p:nvPr/>
          </p:nvSpPr>
          <p:spPr>
            <a:xfrm>
              <a:off x="2502" y="1506"/>
              <a:ext cx="62" cy="168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25" name="Google Shape;1925;p28"/>
            <p:cNvCxnSpPr/>
            <p:nvPr/>
          </p:nvCxnSpPr>
          <p:spPr>
            <a:xfrm>
              <a:off x="2526" y="1584"/>
              <a:ext cx="1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26" name="Google Shape;1926;p28"/>
          <p:cNvSpPr txBox="1"/>
          <p:nvPr/>
        </p:nvSpPr>
        <p:spPr>
          <a:xfrm>
            <a:off x="2589766" y="5579855"/>
            <a:ext cx="12890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FDM cable</a:t>
            </a:r>
            <a:endParaRPr/>
          </a:p>
        </p:txBody>
      </p:sp>
      <p:sp>
        <p:nvSpPr>
          <p:cNvPr id="1927" name="Google Shape;1927;p28"/>
          <p:cNvSpPr/>
          <p:nvPr/>
        </p:nvSpPr>
        <p:spPr>
          <a:xfrm>
            <a:off x="5002905" y="5527821"/>
            <a:ext cx="1003515" cy="275129"/>
          </a:xfrm>
          <a:custGeom>
            <a:rect b="b" l="l" r="r" t="t"/>
            <a:pathLst>
              <a:path extrusionOk="0" h="437864" w="1937289">
                <a:moveTo>
                  <a:pt x="0" y="228603"/>
                </a:moveTo>
                <a:cubicBezTo>
                  <a:pt x="33580" y="152403"/>
                  <a:pt x="49079" y="1294"/>
                  <a:pt x="100739" y="3"/>
                </a:cubicBezTo>
                <a:cubicBezTo>
                  <a:pt x="152399" y="-1288"/>
                  <a:pt x="223434" y="428790"/>
                  <a:pt x="286719" y="430081"/>
                </a:cubicBezTo>
                <a:cubicBezTo>
                  <a:pt x="350004" y="431372"/>
                  <a:pt x="414580" y="7106"/>
                  <a:pt x="480448" y="7752"/>
                </a:cubicBezTo>
                <a:cubicBezTo>
                  <a:pt x="546316" y="8398"/>
                  <a:pt x="617350" y="433956"/>
                  <a:pt x="681926" y="433956"/>
                </a:cubicBezTo>
                <a:cubicBezTo>
                  <a:pt x="746502" y="433956"/>
                  <a:pt x="804620" y="8398"/>
                  <a:pt x="867905" y="7752"/>
                </a:cubicBezTo>
                <a:cubicBezTo>
                  <a:pt x="931190" y="7106"/>
                  <a:pt x="997058" y="430727"/>
                  <a:pt x="1061634" y="430081"/>
                </a:cubicBezTo>
                <a:cubicBezTo>
                  <a:pt x="1126210" y="429435"/>
                  <a:pt x="1190141" y="3878"/>
                  <a:pt x="1255363" y="3878"/>
                </a:cubicBezTo>
                <a:cubicBezTo>
                  <a:pt x="1320585" y="3878"/>
                  <a:pt x="1389036" y="430081"/>
                  <a:pt x="1452966" y="430081"/>
                </a:cubicBezTo>
                <a:cubicBezTo>
                  <a:pt x="1516896" y="430081"/>
                  <a:pt x="1575015" y="2587"/>
                  <a:pt x="1638946" y="3878"/>
                </a:cubicBezTo>
                <a:cubicBezTo>
                  <a:pt x="1702877" y="5170"/>
                  <a:pt x="1764224" y="435247"/>
                  <a:pt x="1836550" y="437830"/>
                </a:cubicBezTo>
                <a:cubicBezTo>
                  <a:pt x="1908876" y="440413"/>
                  <a:pt x="1903709" y="295763"/>
                  <a:pt x="1937289" y="224729"/>
                </a:cubicBezTo>
              </a:path>
            </a:pathLst>
          </a:custGeom>
          <a:noFill/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8" name="Google Shape;1928;p28"/>
          <p:cNvGrpSpPr/>
          <p:nvPr/>
        </p:nvGrpSpPr>
        <p:grpSpPr>
          <a:xfrm>
            <a:off x="5000976" y="4204816"/>
            <a:ext cx="907351" cy="280296"/>
            <a:chOff x="4298196" y="6444710"/>
            <a:chExt cx="907351" cy="280296"/>
          </a:xfrm>
        </p:grpSpPr>
        <p:sp>
          <p:nvSpPr>
            <p:cNvPr id="1929" name="Google Shape;1929;p28"/>
            <p:cNvSpPr/>
            <p:nvPr/>
          </p:nvSpPr>
          <p:spPr>
            <a:xfrm>
              <a:off x="4298196" y="6444710"/>
              <a:ext cx="455909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28"/>
            <p:cNvSpPr/>
            <p:nvPr/>
          </p:nvSpPr>
          <p:spPr>
            <a:xfrm>
              <a:off x="4749638" y="6449877"/>
              <a:ext cx="455909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1" name="Google Shape;1931;p28"/>
          <p:cNvGrpSpPr/>
          <p:nvPr/>
        </p:nvGrpSpPr>
        <p:grpSpPr>
          <a:xfrm>
            <a:off x="4979505" y="4883429"/>
            <a:ext cx="993354" cy="277839"/>
            <a:chOff x="4343400" y="5348498"/>
            <a:chExt cx="993354" cy="277839"/>
          </a:xfrm>
        </p:grpSpPr>
        <p:sp>
          <p:nvSpPr>
            <p:cNvPr id="1932" name="Google Shape;1932;p28"/>
            <p:cNvSpPr/>
            <p:nvPr/>
          </p:nvSpPr>
          <p:spPr>
            <a:xfrm>
              <a:off x="4343400" y="5348498"/>
              <a:ext cx="614122" cy="275129"/>
            </a:xfrm>
            <a:custGeom>
              <a:rect b="b" l="l" r="r" t="t"/>
              <a:pathLst>
                <a:path extrusionOk="0" h="437864" w="1937289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997058" y="430727"/>
                    <a:pt x="1061634" y="430081"/>
                  </a:cubicBezTo>
                  <a:cubicBezTo>
                    <a:pt x="1126210" y="429435"/>
                    <a:pt x="1190141" y="3878"/>
                    <a:pt x="1255363" y="3878"/>
                  </a:cubicBezTo>
                  <a:cubicBezTo>
                    <a:pt x="1320585" y="3878"/>
                    <a:pt x="1389036" y="430081"/>
                    <a:pt x="1452966" y="430081"/>
                  </a:cubicBezTo>
                  <a:cubicBezTo>
                    <a:pt x="1516896" y="430081"/>
                    <a:pt x="1575015" y="2587"/>
                    <a:pt x="1638946" y="3878"/>
                  </a:cubicBezTo>
                  <a:cubicBezTo>
                    <a:pt x="1702877" y="5170"/>
                    <a:pt x="1764224" y="435247"/>
                    <a:pt x="1836550" y="437830"/>
                  </a:cubicBezTo>
                  <a:cubicBezTo>
                    <a:pt x="1908876" y="440413"/>
                    <a:pt x="1903709" y="295763"/>
                    <a:pt x="1937289" y="224729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4951503" y="5353664"/>
              <a:ext cx="385251" cy="272673"/>
            </a:xfrm>
            <a:custGeom>
              <a:rect b="b" l="l" r="r" t="t"/>
              <a:pathLst>
                <a:path extrusionOk="0" h="433956" w="1215300">
                  <a:moveTo>
                    <a:pt x="0" y="228603"/>
                  </a:moveTo>
                  <a:cubicBezTo>
                    <a:pt x="33580" y="152403"/>
                    <a:pt x="49079" y="1294"/>
                    <a:pt x="100739" y="3"/>
                  </a:cubicBezTo>
                  <a:cubicBezTo>
                    <a:pt x="152399" y="-1288"/>
                    <a:pt x="223434" y="428790"/>
                    <a:pt x="286719" y="430081"/>
                  </a:cubicBezTo>
                  <a:cubicBezTo>
                    <a:pt x="350004" y="431372"/>
                    <a:pt x="414580" y="7106"/>
                    <a:pt x="480448" y="7752"/>
                  </a:cubicBezTo>
                  <a:cubicBezTo>
                    <a:pt x="546316" y="8398"/>
                    <a:pt x="617350" y="433956"/>
                    <a:pt x="681926" y="433956"/>
                  </a:cubicBezTo>
                  <a:cubicBezTo>
                    <a:pt x="746502" y="433956"/>
                    <a:pt x="804620" y="8398"/>
                    <a:pt x="867905" y="7752"/>
                  </a:cubicBezTo>
                  <a:cubicBezTo>
                    <a:pt x="931190" y="7106"/>
                    <a:pt x="1003735" y="397882"/>
                    <a:pt x="1061634" y="430081"/>
                  </a:cubicBezTo>
                  <a:cubicBezTo>
                    <a:pt x="1119533" y="462280"/>
                    <a:pt x="1190142" y="281793"/>
                    <a:pt x="1215300" y="200945"/>
                  </a:cubicBezTo>
                </a:path>
              </a:pathLst>
            </a:custGeom>
            <a:noFill/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2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Random access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1" name="Google Shape;1941;p29"/>
          <p:cNvSpPr txBox="1"/>
          <p:nvPr/>
        </p:nvSpPr>
        <p:spPr>
          <a:xfrm>
            <a:off x="904460" y="1438619"/>
            <a:ext cx="11393557" cy="4895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287338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node has packet to send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 at full channel data rate R.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priori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coordination among nodes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or more transmitting nodes: “collision” 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MAC protocol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specifies: 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detect collisions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recover from collisions (e.g., via delayed retransmissions)</a:t>
            </a:r>
            <a:endParaRPr/>
          </a:p>
          <a:p>
            <a:pPr indent="-274638" lvl="0" marL="287338" marR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random access MAC protocols: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ALOHA, slotted ALOHA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CSMA, CSMA/CD, CSMA/CA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3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Slotted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8" name="Google Shape;1948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9" name="Google Shape;1949;p30"/>
          <p:cNvSpPr txBox="1"/>
          <p:nvPr/>
        </p:nvSpPr>
        <p:spPr>
          <a:xfrm>
            <a:off x="845584" y="1416396"/>
            <a:ext cx="510464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assumptions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frames same size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divided into equal size slots (time to transmit 1 frame)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start to transmit only slot beginning 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are synchronized</a:t>
            </a:r>
            <a:endParaRPr/>
          </a:p>
          <a:p>
            <a:pPr indent="-222250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2 or more nodes transmit in slot, all nodes detect collision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0" name="Google Shape;1950;p30"/>
          <p:cNvSpPr txBox="1"/>
          <p:nvPr/>
        </p:nvSpPr>
        <p:spPr>
          <a:xfrm>
            <a:off x="6440557" y="1447181"/>
            <a:ext cx="516834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operation:</a:t>
            </a:r>
            <a:endParaRPr/>
          </a:p>
          <a:p>
            <a:pPr indent="-2349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node obtains fresh frame, transmits in next slot</a:t>
            </a:r>
            <a:endParaRPr/>
          </a:p>
          <a:p>
            <a:pPr indent="-236537" lvl="1" marL="7461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collision: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 can send new frame in next slot</a:t>
            </a:r>
            <a:endParaRPr/>
          </a:p>
          <a:p>
            <a:pPr indent="-236537" lvl="1" marL="7461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collision: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 retransmits frame in each subsequent slot with probability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until success</a:t>
            </a:r>
            <a:endParaRPr/>
          </a:p>
        </p:txBody>
      </p:sp>
      <p:grpSp>
        <p:nvGrpSpPr>
          <p:cNvPr id="1951" name="Google Shape;1951;p30"/>
          <p:cNvGrpSpPr/>
          <p:nvPr/>
        </p:nvGrpSpPr>
        <p:grpSpPr>
          <a:xfrm>
            <a:off x="7222435" y="4651513"/>
            <a:ext cx="3379304" cy="1707369"/>
            <a:chOff x="7222435" y="4651513"/>
            <a:chExt cx="3379304" cy="1707369"/>
          </a:xfrm>
        </p:grpSpPr>
        <p:sp>
          <p:nvSpPr>
            <p:cNvPr id="1952" name="Google Shape;1952;p30"/>
            <p:cNvSpPr txBox="1"/>
            <p:nvPr/>
          </p:nvSpPr>
          <p:spPr>
            <a:xfrm>
              <a:off x="7222435" y="5897217"/>
              <a:ext cx="294266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randomization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–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953" name="Google Shape;1953;p30"/>
            <p:cNvSpPr/>
            <p:nvPr/>
          </p:nvSpPr>
          <p:spPr>
            <a:xfrm>
              <a:off x="10058399" y="4651513"/>
              <a:ext cx="543340" cy="543340"/>
            </a:xfrm>
            <a:prstGeom prst="ellipse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4" name="Google Shape;1954;p30"/>
            <p:cNvCxnSpPr/>
            <p:nvPr/>
          </p:nvCxnSpPr>
          <p:spPr>
            <a:xfrm flipH="1">
              <a:off x="8468481" y="5181601"/>
              <a:ext cx="1636301" cy="702364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9" name="Shape 1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Google Shape;1960;p3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Slotted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2" name="Google Shape;1962;p31"/>
          <p:cNvSpPr txBox="1"/>
          <p:nvPr/>
        </p:nvSpPr>
        <p:spPr>
          <a:xfrm>
            <a:off x="1089991" y="3654425"/>
            <a:ext cx="4846983" cy="3203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Pros: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active node can continuously transmit at full rate of channel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decentralized: only slots in nodes need to be in sync</a:t>
            </a:r>
            <a:endParaRPr/>
          </a:p>
          <a:p>
            <a:pPr indent="-22542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</a:t>
            </a:r>
            <a:endParaRPr/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63" name="Google Shape;1963;p31"/>
          <p:cNvSpPr txBox="1"/>
          <p:nvPr/>
        </p:nvSpPr>
        <p:spPr>
          <a:xfrm>
            <a:off x="6149008" y="3631167"/>
            <a:ext cx="5579166" cy="2743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Cons: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collisions, wasting slots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slots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 may be able to detect collision in less than time to transmit packet</a:t>
            </a:r>
            <a:endParaRPr/>
          </a:p>
          <a:p>
            <a:pPr indent="-225425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 synchronization</a:t>
            </a:r>
            <a:endParaRPr/>
          </a:p>
        </p:txBody>
      </p:sp>
      <p:grpSp>
        <p:nvGrpSpPr>
          <p:cNvPr id="1964" name="Google Shape;1964;p31"/>
          <p:cNvGrpSpPr/>
          <p:nvPr/>
        </p:nvGrpSpPr>
        <p:grpSpPr>
          <a:xfrm>
            <a:off x="3258866" y="1417223"/>
            <a:ext cx="449263" cy="338137"/>
            <a:chOff x="1185" y="903"/>
            <a:chExt cx="283" cy="213"/>
          </a:xfrm>
        </p:grpSpPr>
        <p:sp>
          <p:nvSpPr>
            <p:cNvPr id="1965" name="Google Shape;1965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67" name="Google Shape;1967;p31"/>
          <p:cNvGrpSpPr/>
          <p:nvPr/>
        </p:nvGrpSpPr>
        <p:grpSpPr>
          <a:xfrm>
            <a:off x="4239941" y="1420398"/>
            <a:ext cx="449263" cy="338137"/>
            <a:chOff x="1185" y="903"/>
            <a:chExt cx="283" cy="213"/>
          </a:xfrm>
        </p:grpSpPr>
        <p:sp>
          <p:nvSpPr>
            <p:cNvPr id="1968" name="Google Shape;1968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70" name="Google Shape;1970;p31"/>
          <p:cNvGrpSpPr/>
          <p:nvPr/>
        </p:nvGrpSpPr>
        <p:grpSpPr>
          <a:xfrm>
            <a:off x="5776641" y="1421985"/>
            <a:ext cx="449263" cy="338137"/>
            <a:chOff x="1185" y="903"/>
            <a:chExt cx="283" cy="213"/>
          </a:xfrm>
        </p:grpSpPr>
        <p:sp>
          <p:nvSpPr>
            <p:cNvPr id="1971" name="Google Shape;1971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73" name="Google Shape;1973;p31"/>
          <p:cNvGrpSpPr/>
          <p:nvPr/>
        </p:nvGrpSpPr>
        <p:grpSpPr>
          <a:xfrm>
            <a:off x="6792641" y="1417223"/>
            <a:ext cx="449263" cy="338137"/>
            <a:chOff x="1185" y="903"/>
            <a:chExt cx="283" cy="213"/>
          </a:xfrm>
        </p:grpSpPr>
        <p:sp>
          <p:nvSpPr>
            <p:cNvPr id="1974" name="Google Shape;1974;p31"/>
            <p:cNvSpPr/>
            <p:nvPr/>
          </p:nvSpPr>
          <p:spPr>
            <a:xfrm>
              <a:off x="1185" y="924"/>
              <a:ext cx="283" cy="169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31"/>
            <p:cNvSpPr txBox="1"/>
            <p:nvPr/>
          </p:nvSpPr>
          <p:spPr>
            <a:xfrm>
              <a:off x="1236" y="903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1976" name="Google Shape;1976;p31"/>
          <p:cNvGrpSpPr/>
          <p:nvPr/>
        </p:nvGrpSpPr>
        <p:grpSpPr>
          <a:xfrm>
            <a:off x="3260453" y="1934748"/>
            <a:ext cx="449263" cy="338137"/>
            <a:chOff x="4584" y="1229"/>
            <a:chExt cx="283" cy="213"/>
          </a:xfrm>
        </p:grpSpPr>
        <p:sp>
          <p:nvSpPr>
            <p:cNvPr id="1977" name="Google Shape;1977;p3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3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79" name="Google Shape;1979;p31"/>
          <p:cNvGrpSpPr/>
          <p:nvPr/>
        </p:nvGrpSpPr>
        <p:grpSpPr>
          <a:xfrm>
            <a:off x="3262041" y="2444335"/>
            <a:ext cx="449263" cy="338137"/>
            <a:chOff x="4827" y="1591"/>
            <a:chExt cx="283" cy="213"/>
          </a:xfrm>
        </p:grpSpPr>
        <p:sp>
          <p:nvSpPr>
            <p:cNvPr id="1980" name="Google Shape;1980;p3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3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982" name="Google Shape;1982;p31"/>
          <p:cNvGrpSpPr/>
          <p:nvPr/>
        </p:nvGrpSpPr>
        <p:grpSpPr>
          <a:xfrm>
            <a:off x="4249466" y="1936335"/>
            <a:ext cx="449263" cy="338137"/>
            <a:chOff x="4584" y="1229"/>
            <a:chExt cx="283" cy="213"/>
          </a:xfrm>
        </p:grpSpPr>
        <p:sp>
          <p:nvSpPr>
            <p:cNvPr id="1983" name="Google Shape;1983;p3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3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85" name="Google Shape;1985;p31"/>
          <p:cNvGrpSpPr/>
          <p:nvPr/>
        </p:nvGrpSpPr>
        <p:grpSpPr>
          <a:xfrm>
            <a:off x="4766991" y="1937923"/>
            <a:ext cx="449263" cy="338137"/>
            <a:chOff x="4584" y="1229"/>
            <a:chExt cx="283" cy="213"/>
          </a:xfrm>
        </p:grpSpPr>
        <p:sp>
          <p:nvSpPr>
            <p:cNvPr id="1986" name="Google Shape;1986;p31"/>
            <p:cNvSpPr/>
            <p:nvPr/>
          </p:nvSpPr>
          <p:spPr>
            <a:xfrm>
              <a:off x="4584" y="1247"/>
              <a:ext cx="283" cy="169"/>
            </a:xfrm>
            <a:prstGeom prst="rect">
              <a:avLst/>
            </a:prstGeom>
            <a:solidFill>
              <a:srgbClr val="33CC3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31"/>
            <p:cNvSpPr txBox="1"/>
            <p:nvPr/>
          </p:nvSpPr>
          <p:spPr>
            <a:xfrm>
              <a:off x="4636" y="1229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1988" name="Google Shape;1988;p31"/>
          <p:cNvGrpSpPr/>
          <p:nvPr/>
        </p:nvGrpSpPr>
        <p:grpSpPr>
          <a:xfrm>
            <a:off x="5778228" y="2445922"/>
            <a:ext cx="449263" cy="338137"/>
            <a:chOff x="4827" y="1591"/>
            <a:chExt cx="283" cy="213"/>
          </a:xfrm>
        </p:grpSpPr>
        <p:sp>
          <p:nvSpPr>
            <p:cNvPr id="1989" name="Google Shape;1989;p3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3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1991" name="Google Shape;1991;p31"/>
          <p:cNvGrpSpPr/>
          <p:nvPr/>
        </p:nvGrpSpPr>
        <p:grpSpPr>
          <a:xfrm>
            <a:off x="7289528" y="2447510"/>
            <a:ext cx="449263" cy="338137"/>
            <a:chOff x="4827" y="1591"/>
            <a:chExt cx="283" cy="213"/>
          </a:xfrm>
        </p:grpSpPr>
        <p:sp>
          <p:nvSpPr>
            <p:cNvPr id="1992" name="Google Shape;1992;p31"/>
            <p:cNvSpPr/>
            <p:nvPr/>
          </p:nvSpPr>
          <p:spPr>
            <a:xfrm>
              <a:off x="4827" y="1609"/>
              <a:ext cx="283" cy="169"/>
            </a:xfrm>
            <a:prstGeom prst="rect">
              <a:avLst/>
            </a:prstGeom>
            <a:solidFill>
              <a:srgbClr val="D60093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31"/>
            <p:cNvSpPr txBox="1"/>
            <p:nvPr/>
          </p:nvSpPr>
          <p:spPr>
            <a:xfrm>
              <a:off x="4872" y="1591"/>
              <a:ext cx="18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994" name="Google Shape;1994;p31"/>
          <p:cNvSpPr txBox="1"/>
          <p:nvPr/>
        </p:nvSpPr>
        <p:spPr>
          <a:xfrm>
            <a:off x="2411141" y="1452148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1</a:t>
            </a:r>
            <a:endParaRPr/>
          </a:p>
        </p:txBody>
      </p:sp>
      <p:sp>
        <p:nvSpPr>
          <p:cNvPr id="1995" name="Google Shape;1995;p31"/>
          <p:cNvSpPr txBox="1"/>
          <p:nvPr/>
        </p:nvSpPr>
        <p:spPr>
          <a:xfrm>
            <a:off x="2393678" y="1966498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2</a:t>
            </a:r>
            <a:endParaRPr/>
          </a:p>
        </p:txBody>
      </p:sp>
      <p:sp>
        <p:nvSpPr>
          <p:cNvPr id="1996" name="Google Shape;1996;p31"/>
          <p:cNvSpPr txBox="1"/>
          <p:nvPr/>
        </p:nvSpPr>
        <p:spPr>
          <a:xfrm>
            <a:off x="2439716" y="2469735"/>
            <a:ext cx="7620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node 3</a:t>
            </a:r>
            <a:endParaRPr/>
          </a:p>
        </p:txBody>
      </p:sp>
      <p:cxnSp>
        <p:nvCxnSpPr>
          <p:cNvPr id="1997" name="Google Shape;1997;p31"/>
          <p:cNvCxnSpPr/>
          <p:nvPr/>
        </p:nvCxnSpPr>
        <p:spPr>
          <a:xfrm>
            <a:off x="3236641" y="2977735"/>
            <a:ext cx="52101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8" name="Google Shape;1998;p31"/>
          <p:cNvCxnSpPr/>
          <p:nvPr/>
        </p:nvCxnSpPr>
        <p:spPr>
          <a:xfrm>
            <a:off x="3239816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9" name="Google Shape;1999;p31"/>
          <p:cNvCxnSpPr/>
          <p:nvPr/>
        </p:nvCxnSpPr>
        <p:spPr>
          <a:xfrm>
            <a:off x="373987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31"/>
          <p:cNvCxnSpPr/>
          <p:nvPr/>
        </p:nvCxnSpPr>
        <p:spPr>
          <a:xfrm>
            <a:off x="4243116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1" name="Google Shape;2001;p31"/>
          <p:cNvCxnSpPr/>
          <p:nvPr/>
        </p:nvCxnSpPr>
        <p:spPr>
          <a:xfrm>
            <a:off x="474952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2" name="Google Shape;2002;p31"/>
          <p:cNvCxnSpPr/>
          <p:nvPr/>
        </p:nvCxnSpPr>
        <p:spPr>
          <a:xfrm>
            <a:off x="5254353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3" name="Google Shape;2003;p31"/>
          <p:cNvCxnSpPr/>
          <p:nvPr/>
        </p:nvCxnSpPr>
        <p:spPr>
          <a:xfrm>
            <a:off x="5762353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4" name="Google Shape;2004;p31"/>
          <p:cNvCxnSpPr/>
          <p:nvPr/>
        </p:nvCxnSpPr>
        <p:spPr>
          <a:xfrm>
            <a:off x="6267178" y="287772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5" name="Google Shape;2005;p31"/>
          <p:cNvCxnSpPr/>
          <p:nvPr/>
        </p:nvCxnSpPr>
        <p:spPr>
          <a:xfrm>
            <a:off x="6772003" y="287454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6" name="Google Shape;2006;p31"/>
          <p:cNvCxnSpPr/>
          <p:nvPr/>
        </p:nvCxnSpPr>
        <p:spPr>
          <a:xfrm>
            <a:off x="7280003" y="2871372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7" name="Google Shape;2007;p31"/>
          <p:cNvCxnSpPr/>
          <p:nvPr/>
        </p:nvCxnSpPr>
        <p:spPr>
          <a:xfrm>
            <a:off x="7768953" y="2868197"/>
            <a:ext cx="0" cy="212725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8" name="Google Shape;2008;p31"/>
          <p:cNvSpPr txBox="1"/>
          <p:nvPr/>
        </p:nvSpPr>
        <p:spPr>
          <a:xfrm>
            <a:off x="3301728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09" name="Google Shape;2009;p31"/>
          <p:cNvSpPr txBox="1"/>
          <p:nvPr/>
        </p:nvSpPr>
        <p:spPr>
          <a:xfrm>
            <a:off x="4320903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10" name="Google Shape;2010;p31"/>
          <p:cNvSpPr txBox="1"/>
          <p:nvPr/>
        </p:nvSpPr>
        <p:spPr>
          <a:xfrm>
            <a:off x="5835378" y="2992022"/>
            <a:ext cx="320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11" name="Google Shape;2011;p31"/>
          <p:cNvSpPr txBox="1"/>
          <p:nvPr/>
        </p:nvSpPr>
        <p:spPr>
          <a:xfrm>
            <a:off x="4835253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2" name="Google Shape;2012;p31"/>
          <p:cNvSpPr txBox="1"/>
          <p:nvPr/>
        </p:nvSpPr>
        <p:spPr>
          <a:xfrm>
            <a:off x="6835503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3" name="Google Shape;2013;p31"/>
          <p:cNvSpPr txBox="1"/>
          <p:nvPr/>
        </p:nvSpPr>
        <p:spPr>
          <a:xfrm>
            <a:off x="7321278" y="2992022"/>
            <a:ext cx="3063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014" name="Google Shape;2014;p31"/>
          <p:cNvSpPr txBox="1"/>
          <p:nvPr/>
        </p:nvSpPr>
        <p:spPr>
          <a:xfrm>
            <a:off x="3824016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15" name="Google Shape;2015;p31"/>
          <p:cNvSpPr txBox="1"/>
          <p:nvPr/>
        </p:nvSpPr>
        <p:spPr>
          <a:xfrm>
            <a:off x="5340078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16" name="Google Shape;2016;p31"/>
          <p:cNvSpPr txBox="1"/>
          <p:nvPr/>
        </p:nvSpPr>
        <p:spPr>
          <a:xfrm>
            <a:off x="6340203" y="2988847"/>
            <a:ext cx="3095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Calibri"/>
              <a:buNone/>
            </a:pPr>
            <a:r>
              <a:rPr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2017" name="Google Shape;2017;p31"/>
          <p:cNvSpPr txBox="1"/>
          <p:nvPr/>
        </p:nvSpPr>
        <p:spPr>
          <a:xfrm>
            <a:off x="8693431" y="1736034"/>
            <a:ext cx="15141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collision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success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empty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32"/>
          <p:cNvSpPr txBox="1"/>
          <p:nvPr>
            <p:ph idx="1" type="body"/>
          </p:nvPr>
        </p:nvSpPr>
        <p:spPr>
          <a:xfrm>
            <a:off x="824948" y="1697523"/>
            <a:ext cx="10515600" cy="474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efficiency: </a:t>
            </a:r>
            <a:r>
              <a:rPr lang="en-US"/>
              <a:t>long-run  fraction of successful slots  (many nodes, all with many frames to send)</a:t>
            </a:r>
            <a:endParaRPr/>
          </a:p>
          <a:p>
            <a:pPr indent="-274638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i="1" lang="en-US"/>
              <a:t>suppose:</a:t>
            </a:r>
            <a:r>
              <a:rPr lang="en-US"/>
              <a:t> </a:t>
            </a:r>
            <a:r>
              <a:rPr i="1" lang="en-US"/>
              <a:t>N</a:t>
            </a:r>
            <a:r>
              <a:rPr lang="en-US"/>
              <a:t> nodes with many frames to send, each transmits in slot with probability </a:t>
            </a:r>
            <a:r>
              <a:rPr i="1" lang="en-US"/>
              <a:t>p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prob that given node has success in a slot  = </a:t>
            </a:r>
            <a:r>
              <a:rPr i="1" lang="en-US" sz="2600"/>
              <a:t>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prob that </a:t>
            </a:r>
            <a:r>
              <a:rPr i="1" lang="en-US" sz="2600"/>
              <a:t>any</a:t>
            </a:r>
            <a:r>
              <a:rPr lang="en-US" sz="2600"/>
              <a:t> node has a success = </a:t>
            </a:r>
            <a:r>
              <a:rPr i="1" lang="en-US" sz="2600"/>
              <a:t>Np(1-p)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max efficiency: find </a:t>
            </a:r>
            <a:r>
              <a:rPr i="1" lang="en-US" sz="2600"/>
              <a:t>p* </a:t>
            </a:r>
            <a:r>
              <a:rPr lang="en-US" sz="2600"/>
              <a:t>that maximizes  </a:t>
            </a:r>
            <a:r>
              <a:rPr i="1" lang="en-US" sz="2600"/>
              <a:t>Np(1-p)</a:t>
            </a:r>
            <a:r>
              <a:rPr b="1" baseline="30000" i="1" lang="en-US" sz="2600"/>
              <a:t>N-1</a:t>
            </a:r>
            <a:endParaRPr/>
          </a:p>
          <a:p>
            <a:pPr indent="-274638" lvl="1" marL="8001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for many nodes, take limit of </a:t>
            </a:r>
            <a:r>
              <a:rPr i="1" lang="en-US" sz="2600"/>
              <a:t>Np*(1-p*)</a:t>
            </a:r>
            <a:r>
              <a:rPr b="1" baseline="30000" i="1" lang="en-US" sz="2600"/>
              <a:t>N-1 </a:t>
            </a:r>
            <a:r>
              <a:rPr lang="en-US" sz="2600"/>
              <a:t>as </a:t>
            </a:r>
            <a:r>
              <a:rPr i="1" lang="en-US" sz="2600"/>
              <a:t>N</a:t>
            </a:r>
            <a:r>
              <a:rPr lang="en-US" sz="2600"/>
              <a:t> goes to infinity, gives</a:t>
            </a:r>
            <a:r>
              <a:rPr lang="en-US"/>
              <a:t>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None/>
            </a:pPr>
            <a:r>
              <a:rPr lang="en-US">
                <a:solidFill>
                  <a:srgbClr val="C00000"/>
                </a:solidFill>
              </a:rPr>
              <a:t>    </a:t>
            </a:r>
            <a:r>
              <a:rPr i="1" lang="en-US">
                <a:solidFill>
                  <a:srgbClr val="C00000"/>
                </a:solidFill>
              </a:rPr>
              <a:t>max efficiency = 1/e = .37</a:t>
            </a:r>
            <a:endParaRPr b="1" baseline="30000" i="1">
              <a:solidFill>
                <a:srgbClr val="C00000"/>
              </a:solidFill>
            </a:endParaRPr>
          </a:p>
          <a:p>
            <a:pPr indent="-274638" lvl="0" marL="45720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0000A8"/>
                </a:solidFill>
              </a:rPr>
              <a:t>at best:</a:t>
            </a:r>
            <a:r>
              <a:rPr i="1" lang="en-US" sz="2400">
                <a:solidFill>
                  <a:srgbClr val="0000A8"/>
                </a:solidFill>
              </a:rPr>
              <a:t> </a:t>
            </a:r>
            <a:r>
              <a:rPr lang="en-US" sz="2400"/>
              <a:t>channel used for useful  transmissions 37% of time!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i="1"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23" name="Google Shape;2023;p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Slotted ALOHA: efficiency</a:t>
            </a:r>
            <a:endParaRPr/>
          </a:p>
        </p:txBody>
      </p:sp>
      <p:sp>
        <p:nvSpPr>
          <p:cNvPr id="2024" name="Google Shape;2024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9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3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Pure ALOHA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1" name="Google Shape;203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2" name="Google Shape;2032;p33"/>
          <p:cNvSpPr txBox="1"/>
          <p:nvPr/>
        </p:nvSpPr>
        <p:spPr>
          <a:xfrm>
            <a:off x="891209" y="1435652"/>
            <a:ext cx="10518913" cy="2314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unslotted Aloha: simpler, no synchronization</a:t>
            </a:r>
            <a:endParaRPr/>
          </a:p>
          <a:p>
            <a:pPr indent="-274638" lvl="1" marL="7477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frame first arrives: transmit immediately 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probability increases with no synchronization: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sent at 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collides with other frames sent in [t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+1]</a:t>
            </a:r>
            <a:endParaRPr/>
          </a:p>
        </p:txBody>
      </p:sp>
      <p:grpSp>
        <p:nvGrpSpPr>
          <p:cNvPr id="2033" name="Google Shape;2033;p33"/>
          <p:cNvGrpSpPr/>
          <p:nvPr/>
        </p:nvGrpSpPr>
        <p:grpSpPr>
          <a:xfrm>
            <a:off x="2981739" y="3590924"/>
            <a:ext cx="6215270" cy="1680396"/>
            <a:chOff x="2981739" y="3590924"/>
            <a:chExt cx="6215270" cy="1680396"/>
          </a:xfrm>
        </p:grpSpPr>
        <p:grpSp>
          <p:nvGrpSpPr>
            <p:cNvPr id="2034" name="Google Shape;2034;p33"/>
            <p:cNvGrpSpPr/>
            <p:nvPr/>
          </p:nvGrpSpPr>
          <p:grpSpPr>
            <a:xfrm>
              <a:off x="3709987" y="4014790"/>
              <a:ext cx="1533525" cy="57150"/>
              <a:chOff x="5229225" y="5548314"/>
              <a:chExt cx="1533525" cy="57150"/>
            </a:xfrm>
          </p:grpSpPr>
          <p:cxnSp>
            <p:nvCxnSpPr>
              <p:cNvPr id="2035" name="Google Shape;2035;p33"/>
              <p:cNvCxnSpPr/>
              <p:nvPr/>
            </p:nvCxnSpPr>
            <p:spPr>
              <a:xfrm>
                <a:off x="5229225" y="5581650"/>
                <a:ext cx="1533525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036" name="Google Shape;2036;p33"/>
              <p:cNvSpPr/>
              <p:nvPr/>
            </p:nvSpPr>
            <p:spPr>
              <a:xfrm>
                <a:off x="5591173" y="5548314"/>
                <a:ext cx="828675" cy="57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37" name="Google Shape;2037;p33"/>
            <p:cNvGrpSpPr/>
            <p:nvPr/>
          </p:nvGrpSpPr>
          <p:grpSpPr>
            <a:xfrm>
              <a:off x="5262562" y="4014791"/>
              <a:ext cx="1533525" cy="57150"/>
              <a:chOff x="5229225" y="5548314"/>
              <a:chExt cx="1533525" cy="57150"/>
            </a:xfrm>
          </p:grpSpPr>
          <p:cxnSp>
            <p:nvCxnSpPr>
              <p:cNvPr id="2038" name="Google Shape;2038;p33"/>
              <p:cNvCxnSpPr/>
              <p:nvPr/>
            </p:nvCxnSpPr>
            <p:spPr>
              <a:xfrm>
                <a:off x="5229225" y="5581650"/>
                <a:ext cx="1533525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039" name="Google Shape;2039;p33"/>
              <p:cNvSpPr/>
              <p:nvPr/>
            </p:nvSpPr>
            <p:spPr>
              <a:xfrm>
                <a:off x="5591173" y="5548314"/>
                <a:ext cx="828675" cy="571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40" name="Google Shape;2040;p33"/>
            <p:cNvCxnSpPr/>
            <p:nvPr/>
          </p:nvCxnSpPr>
          <p:spPr>
            <a:xfrm>
              <a:off x="2981739" y="4890052"/>
              <a:ext cx="62152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1" name="Google Shape;2041;p33"/>
            <p:cNvCxnSpPr/>
            <p:nvPr/>
          </p:nvCxnSpPr>
          <p:spPr>
            <a:xfrm>
              <a:off x="6798365" y="3817663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2" name="Google Shape;2042;p33"/>
            <p:cNvCxnSpPr/>
            <p:nvPr/>
          </p:nvCxnSpPr>
          <p:spPr>
            <a:xfrm>
              <a:off x="5254486" y="3823252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43" name="Google Shape;2043;p33"/>
            <p:cNvCxnSpPr/>
            <p:nvPr/>
          </p:nvCxnSpPr>
          <p:spPr>
            <a:xfrm>
              <a:off x="3710607" y="3833604"/>
              <a:ext cx="0" cy="109993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044" name="Google Shape;2044;p33"/>
            <p:cNvSpPr txBox="1"/>
            <p:nvPr/>
          </p:nvSpPr>
          <p:spPr>
            <a:xfrm>
              <a:off x="6453809" y="4863548"/>
              <a:ext cx="73129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aseline="-25000"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+ 1</a:t>
              </a:r>
              <a:endParaRPr/>
            </a:p>
          </p:txBody>
        </p:sp>
        <p:sp>
          <p:nvSpPr>
            <p:cNvPr id="2045" name="Google Shape;2045;p33"/>
            <p:cNvSpPr txBox="1"/>
            <p:nvPr/>
          </p:nvSpPr>
          <p:spPr>
            <a:xfrm>
              <a:off x="3381167" y="4871210"/>
              <a:ext cx="68159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aseline="-25000"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- 1</a:t>
              </a:r>
              <a:endParaRPr/>
            </a:p>
          </p:txBody>
        </p:sp>
        <p:sp>
          <p:nvSpPr>
            <p:cNvPr id="2046" name="Google Shape;2046;p33"/>
            <p:cNvSpPr txBox="1"/>
            <p:nvPr/>
          </p:nvSpPr>
          <p:spPr>
            <a:xfrm>
              <a:off x="5102086" y="4865199"/>
              <a:ext cx="35779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aseline="-25000" i="1"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i="1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3"/>
            <p:cNvSpPr/>
            <p:nvPr/>
          </p:nvSpPr>
          <p:spPr>
            <a:xfrm>
              <a:off x="4090988" y="4191000"/>
              <a:ext cx="1547812" cy="17145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3"/>
            <p:cNvSpPr/>
            <p:nvPr/>
          </p:nvSpPr>
          <p:spPr>
            <a:xfrm>
              <a:off x="5248276" y="4429125"/>
              <a:ext cx="1547812" cy="1714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3"/>
            <p:cNvSpPr/>
            <p:nvPr/>
          </p:nvSpPr>
          <p:spPr>
            <a:xfrm>
              <a:off x="6519864" y="4672012"/>
              <a:ext cx="1547812" cy="17145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3"/>
            <p:cNvSpPr txBox="1"/>
            <p:nvPr/>
          </p:nvSpPr>
          <p:spPr>
            <a:xfrm>
              <a:off x="5514017" y="3590925"/>
              <a:ext cx="105830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 overlap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 end of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i’s frame</a:t>
              </a:r>
              <a:endParaRPr/>
            </a:p>
          </p:txBody>
        </p:sp>
        <p:sp>
          <p:nvSpPr>
            <p:cNvPr id="2051" name="Google Shape;2051;p33"/>
            <p:cNvSpPr txBox="1"/>
            <p:nvPr/>
          </p:nvSpPr>
          <p:spPr>
            <a:xfrm>
              <a:off x="3946547" y="3590924"/>
              <a:ext cx="1116652" cy="6136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will overlap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 start of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i’s frame</a:t>
              </a:r>
              <a:endParaRPr/>
            </a:p>
          </p:txBody>
        </p:sp>
      </p:grpSp>
      <p:sp>
        <p:nvSpPr>
          <p:cNvPr id="2052" name="Google Shape;2052;p33"/>
          <p:cNvSpPr txBox="1"/>
          <p:nvPr/>
        </p:nvSpPr>
        <p:spPr>
          <a:xfrm>
            <a:off x="911088" y="5316331"/>
            <a:ext cx="10518913" cy="62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pure Aloha efficiency: 18% !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 (carrier sense multiple access)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0" name="Google Shape;2060;p34"/>
          <p:cNvSpPr txBox="1"/>
          <p:nvPr/>
        </p:nvSpPr>
        <p:spPr>
          <a:xfrm>
            <a:off x="1075221" y="1383818"/>
            <a:ext cx="10295145" cy="2220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listen before transmit: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idle: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transmit entire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 channel sensed busy: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defer transmission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analogy: don’t interrupt others!</a:t>
            </a:r>
            <a:endParaRPr/>
          </a:p>
        </p:txBody>
      </p:sp>
      <p:sp>
        <p:nvSpPr>
          <p:cNvPr id="2061" name="Google Shape;2061;p34"/>
          <p:cNvSpPr txBox="1"/>
          <p:nvPr/>
        </p:nvSpPr>
        <p:spPr>
          <a:xfrm>
            <a:off x="1078879" y="3646626"/>
            <a:ext cx="10158964" cy="2661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 with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 detection</a:t>
            </a:r>
            <a:endParaRPr i="1" sz="28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detected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within short time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colliding transmissions aborted, reducing channel wastage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 detection easy in wired, difficult with wireless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analogy: the polite conversationalist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6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p3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CSMA: collisions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8" name="Google Shape;2068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9" name="Google Shape;2069;p35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collisions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still occur with carrier sensing: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propagation delay means  two nodes may not hear each other’s just-started transmission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collision: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packet transmission time wasted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&amp; propagation delay play role in in determining collision probability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2070" name="Google Shape;207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1570" y="1216371"/>
            <a:ext cx="4287837" cy="5049837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35"/>
          <p:cNvSpPr/>
          <p:nvPr/>
        </p:nvSpPr>
        <p:spPr>
          <a:xfrm>
            <a:off x="7999482" y="778221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layout of nodes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35"/>
          <p:cNvSpPr/>
          <p:nvPr/>
        </p:nvSpPr>
        <p:spPr>
          <a:xfrm>
            <a:off x="7305745" y="2446683"/>
            <a:ext cx="3736975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35"/>
          <p:cNvSpPr/>
          <p:nvPr/>
        </p:nvSpPr>
        <p:spPr>
          <a:xfrm>
            <a:off x="7313682" y="2703858"/>
            <a:ext cx="3725863" cy="2571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35"/>
          <p:cNvSpPr/>
          <p:nvPr/>
        </p:nvSpPr>
        <p:spPr>
          <a:xfrm>
            <a:off x="7275582" y="2956271"/>
            <a:ext cx="3763963" cy="16240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35"/>
          <p:cNvSpPr/>
          <p:nvPr/>
        </p:nvSpPr>
        <p:spPr>
          <a:xfrm>
            <a:off x="7248595" y="4564408"/>
            <a:ext cx="3789362" cy="16351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35"/>
          <p:cNvSpPr/>
          <p:nvPr/>
        </p:nvSpPr>
        <p:spPr>
          <a:xfrm>
            <a:off x="7242245" y="1148108"/>
            <a:ext cx="4040187" cy="1301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77" name="Google Shape;2077;p35"/>
          <p:cNvGrpSpPr/>
          <p:nvPr/>
        </p:nvGrpSpPr>
        <p:grpSpPr>
          <a:xfrm>
            <a:off x="7426395" y="1146521"/>
            <a:ext cx="3513137" cy="628650"/>
            <a:chOff x="3117" y="180"/>
            <a:chExt cx="2213" cy="396"/>
          </a:xfrm>
        </p:grpSpPr>
        <p:grpSp>
          <p:nvGrpSpPr>
            <p:cNvPr id="2078" name="Google Shape;2078;p35"/>
            <p:cNvGrpSpPr/>
            <p:nvPr/>
          </p:nvGrpSpPr>
          <p:grpSpPr>
            <a:xfrm flipH="1">
              <a:off x="3117" y="245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79" name="Google Shape;2079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0" name="Google Shape;2080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1" name="Google Shape;2081;p35"/>
            <p:cNvGrpSpPr/>
            <p:nvPr/>
          </p:nvGrpSpPr>
          <p:grpSpPr>
            <a:xfrm flipH="1">
              <a:off x="3747" y="253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82" name="Google Shape;2082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3" name="Google Shape;2083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4" name="Google Shape;2084;p35"/>
            <p:cNvGrpSpPr/>
            <p:nvPr/>
          </p:nvGrpSpPr>
          <p:grpSpPr>
            <a:xfrm flipH="1">
              <a:off x="4356" y="247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85" name="Google Shape;2085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6" name="Google Shape;2086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87" name="Google Shape;2087;p35"/>
            <p:cNvGrpSpPr/>
            <p:nvPr/>
          </p:nvGrpSpPr>
          <p:grpSpPr>
            <a:xfrm flipH="1">
              <a:off x="5014" y="249"/>
              <a:ext cx="316" cy="323"/>
              <a:chOff x="2839" y="3501"/>
              <a:chExt cx="755" cy="803"/>
            </a:xfrm>
          </p:grpSpPr>
          <p:pic>
            <p:nvPicPr>
              <p:cNvPr descr="desktop_computer_stylized_medium" id="2088" name="Google Shape;2088;p3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89" name="Google Shape;2089;p3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90" name="Google Shape;2090;p35"/>
            <p:cNvCxnSpPr/>
            <p:nvPr/>
          </p:nvCxnSpPr>
          <p:spPr>
            <a:xfrm>
              <a:off x="3309" y="181"/>
              <a:ext cx="19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1" name="Google Shape;2091;p35"/>
            <p:cNvCxnSpPr/>
            <p:nvPr/>
          </p:nvCxnSpPr>
          <p:spPr>
            <a:xfrm>
              <a:off x="3309" y="180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2" name="Google Shape;2092;p35"/>
            <p:cNvCxnSpPr/>
            <p:nvPr/>
          </p:nvCxnSpPr>
          <p:spPr>
            <a:xfrm>
              <a:off x="3975" y="183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3" name="Google Shape;2093;p35"/>
            <p:cNvCxnSpPr/>
            <p:nvPr/>
          </p:nvCxnSpPr>
          <p:spPr>
            <a:xfrm>
              <a:off x="4578" y="183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94" name="Google Shape;2094;p35"/>
            <p:cNvCxnSpPr/>
            <p:nvPr/>
          </p:nvCxnSpPr>
          <p:spPr>
            <a:xfrm>
              <a:off x="5289" y="180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3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CSMA/CD: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1" name="Google Shape;2101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2" name="Google Shape;2102;p36"/>
          <p:cNvSpPr txBox="1"/>
          <p:nvPr/>
        </p:nvSpPr>
        <p:spPr>
          <a:xfrm>
            <a:off x="944217" y="1520687"/>
            <a:ext cx="553609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CSMA/CS reduces the amount of time wasted in collisions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transmission aborted on collision detection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" id="2103" name="Google Shape;21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882" y="750060"/>
            <a:ext cx="4433887" cy="38703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4" name="Google Shape;2104;p36"/>
          <p:cNvSpPr/>
          <p:nvPr/>
        </p:nvSpPr>
        <p:spPr>
          <a:xfrm>
            <a:off x="7196619" y="664335"/>
            <a:ext cx="4135438" cy="12112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36"/>
          <p:cNvSpPr/>
          <p:nvPr/>
        </p:nvSpPr>
        <p:spPr>
          <a:xfrm>
            <a:off x="7933219" y="813560"/>
            <a:ext cx="25685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spatial layout of nodes 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6" name="Google Shape;2106;p36"/>
          <p:cNvGrpSpPr/>
          <p:nvPr/>
        </p:nvGrpSpPr>
        <p:grpSpPr>
          <a:xfrm>
            <a:off x="7696682" y="1204085"/>
            <a:ext cx="3263900" cy="195262"/>
            <a:chOff x="4220" y="1231"/>
            <a:chExt cx="1989" cy="90"/>
          </a:xfrm>
        </p:grpSpPr>
        <p:cxnSp>
          <p:nvCxnSpPr>
            <p:cNvPr id="2107" name="Google Shape;2107;p36"/>
            <p:cNvCxnSpPr/>
            <p:nvPr/>
          </p:nvCxnSpPr>
          <p:spPr>
            <a:xfrm>
              <a:off x="4220" y="1232"/>
              <a:ext cx="1989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8" name="Google Shape;2108;p36"/>
            <p:cNvCxnSpPr/>
            <p:nvPr/>
          </p:nvCxnSpPr>
          <p:spPr>
            <a:xfrm>
              <a:off x="4220" y="1231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9" name="Google Shape;2109;p36"/>
            <p:cNvCxnSpPr/>
            <p:nvPr/>
          </p:nvCxnSpPr>
          <p:spPr>
            <a:xfrm>
              <a:off x="4886" y="1234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0" name="Google Shape;2110;p36"/>
            <p:cNvCxnSpPr/>
            <p:nvPr/>
          </p:nvCxnSpPr>
          <p:spPr>
            <a:xfrm>
              <a:off x="5489" y="1234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11" name="Google Shape;2111;p36"/>
            <p:cNvCxnSpPr/>
            <p:nvPr/>
          </p:nvCxnSpPr>
          <p:spPr>
            <a:xfrm>
              <a:off x="6200" y="1231"/>
              <a:ext cx="0" cy="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12" name="Google Shape;2112;p36"/>
          <p:cNvGrpSpPr/>
          <p:nvPr/>
        </p:nvGrpSpPr>
        <p:grpSpPr>
          <a:xfrm flipH="1">
            <a:off x="7342669" y="1337435"/>
            <a:ext cx="501650" cy="512762"/>
            <a:chOff x="2839" y="3501"/>
            <a:chExt cx="755" cy="803"/>
          </a:xfrm>
        </p:grpSpPr>
        <p:pic>
          <p:nvPicPr>
            <p:cNvPr descr="desktop_computer_stylized_medium" id="2113" name="Google Shape;211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4" name="Google Shape;2114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5" name="Google Shape;2115;p36"/>
          <p:cNvGrpSpPr/>
          <p:nvPr/>
        </p:nvGrpSpPr>
        <p:grpSpPr>
          <a:xfrm flipH="1">
            <a:off x="8434869" y="1319972"/>
            <a:ext cx="501650" cy="512763"/>
            <a:chOff x="2839" y="3501"/>
            <a:chExt cx="755" cy="803"/>
          </a:xfrm>
        </p:grpSpPr>
        <p:pic>
          <p:nvPicPr>
            <p:cNvPr descr="desktop_computer_stylized_medium" id="2116" name="Google Shape;2116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7" name="Google Shape;2117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8" name="Google Shape;2118;p36"/>
          <p:cNvGrpSpPr/>
          <p:nvPr/>
        </p:nvGrpSpPr>
        <p:grpSpPr>
          <a:xfrm flipH="1">
            <a:off x="9433407" y="1310447"/>
            <a:ext cx="501650" cy="512763"/>
            <a:chOff x="2839" y="3501"/>
            <a:chExt cx="755" cy="803"/>
          </a:xfrm>
        </p:grpSpPr>
        <p:pic>
          <p:nvPicPr>
            <p:cNvPr descr="desktop_computer_stylized_medium" id="2119" name="Google Shape;2119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1" name="Google Shape;2121;p36"/>
          <p:cNvGrpSpPr/>
          <p:nvPr/>
        </p:nvGrpSpPr>
        <p:grpSpPr>
          <a:xfrm flipH="1">
            <a:off x="10552594" y="1324735"/>
            <a:ext cx="501650" cy="512762"/>
            <a:chOff x="2839" y="3501"/>
            <a:chExt cx="755" cy="803"/>
          </a:xfrm>
        </p:grpSpPr>
        <p:pic>
          <p:nvPicPr>
            <p:cNvPr descr="desktop_computer_stylized_medium" id="2122" name="Google Shape;2122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36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3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Ethernet CSMA/CD algorithm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0" name="Google Shape;2130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1" name="Google Shape;2131;p37"/>
          <p:cNvSpPr txBox="1"/>
          <p:nvPr/>
        </p:nvSpPr>
        <p:spPr>
          <a:xfrm>
            <a:off x="804379" y="1513440"/>
            <a:ext cx="10181673" cy="2422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 receives datagram from network layer, creates frame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NIC senses channel: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idle: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frame transmission. </a:t>
            </a:r>
            <a:endParaRPr/>
          </a:p>
          <a:p>
            <a:pPr indent="50800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b="0" i="0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busy: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until channel idle, then transmit</a:t>
            </a:r>
            <a:endParaRPr/>
          </a:p>
          <a:p>
            <a:pPr indent="-3397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NIC transmits entire frame without collision, NIC is done with frame !</a:t>
            </a:r>
            <a:endParaRPr/>
          </a:p>
        </p:txBody>
      </p:sp>
      <p:sp>
        <p:nvSpPr>
          <p:cNvPr id="2132" name="Google Shape;2132;p37"/>
          <p:cNvSpPr txBox="1"/>
          <p:nvPr/>
        </p:nvSpPr>
        <p:spPr>
          <a:xfrm>
            <a:off x="781879" y="3856384"/>
            <a:ext cx="11211339" cy="2493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702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Calibri"/>
              <a:buAutoNum type="arabicPeriod" startAt="4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NIC detects another transmission while sending:  abort, send jam signal</a:t>
            </a:r>
            <a:endParaRPr/>
          </a:p>
          <a:p>
            <a:pPr indent="-327025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Calibri"/>
              <a:buAutoNum type="arabicPeriod" startAt="4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aborting, NIC enters </a:t>
            </a:r>
            <a:r>
              <a:rPr i="1" lang="en-US" sz="2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binary (exponential) backoff: 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collision, NIC chooses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random from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{0,1,2, …, 2</a:t>
            </a:r>
            <a:r>
              <a:rPr b="1" baseline="30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-1}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NIC waits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·512 bit times, returns to Step 2</a:t>
            </a:r>
            <a:endParaRPr/>
          </a:p>
          <a:p>
            <a:pPr indent="-274638" lvl="1" marL="10858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collisions: longer backoff interval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3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CSMA/CD efficiency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9" name="Google Shape;2139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0" name="Google Shape;2140;p38"/>
          <p:cNvSpPr txBox="1"/>
          <p:nvPr/>
        </p:nvSpPr>
        <p:spPr>
          <a:xfrm>
            <a:off x="1219200" y="1586948"/>
            <a:ext cx="10972800" cy="1684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max prop delay between 2 nodes in LAN</a:t>
            </a:r>
            <a:endParaRPr/>
          </a:p>
          <a:p>
            <a:pPr indent="-238125" lvl="0" marL="2381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time to transmit max-size frame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 goes to 1 </a:t>
            </a:r>
            <a:endParaRPr/>
          </a:p>
          <a:p>
            <a:pPr indent="-238125" lvl="1" marL="6953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goes to 0</a:t>
            </a:r>
            <a:endParaRPr/>
          </a:p>
          <a:p>
            <a:pPr indent="-238125" lvl="1" marL="6953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baseline="-2500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goes to infinity</a:t>
            </a:r>
            <a:endParaRPr/>
          </a:p>
          <a:p>
            <a:pPr indent="-277813" lvl="0" marL="277813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performance than ALOHA: and simple, cheap, decentralized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1" name="Google Shape;214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7979" y="2514531"/>
            <a:ext cx="3570287" cy="9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3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8" name="Google Shape;2148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9" name="Google Shape;2149;p39"/>
          <p:cNvSpPr txBox="1"/>
          <p:nvPr/>
        </p:nvSpPr>
        <p:spPr>
          <a:xfrm>
            <a:off x="997225" y="1454426"/>
            <a:ext cx="105984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channel partitioning MAC protocols: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channel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fairly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high load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inefficient at low load: delay in channel access, 1/N bandwidth allocated even if only 1 active node!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random access MAC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at low load: single node can fully utilize channel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 load: collision overhead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“taking turns” protocols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for best of both worlds!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4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6" name="Google Shape;215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57" name="Google Shape;2157;p40"/>
          <p:cNvGrpSpPr/>
          <p:nvPr/>
        </p:nvGrpSpPr>
        <p:grpSpPr>
          <a:xfrm>
            <a:off x="7380702" y="4061722"/>
            <a:ext cx="781050" cy="681037"/>
            <a:chOff x="-44" y="1473"/>
            <a:chExt cx="981" cy="1105"/>
          </a:xfrm>
        </p:grpSpPr>
        <p:pic>
          <p:nvPicPr>
            <p:cNvPr descr="desktop_computer_stylized_medium" id="2158" name="Google Shape;2158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9" name="Google Shape;2159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0" name="Google Shape;2160;p40"/>
          <p:cNvGrpSpPr/>
          <p:nvPr/>
        </p:nvGrpSpPr>
        <p:grpSpPr>
          <a:xfrm>
            <a:off x="7672802" y="3456884"/>
            <a:ext cx="781050" cy="681038"/>
            <a:chOff x="-44" y="1473"/>
            <a:chExt cx="981" cy="1105"/>
          </a:xfrm>
        </p:grpSpPr>
        <p:pic>
          <p:nvPicPr>
            <p:cNvPr descr="desktop_computer_stylized_medium" id="2161" name="Google Shape;2161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2" name="Google Shape;2162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3" name="Google Shape;2163;p40"/>
          <p:cNvGrpSpPr/>
          <p:nvPr/>
        </p:nvGrpSpPr>
        <p:grpSpPr>
          <a:xfrm>
            <a:off x="7953789" y="2842522"/>
            <a:ext cx="781050" cy="681037"/>
            <a:chOff x="-44" y="1473"/>
            <a:chExt cx="981" cy="1105"/>
          </a:xfrm>
        </p:grpSpPr>
        <p:pic>
          <p:nvPicPr>
            <p:cNvPr descr="desktop_computer_stylized_medium" id="2164" name="Google Shape;2164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5" name="Google Shape;2165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6" name="Google Shape;2166;p40"/>
          <p:cNvGrpSpPr/>
          <p:nvPr/>
        </p:nvGrpSpPr>
        <p:grpSpPr>
          <a:xfrm>
            <a:off x="8255414" y="2261497"/>
            <a:ext cx="781050" cy="681037"/>
            <a:chOff x="-44" y="1473"/>
            <a:chExt cx="981" cy="1105"/>
          </a:xfrm>
        </p:grpSpPr>
        <p:pic>
          <p:nvPicPr>
            <p:cNvPr descr="desktop_computer_stylized_medium" id="2167" name="Google Shape;2167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8" name="Google Shape;2168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9" name="Google Shape;2169;p40"/>
          <p:cNvGrpSpPr/>
          <p:nvPr/>
        </p:nvGrpSpPr>
        <p:grpSpPr>
          <a:xfrm flipH="1">
            <a:off x="10242688" y="2507559"/>
            <a:ext cx="781050" cy="681038"/>
            <a:chOff x="-44" y="1473"/>
            <a:chExt cx="981" cy="1105"/>
          </a:xfrm>
        </p:grpSpPr>
        <p:pic>
          <p:nvPicPr>
            <p:cNvPr descr="desktop_computer_stylized_medium" id="2170" name="Google Shape;2170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1" name="Google Shape;2171;p4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2" name="Google Shape;2172;p40"/>
          <p:cNvSpPr txBox="1"/>
          <p:nvPr/>
        </p:nvSpPr>
        <p:spPr>
          <a:xfrm>
            <a:off x="1219200" y="1422400"/>
            <a:ext cx="5486400" cy="5062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polling:</a:t>
            </a:r>
            <a:r>
              <a:rPr b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 node “invites” other nodes to transmit in turn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 used with “dumb” devices</a:t>
            </a:r>
            <a:endParaRPr/>
          </a:p>
          <a:p>
            <a:pPr indent="-228600" lvl="0" marL="279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polling overhead 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85750" lvl="1" marL="74295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point of failure (master)</a:t>
            </a:r>
            <a:endParaRPr/>
          </a:p>
        </p:txBody>
      </p:sp>
      <p:cxnSp>
        <p:nvCxnSpPr>
          <p:cNvPr id="2173" name="Google Shape;2173;p40"/>
          <p:cNvCxnSpPr/>
          <p:nvPr/>
        </p:nvCxnSpPr>
        <p:spPr>
          <a:xfrm>
            <a:off x="8909464" y="2675834"/>
            <a:ext cx="254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4" name="Google Shape;2174;p40"/>
          <p:cNvSpPr txBox="1"/>
          <p:nvPr/>
        </p:nvSpPr>
        <p:spPr>
          <a:xfrm>
            <a:off x="10071237" y="3129859"/>
            <a:ext cx="9588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master</a:t>
            </a:r>
            <a:endParaRPr/>
          </a:p>
        </p:txBody>
      </p:sp>
      <p:sp>
        <p:nvSpPr>
          <p:cNvPr id="2175" name="Google Shape;2175;p40"/>
          <p:cNvSpPr txBox="1"/>
          <p:nvPr/>
        </p:nvSpPr>
        <p:spPr>
          <a:xfrm>
            <a:off x="7445789" y="4715772"/>
            <a:ext cx="904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slaves</a:t>
            </a:r>
            <a:endParaRPr/>
          </a:p>
        </p:txBody>
      </p:sp>
      <p:grpSp>
        <p:nvGrpSpPr>
          <p:cNvPr id="2176" name="Google Shape;2176;p40"/>
          <p:cNvGrpSpPr/>
          <p:nvPr/>
        </p:nvGrpSpPr>
        <p:grpSpPr>
          <a:xfrm>
            <a:off x="9804814" y="2544072"/>
            <a:ext cx="560388" cy="336550"/>
            <a:chOff x="4212" y="2864"/>
            <a:chExt cx="353" cy="212"/>
          </a:xfrm>
        </p:grpSpPr>
        <p:sp>
          <p:nvSpPr>
            <p:cNvPr id="2177" name="Google Shape;2177;p40"/>
            <p:cNvSpPr/>
            <p:nvPr/>
          </p:nvSpPr>
          <p:spPr>
            <a:xfrm>
              <a:off x="4212" y="2916"/>
              <a:ext cx="353" cy="137"/>
            </a:xfrm>
            <a:prstGeom prst="rect">
              <a:avLst/>
            </a:prstGeom>
            <a:solidFill>
              <a:srgbClr val="00CC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40"/>
            <p:cNvSpPr txBox="1"/>
            <p:nvPr/>
          </p:nvSpPr>
          <p:spPr>
            <a:xfrm>
              <a:off x="4227" y="2864"/>
              <a:ext cx="314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poll</a:t>
              </a:r>
              <a:endParaRPr/>
            </a:p>
          </p:txBody>
        </p:sp>
      </p:grpSp>
      <p:grpSp>
        <p:nvGrpSpPr>
          <p:cNvPr id="2179" name="Google Shape;2179;p40"/>
          <p:cNvGrpSpPr/>
          <p:nvPr/>
        </p:nvGrpSpPr>
        <p:grpSpPr>
          <a:xfrm>
            <a:off x="7853777" y="3466409"/>
            <a:ext cx="595312" cy="336550"/>
            <a:chOff x="4415" y="2364"/>
            <a:chExt cx="375" cy="212"/>
          </a:xfrm>
        </p:grpSpPr>
        <p:sp>
          <p:nvSpPr>
            <p:cNvPr id="2180" name="Google Shape;2180;p40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40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grpSp>
        <p:nvGrpSpPr>
          <p:cNvPr id="2182" name="Google Shape;2182;p40"/>
          <p:cNvGrpSpPr/>
          <p:nvPr/>
        </p:nvGrpSpPr>
        <p:grpSpPr>
          <a:xfrm>
            <a:off x="8360189" y="2348809"/>
            <a:ext cx="595313" cy="336550"/>
            <a:chOff x="4415" y="2364"/>
            <a:chExt cx="375" cy="212"/>
          </a:xfrm>
        </p:grpSpPr>
        <p:sp>
          <p:nvSpPr>
            <p:cNvPr id="2183" name="Google Shape;2183;p40"/>
            <p:cNvSpPr/>
            <p:nvPr/>
          </p:nvSpPr>
          <p:spPr>
            <a:xfrm>
              <a:off x="4437" y="2400"/>
              <a:ext cx="353" cy="137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4" name="Google Shape;2184;p40"/>
            <p:cNvSpPr txBox="1"/>
            <p:nvPr/>
          </p:nvSpPr>
          <p:spPr>
            <a:xfrm>
              <a:off x="4415" y="2364"/>
              <a:ext cx="365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</p:txBody>
        </p:sp>
      </p:grpSp>
      <p:cxnSp>
        <p:nvCxnSpPr>
          <p:cNvPr id="2185" name="Google Shape;2185;p40"/>
          <p:cNvCxnSpPr/>
          <p:nvPr/>
        </p:nvCxnSpPr>
        <p:spPr>
          <a:xfrm>
            <a:off x="9003957" y="3002692"/>
            <a:ext cx="129334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6" name="Google Shape;2186;p40"/>
          <p:cNvCxnSpPr>
            <a:endCxn id="2173" idx="1"/>
          </p:cNvCxnSpPr>
          <p:nvPr/>
        </p:nvCxnSpPr>
        <p:spPr>
          <a:xfrm flipH="1" rot="10800000">
            <a:off x="8896147" y="2675797"/>
            <a:ext cx="267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7" name="Google Shape;2187;p40"/>
          <p:cNvCxnSpPr/>
          <p:nvPr/>
        </p:nvCxnSpPr>
        <p:spPr>
          <a:xfrm flipH="1" rot="10800000">
            <a:off x="8311979" y="2673178"/>
            <a:ext cx="848497" cy="177525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8" name="Google Shape;2188;p40"/>
          <p:cNvCxnSpPr/>
          <p:nvPr/>
        </p:nvCxnSpPr>
        <p:spPr>
          <a:xfrm flipH="1" rot="10800000">
            <a:off x="8607823" y="3240127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9" name="Google Shape;2189;p40"/>
          <p:cNvCxnSpPr/>
          <p:nvPr/>
        </p:nvCxnSpPr>
        <p:spPr>
          <a:xfrm flipH="1" rot="10800000">
            <a:off x="8327736" y="3862084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0" name="Google Shape;2190;p40"/>
          <p:cNvCxnSpPr/>
          <p:nvPr/>
        </p:nvCxnSpPr>
        <p:spPr>
          <a:xfrm flipH="1" rot="10800000">
            <a:off x="8051769" y="4446971"/>
            <a:ext cx="267317" cy="146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4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“Taking turns” MAC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8" name="Google Shape;2198;p41"/>
          <p:cNvSpPr/>
          <p:nvPr/>
        </p:nvSpPr>
        <p:spPr>
          <a:xfrm>
            <a:off x="1244600" y="1490663"/>
            <a:ext cx="5194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 passing:</a:t>
            </a:r>
            <a:endParaRPr b="1"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9400" lvl="0" marL="3937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token</a:t>
            </a:r>
            <a:r>
              <a:rPr b="1"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passed from one node to next sequentially.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message</a:t>
            </a:r>
            <a:endParaRPr/>
          </a:p>
          <a:p>
            <a:pPr indent="-279400" lvl="0" marL="3937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concerns: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token overhead 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latency</a:t>
            </a:r>
            <a:endParaRPr/>
          </a:p>
          <a:p>
            <a:pPr indent="-292100" lvl="1" marL="9144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point of failure (token)</a:t>
            </a:r>
            <a:endParaRPr/>
          </a:p>
        </p:txBody>
      </p:sp>
      <p:grpSp>
        <p:nvGrpSpPr>
          <p:cNvPr id="2199" name="Google Shape;2199;p41"/>
          <p:cNvGrpSpPr/>
          <p:nvPr/>
        </p:nvGrpSpPr>
        <p:grpSpPr>
          <a:xfrm>
            <a:off x="9718675" y="3262312"/>
            <a:ext cx="781050" cy="681038"/>
            <a:chOff x="-44" y="1473"/>
            <a:chExt cx="981" cy="1105"/>
          </a:xfrm>
        </p:grpSpPr>
        <p:pic>
          <p:nvPicPr>
            <p:cNvPr descr="desktop_computer_stylized_medium" id="2200" name="Google Shape;2200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1" name="Google Shape;2201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2" name="Google Shape;2202;p41"/>
          <p:cNvGrpSpPr/>
          <p:nvPr/>
        </p:nvGrpSpPr>
        <p:grpSpPr>
          <a:xfrm>
            <a:off x="7004050" y="3219450"/>
            <a:ext cx="781050" cy="681037"/>
            <a:chOff x="-44" y="1473"/>
            <a:chExt cx="981" cy="1105"/>
          </a:xfrm>
        </p:grpSpPr>
        <p:pic>
          <p:nvPicPr>
            <p:cNvPr descr="desktop_computer_stylized_medium" id="2203" name="Google Shape;2203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4" name="Google Shape;2204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5" name="Google Shape;2205;p41"/>
          <p:cNvGrpSpPr/>
          <p:nvPr/>
        </p:nvGrpSpPr>
        <p:grpSpPr>
          <a:xfrm>
            <a:off x="8321675" y="1555750"/>
            <a:ext cx="781050" cy="681037"/>
            <a:chOff x="-44" y="1473"/>
            <a:chExt cx="981" cy="1105"/>
          </a:xfrm>
        </p:grpSpPr>
        <p:pic>
          <p:nvPicPr>
            <p:cNvPr descr="desktop_computer_stylized_medium" id="2206" name="Google Shape;220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7" name="Google Shape;2207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8" name="Google Shape;2208;p41"/>
          <p:cNvGrpSpPr/>
          <p:nvPr/>
        </p:nvGrpSpPr>
        <p:grpSpPr>
          <a:xfrm>
            <a:off x="8375650" y="5003800"/>
            <a:ext cx="781050" cy="681037"/>
            <a:chOff x="-44" y="1473"/>
            <a:chExt cx="981" cy="1105"/>
          </a:xfrm>
        </p:grpSpPr>
        <p:pic>
          <p:nvPicPr>
            <p:cNvPr descr="desktop_computer_stylized_medium" id="2209" name="Google Shape;2209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0" name="Google Shape;2210;p4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1" name="Google Shape;2211;p41"/>
          <p:cNvSpPr/>
          <p:nvPr/>
        </p:nvSpPr>
        <p:spPr>
          <a:xfrm>
            <a:off x="7850188" y="2212975"/>
            <a:ext cx="2046287" cy="2778125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41"/>
          <p:cNvSpPr/>
          <p:nvPr/>
        </p:nvSpPr>
        <p:spPr>
          <a:xfrm>
            <a:off x="8694738" y="1320800"/>
            <a:ext cx="274637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  <p:sp>
        <p:nvSpPr>
          <p:cNvPr id="2213" name="Google Shape;2213;p41"/>
          <p:cNvSpPr/>
          <p:nvPr/>
        </p:nvSpPr>
        <p:spPr>
          <a:xfrm>
            <a:off x="8439150" y="5603875"/>
            <a:ext cx="811213" cy="320675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2214" name="Google Shape;2214;p41"/>
          <p:cNvSpPr txBox="1"/>
          <p:nvPr/>
        </p:nvSpPr>
        <p:spPr>
          <a:xfrm>
            <a:off x="6831013" y="2674937"/>
            <a:ext cx="10096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(nothing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send)</a:t>
            </a:r>
            <a:endParaRPr/>
          </a:p>
        </p:txBody>
      </p:sp>
      <p:sp>
        <p:nvSpPr>
          <p:cNvPr id="2215" name="Google Shape;2215;p41"/>
          <p:cNvSpPr/>
          <p:nvPr/>
        </p:nvSpPr>
        <p:spPr>
          <a:xfrm>
            <a:off x="7327900" y="3338512"/>
            <a:ext cx="274638" cy="320675"/>
          </a:xfrm>
          <a:prstGeom prst="rect">
            <a:avLst/>
          </a:prstGeom>
          <a:solidFill>
            <a:srgbClr val="00CC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42"/>
          <p:cNvSpPr txBox="1"/>
          <p:nvPr>
            <p:ph type="title"/>
          </p:nvPr>
        </p:nvSpPr>
        <p:spPr>
          <a:xfrm>
            <a:off x="493641" y="412065"/>
            <a:ext cx="11552583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Cable access network: FDM, TDM </a:t>
            </a:r>
            <a:r>
              <a:rPr i="1" lang="en-US"/>
              <a:t>and</a:t>
            </a:r>
            <a:r>
              <a:rPr lang="en-US"/>
              <a:t> random access!</a:t>
            </a:r>
            <a:endParaRPr/>
          </a:p>
        </p:txBody>
      </p:sp>
      <p:sp>
        <p:nvSpPr>
          <p:cNvPr id="2221" name="Google Shape;2221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2" name="Google Shape;2222;p42"/>
          <p:cNvSpPr/>
          <p:nvPr/>
        </p:nvSpPr>
        <p:spPr>
          <a:xfrm>
            <a:off x="3876675" y="2823821"/>
            <a:ext cx="955675" cy="70008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3" name="Google Shape;2223;p42"/>
          <p:cNvSpPr txBox="1"/>
          <p:nvPr/>
        </p:nvSpPr>
        <p:spPr>
          <a:xfrm>
            <a:off x="3316288" y="2282483"/>
            <a:ext cx="1925637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headend</a:t>
            </a:r>
            <a:endParaRPr/>
          </a:p>
        </p:txBody>
      </p:sp>
      <p:sp>
        <p:nvSpPr>
          <p:cNvPr id="2224" name="Google Shape;2224;p42"/>
          <p:cNvSpPr txBox="1"/>
          <p:nvPr/>
        </p:nvSpPr>
        <p:spPr>
          <a:xfrm>
            <a:off x="3817938" y="2793658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CMTS</a:t>
            </a:r>
            <a:endParaRPr/>
          </a:p>
        </p:txBody>
      </p:sp>
      <p:sp>
        <p:nvSpPr>
          <p:cNvPr id="2225" name="Google Shape;2225;p42"/>
          <p:cNvSpPr/>
          <p:nvPr/>
        </p:nvSpPr>
        <p:spPr>
          <a:xfrm>
            <a:off x="3781425" y="2560296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2"/>
          <p:cNvSpPr/>
          <p:nvPr/>
        </p:nvSpPr>
        <p:spPr>
          <a:xfrm rot="10800000">
            <a:off x="1477624" y="3076351"/>
            <a:ext cx="1846681" cy="851585"/>
          </a:xfrm>
          <a:custGeom>
            <a:rect b="b" l="l" r="r" t="t"/>
            <a:pathLst>
              <a:path extrusionOk="0" h="9966" w="10000">
                <a:moveTo>
                  <a:pt x="5243" y="79"/>
                </a:moveTo>
                <a:cubicBezTo>
                  <a:pt x="4365" y="204"/>
                  <a:pt x="3927" y="485"/>
                  <a:pt x="3148" y="796"/>
                </a:cubicBezTo>
                <a:cubicBezTo>
                  <a:pt x="2369" y="1106"/>
                  <a:pt x="1108" y="972"/>
                  <a:pt x="600" y="1942"/>
                </a:cubicBezTo>
                <a:cubicBezTo>
                  <a:pt x="91" y="2911"/>
                  <a:pt x="-144" y="5278"/>
                  <a:pt x="94" y="6612"/>
                </a:cubicBezTo>
                <a:cubicBezTo>
                  <a:pt x="333" y="7946"/>
                  <a:pt x="1163" y="9760"/>
                  <a:pt x="2031" y="9948"/>
                </a:cubicBezTo>
                <a:cubicBezTo>
                  <a:pt x="2899" y="10136"/>
                  <a:pt x="3225" y="8832"/>
                  <a:pt x="4139" y="8683"/>
                </a:cubicBezTo>
                <a:cubicBezTo>
                  <a:pt x="5052" y="8534"/>
                  <a:pt x="6674" y="9035"/>
                  <a:pt x="7509" y="9056"/>
                </a:cubicBezTo>
                <a:cubicBezTo>
                  <a:pt x="8344" y="9077"/>
                  <a:pt x="8726" y="9097"/>
                  <a:pt x="9123" y="8849"/>
                </a:cubicBezTo>
                <a:cubicBezTo>
                  <a:pt x="9519" y="8601"/>
                  <a:pt x="9759" y="8519"/>
                  <a:pt x="9888" y="7567"/>
                </a:cubicBezTo>
                <a:cubicBezTo>
                  <a:pt x="10015" y="6615"/>
                  <a:pt x="10071" y="4299"/>
                  <a:pt x="9859" y="3140"/>
                </a:cubicBezTo>
                <a:cubicBezTo>
                  <a:pt x="9647" y="1983"/>
                  <a:pt x="9377" y="1073"/>
                  <a:pt x="8613" y="577"/>
                </a:cubicBezTo>
                <a:cubicBezTo>
                  <a:pt x="7849" y="79"/>
                  <a:pt x="6390" y="-127"/>
                  <a:pt x="5243" y="79"/>
                </a:cubicBezTo>
                <a:close/>
              </a:path>
            </a:pathLst>
          </a:custGeom>
          <a:gradFill>
            <a:gsLst>
              <a:gs pos="0">
                <a:srgbClr val="00CC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7" name="Google Shape;2227;p42"/>
          <p:cNvCxnSpPr/>
          <p:nvPr/>
        </p:nvCxnSpPr>
        <p:spPr>
          <a:xfrm flipH="1" rot="10800000">
            <a:off x="2442061" y="3311688"/>
            <a:ext cx="157454" cy="8415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8" name="Google Shape;2228;p42"/>
          <p:cNvCxnSpPr/>
          <p:nvPr/>
        </p:nvCxnSpPr>
        <p:spPr>
          <a:xfrm>
            <a:off x="2227748" y="3479990"/>
            <a:ext cx="0" cy="8078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42"/>
          <p:cNvCxnSpPr/>
          <p:nvPr/>
        </p:nvCxnSpPr>
        <p:spPr>
          <a:xfrm flipH="1" rot="10800000">
            <a:off x="2442061" y="3379009"/>
            <a:ext cx="329487" cy="282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0" name="Google Shape;2230;p42"/>
          <p:cNvCxnSpPr/>
          <p:nvPr/>
        </p:nvCxnSpPr>
        <p:spPr>
          <a:xfrm>
            <a:off x="2898386" y="3377887"/>
            <a:ext cx="0" cy="19186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42"/>
          <p:cNvCxnSpPr/>
          <p:nvPr/>
        </p:nvCxnSpPr>
        <p:spPr>
          <a:xfrm>
            <a:off x="2465387" y="3677463"/>
            <a:ext cx="23618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32" name="Google Shape;2232;p42"/>
          <p:cNvGrpSpPr/>
          <p:nvPr/>
        </p:nvGrpSpPr>
        <p:grpSpPr>
          <a:xfrm flipH="1">
            <a:off x="1559152" y="3670725"/>
            <a:ext cx="466530" cy="2244"/>
            <a:chOff x="3159352" y="3666243"/>
            <a:chExt cx="466530" cy="2244"/>
          </a:xfrm>
        </p:grpSpPr>
        <p:cxnSp>
          <p:nvCxnSpPr>
            <p:cNvPr id="2233" name="Google Shape;2233;p42"/>
            <p:cNvCxnSpPr/>
            <p:nvPr/>
          </p:nvCxnSpPr>
          <p:spPr>
            <a:xfrm>
              <a:off x="3159352" y="3668487"/>
              <a:ext cx="22160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4" name="Google Shape;2234;p42"/>
            <p:cNvCxnSpPr/>
            <p:nvPr/>
          </p:nvCxnSpPr>
          <p:spPr>
            <a:xfrm>
              <a:off x="3404280" y="3666243"/>
              <a:ext cx="221602" cy="0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2235" name="Google Shape;2235;p42"/>
          <p:cNvSpPr txBox="1"/>
          <p:nvPr/>
        </p:nvSpPr>
        <p:spPr>
          <a:xfrm>
            <a:off x="3079538" y="3632083"/>
            <a:ext cx="4667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ISP</a:t>
            </a:r>
            <a:endParaRPr/>
          </a:p>
        </p:txBody>
      </p:sp>
      <p:cxnSp>
        <p:nvCxnSpPr>
          <p:cNvPr id="2236" name="Google Shape;2236;p42"/>
          <p:cNvCxnSpPr/>
          <p:nvPr/>
        </p:nvCxnSpPr>
        <p:spPr>
          <a:xfrm rot="10800000">
            <a:off x="4595813" y="3373096"/>
            <a:ext cx="452437" cy="381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7" name="Google Shape;2237;p42"/>
          <p:cNvSpPr txBox="1"/>
          <p:nvPr/>
        </p:nvSpPr>
        <p:spPr>
          <a:xfrm>
            <a:off x="4502310" y="3615330"/>
            <a:ext cx="1611339" cy="460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modem</a:t>
            </a:r>
            <a:endParaRPr/>
          </a:p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termination system</a:t>
            </a:r>
            <a:endParaRPr/>
          </a:p>
        </p:txBody>
      </p:sp>
      <p:grpSp>
        <p:nvGrpSpPr>
          <p:cNvPr id="2238" name="Google Shape;2238;p42"/>
          <p:cNvGrpSpPr/>
          <p:nvPr/>
        </p:nvGrpSpPr>
        <p:grpSpPr>
          <a:xfrm>
            <a:off x="9146140" y="2298358"/>
            <a:ext cx="2498818" cy="1466537"/>
            <a:chOff x="467224" y="1239838"/>
            <a:chExt cx="2268538" cy="1465643"/>
          </a:xfrm>
        </p:grpSpPr>
        <p:sp>
          <p:nvSpPr>
            <p:cNvPr id="2239" name="Google Shape;2239;p42"/>
            <p:cNvSpPr/>
            <p:nvPr/>
          </p:nvSpPr>
          <p:spPr>
            <a:xfrm>
              <a:off x="717379" y="1650750"/>
              <a:ext cx="1793876" cy="92653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40" name="Google Shape;2240;p42"/>
            <p:cNvCxnSpPr/>
            <p:nvPr/>
          </p:nvCxnSpPr>
          <p:spPr>
            <a:xfrm flipH="1" rot="10800000">
              <a:off x="958850" y="2201863"/>
              <a:ext cx="365125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1" name="Google Shape;2241;p42"/>
            <p:cNvSpPr txBox="1"/>
            <p:nvPr/>
          </p:nvSpPr>
          <p:spPr>
            <a:xfrm>
              <a:off x="1250087" y="2264475"/>
              <a:ext cx="748923" cy="441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cable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modem</a:t>
              </a:r>
              <a:endParaRPr/>
            </a:p>
          </p:txBody>
        </p:sp>
        <p:sp>
          <p:nvSpPr>
            <p:cNvPr id="2242" name="Google Shape;2242;p42"/>
            <p:cNvSpPr txBox="1"/>
            <p:nvPr/>
          </p:nvSpPr>
          <p:spPr>
            <a:xfrm>
              <a:off x="607799" y="2331583"/>
              <a:ext cx="707245" cy="268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splitter</a:t>
              </a:r>
              <a:endParaRPr/>
            </a:p>
          </p:txBody>
        </p:sp>
        <p:grpSp>
          <p:nvGrpSpPr>
            <p:cNvPr id="2243" name="Google Shape;2243;p42"/>
            <p:cNvGrpSpPr/>
            <p:nvPr/>
          </p:nvGrpSpPr>
          <p:grpSpPr>
            <a:xfrm>
              <a:off x="1304925" y="2078038"/>
              <a:ext cx="614363" cy="220011"/>
              <a:chOff x="322" y="890"/>
              <a:chExt cx="872" cy="338"/>
            </a:xfrm>
          </p:grpSpPr>
          <p:sp>
            <p:nvSpPr>
              <p:cNvPr id="2244" name="Google Shape;2244;p42"/>
              <p:cNvSpPr/>
              <p:nvPr/>
            </p:nvSpPr>
            <p:spPr>
              <a:xfrm>
                <a:off x="322" y="1004"/>
                <a:ext cx="872" cy="224"/>
              </a:xfrm>
              <a:prstGeom prst="rect">
                <a:avLst/>
              </a:pr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42"/>
              <p:cNvSpPr/>
              <p:nvPr/>
            </p:nvSpPr>
            <p:spPr>
              <a:xfrm>
                <a:off x="394" y="1072"/>
                <a:ext cx="54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42"/>
              <p:cNvSpPr/>
              <p:nvPr/>
            </p:nvSpPr>
            <p:spPr>
              <a:xfrm>
                <a:off x="466" y="1072"/>
                <a:ext cx="56" cy="56"/>
              </a:xfrm>
              <a:prstGeom prst="rect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42"/>
              <p:cNvSpPr/>
              <p:nvPr/>
            </p:nvSpPr>
            <p:spPr>
              <a:xfrm>
                <a:off x="541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42"/>
              <p:cNvSpPr/>
              <p:nvPr/>
            </p:nvSpPr>
            <p:spPr>
              <a:xfrm>
                <a:off x="615" y="1070"/>
                <a:ext cx="56" cy="5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42"/>
              <p:cNvSpPr/>
              <p:nvPr/>
            </p:nvSpPr>
            <p:spPr>
              <a:xfrm flipH="1" rot="10800000">
                <a:off x="322" y="890"/>
                <a:ext cx="859" cy="110"/>
              </a:xfrm>
              <a:custGeom>
                <a:rect b="b" l="l" r="r" t="t"/>
                <a:pathLst>
                  <a:path extrusionOk="0" h="21600" w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50" name="Google Shape;2250;p42"/>
            <p:cNvSpPr/>
            <p:nvPr/>
          </p:nvSpPr>
          <p:spPr>
            <a:xfrm>
              <a:off x="467224" y="1239838"/>
              <a:ext cx="2268538" cy="468028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42"/>
            <p:cNvSpPr/>
            <p:nvPr/>
          </p:nvSpPr>
          <p:spPr>
            <a:xfrm>
              <a:off x="906462" y="2133056"/>
              <a:ext cx="166688" cy="144374"/>
            </a:xfrm>
            <a:prstGeom prst="rect">
              <a:avLst/>
            </a:prstGeom>
            <a:solidFill>
              <a:srgbClr val="0000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42"/>
            <p:cNvSpPr/>
            <p:nvPr/>
          </p:nvSpPr>
          <p:spPr>
            <a:xfrm flipH="1">
              <a:off x="970845" y="1691922"/>
              <a:ext cx="479425" cy="434975"/>
            </a:xfrm>
            <a:custGeom>
              <a:rect b="b" l="l" r="r" t="t"/>
              <a:pathLst>
                <a:path extrusionOk="0" h="274" w="381">
                  <a:moveTo>
                    <a:pt x="381" y="274"/>
                  </a:moveTo>
                  <a:lnTo>
                    <a:pt x="381" y="130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53" name="Google Shape;2253;p42"/>
            <p:cNvCxnSpPr/>
            <p:nvPr/>
          </p:nvCxnSpPr>
          <p:spPr>
            <a:xfrm rot="10800000">
              <a:off x="1917701" y="2215556"/>
              <a:ext cx="23971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descr="tv" id="2254" name="Google Shape;2254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24844" y="1355725"/>
              <a:ext cx="755650" cy="67468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55" name="Google Shape;2255;p42"/>
            <p:cNvGrpSpPr/>
            <p:nvPr/>
          </p:nvGrpSpPr>
          <p:grpSpPr>
            <a:xfrm>
              <a:off x="1854097" y="1780738"/>
              <a:ext cx="609600" cy="609600"/>
              <a:chOff x="-44" y="1473"/>
              <a:chExt cx="981" cy="1105"/>
            </a:xfrm>
          </p:grpSpPr>
          <p:pic>
            <p:nvPicPr>
              <p:cNvPr descr="desktop_computer_stylized_medium" id="2256" name="Google Shape;2256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7" name="Google Shape;2257;p4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58" name="Google Shape;2258;p42"/>
          <p:cNvGrpSpPr/>
          <p:nvPr/>
        </p:nvGrpSpPr>
        <p:grpSpPr>
          <a:xfrm>
            <a:off x="4691063" y="2507908"/>
            <a:ext cx="4938712" cy="1389063"/>
            <a:chOff x="4327270" y="1745934"/>
            <a:chExt cx="4938730" cy="1388847"/>
          </a:xfrm>
        </p:grpSpPr>
        <p:cxnSp>
          <p:nvCxnSpPr>
            <p:cNvPr id="2259" name="Google Shape;2259;p42"/>
            <p:cNvCxnSpPr/>
            <p:nvPr/>
          </p:nvCxnSpPr>
          <p:spPr>
            <a:xfrm>
              <a:off x="4327270" y="2504641"/>
              <a:ext cx="493873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260" name="Google Shape;2260;p42"/>
            <p:cNvGrpSpPr/>
            <p:nvPr/>
          </p:nvGrpSpPr>
          <p:grpSpPr>
            <a:xfrm flipH="1">
              <a:off x="5533568" y="1745934"/>
              <a:ext cx="2894013" cy="752358"/>
              <a:chOff x="5534758" y="1745934"/>
              <a:chExt cx="2894013" cy="752358"/>
            </a:xfrm>
          </p:grpSpPr>
          <p:grpSp>
            <p:nvGrpSpPr>
              <p:cNvPr id="2261" name="Google Shape;2261;p42"/>
              <p:cNvGrpSpPr/>
              <p:nvPr/>
            </p:nvGrpSpPr>
            <p:grpSpPr>
              <a:xfrm>
                <a:off x="5534758" y="1752284"/>
                <a:ext cx="850900" cy="527050"/>
                <a:chOff x="-489" y="1664"/>
                <a:chExt cx="1429" cy="842"/>
              </a:xfrm>
            </p:grpSpPr>
            <p:sp>
              <p:nvSpPr>
                <p:cNvPr id="2262" name="Google Shape;2262;p4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63" name="Google Shape;2263;p4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64" name="Google Shape;2264;p4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65" name="Google Shape;2265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266" name="Google Shape;2266;p4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2267" name="Google Shape;2267;p4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68" name="Google Shape;2268;p4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69" name="Google Shape;2269;p4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0" name="Google Shape;2270;p4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1" name="Google Shape;2271;p4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72" name="Google Shape;2272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273" name="Google Shape;2273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74" name="Google Shape;2274;p4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5" name="Google Shape;2275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76" name="Google Shape;2276;p4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277" name="Google Shape;2277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278" name="Google Shape;2278;p42"/>
              <p:cNvGrpSpPr/>
              <p:nvPr/>
            </p:nvGrpSpPr>
            <p:grpSpPr>
              <a:xfrm>
                <a:off x="6436458" y="1745934"/>
                <a:ext cx="850900" cy="527050"/>
                <a:chOff x="-489" y="1664"/>
                <a:chExt cx="1429" cy="842"/>
              </a:xfrm>
            </p:grpSpPr>
            <p:sp>
              <p:nvSpPr>
                <p:cNvPr id="2279" name="Google Shape;2279;p4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80" name="Google Shape;2280;p4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81" name="Google Shape;2281;p4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82" name="Google Shape;2282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283" name="Google Shape;2283;p4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2284" name="Google Shape;2284;p4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5" name="Google Shape;2285;p4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6" name="Google Shape;2286;p4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7" name="Google Shape;2287;p4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8" name="Google Shape;2288;p4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289" name="Google Shape;2289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290" name="Google Shape;2290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91" name="Google Shape;2291;p4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2" name="Google Shape;2292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93" name="Google Shape;2293;p4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294" name="Google Shape;2294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grpSp>
            <p:nvGrpSpPr>
              <p:cNvPr id="2295" name="Google Shape;2295;p42"/>
              <p:cNvGrpSpPr/>
              <p:nvPr/>
            </p:nvGrpSpPr>
            <p:grpSpPr>
              <a:xfrm>
                <a:off x="7577871" y="1753872"/>
                <a:ext cx="850900" cy="527050"/>
                <a:chOff x="-489" y="1664"/>
                <a:chExt cx="1429" cy="842"/>
              </a:xfrm>
            </p:grpSpPr>
            <p:sp>
              <p:nvSpPr>
                <p:cNvPr id="2296" name="Google Shape;2296;p42"/>
                <p:cNvSpPr/>
                <p:nvPr/>
              </p:nvSpPr>
              <p:spPr>
                <a:xfrm>
                  <a:off x="-489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97" name="Google Shape;2297;p42"/>
                <p:cNvGrpSpPr/>
                <p:nvPr/>
              </p:nvGrpSpPr>
              <p:grpSpPr>
                <a:xfrm>
                  <a:off x="-427" y="1737"/>
                  <a:ext cx="1217" cy="769"/>
                  <a:chOff x="-427" y="1737"/>
                  <a:chExt cx="1217" cy="769"/>
                </a:xfrm>
              </p:grpSpPr>
              <p:sp>
                <p:nvSpPr>
                  <p:cNvPr id="2298" name="Google Shape;2298;p42"/>
                  <p:cNvSpPr/>
                  <p:nvPr/>
                </p:nvSpPr>
                <p:spPr>
                  <a:xfrm>
                    <a:off x="-335" y="1923"/>
                    <a:ext cx="1125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299" name="Google Shape;2299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300" name="Google Shape;2300;p42"/>
                  <p:cNvGrpSpPr/>
                  <p:nvPr/>
                </p:nvGrpSpPr>
                <p:grpSpPr>
                  <a:xfrm>
                    <a:off x="68" y="2192"/>
                    <a:ext cx="387" cy="139"/>
                    <a:chOff x="322" y="890"/>
                    <a:chExt cx="871" cy="339"/>
                  </a:xfrm>
                </p:grpSpPr>
                <p:sp>
                  <p:nvSpPr>
                    <p:cNvPr id="2301" name="Google Shape;2301;p42"/>
                    <p:cNvSpPr/>
                    <p:nvPr/>
                  </p:nvSpPr>
                  <p:spPr>
                    <a:xfrm>
                      <a:off x="322" y="1000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2" name="Google Shape;2302;p42"/>
                    <p:cNvSpPr/>
                    <p:nvPr/>
                  </p:nvSpPr>
                  <p:spPr>
                    <a:xfrm>
                      <a:off x="394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3" name="Google Shape;2303;p42"/>
                    <p:cNvSpPr/>
                    <p:nvPr/>
                  </p:nvSpPr>
                  <p:spPr>
                    <a:xfrm>
                      <a:off x="466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4" name="Google Shape;2304;p42"/>
                    <p:cNvSpPr/>
                    <p:nvPr/>
                  </p:nvSpPr>
                  <p:spPr>
                    <a:xfrm>
                      <a:off x="538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5" name="Google Shape;2305;p42"/>
                    <p:cNvSpPr/>
                    <p:nvPr/>
                  </p:nvSpPr>
                  <p:spPr>
                    <a:xfrm>
                      <a:off x="616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06" name="Google Shape;2306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307" name="Google Shape;2307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08" name="Google Shape;2308;p42"/>
                  <p:cNvSpPr/>
                  <p:nvPr/>
                </p:nvSpPr>
                <p:spPr>
                  <a:xfrm>
                    <a:off x="529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09" name="Google Shape;2309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10" name="Google Shape;2310;p42"/>
                  <p:cNvCxnSpPr/>
                  <p:nvPr/>
                </p:nvCxnSpPr>
                <p:spPr>
                  <a:xfrm rot="10800000">
                    <a:off x="470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311" name="Google Shape;2311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12" name="Google Shape;2312;p42"/>
              <p:cNvSpPr txBox="1"/>
              <p:nvPr/>
            </p:nvSpPr>
            <p:spPr>
              <a:xfrm>
                <a:off x="7279808" y="1823710"/>
                <a:ext cx="397868" cy="4615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69696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9696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2313" name="Google Shape;2313;p42"/>
              <p:cNvCxnSpPr/>
              <p:nvPr/>
            </p:nvCxnSpPr>
            <p:spPr>
              <a:xfrm flipH="1">
                <a:off x="6169544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4" name="Google Shape;2314;p42"/>
              <p:cNvCxnSpPr/>
              <p:nvPr/>
            </p:nvCxnSpPr>
            <p:spPr>
              <a:xfrm flipH="1">
                <a:off x="7074423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315" name="Google Shape;2315;p42"/>
              <p:cNvCxnSpPr/>
              <p:nvPr/>
            </p:nvCxnSpPr>
            <p:spPr>
              <a:xfrm flipH="1">
                <a:off x="8211077" y="2164969"/>
                <a:ext cx="3175" cy="3333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2316" name="Google Shape;2316;p42"/>
            <p:cNvGrpSpPr/>
            <p:nvPr/>
          </p:nvGrpSpPr>
          <p:grpSpPr>
            <a:xfrm flipH="1">
              <a:off x="7297444" y="2490881"/>
              <a:ext cx="850900" cy="626437"/>
              <a:chOff x="6488846" y="2501584"/>
              <a:chExt cx="850900" cy="626437"/>
            </a:xfrm>
          </p:grpSpPr>
          <p:grpSp>
            <p:nvGrpSpPr>
              <p:cNvPr id="2317" name="Google Shape;2317;p42"/>
              <p:cNvGrpSpPr/>
              <p:nvPr/>
            </p:nvGrpSpPr>
            <p:grpSpPr>
              <a:xfrm>
                <a:off x="6488846" y="2600971"/>
                <a:ext cx="850900" cy="527050"/>
                <a:chOff x="-489" y="1663"/>
                <a:chExt cx="1429" cy="842"/>
              </a:xfrm>
            </p:grpSpPr>
            <p:sp>
              <p:nvSpPr>
                <p:cNvPr id="2318" name="Google Shape;2318;p42"/>
                <p:cNvSpPr/>
                <p:nvPr/>
              </p:nvSpPr>
              <p:spPr>
                <a:xfrm>
                  <a:off x="-489" y="1663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19" name="Google Shape;2319;p42"/>
                <p:cNvGrpSpPr/>
                <p:nvPr/>
              </p:nvGrpSpPr>
              <p:grpSpPr>
                <a:xfrm>
                  <a:off x="-427" y="1737"/>
                  <a:ext cx="1218" cy="768"/>
                  <a:chOff x="-427" y="1737"/>
                  <a:chExt cx="1218" cy="768"/>
                </a:xfrm>
              </p:grpSpPr>
              <p:sp>
                <p:nvSpPr>
                  <p:cNvPr id="2320" name="Google Shape;2320;p42"/>
                  <p:cNvSpPr/>
                  <p:nvPr/>
                </p:nvSpPr>
                <p:spPr>
                  <a:xfrm>
                    <a:off x="-329" y="1922"/>
                    <a:ext cx="1120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21" name="Google Shape;2321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322" name="Google Shape;2322;p42"/>
                  <p:cNvGrpSpPr/>
                  <p:nvPr/>
                </p:nvGrpSpPr>
                <p:grpSpPr>
                  <a:xfrm>
                    <a:off x="68" y="2192"/>
                    <a:ext cx="387" cy="138"/>
                    <a:chOff x="322" y="890"/>
                    <a:chExt cx="871" cy="337"/>
                  </a:xfrm>
                </p:grpSpPr>
                <p:sp>
                  <p:nvSpPr>
                    <p:cNvPr id="2323" name="Google Shape;2323;p42"/>
                    <p:cNvSpPr/>
                    <p:nvPr/>
                  </p:nvSpPr>
                  <p:spPr>
                    <a:xfrm>
                      <a:off x="322" y="998"/>
                      <a:ext cx="871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4" name="Google Shape;2324;p42"/>
                    <p:cNvSpPr/>
                    <p:nvPr/>
                  </p:nvSpPr>
                  <p:spPr>
                    <a:xfrm>
                      <a:off x="394" y="1072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5" name="Google Shape;2325;p42"/>
                    <p:cNvSpPr/>
                    <p:nvPr/>
                  </p:nvSpPr>
                  <p:spPr>
                    <a:xfrm>
                      <a:off x="466" y="1072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6" name="Google Shape;2326;p42"/>
                    <p:cNvSpPr/>
                    <p:nvPr/>
                  </p:nvSpPr>
                  <p:spPr>
                    <a:xfrm>
                      <a:off x="539" y="1066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7" name="Google Shape;2327;p42"/>
                    <p:cNvSpPr/>
                    <p:nvPr/>
                  </p:nvSpPr>
                  <p:spPr>
                    <a:xfrm>
                      <a:off x="617" y="1066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28" name="Google Shape;2328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329" name="Google Shape;2329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30" name="Google Shape;2330;p42"/>
                  <p:cNvSpPr/>
                  <p:nvPr/>
                </p:nvSpPr>
                <p:spPr>
                  <a:xfrm>
                    <a:off x="529" y="2231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1" name="Google Shape;2331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32" name="Google Shape;2332;p42"/>
                  <p:cNvCxnSpPr/>
                  <p:nvPr/>
                </p:nvCxnSpPr>
                <p:spPr>
                  <a:xfrm rot="10800000">
                    <a:off x="471" y="2269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333" name="Google Shape;2333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34" name="Google Shape;2334;p42"/>
              <p:cNvSpPr/>
              <p:nvPr/>
            </p:nvSpPr>
            <p:spPr>
              <a:xfrm>
                <a:off x="7159763" y="2501584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5" name="Google Shape;2335;p42"/>
            <p:cNvGrpSpPr/>
            <p:nvPr/>
          </p:nvGrpSpPr>
          <p:grpSpPr>
            <a:xfrm flipH="1">
              <a:off x="5984855" y="2507718"/>
              <a:ext cx="850900" cy="627063"/>
              <a:chOff x="6487656" y="2501584"/>
              <a:chExt cx="850900" cy="627063"/>
            </a:xfrm>
          </p:grpSpPr>
          <p:grpSp>
            <p:nvGrpSpPr>
              <p:cNvPr id="2336" name="Google Shape;2336;p42"/>
              <p:cNvGrpSpPr/>
              <p:nvPr/>
            </p:nvGrpSpPr>
            <p:grpSpPr>
              <a:xfrm>
                <a:off x="6487656" y="2601597"/>
                <a:ext cx="850900" cy="527050"/>
                <a:chOff x="-491" y="1664"/>
                <a:chExt cx="1429" cy="842"/>
              </a:xfrm>
            </p:grpSpPr>
            <p:sp>
              <p:nvSpPr>
                <p:cNvPr id="2337" name="Google Shape;2337;p42"/>
                <p:cNvSpPr/>
                <p:nvPr/>
              </p:nvSpPr>
              <p:spPr>
                <a:xfrm>
                  <a:off x="-491" y="1664"/>
                  <a:ext cx="1429" cy="294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DDDD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338" name="Google Shape;2338;p42"/>
                <p:cNvGrpSpPr/>
                <p:nvPr/>
              </p:nvGrpSpPr>
              <p:grpSpPr>
                <a:xfrm>
                  <a:off x="-427" y="1737"/>
                  <a:ext cx="1216" cy="769"/>
                  <a:chOff x="-427" y="1737"/>
                  <a:chExt cx="1216" cy="769"/>
                </a:xfrm>
              </p:grpSpPr>
              <p:sp>
                <p:nvSpPr>
                  <p:cNvPr id="2339" name="Google Shape;2339;p42"/>
                  <p:cNvSpPr/>
                  <p:nvPr/>
                </p:nvSpPr>
                <p:spPr>
                  <a:xfrm>
                    <a:off x="-339" y="1923"/>
                    <a:ext cx="1128" cy="583"/>
                  </a:xfrm>
                  <a:prstGeom prst="rect">
                    <a:avLst/>
                  </a:prstGeom>
                  <a:solidFill>
                    <a:srgbClr val="DDDDDD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40" name="Google Shape;2340;p42"/>
                  <p:cNvCxnSpPr/>
                  <p:nvPr/>
                </p:nvCxnSpPr>
                <p:spPr>
                  <a:xfrm flipH="1" rot="10800000">
                    <a:off x="-150" y="2270"/>
                    <a:ext cx="230" cy="1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grpSp>
                <p:nvGrpSpPr>
                  <p:cNvPr id="2341" name="Google Shape;2341;p42"/>
                  <p:cNvGrpSpPr/>
                  <p:nvPr/>
                </p:nvGrpSpPr>
                <p:grpSpPr>
                  <a:xfrm>
                    <a:off x="67" y="2192"/>
                    <a:ext cx="383" cy="139"/>
                    <a:chOff x="319" y="890"/>
                    <a:chExt cx="862" cy="339"/>
                  </a:xfrm>
                </p:grpSpPr>
                <p:sp>
                  <p:nvSpPr>
                    <p:cNvPr id="2342" name="Google Shape;2342;p42"/>
                    <p:cNvSpPr/>
                    <p:nvPr/>
                  </p:nvSpPr>
                  <p:spPr>
                    <a:xfrm>
                      <a:off x="319" y="1000"/>
                      <a:ext cx="853" cy="229"/>
                    </a:xfrm>
                    <a:prstGeom prst="rect">
                      <a:avLst/>
                    </a:pr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3" name="Google Shape;2343;p42"/>
                    <p:cNvSpPr/>
                    <p:nvPr/>
                  </p:nvSpPr>
                  <p:spPr>
                    <a:xfrm>
                      <a:off x="373" y="1074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4" name="Google Shape;2344;p42"/>
                    <p:cNvSpPr/>
                    <p:nvPr/>
                  </p:nvSpPr>
                  <p:spPr>
                    <a:xfrm>
                      <a:off x="445" y="1074"/>
                      <a:ext cx="54" cy="56"/>
                    </a:xfrm>
                    <a:prstGeom prst="rect">
                      <a:avLst/>
                    </a:prstGeom>
                    <a:solidFill>
                      <a:srgbClr val="33CC3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5" name="Google Shape;2345;p42"/>
                    <p:cNvSpPr/>
                    <p:nvPr/>
                  </p:nvSpPr>
                  <p:spPr>
                    <a:xfrm>
                      <a:off x="517" y="1068"/>
                      <a:ext cx="60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6" name="Google Shape;2346;p42"/>
                    <p:cNvSpPr/>
                    <p:nvPr/>
                  </p:nvSpPr>
                  <p:spPr>
                    <a:xfrm>
                      <a:off x="595" y="1068"/>
                      <a:ext cx="54" cy="5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b="0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2347" name="Google Shape;2347;p42"/>
                    <p:cNvSpPr/>
                    <p:nvPr/>
                  </p:nvSpPr>
                  <p:spPr>
                    <a:xfrm flipH="1" rot="10800000">
                      <a:off x="322" y="890"/>
                      <a:ext cx="859" cy="110"/>
                    </a:xfrm>
                    <a:custGeom>
                      <a:rect b="b" l="l" r="r" t="t"/>
                      <a:pathLst>
                        <a:path extrusionOk="0" h="21600" w="21600">
                          <a:moveTo>
                            <a:pt x="0" y="0"/>
                          </a:moveTo>
                          <a:lnTo>
                            <a:pt x="5400" y="21600"/>
                          </a:lnTo>
                          <a:lnTo>
                            <a:pt x="16200" y="21600"/>
                          </a:lnTo>
                          <a:lnTo>
                            <a:pt x="21600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FF99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pic>
                <p:nvPicPr>
                  <p:cNvPr descr="desktop_computer_stylized_small" id="2348" name="Google Shape;2348;p42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-427" y="2049"/>
                    <a:ext cx="447" cy="41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349" name="Google Shape;2349;p42"/>
                  <p:cNvSpPr/>
                  <p:nvPr/>
                </p:nvSpPr>
                <p:spPr>
                  <a:xfrm>
                    <a:off x="528" y="2232"/>
                    <a:ext cx="104" cy="91"/>
                  </a:xfrm>
                  <a:prstGeom prst="rect">
                    <a:avLst/>
                  </a:prstGeom>
                  <a:solidFill>
                    <a:srgbClr val="0000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400"/>
                      <a:buFont typeface="Calibri"/>
                      <a:buNone/>
                    </a:pPr>
                    <a:r>
                      <a:t/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0" name="Google Shape;2350;p42"/>
                  <p:cNvSpPr/>
                  <p:nvPr/>
                </p:nvSpPr>
                <p:spPr>
                  <a:xfrm>
                    <a:off x="282" y="1951"/>
                    <a:ext cx="302" cy="274"/>
                  </a:xfrm>
                  <a:custGeom>
                    <a:rect b="b" l="l" r="r" t="t"/>
                    <a:pathLst>
                      <a:path extrusionOk="0" h="274" w="381">
                        <a:moveTo>
                          <a:pt x="381" y="274"/>
                        </a:moveTo>
                        <a:lnTo>
                          <a:pt x="381" y="13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2351" name="Google Shape;2351;p42"/>
                  <p:cNvCxnSpPr/>
                  <p:nvPr/>
                </p:nvCxnSpPr>
                <p:spPr>
                  <a:xfrm rot="10800000">
                    <a:off x="469" y="2270"/>
                    <a:ext cx="15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pic>
                <p:nvPicPr>
                  <p:cNvPr descr="tv" id="2352" name="Google Shape;2352;p42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2" y="1737"/>
                    <a:ext cx="476" cy="4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2353" name="Google Shape;2353;p42"/>
              <p:cNvSpPr/>
              <p:nvPr/>
            </p:nvSpPr>
            <p:spPr>
              <a:xfrm>
                <a:off x="7159763" y="2501584"/>
                <a:ext cx="127000" cy="476250"/>
              </a:xfrm>
              <a:custGeom>
                <a:rect b="b" l="l" r="r" t="t"/>
                <a:pathLst>
                  <a:path extrusionOk="0" h="300" w="80">
                    <a:moveTo>
                      <a:pt x="0" y="300"/>
                    </a:moveTo>
                    <a:lnTo>
                      <a:pt x="80" y="300"/>
                    </a:lnTo>
                    <a:lnTo>
                      <a:pt x="8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4" name="Google Shape;2354;p42"/>
            <p:cNvSpPr txBox="1"/>
            <p:nvPr/>
          </p:nvSpPr>
          <p:spPr>
            <a:xfrm>
              <a:off x="6787904" y="2596702"/>
              <a:ext cx="397867" cy="4615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69696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969696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/>
            </a:p>
          </p:txBody>
        </p:sp>
      </p:grpSp>
      <p:grpSp>
        <p:nvGrpSpPr>
          <p:cNvPr id="2355" name="Google Shape;2355;p42"/>
          <p:cNvGrpSpPr/>
          <p:nvPr/>
        </p:nvGrpSpPr>
        <p:grpSpPr>
          <a:xfrm>
            <a:off x="4167188" y="1614147"/>
            <a:ext cx="6373812" cy="773112"/>
            <a:chOff x="1912787" y="1498311"/>
            <a:chExt cx="5338532" cy="773565"/>
          </a:xfrm>
        </p:grpSpPr>
        <p:sp>
          <p:nvSpPr>
            <p:cNvPr id="2356" name="Google Shape;2356;p42"/>
            <p:cNvSpPr txBox="1"/>
            <p:nvPr/>
          </p:nvSpPr>
          <p:spPr>
            <a:xfrm>
              <a:off x="1912787" y="1498311"/>
              <a:ext cx="5338532" cy="517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 frames, TV channels, control  transmitted 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downstream at different frequencies</a:t>
              </a:r>
              <a:endParaRPr/>
            </a:p>
          </p:txBody>
        </p:sp>
        <p:sp>
          <p:nvSpPr>
            <p:cNvPr id="2357" name="Google Shape;2357;p42"/>
            <p:cNvSpPr/>
            <p:nvPr/>
          </p:nvSpPr>
          <p:spPr>
            <a:xfrm>
              <a:off x="3457110" y="1929117"/>
              <a:ext cx="2387053" cy="342759"/>
            </a:xfrm>
            <a:prstGeom prst="rightArrow">
              <a:avLst>
                <a:gd fmla="val 50000" name="adj1"/>
                <a:gd fmla="val 50007" name="adj2"/>
              </a:avLst>
            </a:prstGeom>
            <a:gradFill>
              <a:gsLst>
                <a:gs pos="0">
                  <a:srgbClr val="FFFF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8" name="Google Shape;235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18013" y="2949233"/>
            <a:ext cx="260350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9" name="Google Shape;2359;p42"/>
          <p:cNvSpPr/>
          <p:nvPr/>
        </p:nvSpPr>
        <p:spPr>
          <a:xfrm>
            <a:off x="1447800" y="4457700"/>
            <a:ext cx="10377487" cy="20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i="0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(broadcast)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FDM channels: up to 1.6 Gbps/channel </a:t>
            </a:r>
            <a:endParaRPr i="0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CMTS transmits into channels</a:t>
            </a:r>
            <a:endParaRPr/>
          </a:p>
          <a:p>
            <a:pPr indent="-231775" lvl="0" marL="2317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channels (up to 1 Gbps/channel)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multiple access: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users contend (random access) for certain upstream channel time slots; others assigned TDM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0" name="Google Shape;2360;p42"/>
          <p:cNvGrpSpPr/>
          <p:nvPr/>
        </p:nvGrpSpPr>
        <p:grpSpPr>
          <a:xfrm>
            <a:off x="1996700" y="3278328"/>
            <a:ext cx="466491" cy="198344"/>
            <a:chOff x="7493876" y="2774731"/>
            <a:chExt cx="1481958" cy="894622"/>
          </a:xfrm>
        </p:grpSpPr>
        <p:sp>
          <p:nvSpPr>
            <p:cNvPr id="2361" name="Google Shape;2361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62" name="Google Shape;2362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63" name="Google Shape;2363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64" name="Google Shape;2364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68" name="Google Shape;2368;p42"/>
          <p:cNvGrpSpPr/>
          <p:nvPr/>
        </p:nvGrpSpPr>
        <p:grpSpPr>
          <a:xfrm>
            <a:off x="1995970" y="3548856"/>
            <a:ext cx="466491" cy="198344"/>
            <a:chOff x="7493876" y="2774731"/>
            <a:chExt cx="1481958" cy="894622"/>
          </a:xfrm>
        </p:grpSpPr>
        <p:sp>
          <p:nvSpPr>
            <p:cNvPr id="2369" name="Google Shape;2369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70" name="Google Shape;2370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1" name="Google Shape;2371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72" name="Google Shape;2372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4" name="Google Shape;2374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5" name="Google Shape;2375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6" name="Google Shape;2376;p42"/>
          <p:cNvGrpSpPr/>
          <p:nvPr/>
        </p:nvGrpSpPr>
        <p:grpSpPr>
          <a:xfrm>
            <a:off x="2560361" y="3211972"/>
            <a:ext cx="466491" cy="198344"/>
            <a:chOff x="7493876" y="2774731"/>
            <a:chExt cx="1481958" cy="894622"/>
          </a:xfrm>
        </p:grpSpPr>
        <p:sp>
          <p:nvSpPr>
            <p:cNvPr id="2377" name="Google Shape;2377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78" name="Google Shape;2378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79" name="Google Shape;2379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80" name="Google Shape;2380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1" name="Google Shape;2381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2" name="Google Shape;2382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84" name="Google Shape;2384;p42"/>
          <p:cNvGrpSpPr/>
          <p:nvPr/>
        </p:nvGrpSpPr>
        <p:grpSpPr>
          <a:xfrm>
            <a:off x="2699636" y="3556877"/>
            <a:ext cx="466491" cy="198344"/>
            <a:chOff x="7493876" y="2774731"/>
            <a:chExt cx="1481958" cy="894622"/>
          </a:xfrm>
        </p:grpSpPr>
        <p:sp>
          <p:nvSpPr>
            <p:cNvPr id="2385" name="Google Shape;2385;p4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86" name="Google Shape;2386;p4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87" name="Google Shape;2387;p4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88" name="Google Shape;2388;p4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9" name="Google Shape;2389;p4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0" name="Google Shape;2390;p4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1" name="Google Shape;2391;p4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392" name="Google Shape;2392;p42"/>
          <p:cNvCxnSpPr/>
          <p:nvPr/>
        </p:nvCxnSpPr>
        <p:spPr>
          <a:xfrm>
            <a:off x="3025589" y="3307976"/>
            <a:ext cx="1402976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43"/>
          <p:cNvSpPr txBox="1"/>
          <p:nvPr>
            <p:ph type="title"/>
          </p:nvPr>
        </p:nvSpPr>
        <p:spPr>
          <a:xfrm>
            <a:off x="493641" y="412065"/>
            <a:ext cx="11552583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Cable access network:</a:t>
            </a:r>
            <a:endParaRPr/>
          </a:p>
        </p:txBody>
      </p:sp>
      <p:sp>
        <p:nvSpPr>
          <p:cNvPr id="2398" name="Google Shape;239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9" name="Google Shape;2399;p43"/>
          <p:cNvSpPr/>
          <p:nvPr/>
        </p:nvSpPr>
        <p:spPr>
          <a:xfrm>
            <a:off x="1417982" y="4159320"/>
            <a:ext cx="9941408" cy="228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DOCSIS: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over cable service interface specificaiton</a:t>
            </a:r>
            <a:endParaRPr b="1"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2873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FDM over upstream, downstream frequency channels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TDM upstream: some slots assigned, some have contention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MAP frame: assigns upstream slots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request for upstream slots (and data) transmitted random access (binary backoff) in selected slots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</p:txBody>
      </p:sp>
      <p:sp>
        <p:nvSpPr>
          <p:cNvPr id="2400" name="Google Shape;2400;p43"/>
          <p:cNvSpPr txBox="1"/>
          <p:nvPr/>
        </p:nvSpPr>
        <p:spPr>
          <a:xfrm>
            <a:off x="7893939" y="2865737"/>
            <a:ext cx="24384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Residences with cable modems</a:t>
            </a:r>
            <a:endParaRPr/>
          </a:p>
        </p:txBody>
      </p:sp>
      <p:sp>
        <p:nvSpPr>
          <p:cNvPr id="2401" name="Google Shape;2401;p43"/>
          <p:cNvSpPr/>
          <p:nvPr/>
        </p:nvSpPr>
        <p:spPr>
          <a:xfrm rot="-5400000">
            <a:off x="6023803" y="60121"/>
            <a:ext cx="390525" cy="3606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2" name="Google Shape;2402;p43"/>
          <p:cNvSpPr/>
          <p:nvPr/>
        </p:nvSpPr>
        <p:spPr>
          <a:xfrm rot="5400000">
            <a:off x="5965066" y="485571"/>
            <a:ext cx="374650" cy="3606800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43"/>
          <p:cNvSpPr txBox="1"/>
          <p:nvPr/>
        </p:nvSpPr>
        <p:spPr>
          <a:xfrm>
            <a:off x="5271549" y="1730144"/>
            <a:ext cx="157767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Downstream channel i</a:t>
            </a:r>
            <a:endParaRPr/>
          </a:p>
        </p:txBody>
      </p:sp>
      <p:sp>
        <p:nvSpPr>
          <p:cNvPr id="2404" name="Google Shape;2404;p43"/>
          <p:cNvSpPr txBox="1"/>
          <p:nvPr/>
        </p:nvSpPr>
        <p:spPr>
          <a:xfrm>
            <a:off x="5414415" y="2152334"/>
            <a:ext cx="139493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Upstream channel j</a:t>
            </a:r>
            <a:endParaRPr/>
          </a:p>
        </p:txBody>
      </p:sp>
      <p:grpSp>
        <p:nvGrpSpPr>
          <p:cNvPr id="2405" name="Google Shape;2405;p43"/>
          <p:cNvGrpSpPr/>
          <p:nvPr/>
        </p:nvGrpSpPr>
        <p:grpSpPr>
          <a:xfrm>
            <a:off x="5916168" y="1303951"/>
            <a:ext cx="1907860" cy="400110"/>
            <a:chOff x="5916168" y="1476227"/>
            <a:chExt cx="1907860" cy="400110"/>
          </a:xfrm>
        </p:grpSpPr>
        <p:sp>
          <p:nvSpPr>
            <p:cNvPr id="2406" name="Google Shape;2406;p43"/>
            <p:cNvSpPr/>
            <p:nvPr/>
          </p:nvSpPr>
          <p:spPr>
            <a:xfrm>
              <a:off x="5916168" y="1495043"/>
              <a:ext cx="1047435" cy="369303"/>
            </a:xfrm>
            <a:prstGeom prst="rect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43"/>
            <p:cNvSpPr txBox="1"/>
            <p:nvPr/>
          </p:nvSpPr>
          <p:spPr>
            <a:xfrm>
              <a:off x="5920797" y="1476227"/>
              <a:ext cx="9701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MAP frame for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Calibri"/>
                <a:buNone/>
              </a:pPr>
              <a:r>
                <a:rPr b="0" i="1" lang="en-US" sz="1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Interval [t1, t2]</a:t>
              </a:r>
              <a:endParaRPr/>
            </a:p>
          </p:txBody>
        </p:sp>
        <p:pic>
          <p:nvPicPr>
            <p:cNvPr id="2408" name="Google Shape;240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006466" y="1556372"/>
              <a:ext cx="817562" cy="24288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09" name="Google Shape;2409;p43"/>
          <p:cNvGrpSpPr/>
          <p:nvPr/>
        </p:nvGrpSpPr>
        <p:grpSpPr>
          <a:xfrm>
            <a:off x="4346093" y="2631871"/>
            <a:ext cx="4792289" cy="1258980"/>
            <a:chOff x="4346093" y="2804147"/>
            <a:chExt cx="4792289" cy="1258980"/>
          </a:xfrm>
        </p:grpSpPr>
        <p:cxnSp>
          <p:nvCxnSpPr>
            <p:cNvPr id="2410" name="Google Shape;2410;p43"/>
            <p:cNvCxnSpPr/>
            <p:nvPr/>
          </p:nvCxnSpPr>
          <p:spPr>
            <a:xfrm>
              <a:off x="4826828" y="2997822"/>
              <a:ext cx="2755900" cy="4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1" name="Google Shape;2411;p43"/>
            <p:cNvCxnSpPr/>
            <p:nvPr/>
          </p:nvCxnSpPr>
          <p:spPr>
            <a:xfrm>
              <a:off x="4885566" y="2804147"/>
              <a:ext cx="0" cy="190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2" name="Google Shape;2412;p43"/>
            <p:cNvCxnSpPr/>
            <p:nvPr/>
          </p:nvCxnSpPr>
          <p:spPr>
            <a:xfrm flipH="1">
              <a:off x="4971291" y="2889872"/>
              <a:ext cx="3175" cy="1079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3" name="Google Shape;2413;p43"/>
            <p:cNvCxnSpPr/>
            <p:nvPr/>
          </p:nvCxnSpPr>
          <p:spPr>
            <a:xfrm flipH="1">
              <a:off x="5052253" y="2889872"/>
              <a:ext cx="3175" cy="1079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4" name="Google Shape;2414;p43"/>
            <p:cNvCxnSpPr/>
            <p:nvPr/>
          </p:nvCxnSpPr>
          <p:spPr>
            <a:xfrm flipH="1">
              <a:off x="5133216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5" name="Google Shape;2415;p43"/>
            <p:cNvCxnSpPr/>
            <p:nvPr/>
          </p:nvCxnSpPr>
          <p:spPr>
            <a:xfrm flipH="1">
              <a:off x="5214178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6" name="Google Shape;2416;p43"/>
            <p:cNvCxnSpPr/>
            <p:nvPr/>
          </p:nvCxnSpPr>
          <p:spPr>
            <a:xfrm flipH="1">
              <a:off x="529514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7" name="Google Shape;2417;p43"/>
            <p:cNvCxnSpPr/>
            <p:nvPr/>
          </p:nvCxnSpPr>
          <p:spPr>
            <a:xfrm flipH="1">
              <a:off x="5374516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8" name="Google Shape;2418;p43"/>
            <p:cNvCxnSpPr/>
            <p:nvPr/>
          </p:nvCxnSpPr>
          <p:spPr>
            <a:xfrm flipH="1">
              <a:off x="545547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9" name="Google Shape;2419;p43"/>
            <p:cNvCxnSpPr/>
            <p:nvPr/>
          </p:nvCxnSpPr>
          <p:spPr>
            <a:xfrm flipH="1">
              <a:off x="553644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0" name="Google Shape;2420;p43"/>
            <p:cNvCxnSpPr/>
            <p:nvPr/>
          </p:nvCxnSpPr>
          <p:spPr>
            <a:xfrm flipH="1">
              <a:off x="5617403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1" name="Google Shape;2421;p43"/>
            <p:cNvCxnSpPr/>
            <p:nvPr/>
          </p:nvCxnSpPr>
          <p:spPr>
            <a:xfrm flipH="1">
              <a:off x="570630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2" name="Google Shape;2422;p43"/>
            <p:cNvCxnSpPr/>
            <p:nvPr/>
          </p:nvCxnSpPr>
          <p:spPr>
            <a:xfrm flipH="1">
              <a:off x="578567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3" name="Google Shape;2423;p43"/>
            <p:cNvCxnSpPr/>
            <p:nvPr/>
          </p:nvCxnSpPr>
          <p:spPr>
            <a:xfrm flipH="1">
              <a:off x="586664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4" name="Google Shape;2424;p43"/>
            <p:cNvCxnSpPr/>
            <p:nvPr/>
          </p:nvCxnSpPr>
          <p:spPr>
            <a:xfrm flipH="1">
              <a:off x="5947603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5" name="Google Shape;2425;p43"/>
            <p:cNvCxnSpPr/>
            <p:nvPr/>
          </p:nvCxnSpPr>
          <p:spPr>
            <a:xfrm flipH="1">
              <a:off x="6028566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6" name="Google Shape;2426;p43"/>
            <p:cNvCxnSpPr/>
            <p:nvPr/>
          </p:nvCxnSpPr>
          <p:spPr>
            <a:xfrm flipH="1">
              <a:off x="6109528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7" name="Google Shape;2427;p43"/>
            <p:cNvCxnSpPr/>
            <p:nvPr/>
          </p:nvCxnSpPr>
          <p:spPr>
            <a:xfrm flipH="1">
              <a:off x="619049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8" name="Google Shape;2428;p43"/>
            <p:cNvCxnSpPr/>
            <p:nvPr/>
          </p:nvCxnSpPr>
          <p:spPr>
            <a:xfrm flipH="1">
              <a:off x="627145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9" name="Google Shape;2429;p43"/>
            <p:cNvCxnSpPr/>
            <p:nvPr/>
          </p:nvCxnSpPr>
          <p:spPr>
            <a:xfrm flipH="1">
              <a:off x="635082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0" name="Google Shape;2430;p43"/>
            <p:cNvCxnSpPr/>
            <p:nvPr/>
          </p:nvCxnSpPr>
          <p:spPr>
            <a:xfrm flipH="1">
              <a:off x="644449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1" name="Google Shape;2431;p43"/>
            <p:cNvCxnSpPr/>
            <p:nvPr/>
          </p:nvCxnSpPr>
          <p:spPr>
            <a:xfrm flipH="1">
              <a:off x="653339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2" name="Google Shape;2432;p43"/>
            <p:cNvCxnSpPr/>
            <p:nvPr/>
          </p:nvCxnSpPr>
          <p:spPr>
            <a:xfrm flipH="1">
              <a:off x="661435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3" name="Google Shape;2433;p43"/>
            <p:cNvCxnSpPr/>
            <p:nvPr/>
          </p:nvCxnSpPr>
          <p:spPr>
            <a:xfrm flipH="1">
              <a:off x="6695316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4" name="Google Shape;2434;p43"/>
            <p:cNvCxnSpPr/>
            <p:nvPr/>
          </p:nvCxnSpPr>
          <p:spPr>
            <a:xfrm flipH="1">
              <a:off x="6774691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5" name="Google Shape;2435;p43"/>
            <p:cNvCxnSpPr/>
            <p:nvPr/>
          </p:nvCxnSpPr>
          <p:spPr>
            <a:xfrm flipH="1">
              <a:off x="6855653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6" name="Google Shape;2436;p43"/>
            <p:cNvCxnSpPr/>
            <p:nvPr/>
          </p:nvCxnSpPr>
          <p:spPr>
            <a:xfrm flipH="1">
              <a:off x="6936616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7" name="Google Shape;2437;p43"/>
            <p:cNvCxnSpPr/>
            <p:nvPr/>
          </p:nvCxnSpPr>
          <p:spPr>
            <a:xfrm flipH="1">
              <a:off x="7017578" y="2893047"/>
              <a:ext cx="3175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8" name="Google Shape;2438;p43"/>
            <p:cNvCxnSpPr/>
            <p:nvPr/>
          </p:nvCxnSpPr>
          <p:spPr>
            <a:xfrm flipH="1">
              <a:off x="7098541" y="2893047"/>
              <a:ext cx="1587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9" name="Google Shape;2439;p43"/>
            <p:cNvCxnSpPr/>
            <p:nvPr/>
          </p:nvCxnSpPr>
          <p:spPr>
            <a:xfrm flipH="1">
              <a:off x="7179503" y="2893047"/>
              <a:ext cx="1588" cy="1063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0" name="Google Shape;2440;p43"/>
            <p:cNvCxnSpPr/>
            <p:nvPr/>
          </p:nvCxnSpPr>
          <p:spPr>
            <a:xfrm>
              <a:off x="7274753" y="2808719"/>
              <a:ext cx="0" cy="19050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1" name="Google Shape;2441;p43"/>
            <p:cNvSpPr txBox="1"/>
            <p:nvPr/>
          </p:nvSpPr>
          <p:spPr>
            <a:xfrm>
              <a:off x="4765167" y="3049834"/>
              <a:ext cx="322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442" name="Google Shape;2442;p43"/>
            <p:cNvSpPr txBox="1"/>
            <p:nvPr/>
          </p:nvSpPr>
          <p:spPr>
            <a:xfrm>
              <a:off x="7160369" y="3047418"/>
              <a:ext cx="3225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1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cxnSp>
          <p:nvCxnSpPr>
            <p:cNvPr id="2443" name="Google Shape;2443;p43"/>
            <p:cNvCxnSpPr/>
            <p:nvPr/>
          </p:nvCxnSpPr>
          <p:spPr>
            <a:xfrm>
              <a:off x="4877628" y="3081959"/>
              <a:ext cx="577850" cy="31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44" name="Google Shape;2444;p43"/>
            <p:cNvCxnSpPr/>
            <p:nvPr/>
          </p:nvCxnSpPr>
          <p:spPr>
            <a:xfrm>
              <a:off x="5445953" y="3088309"/>
              <a:ext cx="1870075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45" name="Google Shape;2445;p43"/>
            <p:cNvCxnSpPr/>
            <p:nvPr/>
          </p:nvCxnSpPr>
          <p:spPr>
            <a:xfrm>
              <a:off x="5166553" y="3135934"/>
              <a:ext cx="4763" cy="512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6" name="Google Shape;2446;p43"/>
            <p:cNvCxnSpPr/>
            <p:nvPr/>
          </p:nvCxnSpPr>
          <p:spPr>
            <a:xfrm>
              <a:off x="6339716" y="3143872"/>
              <a:ext cx="6350" cy="5143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7" name="Google Shape;2447;p43"/>
            <p:cNvSpPr txBox="1"/>
            <p:nvPr/>
          </p:nvSpPr>
          <p:spPr>
            <a:xfrm>
              <a:off x="6243039" y="3601462"/>
              <a:ext cx="289534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Assigned minislots containing cable modem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upstream data frames</a:t>
              </a:r>
              <a:endParaRPr/>
            </a:p>
          </p:txBody>
        </p:sp>
        <p:sp>
          <p:nvSpPr>
            <p:cNvPr id="2448" name="Google Shape;2448;p43"/>
            <p:cNvSpPr txBox="1"/>
            <p:nvPr/>
          </p:nvSpPr>
          <p:spPr>
            <a:xfrm>
              <a:off x="4346093" y="3599875"/>
              <a:ext cx="171072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Minislots containing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1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minislots request frames</a:t>
              </a:r>
              <a:endParaRPr/>
            </a:p>
          </p:txBody>
        </p:sp>
      </p:grpSp>
      <p:sp>
        <p:nvSpPr>
          <p:cNvPr id="2449" name="Google Shape;2449;p43"/>
          <p:cNvSpPr/>
          <p:nvPr/>
        </p:nvSpPr>
        <p:spPr>
          <a:xfrm>
            <a:off x="3197880" y="1789944"/>
            <a:ext cx="955617" cy="699947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43"/>
          <p:cNvSpPr txBox="1"/>
          <p:nvPr/>
        </p:nvSpPr>
        <p:spPr>
          <a:xfrm>
            <a:off x="2558153" y="2521231"/>
            <a:ext cx="192552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cable headend</a:t>
            </a:r>
            <a:endParaRPr/>
          </a:p>
        </p:txBody>
      </p:sp>
      <p:sp>
        <p:nvSpPr>
          <p:cNvPr id="2451" name="Google Shape;2451;p43"/>
          <p:cNvSpPr txBox="1"/>
          <p:nvPr/>
        </p:nvSpPr>
        <p:spPr>
          <a:xfrm>
            <a:off x="3169132" y="1758746"/>
            <a:ext cx="950912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CMTS</a:t>
            </a:r>
            <a:endParaRPr/>
          </a:p>
        </p:txBody>
      </p:sp>
      <p:sp>
        <p:nvSpPr>
          <p:cNvPr id="2452" name="Google Shape;2452;p43"/>
          <p:cNvSpPr/>
          <p:nvPr/>
        </p:nvSpPr>
        <p:spPr>
          <a:xfrm>
            <a:off x="3102803" y="1526971"/>
            <a:ext cx="1206500" cy="261937"/>
          </a:xfrm>
          <a:prstGeom prst="triangle">
            <a:avLst>
              <a:gd fmla="val 50000" name="adj"/>
            </a:avLst>
          </a:prstGeom>
          <a:noFill/>
          <a:ln cap="flat" cmpd="sng" w="9525">
            <a:solidFill>
              <a:srgbClr val="000000"/>
            </a:solidFill>
            <a:prstDash val="dashDot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3" name="Google Shape;245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9391" y="1914321"/>
            <a:ext cx="258762" cy="520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4" name="Google Shape;2454;p43"/>
          <p:cNvGrpSpPr/>
          <p:nvPr/>
        </p:nvGrpSpPr>
        <p:grpSpPr>
          <a:xfrm flipH="1">
            <a:off x="8068939" y="1185658"/>
            <a:ext cx="1034751" cy="625796"/>
            <a:chOff x="-490" y="1664"/>
            <a:chExt cx="1429" cy="843"/>
          </a:xfrm>
        </p:grpSpPr>
        <p:sp>
          <p:nvSpPr>
            <p:cNvPr id="2455" name="Google Shape;2455;p43"/>
            <p:cNvSpPr/>
            <p:nvPr/>
          </p:nvSpPr>
          <p:spPr>
            <a:xfrm>
              <a:off x="-490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56" name="Google Shape;2456;p43"/>
            <p:cNvGrpSpPr/>
            <p:nvPr/>
          </p:nvGrpSpPr>
          <p:grpSpPr>
            <a:xfrm>
              <a:off x="-427" y="1737"/>
              <a:ext cx="1218" cy="770"/>
              <a:chOff x="-427" y="1737"/>
              <a:chExt cx="1218" cy="770"/>
            </a:xfrm>
          </p:grpSpPr>
          <p:sp>
            <p:nvSpPr>
              <p:cNvPr id="2457" name="Google Shape;2457;p43"/>
              <p:cNvSpPr/>
              <p:nvPr/>
            </p:nvSpPr>
            <p:spPr>
              <a:xfrm>
                <a:off x="-336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58" name="Google Shape;2458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59" name="Google Shape;2459;p43"/>
              <p:cNvGrpSpPr/>
              <p:nvPr/>
            </p:nvGrpSpPr>
            <p:grpSpPr>
              <a:xfrm>
                <a:off x="68" y="2192"/>
                <a:ext cx="385" cy="139"/>
                <a:chOff x="322" y="890"/>
                <a:chExt cx="868" cy="339"/>
              </a:xfrm>
            </p:grpSpPr>
            <p:sp>
              <p:nvSpPr>
                <p:cNvPr id="2460" name="Google Shape;2460;p43"/>
                <p:cNvSpPr/>
                <p:nvPr/>
              </p:nvSpPr>
              <p:spPr>
                <a:xfrm>
                  <a:off x="340" y="1000"/>
                  <a:ext cx="850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1" name="Google Shape;2461;p43"/>
                <p:cNvSpPr/>
                <p:nvPr/>
              </p:nvSpPr>
              <p:spPr>
                <a:xfrm>
                  <a:off x="409" y="1073"/>
                  <a:ext cx="40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2" name="Google Shape;2462;p43"/>
                <p:cNvSpPr/>
                <p:nvPr/>
              </p:nvSpPr>
              <p:spPr>
                <a:xfrm>
                  <a:off x="468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3" name="Google Shape;2463;p43"/>
                <p:cNvSpPr/>
                <p:nvPr/>
              </p:nvSpPr>
              <p:spPr>
                <a:xfrm>
                  <a:off x="537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4" name="Google Shape;2464;p43"/>
                <p:cNvSpPr/>
                <p:nvPr/>
              </p:nvSpPr>
              <p:spPr>
                <a:xfrm>
                  <a:off x="616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65" name="Google Shape;2465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466" name="Google Shape;2466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67" name="Google Shape;2467;p43"/>
              <p:cNvSpPr/>
              <p:nvPr/>
            </p:nvSpPr>
            <p:spPr>
              <a:xfrm>
                <a:off x="530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8" name="Google Shape;2468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69" name="Google Shape;2469;p4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470" name="Google Shape;2470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71" name="Google Shape;2471;p43"/>
          <p:cNvGrpSpPr/>
          <p:nvPr/>
        </p:nvGrpSpPr>
        <p:grpSpPr>
          <a:xfrm flipH="1">
            <a:off x="9280288" y="1537877"/>
            <a:ext cx="1034751" cy="625796"/>
            <a:chOff x="-491" y="1664"/>
            <a:chExt cx="1429" cy="843"/>
          </a:xfrm>
        </p:grpSpPr>
        <p:sp>
          <p:nvSpPr>
            <p:cNvPr id="2472" name="Google Shape;2472;p43"/>
            <p:cNvSpPr/>
            <p:nvPr/>
          </p:nvSpPr>
          <p:spPr>
            <a:xfrm>
              <a:off x="-491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3" name="Google Shape;2473;p43"/>
            <p:cNvGrpSpPr/>
            <p:nvPr/>
          </p:nvGrpSpPr>
          <p:grpSpPr>
            <a:xfrm>
              <a:off x="-427" y="1737"/>
              <a:ext cx="1217" cy="770"/>
              <a:chOff x="-427" y="1737"/>
              <a:chExt cx="1217" cy="770"/>
            </a:xfrm>
          </p:grpSpPr>
          <p:sp>
            <p:nvSpPr>
              <p:cNvPr id="2474" name="Google Shape;2474;p43"/>
              <p:cNvSpPr/>
              <p:nvPr/>
            </p:nvSpPr>
            <p:spPr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5" name="Google Shape;2475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76" name="Google Shape;2476;p4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5" cy="340"/>
              </a:xfrm>
            </p:grpSpPr>
            <p:sp>
              <p:nvSpPr>
                <p:cNvPr id="2477" name="Google Shape;2477;p43"/>
                <p:cNvSpPr/>
                <p:nvPr/>
              </p:nvSpPr>
              <p:spPr>
                <a:xfrm>
                  <a:off x="323" y="1001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8" name="Google Shape;2478;p43"/>
                <p:cNvSpPr/>
                <p:nvPr/>
              </p:nvSpPr>
              <p:spPr>
                <a:xfrm>
                  <a:off x="392" y="1074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79" name="Google Shape;2479;p43"/>
                <p:cNvSpPr/>
                <p:nvPr/>
              </p:nvSpPr>
              <p:spPr>
                <a:xfrm>
                  <a:off x="466" y="1074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0" name="Google Shape;2480;p43"/>
                <p:cNvSpPr/>
                <p:nvPr/>
              </p:nvSpPr>
              <p:spPr>
                <a:xfrm>
                  <a:off x="535" y="1069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1" name="Google Shape;2481;p43"/>
                <p:cNvSpPr/>
                <p:nvPr/>
              </p:nvSpPr>
              <p:spPr>
                <a:xfrm>
                  <a:off x="614" y="1069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2" name="Google Shape;2482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483" name="Google Shape;2483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84" name="Google Shape;2484;p43"/>
              <p:cNvSpPr/>
              <p:nvPr/>
            </p:nvSpPr>
            <p:spPr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5" name="Google Shape;2485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86" name="Google Shape;2486;p43"/>
              <p:cNvCxnSpPr/>
              <p:nvPr/>
            </p:nvCxnSpPr>
            <p:spPr>
              <a:xfrm rot="10800000">
                <a:off x="470" y="2272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487" name="Google Shape;2487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88" name="Google Shape;2488;p43"/>
          <p:cNvGrpSpPr/>
          <p:nvPr/>
        </p:nvGrpSpPr>
        <p:grpSpPr>
          <a:xfrm flipH="1">
            <a:off x="9080400" y="2243231"/>
            <a:ext cx="1034751" cy="625054"/>
            <a:chOff x="-491" y="1664"/>
            <a:chExt cx="1429" cy="842"/>
          </a:xfrm>
        </p:grpSpPr>
        <p:sp>
          <p:nvSpPr>
            <p:cNvPr id="2489" name="Google Shape;2489;p43"/>
            <p:cNvSpPr/>
            <p:nvPr/>
          </p:nvSpPr>
          <p:spPr>
            <a:xfrm>
              <a:off x="-491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90" name="Google Shape;2490;p43"/>
            <p:cNvGrpSpPr/>
            <p:nvPr/>
          </p:nvGrpSpPr>
          <p:grpSpPr>
            <a:xfrm>
              <a:off x="-427" y="1737"/>
              <a:ext cx="1217" cy="769"/>
              <a:chOff x="-427" y="1737"/>
              <a:chExt cx="1217" cy="769"/>
            </a:xfrm>
          </p:grpSpPr>
          <p:sp>
            <p:nvSpPr>
              <p:cNvPr id="2491" name="Google Shape;2491;p43"/>
              <p:cNvSpPr/>
              <p:nvPr/>
            </p:nvSpPr>
            <p:spPr>
              <a:xfrm>
                <a:off x="-337" y="1922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92" name="Google Shape;2492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493" name="Google Shape;2493;p4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5" cy="338"/>
              </a:xfrm>
            </p:grpSpPr>
            <p:sp>
              <p:nvSpPr>
                <p:cNvPr id="2494" name="Google Shape;2494;p43"/>
                <p:cNvSpPr/>
                <p:nvPr/>
              </p:nvSpPr>
              <p:spPr>
                <a:xfrm>
                  <a:off x="323" y="999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5" name="Google Shape;2495;p43"/>
                <p:cNvSpPr/>
                <p:nvPr/>
              </p:nvSpPr>
              <p:spPr>
                <a:xfrm>
                  <a:off x="392" y="1072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6" name="Google Shape;2496;p43"/>
                <p:cNvSpPr/>
                <p:nvPr/>
              </p:nvSpPr>
              <p:spPr>
                <a:xfrm>
                  <a:off x="466" y="1072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7" name="Google Shape;2497;p43"/>
                <p:cNvSpPr/>
                <p:nvPr/>
              </p:nvSpPr>
              <p:spPr>
                <a:xfrm>
                  <a:off x="536" y="1067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8" name="Google Shape;2498;p43"/>
                <p:cNvSpPr/>
                <p:nvPr/>
              </p:nvSpPr>
              <p:spPr>
                <a:xfrm>
                  <a:off x="615" y="1067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9" name="Google Shape;2499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500" name="Google Shape;2500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01" name="Google Shape;2501;p43"/>
              <p:cNvSpPr/>
              <p:nvPr/>
            </p:nvSpPr>
            <p:spPr>
              <a:xfrm>
                <a:off x="529" y="2232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2" name="Google Shape;2502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03" name="Google Shape;2503;p4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504" name="Google Shape;2504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05" name="Google Shape;2505;p43"/>
          <p:cNvGrpSpPr/>
          <p:nvPr/>
        </p:nvGrpSpPr>
        <p:grpSpPr>
          <a:xfrm flipH="1">
            <a:off x="8020975" y="1925365"/>
            <a:ext cx="1034751" cy="625796"/>
            <a:chOff x="-490" y="1664"/>
            <a:chExt cx="1429" cy="843"/>
          </a:xfrm>
        </p:grpSpPr>
        <p:sp>
          <p:nvSpPr>
            <p:cNvPr id="2506" name="Google Shape;2506;p43"/>
            <p:cNvSpPr/>
            <p:nvPr/>
          </p:nvSpPr>
          <p:spPr>
            <a:xfrm>
              <a:off x="-490" y="1664"/>
              <a:ext cx="1429" cy="295"/>
            </a:xfrm>
            <a:prstGeom prst="triangle">
              <a:avLst>
                <a:gd fmla="val 50000" name="adj"/>
              </a:avLst>
            </a:prstGeom>
            <a:solidFill>
              <a:srgbClr val="DDDD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07" name="Google Shape;2507;p43"/>
            <p:cNvGrpSpPr/>
            <p:nvPr/>
          </p:nvGrpSpPr>
          <p:grpSpPr>
            <a:xfrm>
              <a:off x="-427" y="1737"/>
              <a:ext cx="1217" cy="770"/>
              <a:chOff x="-427" y="1737"/>
              <a:chExt cx="1217" cy="770"/>
            </a:xfrm>
          </p:grpSpPr>
          <p:sp>
            <p:nvSpPr>
              <p:cNvPr id="2508" name="Google Shape;2508;p43"/>
              <p:cNvSpPr/>
              <p:nvPr/>
            </p:nvSpPr>
            <p:spPr>
              <a:xfrm>
                <a:off x="-337" y="1923"/>
                <a:ext cx="1127" cy="58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09" name="Google Shape;2509;p43"/>
              <p:cNvCxnSpPr/>
              <p:nvPr/>
            </p:nvCxnSpPr>
            <p:spPr>
              <a:xfrm flipH="1" rot="10800000">
                <a:off x="-150" y="2270"/>
                <a:ext cx="230" cy="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10" name="Google Shape;2510;p43"/>
              <p:cNvGrpSpPr/>
              <p:nvPr/>
            </p:nvGrpSpPr>
            <p:grpSpPr>
              <a:xfrm>
                <a:off x="68" y="2192"/>
                <a:ext cx="384" cy="139"/>
                <a:chOff x="322" y="890"/>
                <a:chExt cx="866" cy="339"/>
              </a:xfrm>
            </p:grpSpPr>
            <p:sp>
              <p:nvSpPr>
                <p:cNvPr id="2511" name="Google Shape;2511;p43"/>
                <p:cNvSpPr/>
                <p:nvPr/>
              </p:nvSpPr>
              <p:spPr>
                <a:xfrm>
                  <a:off x="324" y="1000"/>
                  <a:ext cx="864" cy="229"/>
                </a:xfrm>
                <a:prstGeom prst="rect">
                  <a:avLst/>
                </a:pr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2" name="Google Shape;2512;p43"/>
                <p:cNvSpPr/>
                <p:nvPr/>
              </p:nvSpPr>
              <p:spPr>
                <a:xfrm>
                  <a:off x="393" y="1073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3" name="Google Shape;2513;p43"/>
                <p:cNvSpPr/>
                <p:nvPr/>
              </p:nvSpPr>
              <p:spPr>
                <a:xfrm>
                  <a:off x="467" y="1073"/>
                  <a:ext cx="54" cy="57"/>
                </a:xfrm>
                <a:prstGeom prst="rect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4" name="Google Shape;2514;p43"/>
                <p:cNvSpPr/>
                <p:nvPr/>
              </p:nvSpPr>
              <p:spPr>
                <a:xfrm>
                  <a:off x="536" y="1068"/>
                  <a:ext cx="59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5" name="Google Shape;2515;p43"/>
                <p:cNvSpPr/>
                <p:nvPr/>
              </p:nvSpPr>
              <p:spPr>
                <a:xfrm>
                  <a:off x="615" y="1068"/>
                  <a:ext cx="54" cy="57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6" name="Google Shape;2516;p43"/>
                <p:cNvSpPr/>
                <p:nvPr/>
              </p:nvSpPr>
              <p:spPr>
                <a:xfrm flipH="1" rot="10800000">
                  <a:off x="322" y="890"/>
                  <a:ext cx="859" cy="110"/>
                </a:xfrm>
                <a:custGeom>
                  <a:rect b="b" l="l" r="r" t="t"/>
                  <a:pathLst>
                    <a:path extrusionOk="0" h="21600" w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descr="desktop_computer_stylized_small" id="2517" name="Google Shape;2517;p4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-427" y="2049"/>
                <a:ext cx="447" cy="41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18" name="Google Shape;2518;p43"/>
              <p:cNvSpPr/>
              <p:nvPr/>
            </p:nvSpPr>
            <p:spPr>
              <a:xfrm>
                <a:off x="529" y="2233"/>
                <a:ext cx="103" cy="90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9" name="Google Shape;2519;p43"/>
              <p:cNvSpPr/>
              <p:nvPr/>
            </p:nvSpPr>
            <p:spPr>
              <a:xfrm>
                <a:off x="282" y="1951"/>
                <a:ext cx="302" cy="274"/>
              </a:xfrm>
              <a:custGeom>
                <a:rect b="b" l="l" r="r" t="t"/>
                <a:pathLst>
                  <a:path extrusionOk="0" h="274" w="381">
                    <a:moveTo>
                      <a:pt x="381" y="274"/>
                    </a:moveTo>
                    <a:lnTo>
                      <a:pt x="381" y="130"/>
                    </a:lnTo>
                    <a:lnTo>
                      <a:pt x="0" y="0"/>
                    </a:lnTo>
                  </a:path>
                </a:pathLst>
              </a:cu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20" name="Google Shape;2520;p43"/>
              <p:cNvCxnSpPr/>
              <p:nvPr/>
            </p:nvCxnSpPr>
            <p:spPr>
              <a:xfrm rot="10800000">
                <a:off x="470" y="2271"/>
                <a:ext cx="15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pic>
            <p:nvPicPr>
              <p:cNvPr descr="tv" id="2521" name="Google Shape;2521;p4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" y="1737"/>
                <a:ext cx="476" cy="4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4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Summary of </a:t>
            </a: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9" name="Google Shape;2529;p44"/>
          <p:cNvSpPr txBox="1"/>
          <p:nvPr/>
        </p:nvSpPr>
        <p:spPr>
          <a:xfrm>
            <a:off x="1219199" y="1414670"/>
            <a:ext cx="10588487" cy="4906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channel partitioning,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time, frequency or code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Division, Frequency Division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random access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(dynamic), 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ALOHA, S-ALOHA, CSMA, CSMA/CD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sensing: easy in some technologies (wire), hard in others (wireless)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CSMA/CD used in Ethernet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CSMA/CA used in 802.11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taking turns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polling from central site, token passing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Bluetooth, FDDI,  token ring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p4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536" name="Google Shape;253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537" name="Google Shape;2537;p45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45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p4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7" name="Google Shape;2547;p46"/>
          <p:cNvSpPr txBox="1"/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32-bit IP address: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address for interface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layer 3 (network layer) forwarding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e.g.: 128.119.40.136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8" name="Google Shape;2548;p46"/>
          <p:cNvSpPr txBox="1"/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(or LAN or physical or Ethernet) address: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used “locally” to get frame from one interface to another physically-connected interface (same subnet, in IP-addressing sense)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48-bit MAC address (for most LANs) burned in NIC ROM, also sometimes software settable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549" name="Google Shape;2549;p46"/>
          <p:cNvGrpSpPr/>
          <p:nvPr/>
        </p:nvGrpSpPr>
        <p:grpSpPr>
          <a:xfrm>
            <a:off x="912934" y="5533272"/>
            <a:ext cx="10903227" cy="903016"/>
            <a:chOff x="912934" y="5533272"/>
            <a:chExt cx="10903227" cy="903016"/>
          </a:xfrm>
        </p:grpSpPr>
        <p:sp>
          <p:nvSpPr>
            <p:cNvPr id="2550" name="Google Shape;2550;p46"/>
            <p:cNvSpPr txBox="1"/>
            <p:nvPr/>
          </p:nvSpPr>
          <p:spPr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hexadecimal (base 16) notation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(each “numeral” represents 4 bits)</a:t>
              </a:r>
              <a:endParaRPr/>
            </a:p>
          </p:txBody>
        </p:sp>
        <p:cxnSp>
          <p:nvCxnSpPr>
            <p:cNvPr id="2551" name="Google Shape;2551;p46"/>
            <p:cNvCxnSpPr/>
            <p:nvPr/>
          </p:nvCxnSpPr>
          <p:spPr>
            <a:xfrm rot="10800000">
              <a:off x="5021744" y="5895906"/>
              <a:ext cx="623681" cy="2133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52" name="Google Shape;2552;p46"/>
            <p:cNvSpPr txBox="1"/>
            <p:nvPr/>
          </p:nvSpPr>
          <p:spPr>
            <a:xfrm>
              <a:off x="912934" y="5533272"/>
              <a:ext cx="10903227" cy="582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31775" lvl="1" marL="695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e.g.: 1A-2F-BB-76-09-AD</a:t>
              </a:r>
              <a:endParaRPr/>
            </a:p>
            <a:p>
              <a:pPr indent="-793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8" name="Google Shape;2558;p47"/>
          <p:cNvCxnSpPr/>
          <p:nvPr/>
        </p:nvCxnSpPr>
        <p:spPr>
          <a:xfrm>
            <a:off x="4798734" y="4271477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9" name="Google Shape;2559;p47"/>
          <p:cNvCxnSpPr/>
          <p:nvPr/>
        </p:nvCxnSpPr>
        <p:spPr>
          <a:xfrm>
            <a:off x="6583225" y="3351624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0" name="Google Shape;2560;p47"/>
          <p:cNvCxnSpPr/>
          <p:nvPr/>
        </p:nvCxnSpPr>
        <p:spPr>
          <a:xfrm rot="10800000">
            <a:off x="6359594" y="5298866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1" name="Google Shape;2561;p4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3" name="Google Shape;2563;p47"/>
          <p:cNvSpPr txBox="1"/>
          <p:nvPr/>
        </p:nvSpPr>
        <p:spPr>
          <a:xfrm>
            <a:off x="1219200" y="1216922"/>
            <a:ext cx="833125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interface on LAN 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unique 48-bit </a:t>
            </a: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address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a locally unique 32-bit IP address (as we’ve seen)</a:t>
            </a:r>
            <a:endParaRPr/>
          </a:p>
        </p:txBody>
      </p:sp>
      <p:sp>
        <p:nvSpPr>
          <p:cNvPr id="2564" name="Google Shape;2564;p47"/>
          <p:cNvSpPr/>
          <p:nvPr/>
        </p:nvSpPr>
        <p:spPr>
          <a:xfrm>
            <a:off x="5425937" y="3593615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5" name="Google Shape;2565;p47"/>
          <p:cNvCxnSpPr/>
          <p:nvPr/>
        </p:nvCxnSpPr>
        <p:spPr>
          <a:xfrm rot="10800000">
            <a:off x="7446825" y="4320484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6" name="Google Shape;2566;p47"/>
          <p:cNvSpPr txBox="1"/>
          <p:nvPr/>
        </p:nvSpPr>
        <p:spPr>
          <a:xfrm>
            <a:off x="6890648" y="3308137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/>
          </a:p>
        </p:txBody>
      </p:sp>
      <p:cxnSp>
        <p:nvCxnSpPr>
          <p:cNvPr id="2567" name="Google Shape;2567;p47"/>
          <p:cNvCxnSpPr/>
          <p:nvPr/>
        </p:nvCxnSpPr>
        <p:spPr>
          <a:xfrm rot="10800000">
            <a:off x="8005327" y="443650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8" name="Google Shape;2568;p47"/>
          <p:cNvSpPr txBox="1"/>
          <p:nvPr/>
        </p:nvSpPr>
        <p:spPr>
          <a:xfrm>
            <a:off x="7909197" y="4779066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cxnSp>
        <p:nvCxnSpPr>
          <p:cNvPr id="2569" name="Google Shape;2569;p47"/>
          <p:cNvCxnSpPr/>
          <p:nvPr/>
        </p:nvCxnSpPr>
        <p:spPr>
          <a:xfrm rot="10800000">
            <a:off x="6462781" y="5733635"/>
            <a:ext cx="36036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0" name="Google Shape;2570;p47"/>
          <p:cNvSpPr txBox="1"/>
          <p:nvPr/>
        </p:nvSpPr>
        <p:spPr>
          <a:xfrm>
            <a:off x="6785122" y="5577774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/>
          </a:p>
        </p:txBody>
      </p:sp>
      <p:cxnSp>
        <p:nvCxnSpPr>
          <p:cNvPr id="2571" name="Google Shape;2571;p47"/>
          <p:cNvCxnSpPr/>
          <p:nvPr/>
        </p:nvCxnSpPr>
        <p:spPr>
          <a:xfrm rot="10800000">
            <a:off x="4735234" y="442705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2" name="Google Shape;2572;p47"/>
          <p:cNvSpPr txBox="1"/>
          <p:nvPr/>
        </p:nvSpPr>
        <p:spPr>
          <a:xfrm>
            <a:off x="3817659" y="4801702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573" name="Google Shape;2573;p47"/>
          <p:cNvSpPr txBox="1"/>
          <p:nvPr/>
        </p:nvSpPr>
        <p:spPr>
          <a:xfrm>
            <a:off x="5327374" y="3992146"/>
            <a:ext cx="217335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(wired or wireless)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137.196.7.0/24</a:t>
            </a:r>
            <a:endParaRPr i="0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4" name="Google Shape;2574;p47"/>
          <p:cNvSpPr/>
          <p:nvPr/>
        </p:nvSpPr>
        <p:spPr>
          <a:xfrm>
            <a:off x="6488853" y="335344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575" name="Google Shape;2575;p47"/>
          <p:cNvGrpSpPr/>
          <p:nvPr/>
        </p:nvGrpSpPr>
        <p:grpSpPr>
          <a:xfrm>
            <a:off x="6030223" y="2820774"/>
            <a:ext cx="812800" cy="658813"/>
            <a:chOff x="-44" y="1473"/>
            <a:chExt cx="981" cy="1105"/>
          </a:xfrm>
        </p:grpSpPr>
        <p:pic>
          <p:nvPicPr>
            <p:cNvPr descr="desktop_computer_stylized_medium" id="2576" name="Google Shape;2576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7" name="Google Shape;2577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78" name="Google Shape;2578;p47"/>
          <p:cNvSpPr/>
          <p:nvPr/>
        </p:nvSpPr>
        <p:spPr>
          <a:xfrm rot="5400000">
            <a:off x="4597155" y="413978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79" name="Google Shape;2579;p47"/>
          <p:cNvSpPr/>
          <p:nvPr/>
        </p:nvSpPr>
        <p:spPr>
          <a:xfrm>
            <a:off x="6287678" y="560675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580" name="Google Shape;2580;p47"/>
          <p:cNvSpPr/>
          <p:nvPr/>
        </p:nvSpPr>
        <p:spPr>
          <a:xfrm rot="5400000">
            <a:off x="8031860" y="420170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581" name="Google Shape;2581;p47"/>
          <p:cNvGrpSpPr/>
          <p:nvPr/>
        </p:nvGrpSpPr>
        <p:grpSpPr>
          <a:xfrm>
            <a:off x="3922434" y="3893652"/>
            <a:ext cx="812800" cy="658813"/>
            <a:chOff x="-44" y="1473"/>
            <a:chExt cx="981" cy="1105"/>
          </a:xfrm>
        </p:grpSpPr>
        <p:pic>
          <p:nvPicPr>
            <p:cNvPr descr="desktop_computer_stylized_medium" id="2582" name="Google Shape;2582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3" name="Google Shape;2583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4" name="Google Shape;2584;p47"/>
          <p:cNvGrpSpPr/>
          <p:nvPr/>
        </p:nvGrpSpPr>
        <p:grpSpPr>
          <a:xfrm>
            <a:off x="7880069" y="4049022"/>
            <a:ext cx="812800" cy="658812"/>
            <a:chOff x="-26" y="1473"/>
            <a:chExt cx="981" cy="1105"/>
          </a:xfrm>
        </p:grpSpPr>
        <p:pic>
          <p:nvPicPr>
            <p:cNvPr descr="desktop_computer_stylized_medium" id="2585" name="Google Shape;2585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6" name="Google Shape;258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87" name="Google Shape;2587;p47"/>
          <p:cNvCxnSpPr/>
          <p:nvPr/>
        </p:nvCxnSpPr>
        <p:spPr>
          <a:xfrm rot="10800000">
            <a:off x="6719722" y="3486836"/>
            <a:ext cx="2548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588" name="Google Shape;2588;p47"/>
          <p:cNvGrpSpPr/>
          <p:nvPr/>
        </p:nvGrpSpPr>
        <p:grpSpPr>
          <a:xfrm>
            <a:off x="5832544" y="5800310"/>
            <a:ext cx="812800" cy="658813"/>
            <a:chOff x="-44" y="1473"/>
            <a:chExt cx="981" cy="1105"/>
          </a:xfrm>
        </p:grpSpPr>
        <p:pic>
          <p:nvPicPr>
            <p:cNvPr descr="desktop_computer_stylized_medium" id="2589" name="Google Shape;258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0" name="Google Shape;2590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1" name="Google Shape;2591;p47"/>
          <p:cNvSpPr txBox="1"/>
          <p:nvPr/>
        </p:nvSpPr>
        <p:spPr>
          <a:xfrm>
            <a:off x="6867458" y="309369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/>
          </a:p>
        </p:txBody>
      </p:sp>
      <p:sp>
        <p:nvSpPr>
          <p:cNvPr id="2592" name="Google Shape;2592;p47"/>
          <p:cNvSpPr txBox="1"/>
          <p:nvPr/>
        </p:nvSpPr>
        <p:spPr>
          <a:xfrm>
            <a:off x="7903609" y="497784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593" name="Google Shape;2593;p47"/>
          <p:cNvSpPr txBox="1"/>
          <p:nvPr/>
        </p:nvSpPr>
        <p:spPr>
          <a:xfrm>
            <a:off x="6746875" y="5795342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/>
          </a:p>
        </p:txBody>
      </p:sp>
      <p:sp>
        <p:nvSpPr>
          <p:cNvPr id="2594" name="Google Shape;2594;p47"/>
          <p:cNvSpPr txBox="1"/>
          <p:nvPr/>
        </p:nvSpPr>
        <p:spPr>
          <a:xfrm>
            <a:off x="3822352" y="5017604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" name="Google Shape;2600;p4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2" name="Google Shape;2602;p48"/>
          <p:cNvSpPr txBox="1"/>
          <p:nvPr/>
        </p:nvSpPr>
        <p:spPr>
          <a:xfrm>
            <a:off x="1010477" y="1441173"/>
            <a:ext cx="10028583" cy="5012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address allocation administered by IEEE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manufacturer buys portion of MAC address space (to assure uniqueness)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address: like Social Security Number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address: like postal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MAC flat address: portability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move interface from one LAN to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 IP address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portable: depends on IP subnet to which node is attached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4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ARP: address resolution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0" name="Google Shape;2610;p49"/>
          <p:cNvSpPr txBox="1"/>
          <p:nvPr/>
        </p:nvSpPr>
        <p:spPr>
          <a:xfrm>
            <a:off x="6082748" y="2344599"/>
            <a:ext cx="5193195" cy="95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ARP table: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IP node (host, router) on LAN has table</a:t>
            </a:r>
            <a:endParaRPr/>
          </a:p>
        </p:txBody>
      </p:sp>
      <p:sp>
        <p:nvSpPr>
          <p:cNvPr id="2611" name="Google Shape;2611;p49"/>
          <p:cNvSpPr txBox="1"/>
          <p:nvPr/>
        </p:nvSpPr>
        <p:spPr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determine interface’s MAC address, knowing its IP address?</a:t>
            </a:r>
            <a:endParaRPr/>
          </a:p>
        </p:txBody>
      </p:sp>
      <p:grpSp>
        <p:nvGrpSpPr>
          <p:cNvPr id="2612" name="Google Shape;2612;p49"/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cxnSp>
          <p:nvCxnSpPr>
            <p:cNvPr id="2613" name="Google Shape;2613;p49"/>
            <p:cNvCxnSpPr/>
            <p:nvPr/>
          </p:nvCxnSpPr>
          <p:spPr>
            <a:xfrm>
              <a:off x="4951134" y="4423877"/>
              <a:ext cx="901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4" name="Google Shape;2614;p49"/>
            <p:cNvCxnSpPr/>
            <p:nvPr/>
          </p:nvCxnSpPr>
          <p:spPr>
            <a:xfrm>
              <a:off x="6735625" y="3504024"/>
              <a:ext cx="0" cy="6556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15" name="Google Shape;2615;p49"/>
            <p:cNvCxnSpPr/>
            <p:nvPr/>
          </p:nvCxnSpPr>
          <p:spPr>
            <a:xfrm rot="10800000">
              <a:off x="6511994" y="5451266"/>
              <a:ext cx="0" cy="4381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16" name="Google Shape;2616;p49"/>
            <p:cNvSpPr/>
            <p:nvPr/>
          </p:nvSpPr>
          <p:spPr>
            <a:xfrm>
              <a:off x="5578337" y="3746015"/>
              <a:ext cx="2046288" cy="2049462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17" name="Google Shape;2617;p49"/>
            <p:cNvCxnSpPr/>
            <p:nvPr/>
          </p:nvCxnSpPr>
          <p:spPr>
            <a:xfrm rot="10800000">
              <a:off x="7599225" y="4472884"/>
              <a:ext cx="7969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18" name="Google Shape;2618;p49"/>
            <p:cNvSpPr txBox="1"/>
            <p:nvPr/>
          </p:nvSpPr>
          <p:spPr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1A-2F-BB-76-09-AD</a:t>
              </a:r>
              <a:endParaRPr/>
            </a:p>
          </p:txBody>
        </p:sp>
        <p:cxnSp>
          <p:nvCxnSpPr>
            <p:cNvPr id="2619" name="Google Shape;2619;p49"/>
            <p:cNvCxnSpPr/>
            <p:nvPr/>
          </p:nvCxnSpPr>
          <p:spPr>
            <a:xfrm rot="10800000">
              <a:off x="8157727" y="458890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20" name="Google Shape;2620;p49"/>
            <p:cNvSpPr txBox="1"/>
            <p:nvPr/>
          </p:nvSpPr>
          <p:spPr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58-23-D7-FA-20-B0</a:t>
              </a:r>
              <a:endParaRPr/>
            </a:p>
          </p:txBody>
        </p:sp>
        <p:cxnSp>
          <p:nvCxnSpPr>
            <p:cNvPr id="2621" name="Google Shape;2621;p49"/>
            <p:cNvCxnSpPr/>
            <p:nvPr/>
          </p:nvCxnSpPr>
          <p:spPr>
            <a:xfrm rot="10800000">
              <a:off x="6615181" y="5886035"/>
              <a:ext cx="360363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22" name="Google Shape;2622;p49"/>
            <p:cNvSpPr txBox="1"/>
            <p:nvPr/>
          </p:nvSpPr>
          <p:spPr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0C-C4-11-6F-E3-98</a:t>
              </a:r>
              <a:endParaRPr/>
            </a:p>
          </p:txBody>
        </p:sp>
        <p:cxnSp>
          <p:nvCxnSpPr>
            <p:cNvPr id="2623" name="Google Shape;2623;p49"/>
            <p:cNvCxnSpPr/>
            <p:nvPr/>
          </p:nvCxnSpPr>
          <p:spPr>
            <a:xfrm rot="10800000">
              <a:off x="4887634" y="457945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24" name="Google Shape;2624;p49"/>
            <p:cNvSpPr txBox="1"/>
            <p:nvPr/>
          </p:nvSpPr>
          <p:spPr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/>
            </a:p>
          </p:txBody>
        </p:sp>
        <p:sp>
          <p:nvSpPr>
            <p:cNvPr id="2625" name="Google Shape;2625;p49"/>
            <p:cNvSpPr txBox="1"/>
            <p:nvPr/>
          </p:nvSpPr>
          <p:spPr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LAN</a:t>
              </a:r>
              <a:endParaRPr/>
            </a:p>
          </p:txBody>
        </p:sp>
        <p:sp>
          <p:nvSpPr>
            <p:cNvPr id="2626" name="Google Shape;2626;p49"/>
            <p:cNvSpPr/>
            <p:nvPr/>
          </p:nvSpPr>
          <p:spPr>
            <a:xfrm>
              <a:off x="6641253" y="350584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7" name="Google Shape;2627;p49"/>
            <p:cNvGrpSpPr/>
            <p:nvPr/>
          </p:nvGrpSpPr>
          <p:grpSpPr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28" name="Google Shape;262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29" name="Google Shape;262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0" name="Google Shape;2630;p49"/>
            <p:cNvSpPr/>
            <p:nvPr/>
          </p:nvSpPr>
          <p:spPr>
            <a:xfrm rot="5400000">
              <a:off x="4749555" y="429218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49"/>
            <p:cNvSpPr/>
            <p:nvPr/>
          </p:nvSpPr>
          <p:spPr>
            <a:xfrm>
              <a:off x="6440078" y="575915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49"/>
            <p:cNvSpPr/>
            <p:nvPr/>
          </p:nvSpPr>
          <p:spPr>
            <a:xfrm rot="5400000">
              <a:off x="8184260" y="435410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3" name="Google Shape;2633;p49"/>
            <p:cNvGrpSpPr/>
            <p:nvPr/>
          </p:nvGrpSpPr>
          <p:grpSpPr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34" name="Google Shape;2634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5" name="Google Shape;2635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6" name="Google Shape;2636;p49"/>
            <p:cNvGrpSpPr/>
            <p:nvPr/>
          </p:nvGrpSpPr>
          <p:grpSpPr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descr="desktop_computer_stylized_medium" id="2637" name="Google Shape;2637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38" name="Google Shape;2638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639" name="Google Shape;2639;p49"/>
            <p:cNvCxnSpPr/>
            <p:nvPr/>
          </p:nvCxnSpPr>
          <p:spPr>
            <a:xfrm rot="10800000">
              <a:off x="6872122" y="3639236"/>
              <a:ext cx="2548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640" name="Google Shape;2640;p49"/>
            <p:cNvGrpSpPr/>
            <p:nvPr/>
          </p:nvGrpSpPr>
          <p:grpSpPr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2641" name="Google Shape;264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42" name="Google Shape;264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43" name="Google Shape;2643;p49"/>
            <p:cNvSpPr txBox="1"/>
            <p:nvPr/>
          </p:nvSpPr>
          <p:spPr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137.196.7.78</a:t>
              </a:r>
              <a:endParaRPr/>
            </a:p>
          </p:txBody>
        </p:sp>
        <p:sp>
          <p:nvSpPr>
            <p:cNvPr id="2644" name="Google Shape;2644;p49"/>
            <p:cNvSpPr txBox="1"/>
            <p:nvPr/>
          </p:nvSpPr>
          <p:spPr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</p:txBody>
        </p:sp>
        <p:sp>
          <p:nvSpPr>
            <p:cNvPr id="2645" name="Google Shape;2645;p49"/>
            <p:cNvSpPr txBox="1"/>
            <p:nvPr/>
          </p:nvSpPr>
          <p:spPr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137.196.7.88</a:t>
              </a:r>
              <a:endParaRPr/>
            </a:p>
          </p:txBody>
        </p:sp>
        <p:sp>
          <p:nvSpPr>
            <p:cNvPr id="2646" name="Google Shape;2646;p49"/>
            <p:cNvSpPr txBox="1"/>
            <p:nvPr/>
          </p:nvSpPr>
          <p:spPr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137.196.7.23</a:t>
              </a:r>
              <a:endParaRPr/>
            </a:p>
          </p:txBody>
        </p:sp>
      </p:grpSp>
      <p:grpSp>
        <p:nvGrpSpPr>
          <p:cNvPr id="2647" name="Google Shape;2647;p49"/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2648" name="Google Shape;2648;p49"/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2649" name="Google Shape;2649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0" name="Google Shape;2650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2651" name="Google Shape;2651;p49"/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2652" name="Google Shape;2652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3" name="Google Shape;2653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2654" name="Google Shape;2654;p49"/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2655" name="Google Shape;2655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6" name="Google Shape;2656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2657" name="Google Shape;2657;p49"/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2658" name="Google Shape;2658;p49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9" name="Google Shape;2659;p49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</p:grpSp>
      <p:sp>
        <p:nvSpPr>
          <p:cNvPr id="2660" name="Google Shape;2660;p49"/>
          <p:cNvSpPr txBox="1"/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IP/MAC address mappings for some LAN nodes: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&lt; IP address; MAC address; TTL&gt;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 (Time To Live): time after which address mapping will be forgotten (typically 20 min)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6" name="Google Shape;2666;p50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7" name="Google Shape;2667;p50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8" name="Google Shape;2668;p50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9" name="Google Shape;2669;p5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1" name="Google Shape;2671;p50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2" name="Google Shape;2672;p50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3" name="Google Shape;2673;p50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4" name="Google Shape;2674;p50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675" name="Google Shape;2675;p50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676" name="Google Shape;2676;p50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677" name="Google Shape;2677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8" name="Google Shape;2678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9" name="Google Shape;2679;p50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80" name="Google Shape;2680;p50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681" name="Google Shape;2681;p50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682" name="Google Shape;268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3" name="Google Shape;2683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4" name="Google Shape;2684;p50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685" name="Google Shape;268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6" name="Google Shape;268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7" name="Google Shape;2687;p50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688" name="Google Shape;2688;p50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689" name="Google Shape;2689;p50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690" name="Google Shape;2690;p50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691" name="Google Shape;2691;p50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692" name="Google Shape;2692;p50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93" name="Google Shape;2693;p50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694" name="Google Shape;2694;p50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695" name="Google Shape;2695;p50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696" name="Google Shape;2696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7" name="Google Shape;2697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98" name="Google Shape;2698;p50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699" name="Google Shape;2699;p50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700" name="Google Shape;2700;p50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701" name="Google Shape;2701;p50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2" name="Google Shape;2702;p50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703" name="Google Shape;2703;p50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4" name="Google Shape;2704;p50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705" name="Google Shape;2705;p50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06" name="Google Shape;2706;p50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7" name="Google Shape;2707;p50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08" name="Google Shape;2708;p50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09" name="Google Shape;2709;p50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10" name="Google Shape;2710;p50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711" name="Google Shape;2711;p50"/>
          <p:cNvSpPr txBox="1"/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2" name="Google Shape;2712;p50"/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2713" name="Google Shape;2713;p50"/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1775" lvl="0" marL="231775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broadcasts ARP query, containing B's IP addr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MAC address = FF-FF-FF-FF-FF-FF</a:t>
              </a:r>
              <a:endParaRPr/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nodes on LAN receive ARP query </a:t>
              </a:r>
              <a:endParaRPr/>
            </a:p>
          </p:txBody>
        </p:sp>
        <p:grpSp>
          <p:nvGrpSpPr>
            <p:cNvPr id="2714" name="Google Shape;2714;p50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715" name="Google Shape;2715;p50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6" name="Google Shape;2716;p50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2717" name="Google Shape;2717;p50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2718" name="Google Shape;2718;p50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50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50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MAC:  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Source IP: 137.196.7.23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2721" name="Google Shape;2721;p50"/>
          <p:cNvGrpSpPr/>
          <p:nvPr/>
        </p:nvGrpSpPr>
        <p:grpSpPr>
          <a:xfrm>
            <a:off x="5367131" y="3596877"/>
            <a:ext cx="2849218" cy="2007708"/>
            <a:chOff x="437322" y="4803913"/>
            <a:chExt cx="2849218" cy="2007708"/>
          </a:xfrm>
        </p:grpSpPr>
        <p:sp>
          <p:nvSpPr>
            <p:cNvPr id="2722" name="Google Shape;2722;p50"/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50"/>
            <p:cNvSpPr/>
            <p:nvPr/>
          </p:nvSpPr>
          <p:spPr>
            <a:xfrm rot="-5400000">
              <a:off x="1408044" y="5105399"/>
              <a:ext cx="775252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50"/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25" name="Google Shape;2725;p50"/>
            <p:cNvGrpSpPr/>
            <p:nvPr/>
          </p:nvGrpSpPr>
          <p:grpSpPr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2726" name="Google Shape;2726;p50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7" name="Google Shape;2727;p50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8" name="Google Shape;2728;p50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29" name="Google Shape;2729;p50"/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2730" name="Google Shape;2730;p50"/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50"/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732" name="Google Shape;2732;p50"/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frame (sent to FF-FF-FF-FF-FF-FF)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38" name="Google Shape;2738;p51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9" name="Google Shape;2739;p51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0" name="Google Shape;2740;p51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1" name="Google Shape;2741;p5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2" name="Google Shape;2742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3" name="Google Shape;2743;p51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4" name="Google Shape;2744;p51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5" name="Google Shape;2745;p51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6" name="Google Shape;2746;p51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747" name="Google Shape;2747;p51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48" name="Google Shape;2748;p51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749" name="Google Shape;2749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0" name="Google Shape;2750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1" name="Google Shape;2751;p51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752" name="Google Shape;2752;p51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53" name="Google Shape;2753;p51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754" name="Google Shape;275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5" name="Google Shape;2755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6" name="Google Shape;2756;p51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757" name="Google Shape;275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8" name="Google Shape;275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59" name="Google Shape;2759;p51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760" name="Google Shape;2760;p51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761" name="Google Shape;2761;p51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762" name="Google Shape;2762;p51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763" name="Google Shape;2763;p51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764" name="Google Shape;2764;p51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5" name="Google Shape;2765;p51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766" name="Google Shape;2766;p51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767" name="Google Shape;2767;p51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768" name="Google Shape;276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9" name="Google Shape;276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0" name="Google Shape;2770;p51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771" name="Google Shape;2771;p51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772" name="Google Shape;2772;p51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773" name="Google Shape;2773;p51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74" name="Google Shape;2774;p51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775" name="Google Shape;2775;p51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6" name="Google Shape;2776;p51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777" name="Google Shape;2777;p51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78" name="Google Shape;2778;p51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9" name="Google Shape;2779;p51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80" name="Google Shape;2780;p51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81" name="Google Shape;2781;p51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82" name="Google Shape;2782;p51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783" name="Google Shape;2783;p51"/>
          <p:cNvSpPr txBox="1"/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84" name="Google Shape;2784;p51"/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2785" name="Google Shape;2785;p51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replies to A with ARP response, giving its MAC address</a:t>
              </a:r>
              <a:endParaRPr/>
            </a:p>
          </p:txBody>
        </p:sp>
        <p:grpSp>
          <p:nvGrpSpPr>
            <p:cNvPr id="2786" name="Google Shape;2786;p51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787" name="Google Shape;2787;p51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8" name="Google Shape;2788;p51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2789" name="Google Shape;2789;p51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2790" name="Google Shape;2790;p51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51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Target MAC address: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58-23-D7-FA-20-B0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2793" name="Google Shape;2793;p51"/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2794" name="Google Shape;2794;p51"/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5" name="Google Shape;2795;p51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2796" name="Google Shape;2796;p51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7" name="Google Shape;2797;p51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8" name="Google Shape;2798;p51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9" name="Google Shape;2799;p51"/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2800" name="Google Shape;2800;p51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1" name="Google Shape;2801;p51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2802" name="Google Shape;2802;p51"/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message into Ethernet frame (sent to 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71-65-F7-2B-08-53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7" name="Shape 2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8" name="Google Shape;2808;p52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9" name="Google Shape;2809;p52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0" name="Google Shape;2810;p52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11" name="Google Shape;2811;p5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2" name="Google Shape;2812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3" name="Google Shape;2813;p52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4" name="Google Shape;2814;p52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5" name="Google Shape;2815;p52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16" name="Google Shape;2816;p52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817" name="Google Shape;2817;p52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18" name="Google Shape;2818;p52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819" name="Google Shape;2819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0" name="Google Shape;2820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1" name="Google Shape;2821;p52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22" name="Google Shape;2822;p52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23" name="Google Shape;2823;p52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824" name="Google Shape;2824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5" name="Google Shape;2825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26" name="Google Shape;2826;p52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827" name="Google Shape;2827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8" name="Google Shape;2828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9" name="Google Shape;2829;p52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830" name="Google Shape;2830;p52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31" name="Google Shape;2831;p52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832" name="Google Shape;2832;p52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833" name="Google Shape;2833;p52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834" name="Google Shape;2834;p52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5" name="Google Shape;2835;p52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836" name="Google Shape;2836;p52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37" name="Google Shape;2837;p52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838" name="Google Shape;2838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9" name="Google Shape;2839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0" name="Google Shape;2840;p52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841" name="Google Shape;2841;p52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842" name="Google Shape;2842;p52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843" name="Google Shape;2843;p52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44" name="Google Shape;2844;p52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845" name="Google Shape;2845;p52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6" name="Google Shape;2846;p52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lang="en-US" sz="1800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847" name="Google Shape;2847;p52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848" name="Google Shape;2848;p52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9" name="Google Shape;2849;p52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850" name="Google Shape;2850;p52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851" name="Google Shape;2851;p52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852" name="Google Shape;2852;p52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853" name="Google Shape;2853;p52"/>
          <p:cNvSpPr txBox="1"/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4" name="Google Shape;2854;p52"/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2855" name="Google Shape;2855;p52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B’s reply, adds B entry into its local ARP table</a:t>
              </a:r>
              <a:endParaRPr/>
            </a:p>
          </p:txBody>
        </p:sp>
        <p:grpSp>
          <p:nvGrpSpPr>
            <p:cNvPr id="2856" name="Google Shape;2856;p52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857" name="Google Shape;2857;p52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8" name="Google Shape;2858;p52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859" name="Google Shape;2859;p52"/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2860" name="Google Shape;2860;p52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1" name="Google Shape;2861;p52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2862" name="Google Shape;2862;p52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3" name="Google Shape;2863;p52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4" name="Google Shape;2864;p52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5" name="Google Shape;2865;p52"/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2866" name="Google Shape;2866;p52"/>
            <p:cNvSpPr txBox="1"/>
            <p:nvPr/>
          </p:nvSpPr>
          <p:spPr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137.196.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    7.14</a:t>
              </a:r>
              <a:endParaRPr/>
            </a:p>
          </p:txBody>
        </p:sp>
        <p:sp>
          <p:nvSpPr>
            <p:cNvPr id="2867" name="Google Shape;2867;p52"/>
            <p:cNvSpPr txBox="1"/>
            <p:nvPr/>
          </p:nvSpPr>
          <p:spPr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58-23-D7-FA-20-B0</a:t>
              </a:r>
              <a:endParaRPr/>
            </a:p>
          </p:txBody>
        </p:sp>
        <p:sp>
          <p:nvSpPr>
            <p:cNvPr id="2868" name="Google Shape;2868;p52"/>
            <p:cNvSpPr txBox="1"/>
            <p:nvPr/>
          </p:nvSpPr>
          <p:spPr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5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5" name="Google Shape;2875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6" name="Google Shape;2876;p53"/>
          <p:cNvSpPr txBox="1"/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25" lvl="0" marL="111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walkthrough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sending a  datagram from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indent="-225425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 on addressing – at IP (datagram) and MAC layer (frame) levels</a:t>
            </a:r>
            <a:endParaRPr/>
          </a:p>
        </p:txBody>
      </p:sp>
      <p:cxnSp>
        <p:nvCxnSpPr>
          <p:cNvPr id="2877" name="Google Shape;2877;p53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8" name="Google Shape;2878;p53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9" name="Google Shape;2879;p53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80" name="Google Shape;2880;p53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1" name="Google Shape;2881;p53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2" name="Google Shape;2882;p53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2883" name="Google Shape;2883;p53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4" name="Google Shape;2884;p53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5" name="Google Shape;2885;p53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6" name="Google Shape;2886;p53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2887" name="Google Shape;2887;p53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2888" name="Google Shape;2888;p53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889" name="Google Shape;2889;p53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890" name="Google Shape;2890;p53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2891" name="Google Shape;2891;p5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892" name="Google Shape;2892;p5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893" name="Google Shape;2893;p5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94" name="Google Shape;2894;p5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5" name="Google Shape;2895;p5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6" name="Google Shape;2896;p5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7" name="Google Shape;2897;p5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898" name="Google Shape;2898;p53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99" name="Google Shape;2899;p53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2900" name="Google Shape;2900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1" name="Google Shape;2901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2" name="Google Shape;2902;p53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903" name="Google Shape;2903;p53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2904" name="Google Shape;2904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5" name="Google Shape;2905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06" name="Google Shape;2906;p53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07" name="Google Shape;2907;p53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908" name="Google Shape;2908;p53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2909" name="Google Shape;2909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0" name="Google Shape;2910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1" name="Google Shape;2911;p53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2912" name="Google Shape;2912;p5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3" name="Google Shape;2913;p5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4" name="Google Shape;2914;p53"/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2915" name="Google Shape;2915;p53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916" name="Google Shape;2916;p53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917" name="Google Shape;2917;p53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918" name="Google Shape;2918;p53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919" name="Google Shape;2919;p53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920" name="Google Shape;2920;p53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921" name="Google Shape;2921;p53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922" name="Google Shape;2922;p53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923" name="Google Shape;2923;p53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cxnSp>
          <p:nvCxnSpPr>
            <p:cNvPr id="2924" name="Google Shape;2924;p53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25" name="Google Shape;2925;p53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26" name="Google Shape;2926;p53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927" name="Google Shape;2927;p53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928" name="Google Shape;2928;p53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929" name="Google Shape;2929;p53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930" name="Google Shape;2930;p53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sp>
          <p:nvSpPr>
            <p:cNvPr id="2931" name="Google Shape;2931;p53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932" name="Google Shape;2932;p53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933" name="Google Shape;2933;p53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934" name="Google Shape;2934;p53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935" name="Google Shape;2935;p53"/>
          <p:cNvSpPr txBox="1"/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425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that: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B’s IP address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IP address of first hop router, R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knows R’s MAC address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p5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943" name="Google Shape;2943;p54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2944" name="Google Shape;2944;p54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945" name="Google Shape;2945;p54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i="0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54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2947" name="Google Shape;2947;p54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2948" name="Google Shape;2948;p54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2949" name="Google Shape;2949;p54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2950" name="Google Shape;2950;p54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2951" name="Google Shape;2951;p54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2952" name="Google Shape;2952;p54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2953" name="Google Shape;2953;p54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2954" name="Google Shape;2954;p54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2955" name="Google Shape;2955;p54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56" name="Google Shape;2956;p54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7" name="Google Shape;2957;p54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8" name="Google Shape;2958;p54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59" name="Google Shape;2959;p54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60" name="Google Shape;2960;p54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961" name="Google Shape;2961;p54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962" name="Google Shape;2962;p54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2963" name="Google Shape;2963;p54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2964" name="Google Shape;2964;p54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2965" name="Google Shape;2965;p54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2966" name="Google Shape;2966;p54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67" name="Google Shape;2967;p54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2968" name="Google Shape;2968;p54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2969" name="Google Shape;2969;p54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970" name="Google Shape;2970;p54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54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2972" name="Google Shape;2972;p54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2973" name="Google Shape;2973;p54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2974" name="Google Shape;2974;p54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2975" name="Google Shape;2975;p54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2976" name="Google Shape;2976;p54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977" name="Google Shape;2977;p54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978" name="Google Shape;2978;p54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979" name="Google Shape;2979;p54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0" name="Google Shape;2980;p54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1" name="Google Shape;2981;p54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82" name="Google Shape;2982;p54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2983" name="Google Shape;2983;p54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84" name="Google Shape;2984;p54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2985" name="Google Shape;2985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6" name="Google Shape;2986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87" name="Google Shape;2987;p54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88" name="Google Shape;2988;p54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2989" name="Google Shape;2989;p5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0" name="Google Shape;2990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1" name="Google Shape;2991;p54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2992" name="Google Shape;2992;p54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2993" name="Google Shape;2993;p54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2994" name="Google Shape;299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5" name="Google Shape;2995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6" name="Google Shape;2996;p54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2997" name="Google Shape;299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98" name="Google Shape;2998;p5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99" name="Google Shape;2999;p54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00" name="Google Shape;3000;p54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01" name="Google Shape;3001;p54"/>
          <p:cNvSpPr/>
          <p:nvPr/>
        </p:nvSpPr>
        <p:spPr>
          <a:xfrm>
            <a:off x="3527282" y="3404150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02" name="Google Shape;3002;p54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3003" name="Google Shape;3003;p54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4" name="Google Shape;3004;p54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5" name="Google Shape;3005;p54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3006" name="Google Shape;3006;p54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7" name="Google Shape;3007;p54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8" name="Google Shape;3008;p54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9" name="Google Shape;3009;p54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10" name="Google Shape;3010;p54"/>
          <p:cNvGrpSpPr/>
          <p:nvPr/>
        </p:nvGrpSpPr>
        <p:grpSpPr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3011" name="Google Shape;3011;p54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3012" name="Google Shape;3012;p54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13" name="Google Shape;3013;p54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14" name="Google Shape;3014;p54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015" name="Google Shape;3015;p54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3016" name="Google Shape;3016;p54"/>
          <p:cNvGrpSpPr/>
          <p:nvPr/>
        </p:nvGrpSpPr>
        <p:grpSpPr>
          <a:xfrm>
            <a:off x="3166920" y="3221588"/>
            <a:ext cx="146050" cy="385762"/>
            <a:chOff x="1272" y="1762"/>
            <a:chExt cx="92" cy="243"/>
          </a:xfrm>
        </p:grpSpPr>
        <p:cxnSp>
          <p:nvCxnSpPr>
            <p:cNvPr id="3017" name="Google Shape;3017;p54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18" name="Google Shape;3018;p54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019" name="Google Shape;3019;p54"/>
          <p:cNvSpPr/>
          <p:nvPr/>
        </p:nvSpPr>
        <p:spPr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IP datagram with IP source A, destination B </a:t>
            </a:r>
            <a:endParaRPr/>
          </a:p>
        </p:txBody>
      </p:sp>
      <p:sp>
        <p:nvSpPr>
          <p:cNvPr id="3020" name="Google Shape;3020;p54"/>
          <p:cNvSpPr/>
          <p:nvPr/>
        </p:nvSpPr>
        <p:spPr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link-layer frame containing A-to-B IP datagram</a:t>
            </a:r>
            <a:endParaRPr/>
          </a:p>
          <a:p>
            <a:pPr indent="-231775" lvl="1" marL="574675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R's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is frame’s destination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21" name="Google Shape;3021;p54"/>
          <p:cNvGrpSpPr/>
          <p:nvPr/>
        </p:nvGrpSpPr>
        <p:grpSpPr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3022" name="Google Shape;3022;p54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/>
            </a:p>
          </p:txBody>
        </p:sp>
        <p:grpSp>
          <p:nvGrpSpPr>
            <p:cNvPr id="3023" name="Google Shape;3023;p54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3024" name="Google Shape;3024;p54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5" name="Google Shape;3025;p54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26" name="Google Shape;3026;p54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7" name="Google Shape;3027;p54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8" name="Google Shape;3028;p54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029" name="Google Shape;3029;p54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030" name="Google Shape;3030;p54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31" name="Google Shape;3031;p54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32" name="Google Shape;3032;p54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33" name="Google Shape;3033;p54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0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5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0" name="Google Shape;3040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41" name="Google Shape;3041;p55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3042" name="Google Shape;3042;p55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043" name="Google Shape;3043;p55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i="0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4" name="Google Shape;3044;p55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3045" name="Google Shape;3045;p55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3046" name="Google Shape;3046;p55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3047" name="Google Shape;3047;p55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3048" name="Google Shape;3048;p55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3049" name="Google Shape;3049;p55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3050" name="Google Shape;3050;p55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3051" name="Google Shape;3051;p55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3052" name="Google Shape;3052;p55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3053" name="Google Shape;3053;p55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54" name="Google Shape;3054;p55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5" name="Google Shape;3055;p55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6" name="Google Shape;3056;p55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7" name="Google Shape;3057;p55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058" name="Google Shape;3058;p55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059" name="Google Shape;3059;p55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060" name="Google Shape;3060;p55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3061" name="Google Shape;3061;p55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3062" name="Google Shape;3062;p55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3063" name="Google Shape;3063;p55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3064" name="Google Shape;3064;p55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65" name="Google Shape;3065;p55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3066" name="Google Shape;3066;p55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3067" name="Google Shape;3067;p55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68" name="Google Shape;3068;p55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55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3070" name="Google Shape;3070;p55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3071" name="Google Shape;3071;p55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3072" name="Google Shape;3072;p55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3073" name="Google Shape;3073;p55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3074" name="Google Shape;3074;p55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75" name="Google Shape;3075;p55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3076" name="Google Shape;3076;p55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77" name="Google Shape;3077;p55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8" name="Google Shape;3078;p55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9" name="Google Shape;3079;p55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0" name="Google Shape;3080;p55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3081" name="Google Shape;3081;p55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82" name="Google Shape;3082;p55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3083" name="Google Shape;3083;p5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4" name="Google Shape;3084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5" name="Google Shape;3085;p55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86" name="Google Shape;3086;p55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3087" name="Google Shape;3087;p5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8" name="Google Shape;3088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89" name="Google Shape;3089;p55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090" name="Google Shape;3090;p55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091" name="Google Shape;3091;p55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3092" name="Google Shape;3092;p5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3" name="Google Shape;3093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94" name="Google Shape;3094;p55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3095" name="Google Shape;3095;p5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6" name="Google Shape;3096;p5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097" name="Google Shape;3097;p55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8" name="Google Shape;3098;p55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3099" name="Google Shape;3099;p55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3100" name="Google Shape;3100;p55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1" name="Google Shape;3101;p55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2" name="Google Shape;3102;p55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3103" name="Google Shape;3103;p55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4" name="Google Shape;3104;p55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5" name="Google Shape;3105;p55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06" name="Google Shape;3106;p55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07" name="Google Shape;3107;p55"/>
          <p:cNvSpPr/>
          <p:nvPr/>
        </p:nvSpPr>
        <p:spPr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sent from A to R</a:t>
            </a:r>
            <a:endParaRPr/>
          </a:p>
        </p:txBody>
      </p:sp>
      <p:grpSp>
        <p:nvGrpSpPr>
          <p:cNvPr id="3108" name="Google Shape;3108;p55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109" name="Google Shape;3109;p55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0" name="Google Shape;3110;p55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1" name="Google Shape;3111;p55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112" name="Google Shape;3112;p55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13" name="Google Shape;3113;p55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14" name="Google Shape;3114;p55"/>
          <p:cNvSpPr/>
          <p:nvPr/>
        </p:nvSpPr>
        <p:spPr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received at R, datagram removed, passed up to IP</a:t>
            </a:r>
            <a:endParaRPr/>
          </a:p>
        </p:txBody>
      </p:sp>
      <p:grpSp>
        <p:nvGrpSpPr>
          <p:cNvPr id="3115" name="Google Shape;3115;p55"/>
          <p:cNvGrpSpPr/>
          <p:nvPr/>
        </p:nvGrpSpPr>
        <p:grpSpPr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3116" name="Google Shape;3116;p55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/>
            </a:p>
          </p:txBody>
        </p:sp>
        <p:grpSp>
          <p:nvGrpSpPr>
            <p:cNvPr id="3117" name="Google Shape;3117;p55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3118" name="Google Shape;3118;p55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9" name="Google Shape;3119;p55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20" name="Google Shape;3120;p55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1" name="Google Shape;3121;p55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2" name="Google Shape;3122;p55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3" name="Google Shape;3123;p55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124" name="Google Shape;3124;p55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25" name="Google Shape;3125;p55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26" name="Google Shape;3126;p55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27" name="Google Shape;3127;p55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28" name="Google Shape;3128;p55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3129" name="Google Shape;3129;p55"/>
          <p:cNvGrpSpPr/>
          <p:nvPr/>
        </p:nvGrpSpPr>
        <p:grpSpPr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3130" name="Google Shape;3130;p55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1" name="Google Shape;3131;p55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2" name="Google Shape;3132;p55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33" name="Google Shape;3133;p55"/>
          <p:cNvGrpSpPr/>
          <p:nvPr/>
        </p:nvGrpSpPr>
        <p:grpSpPr>
          <a:xfrm>
            <a:off x="4139501" y="2695932"/>
            <a:ext cx="2011363" cy="979488"/>
            <a:chOff x="4493" y="1480"/>
            <a:chExt cx="1267" cy="617"/>
          </a:xfrm>
        </p:grpSpPr>
        <p:cxnSp>
          <p:nvCxnSpPr>
            <p:cNvPr id="3134" name="Google Shape;3134;p55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135" name="Google Shape;3135;p55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36" name="Google Shape;3136;p55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p5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3" name="Google Shape;3143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44" name="Google Shape;3144;p56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45" name="Google Shape;3145;p56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56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3147" name="Google Shape;3147;p56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3148" name="Google Shape;3148;p56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3149" name="Google Shape;3149;p56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3150" name="Google Shape;3150;p56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3151" name="Google Shape;3151;p56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3152" name="Google Shape;3152;p56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3153" name="Google Shape;3153;p56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3154" name="Google Shape;3154;p56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3155" name="Google Shape;3155;p56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6" name="Google Shape;3156;p56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7" name="Google Shape;3157;p56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8" name="Google Shape;3158;p56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9" name="Google Shape;3159;p56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0" name="Google Shape;3160;p56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61" name="Google Shape;3161;p56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2" name="Google Shape;3162;p56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163" name="Google Shape;3163;p56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3164" name="Google Shape;3164;p56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3165" name="Google Shape;3165;p56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3166" name="Google Shape;3166;p56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7" name="Google Shape;3167;p56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3168" name="Google Shape;3168;p56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3169" name="Google Shape;3169;p56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0" name="Google Shape;3170;p56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1" name="Google Shape;3171;p56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3172" name="Google Shape;3172;p56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3173" name="Google Shape;3173;p56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174" name="Google Shape;3174;p56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175" name="Google Shape;3175;p56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3176" name="Google Shape;3176;p5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177" name="Google Shape;3177;p5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178" name="Google Shape;3178;p5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179" name="Google Shape;3179;p5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0" name="Google Shape;3180;p5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1" name="Google Shape;3181;p5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2" name="Google Shape;3182;p5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183" name="Google Shape;3183;p56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84" name="Google Shape;3184;p56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3185" name="Google Shape;3185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86" name="Google Shape;3186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7" name="Google Shape;3187;p56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88" name="Google Shape;3188;p56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3189" name="Google Shape;3189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0" name="Google Shape;3190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1" name="Google Shape;3191;p56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192" name="Google Shape;3192;p56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193" name="Google Shape;3193;p56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3194" name="Google Shape;3194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5" name="Google Shape;3195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196" name="Google Shape;3196;p56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97" name="Google Shape;3197;p56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98" name="Google Shape;3198;p56"/>
          <p:cNvSpPr/>
          <p:nvPr/>
        </p:nvSpPr>
        <p:spPr>
          <a:xfrm>
            <a:off x="7008951" y="3383377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99" name="Google Shape;3199;p56"/>
          <p:cNvGrpSpPr/>
          <p:nvPr/>
        </p:nvGrpSpPr>
        <p:grpSpPr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3200" name="Google Shape;3200;p56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01" name="Google Shape;3201;p56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2" name="Google Shape;3202;p56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03" name="Google Shape;3203;p56"/>
          <p:cNvSpPr txBox="1"/>
          <p:nvPr/>
        </p:nvSpPr>
        <p:spPr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src: 111.111.111.111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IP dest: 222.222.222.222</a:t>
            </a:r>
            <a:endParaRPr/>
          </a:p>
        </p:txBody>
      </p:sp>
      <p:grpSp>
        <p:nvGrpSpPr>
          <p:cNvPr id="3204" name="Google Shape;3204;p56"/>
          <p:cNvGrpSpPr/>
          <p:nvPr/>
        </p:nvGrpSpPr>
        <p:grpSpPr>
          <a:xfrm>
            <a:off x="6639063" y="3191289"/>
            <a:ext cx="146050" cy="385763"/>
            <a:chOff x="1272" y="1762"/>
            <a:chExt cx="92" cy="243"/>
          </a:xfrm>
        </p:grpSpPr>
        <p:cxnSp>
          <p:nvCxnSpPr>
            <p:cNvPr id="3205" name="Google Shape;3205;p56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206" name="Google Shape;3206;p56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207" name="Google Shape;3207;p56"/>
          <p:cNvGrpSpPr/>
          <p:nvPr/>
        </p:nvGrpSpPr>
        <p:grpSpPr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3208" name="Google Shape;3208;p56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09" name="Google Shape;3209;p56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3210" name="Google Shape;3210;p56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1" name="Google Shape;3211;p56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12" name="Google Shape;3212;p56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3" name="Google Shape;3213;p56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4" name="Google Shape;3214;p56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15" name="Google Shape;3215;p56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3216" name="Google Shape;3216;p56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17" name="Google Shape;3217;p56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18" name="Google Shape;3218;p56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219" name="Google Shape;3219;p56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3220" name="Google Shape;3220;p56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3221" name="Google Shape;3221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2" name="Google Shape;3222;p5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3" name="Google Shape;3223;p56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3224" name="Google Shape;3224;p56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A-to-B IP datagram. Frame destination address: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B's MAC address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25" name="Google Shape;3225;p56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226" name="Google Shape;3226;p56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7" name="Google Shape;3227;p56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8" name="Google Shape;3228;p56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229" name="Google Shape;3229;p56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0" name="Google Shape;3230;p56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5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" name="Google Shape;3236;p5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38" name="Google Shape;3238;p57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39" name="Google Shape;3239;p57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0" name="Google Shape;3240;p57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3241" name="Google Shape;3241;p57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3242" name="Google Shape;3242;p57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3243" name="Google Shape;3243;p57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3244" name="Google Shape;3244;p57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3245" name="Google Shape;3245;p57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3246" name="Google Shape;3246;p57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3247" name="Google Shape;3247;p57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3248" name="Google Shape;3248;p57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3249" name="Google Shape;3249;p57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0" name="Google Shape;3250;p57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1" name="Google Shape;3251;p57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2" name="Google Shape;3252;p57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3" name="Google Shape;3253;p57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4" name="Google Shape;3254;p57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55" name="Google Shape;3255;p57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6" name="Google Shape;3256;p57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257" name="Google Shape;3257;p57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3258" name="Google Shape;3258;p57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3259" name="Google Shape;3259;p57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3260" name="Google Shape;3260;p57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1" name="Google Shape;3261;p57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3262" name="Google Shape;3262;p57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3263" name="Google Shape;3263;p57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4" name="Google Shape;3264;p57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5" name="Google Shape;3265;p57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3266" name="Google Shape;3266;p57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3267" name="Google Shape;3267;p57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268" name="Google Shape;3268;p57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269" name="Google Shape;3269;p57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3270" name="Google Shape;3270;p5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271" name="Google Shape;3271;p5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272" name="Google Shape;3272;p5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273" name="Google Shape;3273;p5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4" name="Google Shape;3274;p5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5" name="Google Shape;3275;p5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6" name="Google Shape;3276;p5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277" name="Google Shape;3277;p57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78" name="Google Shape;3278;p57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3279" name="Google Shape;327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0" name="Google Shape;3280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1" name="Google Shape;3281;p57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82" name="Google Shape;3282;p57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3283" name="Google Shape;3283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4" name="Google Shape;3284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5" name="Google Shape;3285;p57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86" name="Google Shape;3286;p57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87" name="Google Shape;3287;p57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3288" name="Google Shape;3288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9" name="Google Shape;3289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290" name="Google Shape;3290;p57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91" name="Google Shape;3291;p57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92" name="Google Shape;3292;p57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3293" name="Google Shape;3293;p57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5" name="Google Shape;3295;p57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296" name="Google Shape;3296;p5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7" name="Google Shape;3297;p5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8" name="Google Shape;3298;p5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9" name="Google Shape;3299;p57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00" name="Google Shape;3300;p57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3301" name="Google Shape;3301;p5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02" name="Google Shape;3302;p5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3" name="Google Shape;3303;p57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304" name="Google Shape;3304;p57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6" name="Google Shape;3306;p57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307" name="Google Shape;3307;p57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8" name="Google Shape;3308;p57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09" name="Google Shape;3309;p57"/>
          <p:cNvGrpSpPr/>
          <p:nvPr/>
        </p:nvGrpSpPr>
        <p:grpSpPr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3310" name="Google Shape;3310;p57"/>
            <p:cNvGrpSpPr/>
            <p:nvPr/>
          </p:nvGrpSpPr>
          <p:grpSpPr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3311" name="Google Shape;3311;p57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3312" name="Google Shape;3312;p57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13" name="Google Shape;3313;p57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314" name="Google Shape;3314;p57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grpSp>
          <p:nvGrpSpPr>
            <p:cNvPr id="3315" name="Google Shape;3315;p57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3316" name="Google Shape;3316;p57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omic Sans MS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317" name="Google Shape;3317;p57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3318" name="Google Shape;3318;p57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9" name="Google Shape;3319;p57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0" name="Google Shape;3320;p57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1" name="Google Shape;3321;p57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2" name="Google Shape;3322;p57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3" name="Google Shape;3323;p57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3324" name="Google Shape;3324;p57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3325" name="Google Shape;3325;p57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3326" name="Google Shape;3326;p57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3327" name="Google Shape;3327;p57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3328" name="Google Shape;3328;p57"/>
          <p:cNvSpPr/>
          <p:nvPr/>
        </p:nvSpPr>
        <p:spPr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transmits link-layer frame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57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3330" name="Google Shape;3330;p57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A-to-B IP datagram. Frame destination address: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B's MAC address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5" name="Shape 3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6" name="Google Shape;3336;p5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38" name="Google Shape;3338;p58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39" name="Google Shape;3339;p58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i="0" sz="20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0" name="Google Shape;3340;p58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3341" name="Google Shape;3341;p58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3342" name="Google Shape;3342;p58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3343" name="Google Shape;3343;p58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3344" name="Google Shape;3344;p58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3345" name="Google Shape;3345;p58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3346" name="Google Shape;3346;p58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3347" name="Google Shape;3347;p58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3348" name="Google Shape;3348;p58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3349" name="Google Shape;3349;p58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50" name="Google Shape;3350;p58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1" name="Google Shape;3351;p58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2" name="Google Shape;3352;p58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3" name="Google Shape;3353;p58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4" name="Google Shape;3354;p58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55" name="Google Shape;3355;p58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56" name="Google Shape;3356;p58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357" name="Google Shape;3357;p58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3358" name="Google Shape;3358;p58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3359" name="Google Shape;3359;p58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3360" name="Google Shape;3360;p58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1" name="Google Shape;3361;p58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3362" name="Google Shape;3362;p58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3363" name="Google Shape;3363;p58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4" name="Google Shape;3364;p58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5" name="Google Shape;3365;p58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3366" name="Google Shape;3366;p58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3367" name="Google Shape;3367;p58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3368" name="Google Shape;3368;p58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369" name="Google Shape;3369;p58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3370" name="Google Shape;3370;p5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371" name="Google Shape;3371;p5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372" name="Google Shape;3372;p5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373" name="Google Shape;3373;p5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4" name="Google Shape;3374;p5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5" name="Google Shape;3375;p5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6" name="Google Shape;3376;p5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377" name="Google Shape;3377;p58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78" name="Google Shape;3378;p58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3379" name="Google Shape;3379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0" name="Google Shape;3380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1" name="Google Shape;3381;p58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82" name="Google Shape;3382;p58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3383" name="Google Shape;3383;p5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4" name="Google Shape;3384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5" name="Google Shape;3385;p58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386" name="Google Shape;3386;p58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87" name="Google Shape;3387;p58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3388" name="Google Shape;3388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9" name="Google Shape;3389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390" name="Google Shape;3390;p58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91" name="Google Shape;3391;p58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92" name="Google Shape;3392;p58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3393" name="Google Shape;3393;p58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4" name="Google Shape;3394;p58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5" name="Google Shape;3395;p58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396" name="Google Shape;3396;p5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7" name="Google Shape;3397;p5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8" name="Google Shape;3398;p5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99" name="Google Shape;3399;p58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400" name="Google Shape;3400;p58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3401" name="Google Shape;3401;p5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2" name="Google Shape;3402;p5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03" name="Google Shape;3403;p58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3404" name="Google Shape;3404;p58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5" name="Google Shape;3405;p58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6" name="Google Shape;3406;p58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3407" name="Google Shape;3407;p58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08" name="Google Shape;3408;p58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09" name="Google Shape;3409;p58"/>
          <p:cNvSpPr/>
          <p:nvPr/>
        </p:nvSpPr>
        <p:spPr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frame, extracts IP datagram destination B </a:t>
            </a:r>
            <a:endParaRPr/>
          </a:p>
        </p:txBody>
      </p:sp>
      <p:sp>
        <p:nvSpPr>
          <p:cNvPr id="3410" name="Google Shape;3410;p58"/>
          <p:cNvSpPr/>
          <p:nvPr/>
        </p:nvSpPr>
        <p:spPr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passes datagram up protocol stack to IP</a:t>
            </a:r>
            <a:endParaRPr i="0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1" name="Google Shape;3411;p58"/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3412" name="Google Shape;3412;p58"/>
            <p:cNvGrpSpPr/>
            <p:nvPr/>
          </p:nvGrpSpPr>
          <p:grpSpPr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3413" name="Google Shape;3413;p58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3414" name="Google Shape;3414;p58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15" name="Google Shape;3415;p58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3416" name="Google Shape;3416;p58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sp>
          <p:nvSpPr>
            <p:cNvPr id="3417" name="Google Shape;3417;p58"/>
            <p:cNvSpPr/>
            <p:nvPr/>
          </p:nvSpPr>
          <p:spPr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18" name="Google Shape;3418;p58"/>
            <p:cNvCxnSpPr/>
            <p:nvPr/>
          </p:nvCxnSpPr>
          <p:spPr>
            <a:xfrm>
              <a:off x="12598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19" name="Google Shape;3419;p58"/>
            <p:cNvCxnSpPr/>
            <p:nvPr/>
          </p:nvCxnSpPr>
          <p:spPr>
            <a:xfrm>
              <a:off x="14122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0" name="Google Shape;3420;p58"/>
            <p:cNvCxnSpPr/>
            <p:nvPr/>
          </p:nvCxnSpPr>
          <p:spPr>
            <a:xfrm rot="10800000">
              <a:off x="1170948" y="3182110"/>
              <a:ext cx="3175" cy="7461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421" name="Google Shape;3421;p58"/>
            <p:cNvCxnSpPr/>
            <p:nvPr/>
          </p:nvCxnSpPr>
          <p:spPr>
            <a:xfrm>
              <a:off x="1316998" y="3359910"/>
              <a:ext cx="3175" cy="5683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5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3428" name="Google Shape;34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429" name="Google Shape;3429;p59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0" name="Google Shape;3430;p59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1" name="Google Shape;3431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6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8" name="Google Shape;3438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9" name="Google Shape;3439;p60"/>
          <p:cNvSpPr txBox="1"/>
          <p:nvPr/>
        </p:nvSpPr>
        <p:spPr>
          <a:xfrm>
            <a:off x="976727" y="1289602"/>
            <a:ext cx="10049082" cy="2659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4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“dominant” wired LAN technology: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widely used LAN technology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simpler, cheap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kept up with speed race: 10 Mbps – 400 Gbps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chip, multiple speeds (e.g., Broadcom  BCM5761)</a:t>
            </a:r>
            <a:endParaRPr/>
          </a:p>
          <a:p>
            <a:pPr indent="0" lvl="0" marL="4445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445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51 metcalfe-enet" id="3440" name="Google Shape;344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731" y="4185182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441" name="Google Shape;3441;p60"/>
          <p:cNvSpPr txBox="1"/>
          <p:nvPr/>
        </p:nvSpPr>
        <p:spPr>
          <a:xfrm>
            <a:off x="7112743" y="5593291"/>
            <a:ext cx="26938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Metcalfe’s Ethernet sketch</a:t>
            </a:r>
            <a:endParaRPr/>
          </a:p>
        </p:txBody>
      </p:sp>
      <p:sp>
        <p:nvSpPr>
          <p:cNvPr id="3442" name="Google Shape;3442;p60"/>
          <p:cNvSpPr txBox="1"/>
          <p:nvPr/>
        </p:nvSpPr>
        <p:spPr>
          <a:xfrm>
            <a:off x="850006" y="6387921"/>
            <a:ext cx="85355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https://www.uspto.gov/learning-and-resources/journeys-innovation/audio-stories/defying-doubters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6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Ethernet: physical topology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9" name="Google Shape;3449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0" name="Google Shape;3450;p61"/>
          <p:cNvSpPr txBox="1"/>
          <p:nvPr/>
        </p:nvSpPr>
        <p:spPr>
          <a:xfrm>
            <a:off x="1077627" y="1343156"/>
            <a:ext cx="10839554" cy="925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bus: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popular through mid 90s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in same collision domain (can collide with each other)</a:t>
            </a:r>
            <a:endParaRPr/>
          </a:p>
        </p:txBody>
      </p:sp>
      <p:cxnSp>
        <p:nvCxnSpPr>
          <p:cNvPr id="3451" name="Google Shape;3451;p61"/>
          <p:cNvCxnSpPr/>
          <p:nvPr/>
        </p:nvCxnSpPr>
        <p:spPr>
          <a:xfrm flipH="1">
            <a:off x="4019150" y="4343745"/>
            <a:ext cx="616233" cy="12017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2" name="Google Shape;3452;p61"/>
          <p:cNvSpPr txBox="1"/>
          <p:nvPr/>
        </p:nvSpPr>
        <p:spPr>
          <a:xfrm>
            <a:off x="935445" y="4519515"/>
            <a:ext cx="2358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bus: </a:t>
            </a: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coaxial cable</a:t>
            </a:r>
            <a:endParaRPr/>
          </a:p>
        </p:txBody>
      </p:sp>
      <p:grpSp>
        <p:nvGrpSpPr>
          <p:cNvPr id="3453" name="Google Shape;3453;p61"/>
          <p:cNvGrpSpPr/>
          <p:nvPr/>
        </p:nvGrpSpPr>
        <p:grpSpPr>
          <a:xfrm>
            <a:off x="4166894" y="4287302"/>
            <a:ext cx="468488" cy="103894"/>
            <a:chOff x="3160889" y="5723468"/>
            <a:chExt cx="468488" cy="103894"/>
          </a:xfrm>
        </p:grpSpPr>
        <p:sp>
          <p:nvSpPr>
            <p:cNvPr id="3454" name="Google Shape;3454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55" name="Google Shape;3455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56" name="Google Shape;3456;p61"/>
          <p:cNvGrpSpPr/>
          <p:nvPr/>
        </p:nvGrpSpPr>
        <p:grpSpPr>
          <a:xfrm>
            <a:off x="3867737" y="4868680"/>
            <a:ext cx="468488" cy="103894"/>
            <a:chOff x="3160889" y="5723468"/>
            <a:chExt cx="468488" cy="103894"/>
          </a:xfrm>
        </p:grpSpPr>
        <p:sp>
          <p:nvSpPr>
            <p:cNvPr id="3457" name="Google Shape;3457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58" name="Google Shape;3458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59" name="Google Shape;3459;p61"/>
          <p:cNvGrpSpPr/>
          <p:nvPr/>
        </p:nvGrpSpPr>
        <p:grpSpPr>
          <a:xfrm>
            <a:off x="3557291" y="5489569"/>
            <a:ext cx="468488" cy="103894"/>
            <a:chOff x="3160889" y="5723468"/>
            <a:chExt cx="468488" cy="103894"/>
          </a:xfrm>
        </p:grpSpPr>
        <p:sp>
          <p:nvSpPr>
            <p:cNvPr id="3460" name="Google Shape;3460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61" name="Google Shape;3461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62" name="Google Shape;3462;p61"/>
          <p:cNvGrpSpPr/>
          <p:nvPr/>
        </p:nvGrpSpPr>
        <p:grpSpPr>
          <a:xfrm>
            <a:off x="3030847" y="5135905"/>
            <a:ext cx="640071" cy="517525"/>
            <a:chOff x="-44" y="1473"/>
            <a:chExt cx="981" cy="1105"/>
          </a:xfrm>
        </p:grpSpPr>
        <p:pic>
          <p:nvPicPr>
            <p:cNvPr descr="desktop_computer_stylized_medium" id="3463" name="Google Shape;3463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4" name="Google Shape;3464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5" name="Google Shape;3465;p61"/>
          <p:cNvGrpSpPr/>
          <p:nvPr/>
        </p:nvGrpSpPr>
        <p:grpSpPr>
          <a:xfrm>
            <a:off x="3337407" y="4515020"/>
            <a:ext cx="640071" cy="517525"/>
            <a:chOff x="-44" y="1473"/>
            <a:chExt cx="981" cy="1105"/>
          </a:xfrm>
        </p:grpSpPr>
        <p:pic>
          <p:nvPicPr>
            <p:cNvPr descr="desktop_computer_stylized_medium" id="3466" name="Google Shape;3466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7" name="Google Shape;3467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68" name="Google Shape;3468;p61"/>
          <p:cNvGrpSpPr/>
          <p:nvPr/>
        </p:nvGrpSpPr>
        <p:grpSpPr>
          <a:xfrm>
            <a:off x="3621571" y="3937346"/>
            <a:ext cx="640071" cy="517525"/>
            <a:chOff x="-44" y="1473"/>
            <a:chExt cx="981" cy="1105"/>
          </a:xfrm>
        </p:grpSpPr>
        <p:pic>
          <p:nvPicPr>
            <p:cNvPr descr="desktop_computer_stylized_medium" id="3469" name="Google Shape;3469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0" name="Google Shape;3470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1" name="Google Shape;3471;p61"/>
          <p:cNvGrpSpPr/>
          <p:nvPr/>
        </p:nvGrpSpPr>
        <p:grpSpPr>
          <a:xfrm rot="10800000">
            <a:off x="4121737" y="5286369"/>
            <a:ext cx="468488" cy="103894"/>
            <a:chOff x="3160889" y="5723468"/>
            <a:chExt cx="468488" cy="103894"/>
          </a:xfrm>
        </p:grpSpPr>
        <p:sp>
          <p:nvSpPr>
            <p:cNvPr id="3472" name="Google Shape;3472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73" name="Google Shape;3473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74" name="Google Shape;3474;p61"/>
          <p:cNvGrpSpPr/>
          <p:nvPr/>
        </p:nvGrpSpPr>
        <p:grpSpPr>
          <a:xfrm rot="10800000">
            <a:off x="4466048" y="4620324"/>
            <a:ext cx="468488" cy="103894"/>
            <a:chOff x="3160889" y="5723468"/>
            <a:chExt cx="468488" cy="103894"/>
          </a:xfrm>
        </p:grpSpPr>
        <p:sp>
          <p:nvSpPr>
            <p:cNvPr id="3475" name="Google Shape;3475;p61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3476" name="Google Shape;3476;p61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77" name="Google Shape;3477;p61"/>
          <p:cNvGrpSpPr/>
          <p:nvPr/>
        </p:nvGrpSpPr>
        <p:grpSpPr>
          <a:xfrm>
            <a:off x="4620460" y="4390841"/>
            <a:ext cx="711200" cy="601662"/>
            <a:chOff x="-44" y="1473"/>
            <a:chExt cx="981" cy="1105"/>
          </a:xfrm>
        </p:grpSpPr>
        <p:pic>
          <p:nvPicPr>
            <p:cNvPr descr="desktop_computer_stylized_medium" id="3478" name="Google Shape;3478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9" name="Google Shape;3479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0" name="Google Shape;3480;p61"/>
          <p:cNvGrpSpPr/>
          <p:nvPr/>
        </p:nvGrpSpPr>
        <p:grpSpPr>
          <a:xfrm>
            <a:off x="4283912" y="5056708"/>
            <a:ext cx="711200" cy="600075"/>
            <a:chOff x="-44" y="1473"/>
            <a:chExt cx="981" cy="1105"/>
          </a:xfrm>
        </p:grpSpPr>
        <p:pic>
          <p:nvPicPr>
            <p:cNvPr descr="desktop_computer_stylized_medium" id="3481" name="Google Shape;3481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2" name="Google Shape;3482;p6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83" name="Google Shape;3483;p61"/>
          <p:cNvGrpSpPr/>
          <p:nvPr/>
        </p:nvGrpSpPr>
        <p:grpSpPr>
          <a:xfrm>
            <a:off x="6296294" y="3889527"/>
            <a:ext cx="4903947" cy="2516574"/>
            <a:chOff x="6296294" y="3889527"/>
            <a:chExt cx="4903947" cy="2516574"/>
          </a:xfrm>
        </p:grpSpPr>
        <p:cxnSp>
          <p:nvCxnSpPr>
            <p:cNvPr id="3484" name="Google Shape;3484;p61"/>
            <p:cNvCxnSpPr>
              <a:stCxn id="3485" idx="2"/>
            </p:cNvCxnSpPr>
            <p:nvPr/>
          </p:nvCxnSpPr>
          <p:spPr>
            <a:xfrm>
              <a:off x="7906770" y="4630890"/>
              <a:ext cx="2100" cy="1260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6" name="Google Shape;3486;p61"/>
            <p:cNvCxnSpPr/>
            <p:nvPr/>
          </p:nvCxnSpPr>
          <p:spPr>
            <a:xfrm>
              <a:off x="6945441" y="5100170"/>
              <a:ext cx="21448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87" name="Google Shape;3487;p61"/>
            <p:cNvSpPr txBox="1"/>
            <p:nvPr/>
          </p:nvSpPr>
          <p:spPr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switched</a:t>
              </a:r>
              <a:endParaRPr/>
            </a:p>
          </p:txBody>
        </p:sp>
        <p:sp>
          <p:nvSpPr>
            <p:cNvPr id="3488" name="Google Shape;3488;p61"/>
            <p:cNvSpPr/>
            <p:nvPr/>
          </p:nvSpPr>
          <p:spPr>
            <a:xfrm rot="5400000">
              <a:off x="6970879" y="497609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489" name="Google Shape;3489;p61"/>
            <p:cNvGrpSpPr/>
            <p:nvPr/>
          </p:nvGrpSpPr>
          <p:grpSpPr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3490" name="Google Shape;3490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1" name="Google Shape;3491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92" name="Google Shape;3492;p61"/>
            <p:cNvSpPr/>
            <p:nvPr/>
          </p:nvSpPr>
          <p:spPr>
            <a:xfrm rot="5400000">
              <a:off x="8836293" y="496987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3493" name="Google Shape;3493;p61"/>
            <p:cNvGrpSpPr/>
            <p:nvPr/>
          </p:nvGrpSpPr>
          <p:grpSpPr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3494" name="Google Shape;3494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5" name="Google Shape;3495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96" name="Google Shape;3496;p61"/>
            <p:cNvSpPr/>
            <p:nvPr/>
          </p:nvSpPr>
          <p:spPr>
            <a:xfrm rot="10800000">
              <a:off x="7861470" y="566974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497" name="Google Shape;3497;p61"/>
            <p:cNvGrpSpPr/>
            <p:nvPr/>
          </p:nvGrpSpPr>
          <p:grpSpPr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3498" name="Google Shape;3498;p6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99" name="Google Shape;3499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00" name="Google Shape;3500;p61"/>
            <p:cNvSpPr/>
            <p:nvPr/>
          </p:nvSpPr>
          <p:spPr>
            <a:xfrm rot="10800000">
              <a:off x="7859915" y="438844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501" name="Google Shape;3501;p61"/>
            <p:cNvGrpSpPr/>
            <p:nvPr/>
          </p:nvGrpSpPr>
          <p:grpSpPr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descr="desktop_computer_stylized_medium" id="3485" name="Google Shape;3485;p6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02" name="Google Shape;3502;p6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3" name="Google Shape;3503;p61"/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3504" name="Google Shape;3504;p6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5" name="Google Shape;3505;p6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6" name="Google Shape;3506;p6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507" name="Google Shape;3507;p6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8" name="Google Shape;3508;p6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9" name="Google Shape;3509;p6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6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11" name="Google Shape;3511;p61"/>
          <p:cNvSpPr txBox="1"/>
          <p:nvPr/>
        </p:nvSpPr>
        <p:spPr>
          <a:xfrm>
            <a:off x="1067981" y="2097440"/>
            <a:ext cx="10839554" cy="1641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prevails today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 link-layer 2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center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“spoke” runs a (separate) Ethernet protocol (nodes do not collide with each other)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6" name="Shape 3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7" name="Google Shape;3517;p6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frame structure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9" name="Google Shape;3519;p62"/>
          <p:cNvSpPr txBox="1"/>
          <p:nvPr/>
        </p:nvSpPr>
        <p:spPr>
          <a:xfrm>
            <a:off x="1057198" y="1399863"/>
            <a:ext cx="11134802" cy="223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sending interface encapsulates IP datagram (or other network layer protocol packet) in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Ethernet frame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0" name="Google Shape;3520;p62"/>
          <p:cNvGrpSpPr/>
          <p:nvPr/>
        </p:nvGrpSpPr>
        <p:grpSpPr>
          <a:xfrm>
            <a:off x="2745256" y="2328343"/>
            <a:ext cx="7867779" cy="1104405"/>
            <a:chOff x="940711" y="4902593"/>
            <a:chExt cx="6291001" cy="992895"/>
          </a:xfrm>
        </p:grpSpPr>
        <p:cxnSp>
          <p:nvCxnSpPr>
            <p:cNvPr id="3521" name="Google Shape;3521;p62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22" name="Google Shape;3522;p62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23" name="Google Shape;3523;p62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4" name="Google Shape;3524;p62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5" name="Google Shape;3525;p62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6" name="Google Shape;3526;p62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7" name="Google Shape;3527;p62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28" name="Google Shape;3528;p62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29" name="Google Shape;3529;p62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30" name="Google Shape;3530;p62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3531" name="Google Shape;3531;p62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3532" name="Google Shape;3532;p62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3533" name="Google Shape;3533;p62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sp>
        <p:nvSpPr>
          <p:cNvPr id="3534" name="Google Shape;3534;p62"/>
          <p:cNvSpPr txBox="1"/>
          <p:nvPr/>
        </p:nvSpPr>
        <p:spPr>
          <a:xfrm>
            <a:off x="1057198" y="3867200"/>
            <a:ext cx="1113480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preamble: </a:t>
            </a:r>
            <a:endParaRPr/>
          </a:p>
          <a:p>
            <a:pPr indent="-233362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used to synchronize receiver, sender clock rates</a:t>
            </a:r>
            <a:endParaRPr/>
          </a:p>
          <a:p>
            <a:pPr indent="-233362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bytes of 10101010 followed by one byte of 10101011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9" name="Shape 3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0" name="Google Shape;3540;p6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frame structure </a:t>
            </a:r>
            <a:r>
              <a:rPr b="0" lang="en-US" sz="36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542" name="Google Shape;3542;p63"/>
          <p:cNvGrpSpPr/>
          <p:nvPr/>
        </p:nvGrpSpPr>
        <p:grpSpPr>
          <a:xfrm>
            <a:off x="2190620" y="1294021"/>
            <a:ext cx="7867779" cy="1104405"/>
            <a:chOff x="940711" y="4902593"/>
            <a:chExt cx="6291001" cy="992895"/>
          </a:xfrm>
        </p:grpSpPr>
        <p:cxnSp>
          <p:nvCxnSpPr>
            <p:cNvPr id="3543" name="Google Shape;3543;p63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44" name="Google Shape;3544;p63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45" name="Google Shape;3545;p63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6" name="Google Shape;3546;p63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7" name="Google Shape;3547;p63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8" name="Google Shape;3548;p63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9" name="Google Shape;3549;p63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50" name="Google Shape;3550;p63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51" name="Google Shape;3551;p63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3552" name="Google Shape;3552;p63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3553" name="Google Shape;3553;p63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3554" name="Google Shape;3554;p63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3555" name="Google Shape;3555;p63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sp>
        <p:nvSpPr>
          <p:cNvPr id="3556" name="Google Shape;3556;p63"/>
          <p:cNvSpPr txBox="1"/>
          <p:nvPr/>
        </p:nvSpPr>
        <p:spPr>
          <a:xfrm>
            <a:off x="918616" y="2738516"/>
            <a:ext cx="11273384" cy="4119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byte source, destination MAC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adapter receives frame with matching destination address, or with broadcast address (e.g., ARP packet), it passes data in frame to network 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adapter discards frame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higher layer protocol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mostly IP but others possible, e.g., Novell IPX, AppleTalk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demultiplex up at receiver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CRC: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cyclic redundancy check at receiver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detected: frame is dropped</a:t>
            </a:r>
            <a:endParaRPr/>
          </a:p>
        </p:txBody>
      </p:sp>
      <p:sp>
        <p:nvSpPr>
          <p:cNvPr id="3557" name="Google Shape;3557;p63"/>
          <p:cNvSpPr/>
          <p:nvPr/>
        </p:nvSpPr>
        <p:spPr>
          <a:xfrm>
            <a:off x="3414532" y="1446835"/>
            <a:ext cx="1898248" cy="111117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8" name="Google Shape;3558;p63"/>
          <p:cNvSpPr/>
          <p:nvPr/>
        </p:nvSpPr>
        <p:spPr>
          <a:xfrm>
            <a:off x="8081059" y="1471913"/>
            <a:ext cx="1965766" cy="111117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9" name="Google Shape;3559;p63"/>
          <p:cNvSpPr/>
          <p:nvPr/>
        </p:nvSpPr>
        <p:spPr>
          <a:xfrm rot="-5400000">
            <a:off x="4780345" y="1551006"/>
            <a:ext cx="1365815" cy="856525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4" name="Shape 3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5" name="Google Shape;3565;p6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Ethernet: unreliable, connectionless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6" name="Google Shape;3566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7" name="Google Shape;3567;p64"/>
          <p:cNvSpPr txBox="1"/>
          <p:nvPr/>
        </p:nvSpPr>
        <p:spPr>
          <a:xfrm>
            <a:off x="989351" y="1600200"/>
            <a:ext cx="1023828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connectionless: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handshaking between sending and receiving NICs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receiving NIC doesn’t send ACKs or NAKs to sending NIC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 dropped frames recovered only if initial sender uses higher layer rdt (e.g., TCP), otherwise dropped data lost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Ethernet’s MAC protocol: unslotted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 with binary backoff</a:t>
            </a:r>
            <a:endParaRPr sz="32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2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" name="Google Shape;3573;p6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802.3 Ethernet standards: link &amp; physical layers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5" name="Google Shape;3575;p65"/>
          <p:cNvSpPr txBox="1"/>
          <p:nvPr/>
        </p:nvSpPr>
        <p:spPr>
          <a:xfrm>
            <a:off x="904153" y="3044936"/>
            <a:ext cx="11197652" cy="4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163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physical layer media: fiber, cable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76" name="Google Shape;3576;p65"/>
          <p:cNvSpPr/>
          <p:nvPr/>
        </p:nvSpPr>
        <p:spPr>
          <a:xfrm>
            <a:off x="3847736" y="4045132"/>
            <a:ext cx="1393825" cy="1527175"/>
          </a:xfrm>
          <a:custGeom>
            <a:rect b="b" l="l" r="r" t="t"/>
            <a:pathLst>
              <a:path extrusionOk="0" h="962" w="878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77" name="Google Shape;3577;p65"/>
          <p:cNvGrpSpPr/>
          <p:nvPr/>
        </p:nvGrpSpPr>
        <p:grpSpPr>
          <a:xfrm>
            <a:off x="2552336" y="4178480"/>
            <a:ext cx="1300163" cy="1477962"/>
            <a:chOff x="921" y="797"/>
            <a:chExt cx="819" cy="931"/>
          </a:xfrm>
        </p:grpSpPr>
        <p:sp>
          <p:nvSpPr>
            <p:cNvPr id="3578" name="Google Shape;3578;p65"/>
            <p:cNvSpPr/>
            <p:nvPr/>
          </p:nvSpPr>
          <p:spPr>
            <a:xfrm>
              <a:off x="924" y="810"/>
              <a:ext cx="816" cy="8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9" name="Google Shape;3579;p65"/>
            <p:cNvSpPr txBox="1"/>
            <p:nvPr/>
          </p:nvSpPr>
          <p:spPr>
            <a:xfrm>
              <a:off x="937" y="797"/>
              <a:ext cx="773" cy="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3580" name="Google Shape;3580;p65"/>
            <p:cNvCxnSpPr/>
            <p:nvPr/>
          </p:nvCxnSpPr>
          <p:spPr>
            <a:xfrm>
              <a:off x="924" y="993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1" name="Google Shape;3581;p65"/>
            <p:cNvCxnSpPr/>
            <p:nvPr/>
          </p:nvCxnSpPr>
          <p:spPr>
            <a:xfrm>
              <a:off x="924" y="1167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2" name="Google Shape;3582;p65"/>
            <p:cNvCxnSpPr/>
            <p:nvPr/>
          </p:nvCxnSpPr>
          <p:spPr>
            <a:xfrm>
              <a:off x="921" y="1344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3" name="Google Shape;3583;p65"/>
            <p:cNvCxnSpPr/>
            <p:nvPr/>
          </p:nvCxnSpPr>
          <p:spPr>
            <a:xfrm>
              <a:off x="926" y="1501"/>
              <a:ext cx="808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84" name="Google Shape;3584;p65"/>
            <p:cNvCxnSpPr/>
            <p:nvPr/>
          </p:nvCxnSpPr>
          <p:spPr>
            <a:xfrm>
              <a:off x="926" y="1552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585" name="Google Shape;3585;p65"/>
            <p:cNvCxnSpPr/>
            <p:nvPr/>
          </p:nvCxnSpPr>
          <p:spPr>
            <a:xfrm>
              <a:off x="1739" y="1541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3586" name="Google Shape;3586;p65"/>
          <p:cNvSpPr/>
          <p:nvPr/>
        </p:nvSpPr>
        <p:spPr>
          <a:xfrm>
            <a:off x="5205049" y="4008619"/>
            <a:ext cx="4195762" cy="1568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87" name="Google Shape;3587;p65"/>
          <p:cNvCxnSpPr/>
          <p:nvPr/>
        </p:nvCxnSpPr>
        <p:spPr>
          <a:xfrm>
            <a:off x="5219336" y="4673782"/>
            <a:ext cx="4178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8" name="Google Shape;3588;p65"/>
          <p:cNvSpPr txBox="1"/>
          <p:nvPr/>
        </p:nvSpPr>
        <p:spPr>
          <a:xfrm>
            <a:off x="6336078" y="4049894"/>
            <a:ext cx="18384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protocol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frame format</a:t>
            </a:r>
            <a:endParaRPr/>
          </a:p>
        </p:txBody>
      </p:sp>
      <p:sp>
        <p:nvSpPr>
          <p:cNvPr id="3589" name="Google Shape;3589;p65"/>
          <p:cNvSpPr txBox="1"/>
          <p:nvPr/>
        </p:nvSpPr>
        <p:spPr>
          <a:xfrm>
            <a:off x="5373324" y="4764269"/>
            <a:ext cx="1191352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100BASE-TX</a:t>
            </a:r>
            <a:endParaRPr/>
          </a:p>
        </p:txBody>
      </p:sp>
      <p:sp>
        <p:nvSpPr>
          <p:cNvPr id="3590" name="Google Shape;3590;p65"/>
          <p:cNvSpPr txBox="1"/>
          <p:nvPr/>
        </p:nvSpPr>
        <p:spPr>
          <a:xfrm>
            <a:off x="5384436" y="5124632"/>
            <a:ext cx="118974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100BASE-T4</a:t>
            </a:r>
            <a:endParaRPr/>
          </a:p>
        </p:txBody>
      </p:sp>
      <p:sp>
        <p:nvSpPr>
          <p:cNvPr id="3591" name="Google Shape;3591;p65"/>
          <p:cNvSpPr txBox="1"/>
          <p:nvPr/>
        </p:nvSpPr>
        <p:spPr>
          <a:xfrm>
            <a:off x="8056199" y="4759507"/>
            <a:ext cx="1186543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100BASE-FX</a:t>
            </a:r>
            <a:endParaRPr/>
          </a:p>
        </p:txBody>
      </p:sp>
      <p:sp>
        <p:nvSpPr>
          <p:cNvPr id="3592" name="Google Shape;3592;p65"/>
          <p:cNvSpPr/>
          <p:nvPr/>
        </p:nvSpPr>
        <p:spPr>
          <a:xfrm>
            <a:off x="3862024" y="4654732"/>
            <a:ext cx="1393825" cy="611187"/>
          </a:xfrm>
          <a:custGeom>
            <a:rect b="b" l="l" r="r" t="t"/>
            <a:pathLst>
              <a:path extrusionOk="0" h="385" w="878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3" name="Google Shape;3593;p65"/>
          <p:cNvSpPr txBox="1"/>
          <p:nvPr/>
        </p:nvSpPr>
        <p:spPr>
          <a:xfrm>
            <a:off x="6716349" y="4757919"/>
            <a:ext cx="118974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100BASE-T2</a:t>
            </a:r>
            <a:endParaRPr/>
          </a:p>
        </p:txBody>
      </p:sp>
      <p:sp>
        <p:nvSpPr>
          <p:cNvPr id="3594" name="Google Shape;3594;p65"/>
          <p:cNvSpPr txBox="1"/>
          <p:nvPr/>
        </p:nvSpPr>
        <p:spPr>
          <a:xfrm>
            <a:off x="6698886" y="5118282"/>
            <a:ext cx="1186543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100BASE-SX</a:t>
            </a:r>
            <a:endParaRPr/>
          </a:p>
        </p:txBody>
      </p:sp>
      <p:sp>
        <p:nvSpPr>
          <p:cNvPr id="3595" name="Google Shape;3595;p65"/>
          <p:cNvSpPr txBox="1"/>
          <p:nvPr/>
        </p:nvSpPr>
        <p:spPr>
          <a:xfrm>
            <a:off x="8062549" y="5113519"/>
            <a:ext cx="1204176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100BASE-BX</a:t>
            </a:r>
            <a:endParaRPr/>
          </a:p>
        </p:txBody>
      </p:sp>
      <p:grpSp>
        <p:nvGrpSpPr>
          <p:cNvPr id="3596" name="Google Shape;3596;p65"/>
          <p:cNvGrpSpPr/>
          <p:nvPr/>
        </p:nvGrpSpPr>
        <p:grpSpPr>
          <a:xfrm>
            <a:off x="6656025" y="4713470"/>
            <a:ext cx="2798763" cy="1595438"/>
            <a:chOff x="3579" y="2988"/>
            <a:chExt cx="1763" cy="1005"/>
          </a:xfrm>
        </p:grpSpPr>
        <p:sp>
          <p:nvSpPr>
            <p:cNvPr id="3597" name="Google Shape;3597;p65"/>
            <p:cNvSpPr/>
            <p:nvPr/>
          </p:nvSpPr>
          <p:spPr>
            <a:xfrm>
              <a:off x="3579" y="2988"/>
              <a:ext cx="1709" cy="489"/>
            </a:xfrm>
            <a:custGeom>
              <a:rect b="b" l="l" r="r" t="t"/>
              <a:pathLst>
                <a:path extrusionOk="0" h="489" w="170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98" name="Google Shape;3598;p65"/>
            <p:cNvCxnSpPr/>
            <p:nvPr/>
          </p:nvCxnSpPr>
          <p:spPr>
            <a:xfrm>
              <a:off x="4410" y="3494"/>
              <a:ext cx="227" cy="291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9" name="Google Shape;3599;p65"/>
            <p:cNvSpPr txBox="1"/>
            <p:nvPr/>
          </p:nvSpPr>
          <p:spPr>
            <a:xfrm>
              <a:off x="4003" y="3741"/>
              <a:ext cx="1339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physical layer</a:t>
              </a:r>
              <a:endParaRPr/>
            </a:p>
          </p:txBody>
        </p:sp>
      </p:grpSp>
      <p:grpSp>
        <p:nvGrpSpPr>
          <p:cNvPr id="3600" name="Google Shape;3600;p65"/>
          <p:cNvGrpSpPr/>
          <p:nvPr/>
        </p:nvGrpSpPr>
        <p:grpSpPr>
          <a:xfrm>
            <a:off x="2907936" y="4703945"/>
            <a:ext cx="5059363" cy="1628776"/>
            <a:chOff x="1218" y="2982"/>
            <a:chExt cx="3187" cy="1026"/>
          </a:xfrm>
        </p:grpSpPr>
        <p:sp>
          <p:nvSpPr>
            <p:cNvPr id="3601" name="Google Shape;3601;p65"/>
            <p:cNvSpPr/>
            <p:nvPr/>
          </p:nvSpPr>
          <p:spPr>
            <a:xfrm>
              <a:off x="2741" y="2982"/>
              <a:ext cx="1664" cy="495"/>
            </a:xfrm>
            <a:custGeom>
              <a:rect b="b" l="l" r="r" t="t"/>
              <a:pathLst>
                <a:path extrusionOk="0" h="495" w="1664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02" name="Google Shape;3602;p65"/>
            <p:cNvCxnSpPr/>
            <p:nvPr/>
          </p:nvCxnSpPr>
          <p:spPr>
            <a:xfrm flipH="1">
              <a:off x="2929" y="3503"/>
              <a:ext cx="227" cy="291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03" name="Google Shape;3603;p65"/>
            <p:cNvSpPr txBox="1"/>
            <p:nvPr/>
          </p:nvSpPr>
          <p:spPr>
            <a:xfrm>
              <a:off x="1218" y="3756"/>
              <a:ext cx="245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copper (twister pair) physical layer</a:t>
              </a:r>
              <a:endParaRPr/>
            </a:p>
          </p:txBody>
        </p:sp>
      </p:grpSp>
      <p:sp>
        <p:nvSpPr>
          <p:cNvPr id="3604" name="Google Shape;3604;p65"/>
          <p:cNvSpPr txBox="1"/>
          <p:nvPr/>
        </p:nvSpPr>
        <p:spPr>
          <a:xfrm>
            <a:off x="924898" y="1611604"/>
            <a:ext cx="11197652" cy="159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Ethernet standards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MAC protocol and frame format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speeds: 2 Mbps, 10 Mbps, 100 Mbps, 1Gbps, 10 Gbps, 40 Gbps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9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0" name="Google Shape;3610;p6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3611" name="Google Shape;36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612" name="Google Shape;3612;p66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66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4" name="Google Shape;3614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9" name="Shape 3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0" name="Google Shape;3620;p6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22" name="Google Shape;3622;p67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store, forward Ethernet frames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7" name="Shape 3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8" name="Google Shape;3628;p6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630" name="Google Shape;3630;p68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3631" name="Google Shape;3631;p68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32" name="Google Shape;3632;p68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3633" name="Google Shape;3633;p68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634" name="Google Shape;3634;p68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68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36" name="Google Shape;3636;p68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68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638" name="Google Shape;3638;p68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639" name="Google Shape;3639;p68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640" name="Google Shape;3640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1" name="Google Shape;3641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42" name="Google Shape;3642;p68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643" name="Google Shape;3643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4" name="Google Shape;3644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45" name="Google Shape;3645;p68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646" name="Google Shape;3646;p68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647" name="Google Shape;3647;p68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648" name="Google Shape;3648;p68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649" name="Google Shape;3649;p68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650" name="Google Shape;3650;p68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651" name="Google Shape;3651;p68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52" name="Google Shape;3652;p68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53" name="Google Shape;3653;p68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54" name="Google Shape;3654;p68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655" name="Google Shape;3655;p68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656" name="Google Shape;3656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57" name="Google Shape;3657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658" name="Google Shape;365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9" name="Google Shape;3659;p68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660" name="Google Shape;3660;p68"/>
            <p:cNvCxnSpPr>
              <a:stCxn id="3651" idx="0"/>
              <a:endCxn id="3654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661" name="Google Shape;3661;p68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62" name="Google Shape;3662;p68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663" name="Google Shape;3663;p68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664" name="Google Shape;3664;p68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665" name="Google Shape;3665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6" name="Google Shape;3666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67" name="Google Shape;3667;p6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668" name="Google Shape;3668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9" name="Google Shape;3669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0" name="Google Shape;3670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1" name="Google Shape;3671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72" name="Google Shape;3672;p68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673" name="Google Shape;3673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4" name="Google Shape;3674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5" name="Google Shape;3675;p68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676" name="Google Shape;3676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77" name="Google Shape;3677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78" name="Google Shape;3678;p68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3679" name="Google Shape;3679;p68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</p:txBody>
      </p:sp>
      <p:sp>
        <p:nvSpPr>
          <p:cNvPr id="3680" name="Google Shape;3680;p68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1" name="Google Shape;3681;p68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6" name="Shape 3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" name="Google Shape;3687;p6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689" name="Google Shape;3689;p69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3690" name="Google Shape;3690;p69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691" name="Google Shape;3691;p69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3692" name="Google Shape;3692;p69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693" name="Google Shape;3693;p69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69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95" name="Google Shape;3695;p69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69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697" name="Google Shape;3697;p69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698" name="Google Shape;3698;p69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699" name="Google Shape;3699;p6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0" name="Google Shape;3700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01" name="Google Shape;3701;p69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02" name="Google Shape;3702;p6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03" name="Google Shape;3703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04" name="Google Shape;3704;p69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705" name="Google Shape;3705;p69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706" name="Google Shape;3706;p69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707" name="Google Shape;3707;p69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708" name="Google Shape;3708;p69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709" name="Google Shape;3709;p69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710" name="Google Shape;3710;p69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11" name="Google Shape;3711;p69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12" name="Google Shape;3712;p69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13" name="Google Shape;3713;p69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14" name="Google Shape;3714;p69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715" name="Google Shape;3715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16" name="Google Shape;3716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717" name="Google Shape;3717;p6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8" name="Google Shape;3718;p69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19" name="Google Shape;3719;p69"/>
            <p:cNvCxnSpPr>
              <a:stCxn id="3710" idx="0"/>
              <a:endCxn id="371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0" name="Google Shape;3720;p69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21" name="Google Shape;3721;p69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22" name="Google Shape;3722;p69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23" name="Google Shape;3723;p69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724" name="Google Shape;3724;p6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5" name="Google Shape;3725;p6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26" name="Google Shape;3726;p6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727" name="Google Shape;3727;p6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8" name="Google Shape;3728;p6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9" name="Google Shape;3729;p6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30" name="Google Shape;3730;p6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31" name="Google Shape;3731;p69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32" name="Google Shape;3732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33" name="Google Shape;3733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4" name="Google Shape;3734;p69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35" name="Google Shape;3735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36" name="Google Shape;3736;p6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37" name="Google Shape;3737;p69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3738" name="Google Shape;3738;p69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/>
          </a:p>
        </p:txBody>
      </p:sp>
      <p:sp>
        <p:nvSpPr>
          <p:cNvPr id="3739" name="Google Shape;3739;p69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0" name="Google Shape;3740;p69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1" name="Google Shape;3741;p69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3742" name="Google Shape;3742;p69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7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p7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9" name="Google Shape;3749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750" name="Google Shape;3750;p70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3751" name="Google Shape;3751;p70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52" name="Google Shape;3752;p70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753" name="Google Shape;3753;p70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70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55" name="Google Shape;3755;p70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70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757" name="Google Shape;3757;p70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758" name="Google Shape;3758;p70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59" name="Google Shape;3759;p7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60" name="Google Shape;3760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61" name="Google Shape;3761;p70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762" name="Google Shape;3762;p7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63" name="Google Shape;3763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64" name="Google Shape;3764;p70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765" name="Google Shape;3765;p70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766" name="Google Shape;3766;p70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767" name="Google Shape;3767;p70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768" name="Google Shape;3768;p70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769" name="Google Shape;3769;p70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770" name="Google Shape;3770;p70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71" name="Google Shape;3771;p70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72" name="Google Shape;3772;p70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73" name="Google Shape;3773;p70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74" name="Google Shape;3774;p70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775" name="Google Shape;3775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76" name="Google Shape;3776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777" name="Google Shape;377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8" name="Google Shape;3778;p70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779" name="Google Shape;3779;p70"/>
            <p:cNvCxnSpPr>
              <a:stCxn id="3770" idx="0"/>
              <a:endCxn id="3773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0" name="Google Shape;3780;p70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781" name="Google Shape;3781;p70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782" name="Google Shape;3782;p70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783" name="Google Shape;3783;p70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784" name="Google Shape;3784;p70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5" name="Google Shape;3785;p70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786" name="Google Shape;3786;p70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787" name="Google Shape;3787;p70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8" name="Google Shape;3788;p70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89" name="Google Shape;3789;p70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90" name="Google Shape;3790;p70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791" name="Google Shape;3791;p70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92" name="Google Shape;3792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3" name="Google Shape;3793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94" name="Google Shape;3794;p70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795" name="Google Shape;3795;p7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796" name="Google Shape;3796;p7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797" name="Google Shape;3797;p70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/>
          </a:p>
        </p:txBody>
      </p:sp>
      <p:sp>
        <p:nvSpPr>
          <p:cNvPr id="3798" name="Google Shape;3798;p70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/>
          </a:p>
        </p:txBody>
      </p:sp>
      <p:sp>
        <p:nvSpPr>
          <p:cNvPr id="3799" name="Google Shape;3799;p70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4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i="1"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7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807" name="Google Shape;3807;p71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3808" name="Google Shape;3808;p71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09" name="Google Shape;3809;p71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810" name="Google Shape;3810;p71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71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812" name="Google Shape;3812;p71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71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814" name="Google Shape;3814;p71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815" name="Google Shape;3815;p71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816" name="Google Shape;3816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17" name="Google Shape;3817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18" name="Google Shape;3818;p71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819" name="Google Shape;3819;p7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20" name="Google Shape;3820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21" name="Google Shape;3821;p71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822" name="Google Shape;3822;p71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823" name="Google Shape;3823;p71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824" name="Google Shape;3824;p71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825" name="Google Shape;3825;p71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826" name="Google Shape;3826;p71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827" name="Google Shape;3827;p71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28" name="Google Shape;3828;p71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29" name="Google Shape;3829;p71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30" name="Google Shape;3830;p71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831" name="Google Shape;3831;p71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832" name="Google Shape;3832;p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33" name="Google Shape;3833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834" name="Google Shape;3834;p7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35" name="Google Shape;3835;p71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36" name="Google Shape;3836;p71"/>
            <p:cNvCxnSpPr>
              <a:stCxn id="3827" idx="0"/>
              <a:endCxn id="3830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37" name="Google Shape;3837;p71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38" name="Google Shape;3838;p71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839" name="Google Shape;3839;p71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840" name="Google Shape;3840;p71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841" name="Google Shape;3841;p7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2" name="Google Shape;3842;p7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43" name="Google Shape;3843;p7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844" name="Google Shape;3844;p7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5" name="Google Shape;3845;p7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6" name="Google Shape;3846;p7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47" name="Google Shape;3847;p7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848" name="Google Shape;3848;p71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849" name="Google Shape;3849;p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0" name="Google Shape;3850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1" name="Google Shape;3851;p71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852" name="Google Shape;3852;p7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53" name="Google Shape;3853;p7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54" name="Google Shape;3854;p71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/>
          </a:p>
        </p:txBody>
      </p:sp>
      <p:grpSp>
        <p:nvGrpSpPr>
          <p:cNvPr id="3855" name="Google Shape;3855;p71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3856" name="Google Shape;3856;p7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7" name="Google Shape;3857;p7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58" name="Google Shape;3858;p71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9" name="Google Shape;3859;p7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60" name="Google Shape;3860;p71"/>
          <p:cNvGrpSpPr/>
          <p:nvPr/>
        </p:nvGrpSpPr>
        <p:grpSpPr>
          <a:xfrm>
            <a:off x="9617804" y="1001713"/>
            <a:ext cx="1450975" cy="714375"/>
            <a:chOff x="4406" y="331"/>
            <a:chExt cx="914" cy="450"/>
          </a:xfrm>
        </p:grpSpPr>
        <p:cxnSp>
          <p:nvCxnSpPr>
            <p:cNvPr id="3861" name="Google Shape;3861;p71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862" name="Google Shape;3862;p71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863" name="Google Shape;3863;p71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3864" name="Google Shape;3864;p71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65" name="Google Shape;3865;p71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3866" name="Google Shape;3866;p71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7" name="Google Shape;3867;p71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3868" name="Google Shape;3868;p71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9" name="Google Shape;3869;p71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0" name="Google Shape;3870;p71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71" name="Google Shape;3871;p71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3872" name="Google Shape;3872;p71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3873" name="Google Shape;3873;p71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874" name="Google Shape;3874;p71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875" name="Google Shape;3875;p71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3876" name="Google Shape;3876;p71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/>
          </a:p>
        </p:txBody>
      </p:sp>
      <p:sp>
        <p:nvSpPr>
          <p:cNvPr id="3877" name="Google Shape;3877;p71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2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3" name="Google Shape;3883;p7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frame filtering/forwarding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4" name="Google Shape;3884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5" name="Google Shape;3885;p72"/>
          <p:cNvSpPr txBox="1"/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frame received at switch: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incoming link, MAC address of sending host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index switch table using MAC destination address</a:t>
            </a:r>
            <a:endParaRPr b="1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 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found for destination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 {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on segment from which frame arrived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drop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frame on interface indicated by entry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flood  /* forward on all interfaces except arriving interface */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0" name="Shape 3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" name="Google Shape;3891;p73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3892" name="Google Shape;3892;p73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893" name="Google Shape;3893;p73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3894" name="Google Shape;3894;p73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5" name="Google Shape;3895;p73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896" name="Google Shape;3896;p73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73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3898" name="Google Shape;3898;p73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3899" name="Google Shape;3899;p73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900" name="Google Shape;3900;p7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1" name="Google Shape;3901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02" name="Google Shape;3902;p73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903" name="Google Shape;3903;p7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04" name="Google Shape;3904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905" name="Google Shape;3905;p73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906" name="Google Shape;3906;p73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907" name="Google Shape;3907;p73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908" name="Google Shape;3908;p73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909" name="Google Shape;3909;p73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910" name="Google Shape;3910;p73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911" name="Google Shape;3911;p73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12" name="Google Shape;3912;p73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13" name="Google Shape;3913;p73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14" name="Google Shape;3914;p73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915" name="Google Shape;3915;p73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916" name="Google Shape;3916;p7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17" name="Google Shape;3917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918" name="Google Shape;3918;p7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9" name="Google Shape;3919;p73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20" name="Google Shape;3920;p73"/>
            <p:cNvCxnSpPr>
              <a:stCxn id="3911" idx="0"/>
              <a:endCxn id="3914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21" name="Google Shape;3921;p73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922" name="Google Shape;3922;p73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3923" name="Google Shape;3923;p73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3924" name="Google Shape;3924;p73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925" name="Google Shape;3925;p7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6" name="Google Shape;3926;p7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27" name="Google Shape;3927;p73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28" name="Google Shape;3928;p7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9" name="Google Shape;3929;p7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0" name="Google Shape;3930;p7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1" name="Google Shape;3931;p7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2" name="Google Shape;3932;p73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933" name="Google Shape;3933;p7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4" name="Google Shape;3934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35" name="Google Shape;3935;p73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936" name="Google Shape;3936;p7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37" name="Google Shape;3937;p7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38" name="Google Shape;3938;p7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9" name="Google Shape;3939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40" name="Google Shape;3940;p73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3941" name="Google Shape;3941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2" name="Google Shape;3942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43" name="Google Shape;3943;p73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4" name="Google Shape;3944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45" name="Google Shape;3945;p73"/>
          <p:cNvGrpSpPr/>
          <p:nvPr/>
        </p:nvGrpSpPr>
        <p:grpSpPr>
          <a:xfrm>
            <a:off x="9392951" y="900218"/>
            <a:ext cx="1450975" cy="714375"/>
            <a:chOff x="4406" y="331"/>
            <a:chExt cx="914" cy="450"/>
          </a:xfrm>
        </p:grpSpPr>
        <p:cxnSp>
          <p:nvCxnSpPr>
            <p:cNvPr id="3946" name="Google Shape;3946;p73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3947" name="Google Shape;3947;p73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3948" name="Google Shape;3948;p73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3949" name="Google Shape;3949;p73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0" name="Google Shape;3950;p73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3951" name="Google Shape;3951;p73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2" name="Google Shape;3952;p73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3953" name="Google Shape;3953;p73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4" name="Google Shape;3954;p73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5" name="Google Shape;3955;p73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56" name="Google Shape;3956;p73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3957" name="Google Shape;3957;p73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3958" name="Google Shape;3958;p73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3959" name="Google Shape;3959;p73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960" name="Google Shape;3960;p73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grpSp>
        <p:nvGrpSpPr>
          <p:cNvPr id="3961" name="Google Shape;3961;p73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3962" name="Google Shape;3962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3" name="Google Shape;3963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4" name="Google Shape;3964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5" name="Google Shape;3965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66" name="Google Shape;3966;p73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3967" name="Google Shape;3967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8" name="Google Shape;3968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9" name="Google Shape;3969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0" name="Google Shape;3970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71" name="Google Shape;3971;p73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3972" name="Google Shape;3972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3" name="Google Shape;3973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4" name="Google Shape;3974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5" name="Google Shape;3975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76" name="Google Shape;3976;p73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3977" name="Google Shape;3977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8" name="Google Shape;3978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79" name="Google Shape;3979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0" name="Google Shape;3980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81" name="Google Shape;3981;p73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3982" name="Google Shape;3982;p73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3" name="Google Shape;3983;p73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84" name="Google Shape;3984;p73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5" name="Google Shape;3985;p73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86" name="Google Shape;3986;p73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3987" name="Google Shape;3987;p73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8" name="Google Shape;3988;p73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/>
            </a:p>
          </p:txBody>
        </p:sp>
        <p:cxnSp>
          <p:nvCxnSpPr>
            <p:cNvPr id="3989" name="Google Shape;3989;p73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0" name="Google Shape;3990;p73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991" name="Google Shape;3991;p73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3992" name="Google Shape;3992;p73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i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3" name="Google Shape;3993;p73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3994" name="Google Shape;3994;p73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3995" name="Google Shape;3995;p73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6" name="Google Shape;3996;p73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/>
          </a:p>
        </p:txBody>
      </p:sp>
      <p:sp>
        <p:nvSpPr>
          <p:cNvPr id="3997" name="Google Shape;3997;p73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8" name="Google Shape;3998;p73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3" name="Shape 4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4" name="Google Shape;4004;p7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Interconnecting switches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Google Shape;4005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6" name="Google Shape;4006;p74"/>
          <p:cNvSpPr txBox="1"/>
          <p:nvPr/>
        </p:nvSpPr>
        <p:spPr>
          <a:xfrm>
            <a:off x="1058264" y="1335790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self-learning switches can be connected together:</a:t>
            </a:r>
            <a:endParaRPr/>
          </a:p>
        </p:txBody>
      </p:sp>
      <p:sp>
        <p:nvSpPr>
          <p:cNvPr id="4007" name="Google Shape;4007;p74"/>
          <p:cNvSpPr/>
          <p:nvPr/>
        </p:nvSpPr>
        <p:spPr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from A to G - how does S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know to forward frame destined to G via S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</a:t>
            </a:r>
            <a:r>
              <a:rPr baseline="-2500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learning! (works exactly the same as in single-switch case!)</a:t>
            </a:r>
            <a:endParaRPr/>
          </a:p>
        </p:txBody>
      </p:sp>
      <p:grpSp>
        <p:nvGrpSpPr>
          <p:cNvPr id="4008" name="Google Shape;4008;p74"/>
          <p:cNvGrpSpPr/>
          <p:nvPr/>
        </p:nvGrpSpPr>
        <p:grpSpPr>
          <a:xfrm>
            <a:off x="2517827" y="2654612"/>
            <a:ext cx="2005135" cy="1358900"/>
            <a:chOff x="958850" y="2444750"/>
            <a:chExt cx="2005665" cy="1358710"/>
          </a:xfrm>
        </p:grpSpPr>
        <p:cxnSp>
          <p:nvCxnSpPr>
            <p:cNvPr id="4009" name="Google Shape;4009;p74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0" name="Google Shape;4010;p74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1" name="Google Shape;4011;p74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12" name="Google Shape;4012;p74"/>
            <p:cNvSpPr txBox="1"/>
            <p:nvPr/>
          </p:nvSpPr>
          <p:spPr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4013" name="Google Shape;4013;p74"/>
            <p:cNvSpPr txBox="1"/>
            <p:nvPr/>
          </p:nvSpPr>
          <p:spPr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4014" name="Google Shape;4014;p74"/>
            <p:cNvSpPr txBox="1"/>
            <p:nvPr/>
          </p:nvSpPr>
          <p:spPr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015" name="Google Shape;4015;p74"/>
            <p:cNvSpPr txBox="1"/>
            <p:nvPr/>
          </p:nvSpPr>
          <p:spPr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016" name="Google Shape;4016;p74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017" name="Google Shape;4017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8" name="Google Shape;4018;p7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9" name="Google Shape;4019;p74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020" name="Google Shape;4020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1" name="Google Shape;4021;p7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22" name="Google Shape;4022;p74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023" name="Google Shape;4023;p7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24" name="Google Shape;4024;p7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025" name="Google Shape;4025;p7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26" name="Google Shape;4026;p74"/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4027" name="Google Shape;4027;p74"/>
            <p:cNvGrpSpPr/>
            <p:nvPr/>
          </p:nvGrpSpPr>
          <p:grpSpPr>
            <a:xfrm>
              <a:off x="3950752" y="2194237"/>
              <a:ext cx="4856162" cy="2044145"/>
              <a:chOff x="2379663" y="1984375"/>
              <a:chExt cx="4855711" cy="2043590"/>
            </a:xfrm>
          </p:grpSpPr>
          <p:cxnSp>
            <p:nvCxnSpPr>
              <p:cNvPr id="4028" name="Google Shape;4028;p74"/>
              <p:cNvCxnSpPr/>
              <p:nvPr/>
            </p:nvCxnSpPr>
            <p:spPr>
              <a:xfrm flipH="1">
                <a:off x="3635258" y="3068344"/>
                <a:ext cx="346043" cy="2158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29" name="Google Shape;4029;p74"/>
              <p:cNvCxnSpPr/>
              <p:nvPr/>
            </p:nvCxnSpPr>
            <p:spPr>
              <a:xfrm flipH="1">
                <a:off x="3949554" y="3087389"/>
                <a:ext cx="125401" cy="587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0" name="Google Shape;4030;p74"/>
              <p:cNvCxnSpPr/>
              <p:nvPr/>
            </p:nvCxnSpPr>
            <p:spPr>
              <a:xfrm>
                <a:off x="4254326" y="3030254"/>
                <a:ext cx="230167" cy="3618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1" name="Google Shape;4031;p74"/>
              <p:cNvCxnSpPr/>
              <p:nvPr/>
            </p:nvCxnSpPr>
            <p:spPr>
              <a:xfrm flipH="1">
                <a:off x="5532145" y="3106433"/>
                <a:ext cx="428585" cy="2444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2" name="Google Shape;4032;p74"/>
              <p:cNvCxnSpPr/>
              <p:nvPr/>
            </p:nvCxnSpPr>
            <p:spPr>
              <a:xfrm flipH="1">
                <a:off x="6035335" y="3077866"/>
                <a:ext cx="9524" cy="4697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3" name="Google Shape;4033;p74"/>
              <p:cNvCxnSpPr/>
              <p:nvPr/>
            </p:nvCxnSpPr>
            <p:spPr>
              <a:xfrm flipH="1">
                <a:off x="2379663" y="2355749"/>
                <a:ext cx="1517509" cy="53642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4" name="Google Shape;4034;p74"/>
              <p:cNvCxnSpPr/>
              <p:nvPr/>
            </p:nvCxnSpPr>
            <p:spPr>
              <a:xfrm>
                <a:off x="4200356" y="2322421"/>
                <a:ext cx="0" cy="599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5" name="Google Shape;4035;p74"/>
              <p:cNvCxnSpPr/>
              <p:nvPr/>
            </p:nvCxnSpPr>
            <p:spPr>
              <a:xfrm rot="10800000">
                <a:off x="4449571" y="2306551"/>
                <a:ext cx="1406394" cy="68402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36" name="Google Shape;4036;p74"/>
              <p:cNvCxnSpPr/>
              <p:nvPr/>
            </p:nvCxnSpPr>
            <p:spPr>
              <a:xfrm>
                <a:off x="6411539" y="3131826"/>
                <a:ext cx="285723" cy="15870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037" name="Google Shape;4037;p74"/>
              <p:cNvSpPr txBox="1"/>
              <p:nvPr/>
            </p:nvSpPr>
            <p:spPr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  <p:sp>
            <p:nvSpPr>
              <p:cNvPr id="4038" name="Google Shape;4038;p74"/>
              <p:cNvSpPr txBox="1"/>
              <p:nvPr/>
            </p:nvSpPr>
            <p:spPr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  <p:sp>
            <p:nvSpPr>
              <p:cNvPr id="4039" name="Google Shape;4039;p74"/>
              <p:cNvSpPr txBox="1"/>
              <p:nvPr/>
            </p:nvSpPr>
            <p:spPr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/>
              </a:p>
            </p:txBody>
          </p:sp>
          <p:sp>
            <p:nvSpPr>
              <p:cNvPr id="4040" name="Google Shape;4040;p74"/>
              <p:cNvSpPr txBox="1"/>
              <p:nvPr/>
            </p:nvSpPr>
            <p:spPr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4041" name="Google Shape;4041;p74"/>
              <p:cNvSpPr txBox="1"/>
              <p:nvPr/>
            </p:nvSpPr>
            <p:spPr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4042" name="Google Shape;4042;p74"/>
              <p:cNvSpPr txBox="1"/>
              <p:nvPr/>
            </p:nvSpPr>
            <p:spPr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4043" name="Google Shape;4043;p74"/>
              <p:cNvSpPr txBox="1"/>
              <p:nvPr/>
            </p:nvSpPr>
            <p:spPr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  <p:sp>
            <p:nvSpPr>
              <p:cNvPr id="4044" name="Google Shape;4044;p74"/>
              <p:cNvSpPr txBox="1"/>
              <p:nvPr/>
            </p:nvSpPr>
            <p:spPr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/>
              </a:p>
            </p:txBody>
          </p:sp>
          <p:sp>
            <p:nvSpPr>
              <p:cNvPr id="4045" name="Google Shape;4045;p74"/>
              <p:cNvSpPr txBox="1"/>
              <p:nvPr/>
            </p:nvSpPr>
            <p:spPr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/>
              </a:p>
            </p:txBody>
          </p:sp>
          <p:pic>
            <p:nvPicPr>
              <p:cNvPr id="4046" name="Google Shape;4046;p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047" name="Google Shape;4047;p74"/>
              <p:cNvGrpSpPr/>
              <p:nvPr/>
            </p:nvGrpSpPr>
            <p:grpSpPr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48" name="Google Shape;4048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49" name="Google Shape;4049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0" name="Google Shape;4050;p74"/>
              <p:cNvGrpSpPr/>
              <p:nvPr/>
            </p:nvGrpSpPr>
            <p:grpSpPr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51" name="Google Shape;4051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52" name="Google Shape;4052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3" name="Google Shape;4053;p74"/>
              <p:cNvGrpSpPr/>
              <p:nvPr/>
            </p:nvGrpSpPr>
            <p:grpSpPr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54" name="Google Shape;4054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55" name="Google Shape;4055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6" name="Google Shape;4056;p74"/>
              <p:cNvGrpSpPr/>
              <p:nvPr/>
            </p:nvGrpSpPr>
            <p:grpSpPr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57" name="Google Shape;4057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58" name="Google Shape;4058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59" name="Google Shape;4059;p74"/>
              <p:cNvGrpSpPr/>
              <p:nvPr/>
            </p:nvGrpSpPr>
            <p:grpSpPr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60" name="Google Shape;4060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61" name="Google Shape;4061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062" name="Google Shape;4062;p74"/>
              <p:cNvGrpSpPr/>
              <p:nvPr/>
            </p:nvGrpSpPr>
            <p:grpSpPr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063" name="Google Shape;4063;p7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064" name="Google Shape;4064;p74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4065" name="Google Shape;4065;p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66" name="Google Shape;4066;p7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67" name="Google Shape;4067;p74"/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4068" name="Google Shape;4068;p7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9" name="Google Shape;4069;p7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70" name="Google Shape;4070;p7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1" name="Google Shape;4071;p7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2" name="Google Shape;4072;p7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3" name="Google Shape;4073;p7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4" name="Google Shape;4074;p7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5" name="Google Shape;4075;p74"/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4076" name="Google Shape;4076;p7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7" name="Google Shape;4077;p7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78" name="Google Shape;4078;p7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79" name="Google Shape;4079;p7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0" name="Google Shape;4080;p7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1" name="Google Shape;4081;p7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2" name="Google Shape;4082;p7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83" name="Google Shape;4083;p74"/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4084" name="Google Shape;4084;p7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5" name="Google Shape;4085;p7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6" name="Google Shape;4086;p7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87" name="Google Shape;4087;p7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8" name="Google Shape;4088;p7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9" name="Google Shape;4089;p7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0" name="Google Shape;4090;p7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4091" name="Google Shape;4091;p74"/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4092" name="Google Shape;4092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94" name="Google Shape;4094;p7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095" name="Google Shape;4095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6" name="Google Shape;4096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8" name="Google Shape;4098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3" name="Shape 4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Google Shape;4104;p7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Self-learning multi-switch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6" name="Google Shape;4106;p75"/>
          <p:cNvSpPr txBox="1"/>
          <p:nvPr/>
        </p:nvSpPr>
        <p:spPr>
          <a:xfrm>
            <a:off x="1060528" y="1364678"/>
            <a:ext cx="8743038" cy="80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C sends frame to I, I responds to C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7" name="Google Shape;4107;p75"/>
          <p:cNvSpPr/>
          <p:nvPr/>
        </p:nvSpPr>
        <p:spPr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u="sng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0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switch tables and packet forwarding in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aseline="-25000"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108" name="Google Shape;4108;p75"/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4109" name="Google Shape;4109;p75"/>
            <p:cNvGrpSpPr/>
            <p:nvPr/>
          </p:nvGrpSpPr>
          <p:grpSpPr>
            <a:xfrm>
              <a:off x="2517827" y="2654612"/>
              <a:ext cx="2005135" cy="1358900"/>
              <a:chOff x="958850" y="2444750"/>
              <a:chExt cx="2005665" cy="1358710"/>
            </a:xfrm>
          </p:grpSpPr>
          <p:cxnSp>
            <p:nvCxnSpPr>
              <p:cNvPr id="4110" name="Google Shape;4110;p75"/>
              <p:cNvCxnSpPr/>
              <p:nvPr/>
            </p:nvCxnSpPr>
            <p:spPr>
              <a:xfrm rot="10800000">
                <a:off x="1582903" y="3030456"/>
                <a:ext cx="55577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1" name="Google Shape;4111;p75"/>
              <p:cNvCxnSpPr/>
              <p:nvPr/>
            </p:nvCxnSpPr>
            <p:spPr>
              <a:xfrm flipH="1">
                <a:off x="1970355" y="3078074"/>
                <a:ext cx="271534" cy="3142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112" name="Google Shape;4112;p75"/>
              <p:cNvCxnSpPr/>
              <p:nvPr/>
            </p:nvCxnSpPr>
            <p:spPr>
              <a:xfrm>
                <a:off x="2389566" y="3106645"/>
                <a:ext cx="73044" cy="2952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13" name="Google Shape;4113;p75"/>
              <p:cNvSpPr txBox="1"/>
              <p:nvPr/>
            </p:nvSpPr>
            <p:spPr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4114" name="Google Shape;4114;p75"/>
              <p:cNvSpPr txBox="1"/>
              <p:nvPr/>
            </p:nvSpPr>
            <p:spPr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4115" name="Google Shape;4115;p75"/>
              <p:cNvSpPr txBox="1"/>
              <p:nvPr/>
            </p:nvSpPr>
            <p:spPr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4116" name="Google Shape;4116;p75"/>
              <p:cNvSpPr txBox="1"/>
              <p:nvPr/>
            </p:nvSpPr>
            <p:spPr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grpSp>
            <p:nvGrpSpPr>
              <p:cNvPr id="4117" name="Google Shape;4117;p75"/>
              <p:cNvGrpSpPr/>
              <p:nvPr/>
            </p:nvGrpSpPr>
            <p:grpSpPr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118" name="Google Shape;4118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19" name="Google Shape;4119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0" name="Google Shape;4120;p75"/>
              <p:cNvGrpSpPr/>
              <p:nvPr/>
            </p:nvGrpSpPr>
            <p:grpSpPr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121" name="Google Shape;4121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22" name="Google Shape;4122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123" name="Google Shape;4123;p75"/>
              <p:cNvGrpSpPr/>
              <p:nvPr/>
            </p:nvGrpSpPr>
            <p:grpSpPr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124" name="Google Shape;4124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25" name="Google Shape;4125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4126" name="Google Shape;4126;p7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127" name="Google Shape;4127;p75"/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4128" name="Google Shape;4128;p75"/>
              <p:cNvGrpSpPr/>
              <p:nvPr/>
            </p:nvGrpSpPr>
            <p:grpSpPr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cxnSp>
              <p:nvCxnSpPr>
                <p:cNvPr id="4129" name="Google Shape;4129;p75"/>
                <p:cNvCxnSpPr/>
                <p:nvPr/>
              </p:nvCxnSpPr>
              <p:spPr>
                <a:xfrm flipH="1">
                  <a:off x="3635258" y="3068344"/>
                  <a:ext cx="346043" cy="2158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0" name="Google Shape;4130;p75"/>
                <p:cNvCxnSpPr/>
                <p:nvPr/>
              </p:nvCxnSpPr>
              <p:spPr>
                <a:xfrm flipH="1">
                  <a:off x="3949554" y="3087389"/>
                  <a:ext cx="125401" cy="5872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1" name="Google Shape;4131;p75"/>
                <p:cNvCxnSpPr/>
                <p:nvPr/>
              </p:nvCxnSpPr>
              <p:spPr>
                <a:xfrm>
                  <a:off x="4254326" y="3030254"/>
                  <a:ext cx="230167" cy="3618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2" name="Google Shape;4132;p75"/>
                <p:cNvCxnSpPr/>
                <p:nvPr/>
              </p:nvCxnSpPr>
              <p:spPr>
                <a:xfrm flipH="1">
                  <a:off x="5532145" y="3106433"/>
                  <a:ext cx="428585" cy="2444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3" name="Google Shape;4133;p75"/>
                <p:cNvCxnSpPr/>
                <p:nvPr/>
              </p:nvCxnSpPr>
              <p:spPr>
                <a:xfrm flipH="1">
                  <a:off x="6035335" y="3077866"/>
                  <a:ext cx="9524" cy="4697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4" name="Google Shape;4134;p75"/>
                <p:cNvCxnSpPr/>
                <p:nvPr/>
              </p:nvCxnSpPr>
              <p:spPr>
                <a:xfrm flipH="1">
                  <a:off x="2379663" y="2355749"/>
                  <a:ext cx="1517509" cy="53642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5" name="Google Shape;4135;p75"/>
                <p:cNvCxnSpPr/>
                <p:nvPr/>
              </p:nvCxnSpPr>
              <p:spPr>
                <a:xfrm>
                  <a:off x="4200356" y="2322421"/>
                  <a:ext cx="0" cy="59991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6" name="Google Shape;4136;p75"/>
                <p:cNvCxnSpPr/>
                <p:nvPr/>
              </p:nvCxnSpPr>
              <p:spPr>
                <a:xfrm rot="10800000">
                  <a:off x="4449571" y="2306551"/>
                  <a:ext cx="1406394" cy="6840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37" name="Google Shape;4137;p75"/>
                <p:cNvCxnSpPr/>
                <p:nvPr/>
              </p:nvCxnSpPr>
              <p:spPr>
                <a:xfrm>
                  <a:off x="6411539" y="3131826"/>
                  <a:ext cx="285723" cy="15870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38" name="Google Shape;4138;p75"/>
                <p:cNvSpPr txBox="1"/>
                <p:nvPr/>
              </p:nvSpPr>
              <p:spPr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/>
                </a:p>
              </p:txBody>
            </p:sp>
            <p:sp>
              <p:nvSpPr>
                <p:cNvPr id="4139" name="Google Shape;4139;p75"/>
                <p:cNvSpPr txBox="1"/>
                <p:nvPr/>
              </p:nvSpPr>
              <p:spPr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/>
                </a:p>
              </p:txBody>
            </p:sp>
            <p:sp>
              <p:nvSpPr>
                <p:cNvPr id="4140" name="Google Shape;4140;p75"/>
                <p:cNvSpPr txBox="1"/>
                <p:nvPr/>
              </p:nvSpPr>
              <p:spPr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/>
                </a:p>
              </p:txBody>
            </p:sp>
            <p:sp>
              <p:nvSpPr>
                <p:cNvPr id="4141" name="Google Shape;4141;p75"/>
                <p:cNvSpPr txBox="1"/>
                <p:nvPr/>
              </p:nvSpPr>
              <p:spPr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/>
                </a:p>
              </p:txBody>
            </p:sp>
            <p:sp>
              <p:nvSpPr>
                <p:cNvPr id="4142" name="Google Shape;4142;p75"/>
                <p:cNvSpPr txBox="1"/>
                <p:nvPr/>
              </p:nvSpPr>
              <p:spPr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/>
                </a:p>
              </p:txBody>
            </p:sp>
            <p:sp>
              <p:nvSpPr>
                <p:cNvPr id="4143" name="Google Shape;4143;p75"/>
                <p:cNvSpPr txBox="1"/>
                <p:nvPr/>
              </p:nvSpPr>
              <p:spPr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/>
                </a:p>
              </p:txBody>
            </p:sp>
            <p:sp>
              <p:nvSpPr>
                <p:cNvPr id="4144" name="Google Shape;4144;p75"/>
                <p:cNvSpPr txBox="1"/>
                <p:nvPr/>
              </p:nvSpPr>
              <p:spPr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/>
                </a:p>
              </p:txBody>
            </p:sp>
            <p:sp>
              <p:nvSpPr>
                <p:cNvPr id="4145" name="Google Shape;4145;p75"/>
                <p:cNvSpPr txBox="1"/>
                <p:nvPr/>
              </p:nvSpPr>
              <p:spPr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/>
                </a:p>
              </p:txBody>
            </p:sp>
            <p:sp>
              <p:nvSpPr>
                <p:cNvPr id="4146" name="Google Shape;4146;p75"/>
                <p:cNvSpPr txBox="1"/>
                <p:nvPr/>
              </p:nvSpPr>
              <p:spPr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/>
                </a:p>
              </p:txBody>
            </p:sp>
            <p:pic>
              <p:nvPicPr>
                <p:cNvPr id="4147" name="Google Shape;4147;p7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148" name="Google Shape;4148;p75"/>
                <p:cNvGrpSpPr/>
                <p:nvPr/>
              </p:nvGrpSpPr>
              <p:grpSpPr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49" name="Google Shape;4149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0" name="Google Shape;4150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1" name="Google Shape;4151;p75"/>
                <p:cNvGrpSpPr/>
                <p:nvPr/>
              </p:nvGrpSpPr>
              <p:grpSpPr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52" name="Google Shape;4152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3" name="Google Shape;4153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4" name="Google Shape;4154;p75"/>
                <p:cNvGrpSpPr/>
                <p:nvPr/>
              </p:nvGrpSpPr>
              <p:grpSpPr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55" name="Google Shape;4155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6" name="Google Shape;4156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57" name="Google Shape;4157;p75"/>
                <p:cNvGrpSpPr/>
                <p:nvPr/>
              </p:nvGrpSpPr>
              <p:grpSpPr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58" name="Google Shape;4158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59" name="Google Shape;4159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60" name="Google Shape;4160;p75"/>
                <p:cNvGrpSpPr/>
                <p:nvPr/>
              </p:nvGrpSpPr>
              <p:grpSpPr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61" name="Google Shape;4161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62" name="Google Shape;4162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163" name="Google Shape;4163;p75"/>
                <p:cNvGrpSpPr/>
                <p:nvPr/>
              </p:nvGrpSpPr>
              <p:grpSpPr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4164" name="Google Shape;4164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65" name="Google Shape;4165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4166" name="Google Shape;4166;p7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167" name="Google Shape;4167;p7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4168" name="Google Shape;4168;p75"/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4169" name="Google Shape;4169;p7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0" name="Google Shape;4170;p7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71" name="Google Shape;4171;p7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172" name="Google Shape;4172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3" name="Google Shape;4173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4" name="Google Shape;4174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5" name="Google Shape;4175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76" name="Google Shape;4176;p75"/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4177" name="Google Shape;4177;p7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8" name="Google Shape;4178;p7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79" name="Google Shape;4179;p7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180" name="Google Shape;4180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1" name="Google Shape;4181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2" name="Google Shape;4182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3" name="Google Shape;4183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4" name="Google Shape;4184;p75"/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4185" name="Google Shape;4185;p75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6" name="Google Shape;4186;p75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87" name="Google Shape;4187;p75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4188" name="Google Shape;4188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89" name="Google Shape;4189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0" name="Google Shape;4190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1" name="Google Shape;4191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192" name="Google Shape;4192;p75"/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4193" name="Google Shape;4193;p7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7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5" name="Google Shape;4195;p75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196" name="Google Shape;4196;p7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7" name="Google Shape;4197;p7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8" name="Google Shape;4198;p7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9" name="Google Shape;4199;p7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4" name="Shape 4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5" name="Google Shape;4205;p7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Small institutional network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6" name="Google Shape;4206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07" name="Google Shape;4207;p76"/>
          <p:cNvSpPr/>
          <p:nvPr/>
        </p:nvSpPr>
        <p:spPr>
          <a:xfrm rot="5400000">
            <a:off x="4293252" y="22542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8" name="Google Shape;4208;p76"/>
          <p:cNvCxnSpPr/>
          <p:nvPr/>
        </p:nvCxnSpPr>
        <p:spPr>
          <a:xfrm flipH="1">
            <a:off x="4264678" y="336867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9" name="Google Shape;4209;p76"/>
          <p:cNvCxnSpPr/>
          <p:nvPr/>
        </p:nvCxnSpPr>
        <p:spPr>
          <a:xfrm>
            <a:off x="6504640" y="3355975"/>
            <a:ext cx="0" cy="14668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0" name="Google Shape;4210;p76"/>
          <p:cNvCxnSpPr/>
          <p:nvPr/>
        </p:nvCxnSpPr>
        <p:spPr>
          <a:xfrm rot="10800000">
            <a:off x="6698315" y="3290888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1" name="Google Shape;4211;p76"/>
          <p:cNvCxnSpPr/>
          <p:nvPr/>
        </p:nvCxnSpPr>
        <p:spPr>
          <a:xfrm flipH="1" rot="10800000">
            <a:off x="6801503" y="2673350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2" name="Google Shape;4212;p76"/>
          <p:cNvCxnSpPr/>
          <p:nvPr/>
        </p:nvCxnSpPr>
        <p:spPr>
          <a:xfrm flipH="1" rot="10800000">
            <a:off x="6595128" y="2351088"/>
            <a:ext cx="669925" cy="758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3" name="Google Shape;4213;p76"/>
          <p:cNvCxnSpPr/>
          <p:nvPr/>
        </p:nvCxnSpPr>
        <p:spPr>
          <a:xfrm>
            <a:off x="5501340" y="2505075"/>
            <a:ext cx="862013" cy="644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76"/>
          <p:cNvCxnSpPr/>
          <p:nvPr/>
        </p:nvCxnSpPr>
        <p:spPr>
          <a:xfrm rot="10800000">
            <a:off x="4109103" y="2401888"/>
            <a:ext cx="85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5" name="Google Shape;4215;p76"/>
          <p:cNvSpPr txBox="1"/>
          <p:nvPr/>
        </p:nvSpPr>
        <p:spPr>
          <a:xfrm>
            <a:off x="2858153" y="2022475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4216" name="Google Shape;4216;p76"/>
          <p:cNvSpPr txBox="1"/>
          <p:nvPr/>
        </p:nvSpPr>
        <p:spPr>
          <a:xfrm>
            <a:off x="4829828" y="2589213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4217" name="Google Shape;4217;p76"/>
          <p:cNvSpPr txBox="1"/>
          <p:nvPr/>
        </p:nvSpPr>
        <p:spPr>
          <a:xfrm>
            <a:off x="8549340" y="3497263"/>
            <a:ext cx="1549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/>
          </a:p>
        </p:txBody>
      </p:sp>
      <p:sp>
        <p:nvSpPr>
          <p:cNvPr id="4218" name="Google Shape;4218;p76"/>
          <p:cNvSpPr txBox="1"/>
          <p:nvPr/>
        </p:nvSpPr>
        <p:spPr>
          <a:xfrm>
            <a:off x="7546040" y="18161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/>
          </a:p>
        </p:txBody>
      </p:sp>
      <p:sp>
        <p:nvSpPr>
          <p:cNvPr id="4219" name="Google Shape;4219;p76"/>
          <p:cNvSpPr txBox="1"/>
          <p:nvPr/>
        </p:nvSpPr>
        <p:spPr>
          <a:xfrm>
            <a:off x="8344553" y="2486025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cxnSp>
        <p:nvCxnSpPr>
          <p:cNvPr id="4220" name="Google Shape;4220;p76"/>
          <p:cNvCxnSpPr/>
          <p:nvPr/>
        </p:nvCxnSpPr>
        <p:spPr>
          <a:xfrm rot="10800000">
            <a:off x="3578878" y="47355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1" name="Google Shape;4221;p76"/>
          <p:cNvCxnSpPr/>
          <p:nvPr/>
        </p:nvCxnSpPr>
        <p:spPr>
          <a:xfrm flipH="1">
            <a:off x="3966228" y="4783138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2" name="Google Shape;4222;p76"/>
          <p:cNvCxnSpPr/>
          <p:nvPr/>
        </p:nvCxnSpPr>
        <p:spPr>
          <a:xfrm>
            <a:off x="4385328" y="481171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23" name="Google Shape;4223;p76"/>
          <p:cNvGrpSpPr/>
          <p:nvPr/>
        </p:nvGrpSpPr>
        <p:grpSpPr>
          <a:xfrm>
            <a:off x="3123265" y="4538663"/>
            <a:ext cx="568325" cy="481012"/>
            <a:chOff x="-44" y="1473"/>
            <a:chExt cx="981" cy="1105"/>
          </a:xfrm>
        </p:grpSpPr>
        <p:pic>
          <p:nvPicPr>
            <p:cNvPr descr="desktop_computer_stylized_medium" id="4224" name="Google Shape;4224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5" name="Google Shape;4225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6" name="Google Shape;4226;p76"/>
          <p:cNvGrpSpPr/>
          <p:nvPr/>
        </p:nvGrpSpPr>
        <p:grpSpPr>
          <a:xfrm>
            <a:off x="3529665" y="4995863"/>
            <a:ext cx="568325" cy="481012"/>
            <a:chOff x="-44" y="1473"/>
            <a:chExt cx="981" cy="1105"/>
          </a:xfrm>
        </p:grpSpPr>
        <p:pic>
          <p:nvPicPr>
            <p:cNvPr descr="desktop_computer_stylized_medium" id="4227" name="Google Shape;422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28" name="Google Shape;422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29" name="Google Shape;4229;p76"/>
          <p:cNvGrpSpPr/>
          <p:nvPr/>
        </p:nvGrpSpPr>
        <p:grpSpPr>
          <a:xfrm>
            <a:off x="4058303" y="5027613"/>
            <a:ext cx="568325" cy="481012"/>
            <a:chOff x="-44" y="1473"/>
            <a:chExt cx="981" cy="1105"/>
          </a:xfrm>
        </p:grpSpPr>
        <p:pic>
          <p:nvPicPr>
            <p:cNvPr descr="desktop_computer_stylized_medium" id="4230" name="Google Shape;4230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1" name="Google Shape;4231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32" name="Google Shape;4232;p76"/>
          <p:cNvCxnSpPr/>
          <p:nvPr/>
        </p:nvCxnSpPr>
        <p:spPr>
          <a:xfrm>
            <a:off x="4604403" y="474186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76"/>
          <p:cNvCxnSpPr/>
          <p:nvPr/>
        </p:nvCxnSpPr>
        <p:spPr>
          <a:xfrm flipH="1">
            <a:off x="4836178" y="523716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4" name="Google Shape;4234;p76"/>
          <p:cNvCxnSpPr/>
          <p:nvPr/>
        </p:nvCxnSpPr>
        <p:spPr>
          <a:xfrm>
            <a:off x="5240990" y="52482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5" name="Google Shape;4235;p76"/>
          <p:cNvCxnSpPr/>
          <p:nvPr/>
        </p:nvCxnSpPr>
        <p:spPr>
          <a:xfrm rot="10800000">
            <a:off x="5139390" y="51292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36" name="Google Shape;4236;p76"/>
          <p:cNvGrpSpPr/>
          <p:nvPr/>
        </p:nvGrpSpPr>
        <p:grpSpPr>
          <a:xfrm>
            <a:off x="4463115" y="5400675"/>
            <a:ext cx="568325" cy="481013"/>
            <a:chOff x="-44" y="1473"/>
            <a:chExt cx="981" cy="1105"/>
          </a:xfrm>
        </p:grpSpPr>
        <p:pic>
          <p:nvPicPr>
            <p:cNvPr descr="desktop_computer_stylized_medium" id="4237" name="Google Shape;423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8" name="Google Shape;423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9" name="Google Shape;4239;p76"/>
          <p:cNvGrpSpPr/>
          <p:nvPr/>
        </p:nvGrpSpPr>
        <p:grpSpPr>
          <a:xfrm>
            <a:off x="4920315" y="5468938"/>
            <a:ext cx="568325" cy="481012"/>
            <a:chOff x="-44" y="1473"/>
            <a:chExt cx="981" cy="1105"/>
          </a:xfrm>
        </p:grpSpPr>
        <p:pic>
          <p:nvPicPr>
            <p:cNvPr descr="desktop_computer_stylized_medium" id="4240" name="Google Shape;4240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1" name="Google Shape;4241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42" name="Google Shape;4242;p76"/>
          <p:cNvGrpSpPr/>
          <p:nvPr/>
        </p:nvGrpSpPr>
        <p:grpSpPr>
          <a:xfrm>
            <a:off x="5345765" y="4927600"/>
            <a:ext cx="568325" cy="481013"/>
            <a:chOff x="-44" y="1473"/>
            <a:chExt cx="981" cy="1105"/>
          </a:xfrm>
        </p:grpSpPr>
        <p:pic>
          <p:nvPicPr>
            <p:cNvPr descr="desktop_computer_stylized_medium" id="4243" name="Google Shape;4243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44" name="Google Shape;4244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45" name="Google Shape;4245;p76"/>
          <p:cNvCxnSpPr/>
          <p:nvPr/>
        </p:nvCxnSpPr>
        <p:spPr>
          <a:xfrm rot="10800000">
            <a:off x="7798453" y="5003800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6" name="Google Shape;4246;p76"/>
          <p:cNvCxnSpPr/>
          <p:nvPr/>
        </p:nvCxnSpPr>
        <p:spPr>
          <a:xfrm flipH="1">
            <a:off x="8185803" y="5051425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76"/>
          <p:cNvCxnSpPr/>
          <p:nvPr/>
        </p:nvCxnSpPr>
        <p:spPr>
          <a:xfrm>
            <a:off x="8604903" y="5080000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48" name="Google Shape;4248;p76"/>
          <p:cNvGrpSpPr/>
          <p:nvPr/>
        </p:nvGrpSpPr>
        <p:grpSpPr>
          <a:xfrm>
            <a:off x="7490478" y="4818063"/>
            <a:ext cx="568325" cy="481012"/>
            <a:chOff x="-44" y="1473"/>
            <a:chExt cx="981" cy="1105"/>
          </a:xfrm>
        </p:grpSpPr>
        <p:pic>
          <p:nvPicPr>
            <p:cNvPr descr="desktop_computer_stylized_medium" id="4249" name="Google Shape;4249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0" name="Google Shape;4250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1" name="Google Shape;4251;p76"/>
          <p:cNvGrpSpPr/>
          <p:nvPr/>
        </p:nvGrpSpPr>
        <p:grpSpPr>
          <a:xfrm>
            <a:off x="7749240" y="5264150"/>
            <a:ext cx="569913" cy="481013"/>
            <a:chOff x="-44" y="1473"/>
            <a:chExt cx="981" cy="1105"/>
          </a:xfrm>
        </p:grpSpPr>
        <p:pic>
          <p:nvPicPr>
            <p:cNvPr descr="desktop_computer_stylized_medium" id="4252" name="Google Shape;4252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3" name="Google Shape;4253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54" name="Google Shape;4254;p76"/>
          <p:cNvGrpSpPr/>
          <p:nvPr/>
        </p:nvGrpSpPr>
        <p:grpSpPr>
          <a:xfrm>
            <a:off x="8277878" y="5294313"/>
            <a:ext cx="568325" cy="482600"/>
            <a:chOff x="-44" y="1473"/>
            <a:chExt cx="981" cy="1105"/>
          </a:xfrm>
        </p:grpSpPr>
        <p:pic>
          <p:nvPicPr>
            <p:cNvPr descr="desktop_computer_stylized_medium" id="4255" name="Google Shape;4255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56" name="Google Shape;4256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57" name="Google Shape;4257;p76"/>
          <p:cNvCxnSpPr/>
          <p:nvPr/>
        </p:nvCxnSpPr>
        <p:spPr>
          <a:xfrm rot="10800000">
            <a:off x="6772928" y="5049838"/>
            <a:ext cx="606425" cy="3127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8" name="Google Shape;4258;p76"/>
          <p:cNvCxnSpPr/>
          <p:nvPr/>
        </p:nvCxnSpPr>
        <p:spPr>
          <a:xfrm flipH="1">
            <a:off x="6309378" y="5003800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9" name="Google Shape;4259;p76"/>
          <p:cNvCxnSpPr/>
          <p:nvPr/>
        </p:nvCxnSpPr>
        <p:spPr>
          <a:xfrm>
            <a:off x="6728478" y="50323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60" name="Google Shape;4260;p76"/>
          <p:cNvGrpSpPr/>
          <p:nvPr/>
        </p:nvGrpSpPr>
        <p:grpSpPr>
          <a:xfrm>
            <a:off x="6917390" y="5211763"/>
            <a:ext cx="569913" cy="481012"/>
            <a:chOff x="-44" y="1473"/>
            <a:chExt cx="981" cy="1105"/>
          </a:xfrm>
        </p:grpSpPr>
        <p:pic>
          <p:nvPicPr>
            <p:cNvPr descr="desktop_computer_stylized_medium" id="4261" name="Google Shape;4261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2" name="Google Shape;4262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3" name="Google Shape;4263;p76"/>
          <p:cNvGrpSpPr/>
          <p:nvPr/>
        </p:nvGrpSpPr>
        <p:grpSpPr>
          <a:xfrm>
            <a:off x="5872815" y="5216525"/>
            <a:ext cx="569913" cy="482600"/>
            <a:chOff x="-44" y="1473"/>
            <a:chExt cx="981" cy="1105"/>
          </a:xfrm>
        </p:grpSpPr>
        <p:pic>
          <p:nvPicPr>
            <p:cNvPr descr="desktop_computer_stylized_medium" id="4264" name="Google Shape;4264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5" name="Google Shape;4265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6" name="Google Shape;4266;p76"/>
          <p:cNvGrpSpPr/>
          <p:nvPr/>
        </p:nvGrpSpPr>
        <p:grpSpPr>
          <a:xfrm>
            <a:off x="6401453" y="5248275"/>
            <a:ext cx="569912" cy="481013"/>
            <a:chOff x="-44" y="1473"/>
            <a:chExt cx="981" cy="1105"/>
          </a:xfrm>
        </p:grpSpPr>
        <p:pic>
          <p:nvPicPr>
            <p:cNvPr descr="desktop_computer_stylized_medium" id="4267" name="Google Shape;426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8" name="Google Shape;426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269" name="Google Shape;4269;p76"/>
          <p:cNvCxnSpPr/>
          <p:nvPr/>
        </p:nvCxnSpPr>
        <p:spPr>
          <a:xfrm rot="10800000">
            <a:off x="8633478" y="5081588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270" name="Google Shape;4270;p76"/>
          <p:cNvGrpSpPr/>
          <p:nvPr/>
        </p:nvGrpSpPr>
        <p:grpSpPr>
          <a:xfrm>
            <a:off x="8798578" y="4865688"/>
            <a:ext cx="569912" cy="481012"/>
            <a:chOff x="-44" y="1473"/>
            <a:chExt cx="981" cy="1105"/>
          </a:xfrm>
        </p:grpSpPr>
        <p:pic>
          <p:nvPicPr>
            <p:cNvPr descr="desktop_computer_stylized_medium" id="4271" name="Google Shape;4271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2" name="Google Shape;4272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3" name="Google Shape;4273;p76"/>
          <p:cNvGrpSpPr/>
          <p:nvPr/>
        </p:nvGrpSpPr>
        <p:grpSpPr>
          <a:xfrm>
            <a:off x="7253940" y="2092325"/>
            <a:ext cx="366713" cy="579438"/>
            <a:chOff x="4140" y="429"/>
            <a:chExt cx="1425" cy="2396"/>
          </a:xfrm>
        </p:grpSpPr>
        <p:sp>
          <p:nvSpPr>
            <p:cNvPr id="4274" name="Google Shape;4274;p7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5" name="Google Shape;4275;p7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6" name="Google Shape;4276;p7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7" name="Google Shape;4277;p7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8" name="Google Shape;4278;p7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79" name="Google Shape;4279;p76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280" name="Google Shape;4280;p76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1" name="Google Shape;4281;p7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82" name="Google Shape;4282;p7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83" name="Google Shape;4283;p7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284" name="Google Shape;4284;p7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5" name="Google Shape;4285;p7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86" name="Google Shape;4286;p7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7" name="Google Shape;4287;p7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88" name="Google Shape;4288;p7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289" name="Google Shape;4289;p7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0" name="Google Shape;4290;p76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1" name="Google Shape;4291;p7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92" name="Google Shape;4292;p7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293" name="Google Shape;4293;p7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4" name="Google Shape;4294;p7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5" name="Google Shape;4295;p7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6" name="Google Shape;4296;p7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7" name="Google Shape;4297;p7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8" name="Google Shape;4298;p7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9" name="Google Shape;4299;p7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0" name="Google Shape;4300;p7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1" name="Google Shape;4301;p7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2" name="Google Shape;4302;p7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3" name="Google Shape;4303;p7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4" name="Google Shape;4304;p7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5" name="Google Shape;4305;p7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6" name="Google Shape;4306;p76"/>
          <p:cNvGrpSpPr/>
          <p:nvPr/>
        </p:nvGrpSpPr>
        <p:grpSpPr>
          <a:xfrm>
            <a:off x="7858778" y="2601913"/>
            <a:ext cx="366712" cy="579437"/>
            <a:chOff x="4140" y="429"/>
            <a:chExt cx="1425" cy="2396"/>
          </a:xfrm>
        </p:grpSpPr>
        <p:sp>
          <p:nvSpPr>
            <p:cNvPr id="4307" name="Google Shape;4307;p7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8" name="Google Shape;4308;p7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9" name="Google Shape;4309;p7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0" name="Google Shape;4310;p7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1" name="Google Shape;4311;p7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2" name="Google Shape;4312;p76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313" name="Google Shape;4313;p76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4" name="Google Shape;4314;p7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15" name="Google Shape;4315;p7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16" name="Google Shape;4316;p7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317" name="Google Shape;4317;p7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8" name="Google Shape;4318;p7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19" name="Google Shape;4319;p7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0" name="Google Shape;4320;p7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1" name="Google Shape;4321;p7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322" name="Google Shape;4322;p7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3" name="Google Shape;4323;p76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24" name="Google Shape;4324;p7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25" name="Google Shape;4325;p7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326" name="Google Shape;4326;p7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7" name="Google Shape;4327;p7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28" name="Google Shape;4328;p7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9" name="Google Shape;4329;p7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0" name="Google Shape;4330;p7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1" name="Google Shape;4331;p7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2" name="Google Shape;4332;p7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3" name="Google Shape;4333;p7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4" name="Google Shape;4334;p7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5" name="Google Shape;4335;p7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6" name="Google Shape;4336;p7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7" name="Google Shape;4337;p7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8" name="Google Shape;4338;p7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9" name="Google Shape;4339;p76"/>
          <p:cNvGrpSpPr/>
          <p:nvPr/>
        </p:nvGrpSpPr>
        <p:grpSpPr>
          <a:xfrm>
            <a:off x="6081784" y="2929417"/>
            <a:ext cx="914400" cy="479686"/>
            <a:chOff x="3668110" y="2448910"/>
            <a:chExt cx="3794234" cy="2165130"/>
          </a:xfrm>
        </p:grpSpPr>
        <p:sp>
          <p:nvSpPr>
            <p:cNvPr id="4340" name="Google Shape;4340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2" name="Google Shape;4342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43" name="Google Shape;4343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4" name="Google Shape;4344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6" name="Google Shape;4346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47" name="Google Shape;4347;p76"/>
          <p:cNvGrpSpPr/>
          <p:nvPr/>
        </p:nvGrpSpPr>
        <p:grpSpPr>
          <a:xfrm>
            <a:off x="4861367" y="2210765"/>
            <a:ext cx="894855" cy="442494"/>
            <a:chOff x="7493876" y="2774731"/>
            <a:chExt cx="1481958" cy="894622"/>
          </a:xfrm>
        </p:grpSpPr>
        <p:sp>
          <p:nvSpPr>
            <p:cNvPr id="4348" name="Google Shape;4348;p7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49" name="Google Shape;4349;p7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50" name="Google Shape;4350;p7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51" name="Google Shape;4351;p7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2" name="Google Shape;4352;p7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3" name="Google Shape;4353;p7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7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55" name="Google Shape;4355;p76"/>
          <p:cNvGrpSpPr/>
          <p:nvPr/>
        </p:nvGrpSpPr>
        <p:grpSpPr>
          <a:xfrm>
            <a:off x="4035095" y="4580587"/>
            <a:ext cx="652815" cy="339144"/>
            <a:chOff x="3668110" y="2448910"/>
            <a:chExt cx="3794234" cy="2165130"/>
          </a:xfrm>
        </p:grpSpPr>
        <p:sp>
          <p:nvSpPr>
            <p:cNvPr id="4356" name="Google Shape;4356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7" name="Google Shape;4357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8" name="Google Shape;4358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59" name="Google Shape;4359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0" name="Google Shape;4360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1" name="Google Shape;4361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2" name="Google Shape;4362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63" name="Google Shape;4363;p76"/>
          <p:cNvGrpSpPr/>
          <p:nvPr/>
        </p:nvGrpSpPr>
        <p:grpSpPr>
          <a:xfrm>
            <a:off x="4730749" y="4991280"/>
            <a:ext cx="666096" cy="353718"/>
            <a:chOff x="3668110" y="2448910"/>
            <a:chExt cx="3794234" cy="2165130"/>
          </a:xfrm>
        </p:grpSpPr>
        <p:sp>
          <p:nvSpPr>
            <p:cNvPr id="4364" name="Google Shape;4364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66" name="Google Shape;4366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67" name="Google Shape;4367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8" name="Google Shape;4368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9" name="Google Shape;4369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0" name="Google Shape;4370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71" name="Google Shape;4371;p76"/>
          <p:cNvGrpSpPr/>
          <p:nvPr/>
        </p:nvGrpSpPr>
        <p:grpSpPr>
          <a:xfrm>
            <a:off x="6268889" y="4785461"/>
            <a:ext cx="666096" cy="353718"/>
            <a:chOff x="3668110" y="2448910"/>
            <a:chExt cx="3794234" cy="2165130"/>
          </a:xfrm>
        </p:grpSpPr>
        <p:sp>
          <p:nvSpPr>
            <p:cNvPr id="4372" name="Google Shape;4372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3" name="Google Shape;4373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4" name="Google Shape;4374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75" name="Google Shape;4375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6" name="Google Shape;4376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7" name="Google Shape;4377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8" name="Google Shape;4378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79" name="Google Shape;4379;p76"/>
          <p:cNvGrpSpPr/>
          <p:nvPr/>
        </p:nvGrpSpPr>
        <p:grpSpPr>
          <a:xfrm>
            <a:off x="8198241" y="4810599"/>
            <a:ext cx="666096" cy="353718"/>
            <a:chOff x="3668110" y="2448910"/>
            <a:chExt cx="3794234" cy="2165130"/>
          </a:xfrm>
        </p:grpSpPr>
        <p:sp>
          <p:nvSpPr>
            <p:cNvPr id="4380" name="Google Shape;4380;p7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7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2" name="Google Shape;4382;p7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83" name="Google Shape;4383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4" name="Google Shape;4384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5" name="Google Shape;4385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6" name="Google Shape;4386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1" name="Shape 4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" name="Google Shape;4392;p7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Switches vs.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3" name="Google Shape;4393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4" name="Google Shape;4394;p77"/>
          <p:cNvSpPr/>
          <p:nvPr/>
        </p:nvSpPr>
        <p:spPr>
          <a:xfrm flipH="1">
            <a:off x="9361825" y="2092325"/>
            <a:ext cx="638175" cy="803639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5" name="Google Shape;4395;p77"/>
          <p:cNvSpPr/>
          <p:nvPr/>
        </p:nvSpPr>
        <p:spPr>
          <a:xfrm>
            <a:off x="9349126" y="844952"/>
            <a:ext cx="360363" cy="1517612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6" name="Google Shape;4396;p77"/>
          <p:cNvSpPr/>
          <p:nvPr/>
        </p:nvSpPr>
        <p:spPr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97" name="Google Shape;4397;p77"/>
          <p:cNvCxnSpPr/>
          <p:nvPr/>
        </p:nvCxnSpPr>
        <p:spPr>
          <a:xfrm>
            <a:off x="8077539" y="1179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8" name="Google Shape;4398;p77"/>
          <p:cNvSpPr txBox="1"/>
          <p:nvPr/>
        </p:nvSpPr>
        <p:spPr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4399" name="Google Shape;4399;p77"/>
          <p:cNvCxnSpPr/>
          <p:nvPr/>
        </p:nvCxnSpPr>
        <p:spPr>
          <a:xfrm>
            <a:off x="8085476" y="15005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0" name="Google Shape;4400;p77"/>
          <p:cNvCxnSpPr/>
          <p:nvPr/>
        </p:nvCxnSpPr>
        <p:spPr>
          <a:xfrm>
            <a:off x="8090239" y="17815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01" name="Google Shape;4401;p77"/>
          <p:cNvCxnSpPr/>
          <p:nvPr/>
        </p:nvCxnSpPr>
        <p:spPr>
          <a:xfrm>
            <a:off x="8090239" y="2057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02" name="Google Shape;4402;p77"/>
          <p:cNvGrpSpPr/>
          <p:nvPr/>
        </p:nvGrpSpPr>
        <p:grpSpPr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4403" name="Google Shape;4403;p77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04" name="Google Shape;4404;p77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05" name="Google Shape;4405;p77"/>
            <p:cNvSpPr txBox="1"/>
            <p:nvPr/>
          </p:nvSpPr>
          <p:spPr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4406" name="Google Shape;4406;p77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407" name="Google Shape;4407;p77"/>
          <p:cNvGrpSpPr/>
          <p:nvPr/>
        </p:nvGrpSpPr>
        <p:grpSpPr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4408" name="Google Shape;4408;p77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409" name="Google Shape;4409;p77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10" name="Google Shape;4410;p77"/>
            <p:cNvSpPr txBox="1"/>
            <p:nvPr/>
          </p:nvSpPr>
          <p:spPr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4411" name="Google Shape;4411;p77"/>
          <p:cNvSpPr txBox="1"/>
          <p:nvPr/>
        </p:nvSpPr>
        <p:spPr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grpSp>
        <p:nvGrpSpPr>
          <p:cNvPr id="4412" name="Google Shape;4412;p77"/>
          <p:cNvGrpSpPr/>
          <p:nvPr/>
        </p:nvGrpSpPr>
        <p:grpSpPr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4413" name="Google Shape;4413;p77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77"/>
            <p:cNvSpPr txBox="1"/>
            <p:nvPr/>
          </p:nvSpPr>
          <p:spPr>
            <a:xfrm>
              <a:off x="1080" y="911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4415" name="Google Shape;4415;p77"/>
          <p:cNvSpPr/>
          <p:nvPr/>
        </p:nvSpPr>
        <p:spPr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16" name="Google Shape;4416;p77"/>
          <p:cNvCxnSpPr/>
          <p:nvPr/>
        </p:nvCxnSpPr>
        <p:spPr>
          <a:xfrm>
            <a:off x="7979114" y="4923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7" name="Google Shape;4417;p77"/>
          <p:cNvSpPr txBox="1"/>
          <p:nvPr/>
        </p:nvSpPr>
        <p:spPr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4418" name="Google Shape;4418;p77"/>
          <p:cNvCxnSpPr/>
          <p:nvPr/>
        </p:nvCxnSpPr>
        <p:spPr>
          <a:xfrm>
            <a:off x="7987051" y="5243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9" name="Google Shape;4419;p77"/>
          <p:cNvCxnSpPr/>
          <p:nvPr/>
        </p:nvCxnSpPr>
        <p:spPr>
          <a:xfrm>
            <a:off x="7991814" y="55248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0" name="Google Shape;4420;p77"/>
          <p:cNvCxnSpPr/>
          <p:nvPr/>
        </p:nvCxnSpPr>
        <p:spPr>
          <a:xfrm>
            <a:off x="7991814" y="58010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1" name="Google Shape;4421;p77"/>
          <p:cNvSpPr/>
          <p:nvPr/>
        </p:nvSpPr>
        <p:spPr>
          <a:xfrm>
            <a:off x="9264650" y="4613275"/>
            <a:ext cx="406739" cy="1784714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2" name="Google Shape;4422;p77"/>
          <p:cNvGrpSpPr/>
          <p:nvPr/>
        </p:nvGrpSpPr>
        <p:grpSpPr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4423" name="Google Shape;4423;p77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4" name="Google Shape;4424;p77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sp>
        <p:nvSpPr>
          <p:cNvPr id="4425" name="Google Shape;4425;p77"/>
          <p:cNvSpPr/>
          <p:nvPr/>
        </p:nvSpPr>
        <p:spPr>
          <a:xfrm>
            <a:off x="8099764" y="663939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6" name="Google Shape;4426;p77"/>
          <p:cNvGrpSpPr/>
          <p:nvPr/>
        </p:nvGrpSpPr>
        <p:grpSpPr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4427" name="Google Shape;4427;p77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8" name="Google Shape;4428;p77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4429" name="Google Shape;4429;p77"/>
          <p:cNvGrpSpPr/>
          <p:nvPr/>
        </p:nvGrpSpPr>
        <p:grpSpPr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4430" name="Google Shape;4430;p77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1" name="Google Shape;4431;p77"/>
            <p:cNvSpPr txBox="1"/>
            <p:nvPr/>
          </p:nvSpPr>
          <p:spPr>
            <a:xfrm>
              <a:off x="1107" y="1074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4432" name="Google Shape;4432;p77"/>
          <p:cNvGrpSpPr/>
          <p:nvPr/>
        </p:nvGrpSpPr>
        <p:grpSpPr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4433" name="Google Shape;4433;p77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4" name="Google Shape;4434;p77"/>
            <p:cNvSpPr txBox="1"/>
            <p:nvPr/>
          </p:nvSpPr>
          <p:spPr>
            <a:xfrm>
              <a:off x="1082" y="919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4435" name="Google Shape;4435;p77"/>
          <p:cNvSpPr/>
          <p:nvPr/>
        </p:nvSpPr>
        <p:spPr>
          <a:xfrm>
            <a:off x="9242764" y="3479800"/>
            <a:ext cx="333036" cy="9747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6" name="Google Shape;4436;p77"/>
          <p:cNvGrpSpPr/>
          <p:nvPr/>
        </p:nvGrpSpPr>
        <p:grpSpPr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descr="desktop_computer_stylized_medium" id="4437" name="Google Shape;4437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38" name="Google Shape;4438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9" name="Google Shape;4439;p77"/>
          <p:cNvGrpSpPr/>
          <p:nvPr/>
        </p:nvGrpSpPr>
        <p:grpSpPr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descr="desktop_computer_stylized_medium" id="4440" name="Google Shape;4440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1" name="Google Shape;4441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42" name="Google Shape;4442;p77"/>
          <p:cNvSpPr txBox="1"/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443" name="Google Shape;4443;p77"/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4444" name="Google Shape;4444;p7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5" name="Google Shape;4445;p7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46" name="Google Shape;4446;p7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47" name="Google Shape;4447;p7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8" name="Google Shape;4448;p7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9" name="Google Shape;4449;p7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0" name="Google Shape;4450;p7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51" name="Google Shape;4451;p77"/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4452" name="Google Shape;4452;p7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453" name="Google Shape;4453;p7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454" name="Google Shape;4454;p7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455" name="Google Shape;4455;p7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6" name="Google Shape;4456;p7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7" name="Google Shape;4457;p7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8" name="Google Shape;4458;p7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59" name="Google Shape;4459;p77"/>
          <p:cNvSpPr txBox="1"/>
          <p:nvPr/>
        </p:nvSpPr>
        <p:spPr>
          <a:xfrm>
            <a:off x="859601" y="1465262"/>
            <a:ext cx="6270404" cy="23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are store-and-forward: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devices (examine network-layer headers)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devices (examine link-layer headers)</a:t>
            </a:r>
            <a:endParaRPr/>
          </a:p>
        </p:txBody>
      </p:sp>
      <p:sp>
        <p:nvSpPr>
          <p:cNvPr id="4460" name="Google Shape;4460;p77"/>
          <p:cNvSpPr txBox="1"/>
          <p:nvPr/>
        </p:nvSpPr>
        <p:spPr>
          <a:xfrm>
            <a:off x="857455" y="3613887"/>
            <a:ext cx="6270404" cy="250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i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have forwarding tables: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tables using routing algorithms, IP addresses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forwarding table using flooding, learning, MAC addresses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5" name="Shape 4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6" name="Google Shape;4466;p7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4467" name="Google Shape;4467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4468" name="Google Shape;4468;p78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9" name="Google Shape;4469;p78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0" name="Google Shape;4470;p78"/>
          <p:cNvSpPr txBox="1"/>
          <p:nvPr>
            <p:ph idx="12" type="sldNum"/>
          </p:nvPr>
        </p:nvSpPr>
        <p:spPr>
          <a:xfrm>
            <a:off x="9219616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5" name="Shape 4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6" name="Google Shape;4476;p79"/>
          <p:cNvSpPr/>
          <p:nvPr/>
        </p:nvSpPr>
        <p:spPr>
          <a:xfrm rot="5400000">
            <a:off x="1384209" y="13527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7" name="Google Shape;4477;p79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8" name="Google Shape;4478;p79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9" name="Google Shape;4479;p79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0" name="Google Shape;4480;p79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1" name="Google Shape;4481;p79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2" name="Google Shape;4482;p79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4483" name="Google Shape;4483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4" name="Google Shape;4484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85" name="Google Shape;4485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86" name="Google Shape;4486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7" name="Google Shape;4487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8" name="Google Shape;4488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9" name="Google Shape;4489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90" name="Google Shape;4490;p7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1" name="Google Shape;4491;p7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492" name="Google Shape;4492;p79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3" name="Google Shape;4493;p79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4" name="Google Shape;4494;p79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95" name="Google Shape;4495;p79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4496" name="Google Shape;4496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7" name="Google Shape;4497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8" name="Google Shape;4498;p79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4499" name="Google Shape;449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0" name="Google Shape;4500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01" name="Google Shape;4501;p79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4502" name="Google Shape;4502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3" name="Google Shape;4503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04" name="Google Shape;4504;p79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5" name="Google Shape;4505;p79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6" name="Google Shape;4506;p79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07" name="Google Shape;4507;p79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4508" name="Google Shape;4508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09" name="Google Shape;4509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0" name="Google Shape;4510;p79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4511" name="Google Shape;4511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2" name="Google Shape;4512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13" name="Google Shape;4513;p79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4" name="Google Shape;4514;p79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5" name="Google Shape;4515;p79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16" name="Google Shape;4516;p79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4517" name="Google Shape;4517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8" name="Google Shape;4518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19" name="Google Shape;4519;p79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4520" name="Google Shape;4520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1" name="Google Shape;4521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22" name="Google Shape;4522;p79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4523" name="Google Shape;4523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4" name="Google Shape;4524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25" name="Google Shape;4525;p79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6" name="Google Shape;4526;p79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7" name="Google Shape;4527;p79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28" name="Google Shape;4528;p79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4529" name="Google Shape;452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0" name="Google Shape;4530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1" name="Google Shape;4531;p79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4532" name="Google Shape;4532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3" name="Google Shape;4533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4" name="Google Shape;4534;p79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4535" name="Google Shape;4535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36" name="Google Shape;4536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37" name="Google Shape;4537;p79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38" name="Google Shape;4538;p79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4539" name="Google Shape;4539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0" name="Google Shape;4540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1" name="Google Shape;4541;p79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4542" name="Google Shape;4542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3" name="Google Shape;4543;p79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4" name="Google Shape;4544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5" name="Google Shape;4545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79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79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548" name="Google Shape;4548;p79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79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79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1" name="Google Shape;4551;p79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552" name="Google Shape;4552;p79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3" name="Google Shape;4553;p79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4" name="Google Shape;4554;p79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79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6" name="Google Shape;4556;p79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557" name="Google Shape;4557;p79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8" name="Google Shape;4558;p79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9" name="Google Shape;4559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60" name="Google Shape;4560;p79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561" name="Google Shape;4561;p79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2" name="Google Shape;4562;p79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63" name="Google Shape;4563;p7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5" name="Google Shape;4565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6" name="Google Shape;4566;p79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79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79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79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1" name="Google Shape;4571;p79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2" name="Google Shape;4572;p79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3" name="Google Shape;4573;p79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4" name="Google Shape;4574;p79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4575" name="Google Shape;4575;p7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6" name="Google Shape;4576;p79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p7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8" name="Google Shape;4578;p7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79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79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581" name="Google Shape;4581;p79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79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79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4" name="Google Shape;4584;p79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585" name="Google Shape;4585;p79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6" name="Google Shape;4586;p79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7" name="Google Shape;4587;p79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79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9" name="Google Shape;4589;p79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590" name="Google Shape;4590;p79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1" name="Google Shape;4591;p79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2" name="Google Shape;4592;p7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93" name="Google Shape;4593;p79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594" name="Google Shape;4594;p79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5" name="Google Shape;4595;p79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6" name="Google Shape;4596;p7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7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8" name="Google Shape;4598;p7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9" name="Google Shape;4599;p79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7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79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79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79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4" name="Google Shape;4604;p79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5" name="Google Shape;4605;p79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6" name="Google Shape;4606;p79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7" name="Google Shape;4607;p79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4608" name="Google Shape;4608;p7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609" name="Google Shape;4609;p7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610" name="Google Shape;4610;p7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11" name="Google Shape;4611;p7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2" name="Google Shape;4612;p7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3" name="Google Shape;4613;p7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4" name="Google Shape;4614;p7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15" name="Google Shape;4615;p79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4616" name="Google Shape;4616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7" name="Google Shape;4617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18" name="Google Shape;4618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19" name="Google Shape;4619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0" name="Google Shape;4620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1" name="Google Shape;4621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2" name="Google Shape;4622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23" name="Google Shape;4623;p79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4624" name="Google Shape;4624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5" name="Google Shape;4625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26" name="Google Shape;4626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27" name="Google Shape;4627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8" name="Google Shape;4628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9" name="Google Shape;4629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0" name="Google Shape;4630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31" name="Google Shape;4631;p79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2" name="Google Shape;4632;p79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4633" name="Google Shape;4633;p79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4634" name="Google Shape;4634;p79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79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4636" name="Google Shape;4636;p79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4637" name="Google Shape;4637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9" name="Google Shape;4639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0" name="Google Shape;4640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3" name="Google Shape;4643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4" name="Google Shape;4644;p79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4645" name="Google Shape;4645;p7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6" name="Google Shape;4646;p7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7" name="Google Shape;4647;p7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8" name="Google Shape;4648;p7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9" name="Google Shape;4649;p7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0" name="Google Shape;4650;p7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1" name="Google Shape;4651;p7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652" name="Google Shape;4652;p79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3" name="Google Shape;4653;p79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54" name="Google Shape;4654;p79"/>
          <p:cNvGrpSpPr/>
          <p:nvPr/>
        </p:nvGrpSpPr>
        <p:grpSpPr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descr="desktop_computer_stylized_medium" id="4655" name="Google Shape;4655;p7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6" name="Google Shape;4656;p7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7" name="Google Shape;4657;p79"/>
          <p:cNvSpPr txBox="1"/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58" name="Google Shape;4658;p79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  <p:sp>
        <p:nvSpPr>
          <p:cNvPr id="4659" name="Google Shape;4659;p79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 issues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4" name="Shape 4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5" name="Google Shape;4665;p80"/>
          <p:cNvSpPr/>
          <p:nvPr/>
        </p:nvSpPr>
        <p:spPr>
          <a:xfrm rot="5400000">
            <a:off x="1384209" y="13455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6" name="Google Shape;4666;p80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7" name="Google Shape;4667;p80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8" name="Google Shape;4668;p80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9" name="Google Shape;4669;p80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0" name="Google Shape;4670;p80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71" name="Google Shape;4671;p80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4672" name="Google Shape;4672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3" name="Google Shape;4673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74" name="Google Shape;4674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75" name="Google Shape;4675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6" name="Google Shape;4676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7" name="Google Shape;4677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8" name="Google Shape;4678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679" name="Google Shape;4679;p8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0" name="Google Shape;4680;p8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1" name="Google Shape;4681;p80"/>
          <p:cNvSpPr txBox="1"/>
          <p:nvPr/>
        </p:nvSpPr>
        <p:spPr>
          <a:xfrm>
            <a:off x="6284890" y="4378817"/>
            <a:ext cx="5589431" cy="23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administrative issues: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5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 user moves office to EE - </a:t>
            </a:r>
            <a:r>
              <a:rPr i="1"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physically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attached to EE switch, but wants to remain</a:t>
            </a:r>
            <a:r>
              <a:rPr i="1" lang="en-US" sz="26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logically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CS switch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682" name="Google Shape;4682;p80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3" name="Google Shape;4683;p80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4" name="Google Shape;4684;p80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85" name="Google Shape;4685;p80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4686" name="Google Shape;468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7" name="Google Shape;468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8" name="Google Shape;4688;p80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4689" name="Google Shape;4689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0" name="Google Shape;4690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1" name="Google Shape;4691;p80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4692" name="Google Shape;4692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3" name="Google Shape;4693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94" name="Google Shape;4694;p80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5" name="Google Shape;4695;p80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6" name="Google Shape;4696;p80"/>
          <p:cNvCxnSpPr/>
          <p:nvPr/>
        </p:nvCxnSpPr>
        <p:spPr>
          <a:xfrm>
            <a:off x="2202884" y="4811498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7" name="Google Shape;4697;p80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98" name="Google Shape;4698;p80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4699" name="Google Shape;4699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0" name="Google Shape;4700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1" name="Google Shape;4701;p80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4702" name="Google Shape;4702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3" name="Google Shape;4703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04" name="Google Shape;4704;p80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5" name="Google Shape;4705;p80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6" name="Google Shape;4706;p80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07" name="Google Shape;4707;p80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4708" name="Google Shape;4708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09" name="Google Shape;4709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0" name="Google Shape;4710;p80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4711" name="Google Shape;4711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2" name="Google Shape;4712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13" name="Google Shape;4713;p80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4714" name="Google Shape;4714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5" name="Google Shape;4715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16" name="Google Shape;4716;p80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7" name="Google Shape;4717;p80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8" name="Google Shape;4718;p80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19" name="Google Shape;4719;p80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4720" name="Google Shape;4720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1" name="Google Shape;4721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2" name="Google Shape;4722;p80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4723" name="Google Shape;4723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4" name="Google Shape;4724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5" name="Google Shape;4725;p80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4726" name="Google Shape;472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7" name="Google Shape;472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28" name="Google Shape;4728;p80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29" name="Google Shape;4729;p80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4730" name="Google Shape;4730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31" name="Google Shape;4731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2" name="Google Shape;4732;p80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4733" name="Google Shape;4733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8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8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38" name="Google Shape;4738;p8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739" name="Google Shape;4739;p8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0" name="Google Shape;4740;p8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1" name="Google Shape;4741;p8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2" name="Google Shape;4742;p8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743" name="Google Shape;4743;p8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4" name="Google Shape;4744;p8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45" name="Google Shape;4745;p8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8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47" name="Google Shape;4747;p8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748" name="Google Shape;4748;p8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9" name="Google Shape;4749;p8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0" name="Google Shape;4750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51" name="Google Shape;4751;p8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752" name="Google Shape;4752;p8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3" name="Google Shape;4753;p8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4" name="Google Shape;4754;p8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8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8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8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8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8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8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8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5" name="Google Shape;4765;p80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4766" name="Google Shape;4766;p8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8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8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8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0" name="Google Shape;4770;p8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1" name="Google Shape;4771;p8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4772" name="Google Shape;4772;p8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3" name="Google Shape;4773;p8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4" name="Google Shape;4774;p8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75" name="Google Shape;4775;p8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4776" name="Google Shape;4776;p8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7" name="Google Shape;4777;p8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78" name="Google Shape;4778;p8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9" name="Google Shape;4779;p8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80" name="Google Shape;4780;p8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4781" name="Google Shape;4781;p8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2" name="Google Shape;4782;p8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83" name="Google Shape;4783;p8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84" name="Google Shape;4784;p8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4785" name="Google Shape;4785;p8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6" name="Google Shape;4786;p8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87" name="Google Shape;4787;p8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8" name="Google Shape;4788;p8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9" name="Google Shape;4789;p8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0" name="Google Shape;4790;p8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1" name="Google Shape;4791;p8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2" name="Google Shape;4792;p8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3" name="Google Shape;4793;p8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4" name="Google Shape;4794;p8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5" name="Google Shape;4795;p8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6" name="Google Shape;4796;p8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7" name="Google Shape;4797;p8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98" name="Google Shape;4798;p80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4799" name="Google Shape;4799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00" name="Google Shape;4800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01" name="Google Shape;4801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02" name="Google Shape;4802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3" name="Google Shape;4803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4" name="Google Shape;4804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5" name="Google Shape;4805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06" name="Google Shape;4806;p80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4807" name="Google Shape;4807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8" name="Google Shape;4808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09" name="Google Shape;4809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10" name="Google Shape;4810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1" name="Google Shape;4811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2" name="Google Shape;4812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3" name="Google Shape;4813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14" name="Google Shape;4814;p80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4815" name="Google Shape;4815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6" name="Google Shape;4816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7" name="Google Shape;4817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18" name="Google Shape;4818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9" name="Google Shape;4819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0" name="Google Shape;4820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1" name="Google Shape;4821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2" name="Google Shape;4822;p80"/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3" name="Google Shape;4823;p80"/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4" name="Google Shape;4824;p80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5" name="Google Shape;4825;p80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4826" name="Google Shape;4826;p80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4827" name="Google Shape;4827;p80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8" name="Google Shape;4828;p80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4829" name="Google Shape;4829;p80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4830" name="Google Shape;4830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1" name="Google Shape;4831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32" name="Google Shape;4832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33" name="Google Shape;4833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4" name="Google Shape;4834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5" name="Google Shape;4835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6" name="Google Shape;4836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37" name="Google Shape;4837;p80"/>
          <p:cNvGrpSpPr/>
          <p:nvPr/>
        </p:nvGrpSpPr>
        <p:grpSpPr>
          <a:xfrm>
            <a:off x="1713595" y="3315547"/>
            <a:ext cx="3410855" cy="1758103"/>
            <a:chOff x="1713595" y="3315547"/>
            <a:chExt cx="3410855" cy="1758103"/>
          </a:xfrm>
        </p:grpSpPr>
        <p:grpSp>
          <p:nvGrpSpPr>
            <p:cNvPr id="4838" name="Google Shape;4838;p80"/>
            <p:cNvGrpSpPr/>
            <p:nvPr/>
          </p:nvGrpSpPr>
          <p:grpSpPr>
            <a:xfrm>
              <a:off x="4649795" y="4623478"/>
              <a:ext cx="474655" cy="450172"/>
              <a:chOff x="4649795" y="4623478"/>
              <a:chExt cx="474655" cy="450172"/>
            </a:xfrm>
          </p:grpSpPr>
          <p:sp>
            <p:nvSpPr>
              <p:cNvPr id="4839" name="Google Shape;4839;p80"/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0" name="Google Shape;4840;p80"/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1" name="Google Shape;4841;p80"/>
            <p:cNvGrpSpPr/>
            <p:nvPr/>
          </p:nvGrpSpPr>
          <p:grpSpPr>
            <a:xfrm>
              <a:off x="1713595" y="3315547"/>
              <a:ext cx="3145873" cy="1350613"/>
              <a:chOff x="1713595" y="3315547"/>
              <a:chExt cx="3145873" cy="1350613"/>
            </a:xfrm>
          </p:grpSpPr>
          <p:sp>
            <p:nvSpPr>
              <p:cNvPr id="4842" name="Google Shape;4842;p80"/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3" name="Google Shape;4843;p80"/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rect b="b" l="l" r="r" t="t"/>
                <a:pathLst>
                  <a:path extrusionOk="0" h="1350613" w="3027668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844" name="Google Shape;4844;p80"/>
            <p:cNvSpPr/>
            <p:nvPr/>
          </p:nvSpPr>
          <p:spPr>
            <a:xfrm>
              <a:off x="2277117" y="3425460"/>
              <a:ext cx="2420012" cy="1483426"/>
            </a:xfrm>
            <a:custGeom>
              <a:rect b="b" l="l" r="r" t="t"/>
              <a:pathLst>
                <a:path extrusionOk="0" h="1483426" w="2420012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5" name="Google Shape;4845;p80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4846" name="Google Shape;4846;p8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7" name="Google Shape;4847;p8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48" name="Google Shape;4848;p80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849" name="Google Shape;4849;p8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0" name="Google Shape;4850;p8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1" name="Google Shape;4851;p8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2" name="Google Shape;4852;p8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853" name="Google Shape;4853;p80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4" name="Google Shape;4854;p80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855" name="Google Shape;4855;p80"/>
          <p:cNvGrpSpPr/>
          <p:nvPr/>
        </p:nvGrpSpPr>
        <p:grpSpPr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descr="desktop_computer_stylized_medium" id="4856" name="Google Shape;485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57" name="Google Shape;485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58" name="Google Shape;4858;p80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privacy, efficiency issues</a:t>
            </a:r>
            <a:endParaRPr/>
          </a:p>
        </p:txBody>
      </p:sp>
      <p:sp>
        <p:nvSpPr>
          <p:cNvPr id="4859" name="Google Shape;4859;p80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4" name="Shape 4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5" name="Google Shape;4865;p81"/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4866" name="Google Shape;4866;p81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81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68" name="Google Shape;4868;p81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69" name="Google Shape;4869;p81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4870" name="Google Shape;4870;p81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1" name="Google Shape;4871;p81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2" name="Google Shape;4872;p81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73" name="Google Shape;4873;p81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4874" name="Google Shape;4874;p81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4875" name="Google Shape;4875;p81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4876" name="Google Shape;4876;p81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p81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8" name="Google Shape;4878;p81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9" name="Google Shape;4879;p81"/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4880" name="Google Shape;4880;p81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p81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82" name="Google Shape;4882;p81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3" name="Google Shape;4883;p81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4" name="Google Shape;4884;p81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5" name="Google Shape;4885;p81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86" name="Google Shape;4886;p81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4887" name="Google Shape;4887;p81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4888" name="Google Shape;4888;p81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4889" name="Google Shape;4889;p81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4890" name="Google Shape;4890;p81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1" name="Google Shape;4891;p81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81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93" name="Google Shape;4893;p8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4" name="Google Shape;4894;p81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95" name="Google Shape;4895;p81"/>
          <p:cNvSpPr txBox="1"/>
          <p:nvPr/>
        </p:nvSpPr>
        <p:spPr>
          <a:xfrm>
            <a:off x="1234828" y="2469025"/>
            <a:ext cx="369778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switch(es) supporting VLAN capabilities can be configured to define multiple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 over single physical LAN infrastructure.</a:t>
            </a:r>
            <a:endParaRPr/>
          </a:p>
        </p:txBody>
      </p:sp>
      <p:sp>
        <p:nvSpPr>
          <p:cNvPr id="4896" name="Google Shape;4896;p81"/>
          <p:cNvSpPr/>
          <p:nvPr/>
        </p:nvSpPr>
        <p:spPr>
          <a:xfrm>
            <a:off x="907603" y="1867773"/>
            <a:ext cx="4140915" cy="347696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7" name="Google Shape;4897;p81"/>
          <p:cNvSpPr txBox="1"/>
          <p:nvPr/>
        </p:nvSpPr>
        <p:spPr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Virtual Local Area Network (VLAN)</a:t>
            </a:r>
            <a:endParaRPr/>
          </a:p>
        </p:txBody>
      </p:sp>
      <p:grpSp>
        <p:nvGrpSpPr>
          <p:cNvPr id="4898" name="Google Shape;4898;p81"/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4899" name="Google Shape;4899;p81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00" name="Google Shape;4900;p81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4901" name="Google Shape;4901;p8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2" name="Google Shape;4902;p8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3" name="Google Shape;4903;p8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4" name="Google Shape;4904;p8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905" name="Google Shape;4905;p81"/>
          <p:cNvSpPr txBox="1"/>
          <p:nvPr/>
        </p:nvSpPr>
        <p:spPr>
          <a:xfrm>
            <a:off x="5943932" y="721723"/>
            <a:ext cx="5961059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port-based VLAN: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ports grouped (by switch management software) so that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switch ……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4906" name="Google Shape;4906;p81"/>
          <p:cNvCxnSpPr/>
          <p:nvPr/>
        </p:nvCxnSpPr>
        <p:spPr>
          <a:xfrm flipH="1">
            <a:off x="6827193" y="2649273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7" name="Google Shape;4907;p81"/>
          <p:cNvCxnSpPr/>
          <p:nvPr/>
        </p:nvCxnSpPr>
        <p:spPr>
          <a:xfrm flipH="1">
            <a:off x="7212956" y="2649273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8" name="Google Shape;4908;p81"/>
          <p:cNvCxnSpPr/>
          <p:nvPr/>
        </p:nvCxnSpPr>
        <p:spPr>
          <a:xfrm flipH="1">
            <a:off x="7932092" y="2664199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9" name="Google Shape;4909;p81"/>
          <p:cNvSpPr txBox="1"/>
          <p:nvPr/>
        </p:nvSpPr>
        <p:spPr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4910" name="Google Shape;4910;p81"/>
          <p:cNvCxnSpPr/>
          <p:nvPr/>
        </p:nvCxnSpPr>
        <p:spPr>
          <a:xfrm>
            <a:off x="8940156" y="2652448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1" name="Google Shape;4911;p81"/>
          <p:cNvCxnSpPr/>
          <p:nvPr/>
        </p:nvCxnSpPr>
        <p:spPr>
          <a:xfrm>
            <a:off x="8930631" y="2450835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2" name="Google Shape;4912;p81"/>
          <p:cNvCxnSpPr/>
          <p:nvPr/>
        </p:nvCxnSpPr>
        <p:spPr>
          <a:xfrm>
            <a:off x="9786293" y="2395273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13" name="Google Shape;4913;p81"/>
          <p:cNvSpPr txBox="1"/>
          <p:nvPr/>
        </p:nvSpPr>
        <p:spPr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4914" name="Google Shape;4914;p81"/>
          <p:cNvSpPr txBox="1"/>
          <p:nvPr/>
        </p:nvSpPr>
        <p:spPr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4915" name="Google Shape;4915;p81"/>
          <p:cNvSpPr txBox="1"/>
          <p:nvPr/>
        </p:nvSpPr>
        <p:spPr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4916" name="Google Shape;4916;p81"/>
          <p:cNvGrpSpPr/>
          <p:nvPr/>
        </p:nvGrpSpPr>
        <p:grpSpPr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descr="desktop_computer_stylized_medium" id="4917" name="Google Shape;4917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8" name="Google Shape;4918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19" name="Google Shape;4919;p81"/>
          <p:cNvGrpSpPr/>
          <p:nvPr/>
        </p:nvGrpSpPr>
        <p:grpSpPr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descr="desktop_computer_stylized_medium" id="4920" name="Google Shape;4920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1" name="Google Shape;4921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2" name="Google Shape;4922;p81"/>
          <p:cNvGrpSpPr/>
          <p:nvPr/>
        </p:nvGrpSpPr>
        <p:grpSpPr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descr="desktop_computer_stylized_medium" id="4923" name="Google Shape;4923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4" name="Google Shape;4924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5" name="Google Shape;4925;p81"/>
          <p:cNvGrpSpPr/>
          <p:nvPr/>
        </p:nvGrpSpPr>
        <p:grpSpPr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descr="desktop_computer_stylized_medium" id="4926" name="Google Shape;4926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7" name="Google Shape;4927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28" name="Google Shape;4928;p81"/>
          <p:cNvGrpSpPr/>
          <p:nvPr/>
        </p:nvGrpSpPr>
        <p:grpSpPr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descr="desktop_computer_stylized_medium" id="4929" name="Google Shape;4929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0" name="Google Shape;4930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1" name="Google Shape;4931;p81"/>
          <p:cNvGrpSpPr/>
          <p:nvPr/>
        </p:nvGrpSpPr>
        <p:grpSpPr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descr="desktop_computer_stylized_medium" id="4932" name="Google Shape;4932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33" name="Google Shape;4933;p8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4" name="Google Shape;4934;p81"/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4935" name="Google Shape;4935;p81"/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4936" name="Google Shape;4936;p81"/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7" name="Google Shape;4937;p81"/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8" name="Google Shape;4938;p81"/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9" name="Google Shape;4939;p81"/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0" name="Google Shape;4940;p81"/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1" name="Google Shape;4941;p81"/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2" name="Google Shape;4942;p81"/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3" name="Google Shape;4943;p81"/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4" name="Google Shape;4944;p81"/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5" name="Google Shape;4945;p81"/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BFBFB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6" name="Google Shape;4946;p81"/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rect b="b" l="l" r="r" t="t"/>
                <a:pathLst>
                  <a:path extrusionOk="0" h="1248629" w="3651294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47" name="Google Shape;4947;p81"/>
            <p:cNvSpPr/>
            <p:nvPr/>
          </p:nvSpPr>
          <p:spPr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… operates as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multiple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virtual switches</a:t>
              </a:r>
              <a:endParaRPr/>
            </a:p>
            <a:p>
              <a:pPr indent="-260350" lvl="0" marL="342900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1300"/>
                <a:buFont typeface="Noto Sans Symbols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948" name="Google Shape;4948;p81"/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4949" name="Google Shape;4949;p81"/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4950" name="Google Shape;4950;p81"/>
                <p:cNvSpPr/>
                <p:nvPr/>
              </p:nvSpPr>
              <p:spPr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1" name="Google Shape;4951;p81"/>
                <p:cNvSpPr/>
                <p:nvPr/>
              </p:nvSpPr>
              <p:spPr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52" name="Google Shape;4952;p81"/>
                <p:cNvCxnSpPr/>
                <p:nvPr/>
              </p:nvCxnSpPr>
              <p:spPr>
                <a:xfrm flipH="1" rot="10800000">
                  <a:off x="9351453" y="4342570"/>
                  <a:ext cx="1179110" cy="14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53" name="Google Shape;4953;p81"/>
                <p:cNvSpPr txBox="1"/>
                <p:nvPr/>
              </p:nvSpPr>
              <p:spPr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cxnSp>
              <p:nvCxnSpPr>
                <p:cNvPr id="4954" name="Google Shape;4954;p81"/>
                <p:cNvCxnSpPr/>
                <p:nvPr/>
              </p:nvCxnSpPr>
              <p:spPr>
                <a:xfrm>
                  <a:off x="9930891" y="413284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55" name="Google Shape;4955;p81"/>
                <p:cNvCxnSpPr/>
                <p:nvPr/>
              </p:nvCxnSpPr>
              <p:spPr>
                <a:xfrm>
                  <a:off x="9640378" y="412967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56" name="Google Shape;4956;p81"/>
                <p:cNvCxnSpPr/>
                <p:nvPr/>
              </p:nvCxnSpPr>
              <p:spPr>
                <a:xfrm>
                  <a:off x="10211878" y="4137610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57" name="Google Shape;4957;p81"/>
                <p:cNvSpPr txBox="1"/>
                <p:nvPr/>
              </p:nvSpPr>
              <p:spPr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  <p:sp>
              <p:nvSpPr>
                <p:cNvPr id="4958" name="Google Shape;4958;p81"/>
                <p:cNvSpPr txBox="1"/>
                <p:nvPr/>
              </p:nvSpPr>
              <p:spPr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  <p:sp>
              <p:nvSpPr>
                <p:cNvPr id="4959" name="Google Shape;4959;p81"/>
                <p:cNvSpPr txBox="1"/>
                <p:nvPr/>
              </p:nvSpPr>
              <p:spPr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  <p:sp>
              <p:nvSpPr>
                <p:cNvPr id="4960" name="Google Shape;4960;p81"/>
                <p:cNvSpPr/>
                <p:nvPr/>
              </p:nvSpPr>
              <p:spPr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1" name="Google Shape;4961;p81"/>
                <p:cNvSpPr/>
                <p:nvPr/>
              </p:nvSpPr>
              <p:spPr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2" name="Google Shape;4962;p81"/>
                <p:cNvSpPr/>
                <p:nvPr/>
              </p:nvSpPr>
              <p:spPr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63" name="Google Shape;4963;p81"/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4964" name="Google Shape;4964;p81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965" name="Google Shape;4965;p81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4966" name="Google Shape;4966;p81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7" name="Google Shape;4967;p81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8" name="Google Shape;4968;p81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69" name="Google Shape;4969;p81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970" name="Google Shape;4970;p81"/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cxnSp>
              <p:nvCxnSpPr>
                <p:cNvPr id="4971" name="Google Shape;4971;p81"/>
                <p:cNvCxnSpPr/>
                <p:nvPr/>
              </p:nvCxnSpPr>
              <p:spPr>
                <a:xfrm flipH="1">
                  <a:off x="7259676" y="5267911"/>
                  <a:ext cx="901700" cy="27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72" name="Google Shape;4972;p81"/>
                <p:cNvCxnSpPr/>
                <p:nvPr/>
              </p:nvCxnSpPr>
              <p:spPr>
                <a:xfrm flipH="1">
                  <a:off x="7645439" y="5263098"/>
                  <a:ext cx="806450" cy="419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73" name="Google Shape;4973;p81"/>
                <p:cNvCxnSpPr/>
                <p:nvPr/>
              </p:nvCxnSpPr>
              <p:spPr>
                <a:xfrm flipH="1">
                  <a:off x="8364575" y="5268398"/>
                  <a:ext cx="672983" cy="36131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74" name="Google Shape;4974;p81"/>
                <p:cNvSpPr txBox="1"/>
                <p:nvPr/>
              </p:nvSpPr>
              <p:spPr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12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EE (VLAN ports 1-8)</a:t>
                  </a:r>
                  <a:endParaRPr/>
                </a:p>
              </p:txBody>
            </p:sp>
            <p:sp>
              <p:nvSpPr>
                <p:cNvPr id="4975" name="Google Shape;4975;p81"/>
                <p:cNvSpPr txBox="1"/>
                <p:nvPr/>
              </p:nvSpPr>
              <p:spPr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4976" name="Google Shape;4976;p81"/>
                <p:cNvGrpSpPr/>
                <p:nvPr/>
              </p:nvGrpSpPr>
              <p:grpSpPr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4977" name="Google Shape;4977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78" name="Google Shape;4978;p81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79" name="Google Shape;4979;p81"/>
                <p:cNvGrpSpPr/>
                <p:nvPr/>
              </p:nvGrpSpPr>
              <p:grpSpPr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4980" name="Google Shape;4980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81" name="Google Shape;4981;p81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982" name="Google Shape;4982;p81"/>
                <p:cNvGrpSpPr/>
                <p:nvPr/>
              </p:nvGrpSpPr>
              <p:grpSpPr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4983" name="Google Shape;4983;p81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984" name="Google Shape;4984;p81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985" name="Google Shape;4985;p81"/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4986" name="Google Shape;4986;p81"/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4987" name="Google Shape;4987;p81"/>
                <p:cNvSpPr/>
                <p:nvPr/>
              </p:nvSpPr>
              <p:spPr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rgbClr val="9CC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8" name="Google Shape;4988;p81"/>
                <p:cNvSpPr/>
                <p:nvPr/>
              </p:nvSpPr>
              <p:spPr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89" name="Google Shape;4989;p81"/>
                <p:cNvCxnSpPr/>
                <p:nvPr/>
              </p:nvCxnSpPr>
              <p:spPr>
                <a:xfrm>
                  <a:off x="11009376" y="5090714"/>
                  <a:ext cx="1163270" cy="2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0" name="Google Shape;4990;p81"/>
                <p:cNvCxnSpPr/>
                <p:nvPr/>
              </p:nvCxnSpPr>
              <p:spPr>
                <a:xfrm>
                  <a:off x="11601146" y="488243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1" name="Google Shape;4991;p81"/>
                <p:cNvCxnSpPr/>
                <p:nvPr/>
              </p:nvCxnSpPr>
              <p:spPr>
                <a:xfrm>
                  <a:off x="11305871" y="4877676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2" name="Google Shape;4992;p81"/>
                <p:cNvCxnSpPr/>
                <p:nvPr/>
              </p:nvCxnSpPr>
              <p:spPr>
                <a:xfrm>
                  <a:off x="11896421" y="487291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93" name="Google Shape;4993;p81"/>
                <p:cNvSpPr txBox="1"/>
                <p:nvPr/>
              </p:nvSpPr>
              <p:spPr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</a:t>
                  </a:r>
                  <a:endParaRPr/>
                </a:p>
              </p:txBody>
            </p:sp>
            <p:sp>
              <p:nvSpPr>
                <p:cNvPr id="4994" name="Google Shape;4994;p81"/>
                <p:cNvSpPr txBox="1"/>
                <p:nvPr/>
              </p:nvSpPr>
              <p:spPr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</p:txBody>
            </p:sp>
            <p:sp>
              <p:nvSpPr>
                <p:cNvPr id="4995" name="Google Shape;4995;p81"/>
                <p:cNvSpPr txBox="1"/>
                <p:nvPr/>
              </p:nvSpPr>
              <p:spPr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/>
                </a:p>
              </p:txBody>
            </p:sp>
            <p:sp>
              <p:nvSpPr>
                <p:cNvPr id="4996" name="Google Shape;4996;p81"/>
                <p:cNvSpPr txBox="1"/>
                <p:nvPr/>
              </p:nvSpPr>
              <p:spPr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i="0" lang="en-US" sz="800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15</a:t>
                  </a:r>
                  <a:endParaRPr/>
                </a:p>
              </p:txBody>
            </p:sp>
            <p:sp>
              <p:nvSpPr>
                <p:cNvPr id="4997" name="Google Shape;4997;p81"/>
                <p:cNvSpPr/>
                <p:nvPr/>
              </p:nvSpPr>
              <p:spPr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8" name="Google Shape;4998;p81"/>
                <p:cNvSpPr/>
                <p:nvPr/>
              </p:nvSpPr>
              <p:spPr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9" name="Google Shape;4999;p81"/>
                <p:cNvSpPr/>
                <p:nvPr/>
              </p:nvSpPr>
              <p:spPr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000" name="Google Shape;5000;p81"/>
              <p:cNvSpPr txBox="1"/>
              <p:nvPr/>
            </p:nvSpPr>
            <p:spPr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5001" name="Google Shape;5001;p81"/>
              <p:cNvCxnSpPr/>
              <p:nvPr/>
            </p:nvCxnSpPr>
            <p:spPr>
              <a:xfrm>
                <a:off x="9363013" y="5251834"/>
                <a:ext cx="101600" cy="37782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002" name="Google Shape;5002;p81"/>
              <p:cNvCxnSpPr/>
              <p:nvPr/>
            </p:nvCxnSpPr>
            <p:spPr>
              <a:xfrm>
                <a:off x="9353488" y="5050221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003" name="Google Shape;5003;p81"/>
              <p:cNvSpPr txBox="1"/>
              <p:nvPr/>
            </p:nvSpPr>
            <p:spPr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2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CS (VLAN ports 9-15)</a:t>
                </a:r>
                <a:endParaRPr/>
              </a:p>
            </p:txBody>
          </p:sp>
          <p:grpSp>
            <p:nvGrpSpPr>
              <p:cNvPr id="5004" name="Google Shape;5004;p81"/>
              <p:cNvGrpSpPr/>
              <p:nvPr/>
            </p:nvGrpSpPr>
            <p:grpSpPr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5005" name="Google Shape;5005;p8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6" name="Google Shape;5006;p81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07" name="Google Shape;5007;p81"/>
              <p:cNvGrpSpPr/>
              <p:nvPr/>
            </p:nvGrpSpPr>
            <p:grpSpPr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5008" name="Google Shape;5008;p8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9" name="Google Shape;5009;p81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10" name="Google Shape;5010;p81"/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5011" name="Google Shape;5011;p81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012" name="Google Shape;5012;p81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5013" name="Google Shape;5013;p81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4" name="Google Shape;5014;p81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5" name="Google Shape;5015;p81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16" name="Google Shape;5016;p81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5017" name="Google Shape;5017;p81"/>
              <p:cNvCxnSpPr/>
              <p:nvPr/>
            </p:nvCxnSpPr>
            <p:spPr>
              <a:xfrm>
                <a:off x="10232595" y="5048617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5018" name="Google Shape;5018;p81"/>
              <p:cNvGrpSpPr/>
              <p:nvPr/>
            </p:nvGrpSpPr>
            <p:grpSpPr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5019" name="Google Shape;5019;p8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20" name="Google Shape;5020;p81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5" name="Shape 5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6" name="Google Shape;5026;p82"/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5027" name="Google Shape;5027;p82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8" name="Google Shape;5028;p82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29" name="Google Shape;5029;p82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30" name="Google Shape;5030;p82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5031" name="Google Shape;5031;p82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2" name="Google Shape;5032;p82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33" name="Google Shape;5033;p82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34" name="Google Shape;5034;p82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5035" name="Google Shape;5035;p82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5036" name="Google Shape;5036;p82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5037" name="Google Shape;5037;p82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8" name="Google Shape;5038;p82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9" name="Google Shape;5039;p82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40" name="Google Shape;5040;p82"/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5041" name="Google Shape;5041;p82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2" name="Google Shape;5042;p82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043" name="Google Shape;5043;p82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4" name="Google Shape;5044;p82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5" name="Google Shape;5045;p82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46" name="Google Shape;5046;p82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47" name="Google Shape;5047;p82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5048" name="Google Shape;5048;p82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5049" name="Google Shape;5049;p82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050" name="Google Shape;5050;p82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5051" name="Google Shape;5051;p82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2" name="Google Shape;5052;p82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3" name="Google Shape;5053;p82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4" name="Google Shape;5054;p8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5" name="Google Shape;5055;p82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056" name="Google Shape;5056;p82"/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5057" name="Google Shape;5057;p82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058" name="Google Shape;5058;p82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059" name="Google Shape;5059;p8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0" name="Google Shape;5060;p8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1" name="Google Shape;5061;p8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2" name="Google Shape;5062;p8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063" name="Google Shape;5063;p82"/>
          <p:cNvCxnSpPr/>
          <p:nvPr/>
        </p:nvCxnSpPr>
        <p:spPr>
          <a:xfrm flipH="1">
            <a:off x="8059268" y="4222579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4" name="Google Shape;5064;p82"/>
          <p:cNvCxnSpPr/>
          <p:nvPr/>
        </p:nvCxnSpPr>
        <p:spPr>
          <a:xfrm flipH="1">
            <a:off x="8445031" y="4222579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5" name="Google Shape;5065;p82"/>
          <p:cNvCxnSpPr/>
          <p:nvPr/>
        </p:nvCxnSpPr>
        <p:spPr>
          <a:xfrm flipH="1">
            <a:off x="9164167" y="4237505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6" name="Google Shape;5066;p82"/>
          <p:cNvSpPr txBox="1"/>
          <p:nvPr/>
        </p:nvSpPr>
        <p:spPr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5067" name="Google Shape;5067;p82"/>
          <p:cNvCxnSpPr/>
          <p:nvPr/>
        </p:nvCxnSpPr>
        <p:spPr>
          <a:xfrm>
            <a:off x="10172231" y="4225754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8" name="Google Shape;5068;p82"/>
          <p:cNvCxnSpPr/>
          <p:nvPr/>
        </p:nvCxnSpPr>
        <p:spPr>
          <a:xfrm>
            <a:off x="10162706" y="4024141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9" name="Google Shape;5069;p82"/>
          <p:cNvCxnSpPr/>
          <p:nvPr/>
        </p:nvCxnSpPr>
        <p:spPr>
          <a:xfrm>
            <a:off x="11018368" y="3968579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0" name="Google Shape;5070;p82"/>
          <p:cNvSpPr txBox="1"/>
          <p:nvPr/>
        </p:nvSpPr>
        <p:spPr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5071" name="Google Shape;5071;p82"/>
          <p:cNvSpPr txBox="1"/>
          <p:nvPr/>
        </p:nvSpPr>
        <p:spPr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5072" name="Google Shape;5072;p82"/>
          <p:cNvSpPr txBox="1"/>
          <p:nvPr/>
        </p:nvSpPr>
        <p:spPr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5073" name="Google Shape;5073;p82"/>
          <p:cNvGrpSpPr/>
          <p:nvPr/>
        </p:nvGrpSpPr>
        <p:grpSpPr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descr="desktop_computer_stylized_medium" id="5074" name="Google Shape;5074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5" name="Google Shape;5075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6" name="Google Shape;5076;p82"/>
          <p:cNvGrpSpPr/>
          <p:nvPr/>
        </p:nvGrpSpPr>
        <p:grpSpPr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descr="desktop_computer_stylized_medium" id="5077" name="Google Shape;5077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78" name="Google Shape;5078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9" name="Google Shape;5079;p82"/>
          <p:cNvGrpSpPr/>
          <p:nvPr/>
        </p:nvGrpSpPr>
        <p:grpSpPr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descr="desktop_computer_stylized_medium" id="5080" name="Google Shape;5080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1" name="Google Shape;5081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2" name="Google Shape;5082;p82"/>
          <p:cNvGrpSpPr/>
          <p:nvPr/>
        </p:nvGrpSpPr>
        <p:grpSpPr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descr="desktop_computer_stylized_medium" id="5083" name="Google Shape;5083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4" name="Google Shape;5084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5" name="Google Shape;5085;p82"/>
          <p:cNvGrpSpPr/>
          <p:nvPr/>
        </p:nvGrpSpPr>
        <p:grpSpPr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descr="desktop_computer_stylized_medium" id="5086" name="Google Shape;5086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87" name="Google Shape;5087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88" name="Google Shape;5088;p82"/>
          <p:cNvGrpSpPr/>
          <p:nvPr/>
        </p:nvGrpSpPr>
        <p:grpSpPr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descr="desktop_computer_stylized_medium" id="5089" name="Google Shape;5089;p8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90" name="Google Shape;5090;p8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91" name="Google Shape;5091;p82"/>
          <p:cNvSpPr txBox="1"/>
          <p:nvPr/>
        </p:nvSpPr>
        <p:spPr>
          <a:xfrm>
            <a:off x="998537" y="1497947"/>
            <a:ext cx="6074615" cy="176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traffic isolation: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to/from ports 1-8 can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reach ports 1-8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also define VLAN based on MAC addresses of endpoints, rather than switch port</a:t>
            </a:r>
            <a:endParaRPr/>
          </a:p>
        </p:txBody>
      </p:sp>
      <p:sp>
        <p:nvSpPr>
          <p:cNvPr id="5092" name="Google Shape;5092;p82"/>
          <p:cNvSpPr/>
          <p:nvPr/>
        </p:nvSpPr>
        <p:spPr>
          <a:xfrm>
            <a:off x="998444" y="3339914"/>
            <a:ext cx="58864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dynamic membership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ports can be dynamically assigned among VLANs</a:t>
            </a:r>
            <a:endParaRPr/>
          </a:p>
        </p:txBody>
      </p:sp>
      <p:grpSp>
        <p:nvGrpSpPr>
          <p:cNvPr id="5093" name="Google Shape;5093;p82"/>
          <p:cNvGrpSpPr/>
          <p:nvPr/>
        </p:nvGrpSpPr>
        <p:grpSpPr>
          <a:xfrm>
            <a:off x="994376" y="1896035"/>
            <a:ext cx="9669142" cy="4109104"/>
            <a:chOff x="994376" y="1896035"/>
            <a:chExt cx="9669142" cy="4109104"/>
          </a:xfrm>
        </p:grpSpPr>
        <p:sp>
          <p:nvSpPr>
            <p:cNvPr id="5094" name="Google Shape;5094;p82"/>
            <p:cNvSpPr/>
            <p:nvPr/>
          </p:nvSpPr>
          <p:spPr>
            <a:xfrm>
              <a:off x="994376" y="4392239"/>
              <a:ext cx="6199939" cy="1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 between VLANS: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done via routing (just as with separate switches)</a:t>
              </a:r>
              <a:endParaRPr/>
            </a:p>
            <a:p>
              <a:pPr indent="-223837" lvl="1" marL="68103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 vendors sell combined switches plus routers</a:t>
              </a:r>
              <a:endParaRPr/>
            </a:p>
          </p:txBody>
        </p:sp>
        <p:cxnSp>
          <p:nvCxnSpPr>
            <p:cNvPr id="5095" name="Google Shape;5095;p82"/>
            <p:cNvCxnSpPr/>
            <p:nvPr/>
          </p:nvCxnSpPr>
          <p:spPr>
            <a:xfrm>
              <a:off x="9829800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096" name="Google Shape;5096;p82"/>
            <p:cNvCxnSpPr/>
            <p:nvPr/>
          </p:nvCxnSpPr>
          <p:spPr>
            <a:xfrm>
              <a:off x="10466294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097" name="Google Shape;5097;p82"/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5098" name="Google Shape;5098;p8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099" name="Google Shape;5099;p8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100" name="Google Shape;5100;p8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101" name="Google Shape;5101;p8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2" name="Google Shape;5102;p8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3" name="Google Shape;5103;p8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04" name="Google Shape;5104;p8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9" name="Shape 5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Google Shape;5110;p83"/>
          <p:cNvSpPr/>
          <p:nvPr/>
        </p:nvSpPr>
        <p:spPr>
          <a:xfrm>
            <a:off x="4402748" y="2279650"/>
            <a:ext cx="294061" cy="222307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1" name="Google Shape;5111;p83"/>
          <p:cNvSpPr/>
          <p:nvPr/>
        </p:nvSpPr>
        <p:spPr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2" name="Google Shape;5112;p83"/>
          <p:cNvSpPr/>
          <p:nvPr/>
        </p:nvSpPr>
        <p:spPr>
          <a:xfrm>
            <a:off x="7860323" y="2308273"/>
            <a:ext cx="294061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3" name="Google Shape;5113;p83"/>
          <p:cNvSpPr/>
          <p:nvPr/>
        </p:nvSpPr>
        <p:spPr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4" name="Google Shape;5114;p83"/>
          <p:cNvSpPr/>
          <p:nvPr/>
        </p:nvSpPr>
        <p:spPr>
          <a:xfrm>
            <a:off x="2334590" y="2277305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5" name="Google Shape;5115;p83"/>
          <p:cNvCxnSpPr/>
          <p:nvPr/>
        </p:nvCxnSpPr>
        <p:spPr>
          <a:xfrm flipH="1" rot="10800000">
            <a:off x="2336177" y="2491790"/>
            <a:ext cx="1179110" cy="14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6" name="Google Shape;5116;p83"/>
          <p:cNvSpPr txBox="1"/>
          <p:nvPr/>
        </p:nvSpPr>
        <p:spPr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5117" name="Google Shape;5117;p83"/>
          <p:cNvCxnSpPr/>
          <p:nvPr/>
        </p:nvCxnSpPr>
        <p:spPr>
          <a:xfrm>
            <a:off x="2915615" y="228206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8" name="Google Shape;5118;p83"/>
          <p:cNvCxnSpPr/>
          <p:nvPr/>
        </p:nvCxnSpPr>
        <p:spPr>
          <a:xfrm>
            <a:off x="2625102" y="227889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9" name="Google Shape;5119;p83"/>
          <p:cNvCxnSpPr/>
          <p:nvPr/>
        </p:nvCxnSpPr>
        <p:spPr>
          <a:xfrm>
            <a:off x="3196602" y="2286830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0" name="Google Shape;5120;p83"/>
          <p:cNvSpPr txBox="1"/>
          <p:nvPr/>
        </p:nvSpPr>
        <p:spPr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121" name="Google Shape;5121;p83"/>
          <p:cNvSpPr txBox="1"/>
          <p:nvPr/>
        </p:nvSpPr>
        <p:spPr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22" name="Google Shape;5122;p83"/>
          <p:cNvSpPr txBox="1"/>
          <p:nvPr/>
        </p:nvSpPr>
        <p:spPr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5123" name="Google Shape;5123;p83"/>
          <p:cNvSpPr/>
          <p:nvPr/>
        </p:nvSpPr>
        <p:spPr>
          <a:xfrm>
            <a:off x="2450477" y="259163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4" name="Google Shape;5124;p83"/>
          <p:cNvSpPr/>
          <p:nvPr/>
        </p:nvSpPr>
        <p:spPr>
          <a:xfrm>
            <a:off x="2742577" y="2588455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5" name="Google Shape;5125;p83"/>
          <p:cNvSpPr/>
          <p:nvPr/>
        </p:nvSpPr>
        <p:spPr>
          <a:xfrm>
            <a:off x="3329952" y="2593218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6" name="Google Shape;5126;p83"/>
          <p:cNvSpPr/>
          <p:nvPr/>
        </p:nvSpPr>
        <p:spPr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7" name="Google Shape;5127;p83"/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5128" name="Google Shape;5128;p83"/>
            <p:cNvSpPr/>
            <p:nvPr/>
          </p:nvSpPr>
          <p:spPr>
            <a:xfrm>
              <a:off x="11001071" y="4880851"/>
              <a:ext cx="896593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9" name="Google Shape;5129;p83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0" name="Google Shape;5130;p83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1" name="Google Shape;5131;p83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2" name="Google Shape;5132;p83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3" name="Google Shape;5133;p83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4" name="Google Shape;5134;p83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5135" name="Google Shape;5135;p83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5136" name="Google Shape;5136;p83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5137" name="Google Shape;5137;p83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5138" name="Google Shape;5138;p83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83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0" name="Google Shape;5140;p83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41" name="Google Shape;5141;p8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VLANS spanning multiple switches</a:t>
            </a:r>
            <a:endParaRPr b="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2" name="Google Shape;5142;p8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143" name="Google Shape;5143;p83"/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5144" name="Google Shape;5144;p83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45" name="Google Shape;5145;p83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146" name="Google Shape;5146;p8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7" name="Google Shape;5147;p8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8" name="Google Shape;5148;p8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9" name="Google Shape;5149;p8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150" name="Google Shape;5150;p83"/>
          <p:cNvCxnSpPr/>
          <p:nvPr/>
        </p:nvCxnSpPr>
        <p:spPr>
          <a:xfrm flipH="1">
            <a:off x="1564338" y="2582038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1" name="Google Shape;5151;p83"/>
          <p:cNvCxnSpPr/>
          <p:nvPr/>
        </p:nvCxnSpPr>
        <p:spPr>
          <a:xfrm flipH="1">
            <a:off x="1950101" y="2582038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2" name="Google Shape;5152;p83"/>
          <p:cNvCxnSpPr/>
          <p:nvPr/>
        </p:nvCxnSpPr>
        <p:spPr>
          <a:xfrm flipH="1">
            <a:off x="2669236" y="2619375"/>
            <a:ext cx="683563" cy="33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3" name="Google Shape;5153;p83"/>
          <p:cNvSpPr txBox="1"/>
          <p:nvPr/>
        </p:nvSpPr>
        <p:spPr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5154" name="Google Shape;5154;p83"/>
          <p:cNvCxnSpPr/>
          <p:nvPr/>
        </p:nvCxnSpPr>
        <p:spPr>
          <a:xfrm>
            <a:off x="3679825" y="2613025"/>
            <a:ext cx="99076" cy="3500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5" name="Google Shape;5155;p83"/>
          <p:cNvCxnSpPr/>
          <p:nvPr/>
        </p:nvCxnSpPr>
        <p:spPr>
          <a:xfrm>
            <a:off x="3667126" y="2406650"/>
            <a:ext cx="480076" cy="58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83"/>
          <p:cNvCxnSpPr/>
          <p:nvPr/>
        </p:nvCxnSpPr>
        <p:spPr>
          <a:xfrm>
            <a:off x="4537074" y="2397125"/>
            <a:ext cx="500713" cy="41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7" name="Google Shape;5157;p83"/>
          <p:cNvSpPr txBox="1"/>
          <p:nvPr/>
        </p:nvSpPr>
        <p:spPr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5158" name="Google Shape;5158;p83"/>
          <p:cNvSpPr txBox="1"/>
          <p:nvPr/>
        </p:nvSpPr>
        <p:spPr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5159" name="Google Shape;5159;p83"/>
          <p:cNvSpPr txBox="1"/>
          <p:nvPr/>
        </p:nvSpPr>
        <p:spPr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5160" name="Google Shape;5160;p83"/>
          <p:cNvGrpSpPr/>
          <p:nvPr/>
        </p:nvGrpSpPr>
        <p:grpSpPr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descr="desktop_computer_stylized_medium" id="5161" name="Google Shape;5161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2" name="Google Shape;5162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3" name="Google Shape;5163;p83"/>
          <p:cNvGrpSpPr/>
          <p:nvPr/>
        </p:nvGrpSpPr>
        <p:grpSpPr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descr="desktop_computer_stylized_medium" id="5164" name="Google Shape;5164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5" name="Google Shape;5165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6" name="Google Shape;5166;p83"/>
          <p:cNvGrpSpPr/>
          <p:nvPr/>
        </p:nvGrpSpPr>
        <p:grpSpPr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descr="desktop_computer_stylized_medium" id="5167" name="Google Shape;5167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68" name="Google Shape;5168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69" name="Google Shape;5169;p83"/>
          <p:cNvGrpSpPr/>
          <p:nvPr/>
        </p:nvGrpSpPr>
        <p:grpSpPr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descr="desktop_computer_stylized_medium" id="5170" name="Google Shape;5170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1" name="Google Shape;5171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2" name="Google Shape;5172;p83"/>
          <p:cNvGrpSpPr/>
          <p:nvPr/>
        </p:nvGrpSpPr>
        <p:grpSpPr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descr="desktop_computer_stylized_medium" id="5173" name="Google Shape;5173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4" name="Google Shape;5174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75" name="Google Shape;5175;p83"/>
          <p:cNvGrpSpPr/>
          <p:nvPr/>
        </p:nvGrpSpPr>
        <p:grpSpPr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descr="desktop_computer_stylized_medium" id="5176" name="Google Shape;5176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7" name="Google Shape;5177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8" name="Google Shape;5178;p83"/>
          <p:cNvSpPr/>
          <p:nvPr/>
        </p:nvSpPr>
        <p:spPr>
          <a:xfrm>
            <a:off x="7262446" y="2518116"/>
            <a:ext cx="887249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p83"/>
          <p:cNvSpPr/>
          <p:nvPr/>
        </p:nvSpPr>
        <p:spPr>
          <a:xfrm>
            <a:off x="6968086" y="2300638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80" name="Google Shape;5180;p83"/>
          <p:cNvCxnSpPr/>
          <p:nvPr/>
        </p:nvCxnSpPr>
        <p:spPr>
          <a:xfrm>
            <a:off x="6967071" y="2518439"/>
            <a:ext cx="1163270" cy="2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1" name="Google Shape;5181;p83"/>
          <p:cNvCxnSpPr/>
          <p:nvPr/>
        </p:nvCxnSpPr>
        <p:spPr>
          <a:xfrm>
            <a:off x="7558841" y="231016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2" name="Google Shape;5182;p83"/>
          <p:cNvCxnSpPr/>
          <p:nvPr/>
        </p:nvCxnSpPr>
        <p:spPr>
          <a:xfrm>
            <a:off x="7263566" y="2305401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3" name="Google Shape;5183;p83"/>
          <p:cNvCxnSpPr/>
          <p:nvPr/>
        </p:nvCxnSpPr>
        <p:spPr>
          <a:xfrm>
            <a:off x="7854116" y="230063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4" name="Google Shape;5184;p83"/>
          <p:cNvSpPr txBox="1"/>
          <p:nvPr/>
        </p:nvSpPr>
        <p:spPr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185" name="Google Shape;5185;p83"/>
          <p:cNvSpPr txBox="1"/>
          <p:nvPr/>
        </p:nvSpPr>
        <p:spPr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5186" name="Google Shape;5186;p83"/>
          <p:cNvSpPr txBox="1"/>
          <p:nvPr/>
        </p:nvSpPr>
        <p:spPr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187" name="Google Shape;5187;p83"/>
          <p:cNvSpPr txBox="1"/>
          <p:nvPr/>
        </p:nvSpPr>
        <p:spPr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5188" name="Google Shape;5188;p83"/>
          <p:cNvSpPr/>
          <p:nvPr/>
        </p:nvSpPr>
        <p:spPr>
          <a:xfrm>
            <a:off x="7104816" y="2613376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9" name="Google Shape;5189;p83"/>
          <p:cNvSpPr/>
          <p:nvPr/>
        </p:nvSpPr>
        <p:spPr>
          <a:xfrm>
            <a:off x="7092116" y="2399063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0" name="Google Shape;5190;p83"/>
          <p:cNvSpPr/>
          <p:nvPr/>
        </p:nvSpPr>
        <p:spPr>
          <a:xfrm>
            <a:off x="7971245" y="2607922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1" name="Google Shape;5191;p83"/>
          <p:cNvSpPr txBox="1"/>
          <p:nvPr/>
        </p:nvSpPr>
        <p:spPr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5192" name="Google Shape;5192;p83"/>
          <p:cNvCxnSpPr/>
          <p:nvPr/>
        </p:nvCxnSpPr>
        <p:spPr>
          <a:xfrm>
            <a:off x="7116996" y="2624279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3" name="Google Shape;5193;p83"/>
          <p:cNvCxnSpPr/>
          <p:nvPr/>
        </p:nvCxnSpPr>
        <p:spPr>
          <a:xfrm flipH="1">
            <a:off x="7586896" y="2641600"/>
            <a:ext cx="117034" cy="38431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94" name="Google Shape;5194;p83"/>
          <p:cNvGrpSpPr/>
          <p:nvPr/>
        </p:nvGrpSpPr>
        <p:grpSpPr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descr="desktop_computer_stylized_medium" id="5195" name="Google Shape;5195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6" name="Google Shape;5196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7" name="Google Shape;5197;p83"/>
          <p:cNvGrpSpPr/>
          <p:nvPr/>
        </p:nvGrpSpPr>
        <p:grpSpPr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descr="desktop_computer_stylized_medium" id="5198" name="Google Shape;5198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99" name="Google Shape;5199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00" name="Google Shape;5200;p83"/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5201" name="Google Shape;5201;p83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02" name="Google Shape;5202;p83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5203" name="Google Shape;5203;p8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4" name="Google Shape;5204;p8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5" name="Google Shape;5205;p8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6" name="Google Shape;5206;p8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207" name="Google Shape;5207;p83"/>
          <p:cNvCxnSpPr/>
          <p:nvPr/>
        </p:nvCxnSpPr>
        <p:spPr>
          <a:xfrm>
            <a:off x="7991061" y="2628348"/>
            <a:ext cx="474942" cy="3959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208" name="Google Shape;5208;p83"/>
          <p:cNvGrpSpPr/>
          <p:nvPr/>
        </p:nvGrpSpPr>
        <p:grpSpPr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descr="desktop_computer_stylized_medium" id="5209" name="Google Shape;5209;p8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0" name="Google Shape;5210;p8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1" name="Google Shape;5211;p83"/>
          <p:cNvGrpSpPr/>
          <p:nvPr/>
        </p:nvGrpSpPr>
        <p:grpSpPr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5212" name="Google Shape;5212;p83"/>
            <p:cNvSpPr/>
            <p:nvPr/>
          </p:nvSpPr>
          <p:spPr>
            <a:xfrm>
              <a:off x="2215" y="1381"/>
              <a:ext cx="27" cy="3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13" name="Google Shape;5213;p83"/>
            <p:cNvGrpSpPr/>
            <p:nvPr/>
          </p:nvGrpSpPr>
          <p:grpSpPr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5214" name="Google Shape;5214;p83"/>
              <p:cNvSpPr txBox="1"/>
              <p:nvPr/>
            </p:nvSpPr>
            <p:spPr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/>
              </a:p>
            </p:txBody>
          </p:sp>
          <p:sp>
            <p:nvSpPr>
              <p:cNvPr id="5215" name="Google Shape;5215;p83"/>
              <p:cNvSpPr txBox="1"/>
              <p:nvPr/>
            </p:nvSpPr>
            <p:spPr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8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5216" name="Google Shape;5216;p83"/>
              <p:cNvSpPr/>
              <p:nvPr/>
            </p:nvSpPr>
            <p:spPr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7" name="Google Shape;5217;p83"/>
              <p:cNvSpPr/>
              <p:nvPr/>
            </p:nvSpPr>
            <p:spPr>
              <a:xfrm>
                <a:off x="2226" y="1260"/>
                <a:ext cx="1644" cy="135"/>
              </a:xfrm>
              <a:custGeom>
                <a:rect b="b" l="l" r="r" t="t"/>
                <a:pathLst>
                  <a:path extrusionOk="0" h="135" w="1644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18" name="Google Shape;5218;p83"/>
          <p:cNvSpPr txBox="1"/>
          <p:nvPr/>
        </p:nvSpPr>
        <p:spPr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219" name="Google Shape;5219;p83"/>
          <p:cNvSpPr txBox="1"/>
          <p:nvPr/>
        </p:nvSpPr>
        <p:spPr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220" name="Google Shape;5220;p83"/>
          <p:cNvSpPr txBox="1"/>
          <p:nvPr/>
        </p:nvSpPr>
        <p:spPr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221" name="Google Shape;5221;p83"/>
          <p:cNvSpPr/>
          <p:nvPr/>
        </p:nvSpPr>
        <p:spPr>
          <a:xfrm>
            <a:off x="7682457" y="261938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2" name="Google Shape;5222;p83"/>
          <p:cNvSpPr txBox="1"/>
          <p:nvPr/>
        </p:nvSpPr>
        <p:spPr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2,3,5 belong to EE VLAN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4,6,7,8 belong to CS VLAN</a:t>
            </a:r>
            <a:endParaRPr/>
          </a:p>
        </p:txBody>
      </p:sp>
      <p:sp>
        <p:nvSpPr>
          <p:cNvPr id="5223" name="Google Shape;5223;p83"/>
          <p:cNvSpPr txBox="1"/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trunk port: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carries frames between VLANS defined over multiple physical switches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forwarded within VLAN between switches can’t be vanilla 802.1 frames (must carry VLAN ID info)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802.1q protocol adds/removed additional header fields for frames forwarded between trunk ports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8" name="Shape 5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9" name="Google Shape;5229;p8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802.1Q VLAN frame format</a:t>
            </a:r>
            <a:endParaRPr/>
          </a:p>
        </p:txBody>
      </p:sp>
      <p:sp>
        <p:nvSpPr>
          <p:cNvPr id="5230" name="Google Shape;5230;p8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31" name="Google Shape;5231;p84"/>
          <p:cNvSpPr txBox="1"/>
          <p:nvPr/>
        </p:nvSpPr>
        <p:spPr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 Ethernet frame</a:t>
            </a:r>
            <a:endParaRPr/>
          </a:p>
        </p:txBody>
      </p:sp>
      <p:grpSp>
        <p:nvGrpSpPr>
          <p:cNvPr id="5232" name="Google Shape;5232;p84"/>
          <p:cNvGrpSpPr/>
          <p:nvPr/>
        </p:nvGrpSpPr>
        <p:grpSpPr>
          <a:xfrm>
            <a:off x="970245" y="1413943"/>
            <a:ext cx="7867779" cy="1104405"/>
            <a:chOff x="940711" y="4902593"/>
            <a:chExt cx="6291001" cy="992895"/>
          </a:xfrm>
        </p:grpSpPr>
        <p:cxnSp>
          <p:nvCxnSpPr>
            <p:cNvPr id="5233" name="Google Shape;5233;p84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34" name="Google Shape;5234;p84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35" name="Google Shape;5235;p84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6" name="Google Shape;5236;p84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7" name="Google Shape;5237;p84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8" name="Google Shape;5238;p84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39" name="Google Shape;5239;p84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40" name="Google Shape;5240;p84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41" name="Google Shape;5241;p84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42" name="Google Shape;5242;p84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5243" name="Google Shape;5243;p84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5244" name="Google Shape;5244;p84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5245" name="Google Shape;5245;p84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cxnSp>
        <p:nvCxnSpPr>
          <p:cNvPr id="5246" name="Google Shape;5246;p84"/>
          <p:cNvCxnSpPr/>
          <p:nvPr/>
        </p:nvCxnSpPr>
        <p:spPr>
          <a:xfrm>
            <a:off x="4366933" y="3946525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7" name="Google Shape;5247;p84"/>
          <p:cNvSpPr/>
          <p:nvPr/>
        </p:nvSpPr>
        <p:spPr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2-byte Tag Protocol Identifier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(value: 81-00) </a:t>
            </a:r>
            <a:endParaRPr/>
          </a:p>
        </p:txBody>
      </p:sp>
      <p:sp>
        <p:nvSpPr>
          <p:cNvPr id="5248" name="Google Shape;5248;p84"/>
          <p:cNvSpPr/>
          <p:nvPr/>
        </p:nvSpPr>
        <p:spPr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Control Information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(12 bit VLAN ID field, 3 bit priority field like IP TOS)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5249" name="Google Shape;5249;p84"/>
          <p:cNvCxnSpPr/>
          <p:nvPr/>
        </p:nvCxnSpPr>
        <p:spPr>
          <a:xfrm>
            <a:off x="8942855" y="4032157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0" name="Google Shape;5250;p84"/>
          <p:cNvSpPr/>
          <p:nvPr/>
        </p:nvSpPr>
        <p:spPr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5251" name="Google Shape;5251;p84"/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cxnSp>
          <p:nvCxnSpPr>
            <p:cNvPr id="5252" name="Google Shape;5252;p84"/>
            <p:cNvCxnSpPr/>
            <p:nvPr/>
          </p:nvCxnSpPr>
          <p:spPr>
            <a:xfrm>
              <a:off x="4089588" y="2418509"/>
              <a:ext cx="979954" cy="956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253" name="Google Shape;5253;p84"/>
            <p:cNvCxnSpPr/>
            <p:nvPr/>
          </p:nvCxnSpPr>
          <p:spPr>
            <a:xfrm>
              <a:off x="8803063" y="2441481"/>
              <a:ext cx="905714" cy="94717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5254" name="Google Shape;5254;p84"/>
            <p:cNvSpPr txBox="1"/>
            <p:nvPr/>
          </p:nvSpPr>
          <p:spPr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802.1Q frame</a:t>
              </a:r>
              <a:endParaRPr/>
            </a:p>
          </p:txBody>
        </p:sp>
        <p:cxnSp>
          <p:nvCxnSpPr>
            <p:cNvPr id="5255" name="Google Shape;5255;p84"/>
            <p:cNvCxnSpPr/>
            <p:nvPr/>
          </p:nvCxnSpPr>
          <p:spPr>
            <a:xfrm>
              <a:off x="5272715" y="3308495"/>
              <a:ext cx="0" cy="227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56" name="Google Shape;5256;p84"/>
            <p:cNvSpPr/>
            <p:nvPr/>
          </p:nvSpPr>
          <p:spPr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257" name="Google Shape;5257;p84"/>
            <p:cNvCxnSpPr/>
            <p:nvPr/>
          </p:nvCxnSpPr>
          <p:spPr>
            <a:xfrm>
              <a:off x="2263192" y="3378763"/>
              <a:ext cx="0" cy="61218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8" name="Google Shape;5258;p84"/>
            <p:cNvCxnSpPr/>
            <p:nvPr/>
          </p:nvCxnSpPr>
          <p:spPr>
            <a:xfrm>
              <a:off x="3176434" y="3382291"/>
              <a:ext cx="0" cy="64923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59" name="Google Shape;5259;p84"/>
            <p:cNvCxnSpPr/>
            <p:nvPr/>
          </p:nvCxnSpPr>
          <p:spPr>
            <a:xfrm>
              <a:off x="5096217" y="3387584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0" name="Google Shape;5260;p84"/>
            <p:cNvCxnSpPr/>
            <p:nvPr/>
          </p:nvCxnSpPr>
          <p:spPr>
            <a:xfrm>
              <a:off x="5413866" y="3382291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1" name="Google Shape;5261;p84"/>
            <p:cNvCxnSpPr/>
            <p:nvPr/>
          </p:nvCxnSpPr>
          <p:spPr>
            <a:xfrm>
              <a:off x="7873664" y="3389347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62" name="Google Shape;5262;p84"/>
            <p:cNvSpPr txBox="1"/>
            <p:nvPr/>
          </p:nvSpPr>
          <p:spPr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63" name="Google Shape;5263;p84"/>
            <p:cNvSpPr txBox="1"/>
            <p:nvPr/>
          </p:nvSpPr>
          <p:spPr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5264" name="Google Shape;5264;p84"/>
            <p:cNvSpPr txBox="1"/>
            <p:nvPr/>
          </p:nvSpPr>
          <p:spPr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5265" name="Google Shape;5265;p84"/>
            <p:cNvSpPr txBox="1"/>
            <p:nvPr/>
          </p:nvSpPr>
          <p:spPr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5266" name="Google Shape;5266;p84"/>
            <p:cNvSpPr txBox="1"/>
            <p:nvPr/>
          </p:nvSpPr>
          <p:spPr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5267" name="Google Shape;5267;p84"/>
            <p:cNvSpPr txBox="1"/>
            <p:nvPr/>
          </p:nvSpPr>
          <p:spPr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  <p:cxnSp>
          <p:nvCxnSpPr>
            <p:cNvPr id="5268" name="Google Shape;5268;p84"/>
            <p:cNvCxnSpPr/>
            <p:nvPr/>
          </p:nvCxnSpPr>
          <p:spPr>
            <a:xfrm>
              <a:off x="4092170" y="3405513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9" name="Google Shape;5269;p84"/>
            <p:cNvCxnSpPr/>
            <p:nvPr/>
          </p:nvCxnSpPr>
          <p:spPr>
            <a:xfrm>
              <a:off x="4594194" y="3383101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70" name="Google Shape;5270;p84"/>
            <p:cNvCxnSpPr/>
            <p:nvPr/>
          </p:nvCxnSpPr>
          <p:spPr>
            <a:xfrm flipH="1">
              <a:off x="1035424" y="2436437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271" name="Google Shape;5271;p84"/>
            <p:cNvCxnSpPr/>
            <p:nvPr/>
          </p:nvCxnSpPr>
          <p:spPr>
            <a:xfrm flipH="1">
              <a:off x="4065495" y="2440920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272" name="Google Shape;5272;p84"/>
          <p:cNvCxnSpPr/>
          <p:nvPr/>
        </p:nvCxnSpPr>
        <p:spPr>
          <a:xfrm>
            <a:off x="4827494" y="4034118"/>
            <a:ext cx="0" cy="115644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73" name="Google Shape;5273;p84"/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8" name="Shape 5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9" name="Google Shape;5279;p8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280" name="Google Shape;528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281" name="Google Shape;5281;p85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2" name="Google Shape;5282;p85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3" name="Google Shape;5283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8" name="Shape 5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9" name="Google Shape;5289;p86"/>
          <p:cNvGrpSpPr/>
          <p:nvPr/>
        </p:nvGrpSpPr>
        <p:grpSpPr>
          <a:xfrm>
            <a:off x="3301814" y="4666078"/>
            <a:ext cx="3122613" cy="1757363"/>
            <a:chOff x="3136714" y="4650581"/>
            <a:chExt cx="3122613" cy="1757363"/>
          </a:xfrm>
        </p:grpSpPr>
        <p:sp>
          <p:nvSpPr>
            <p:cNvPr id="5290" name="Google Shape;5290;p86"/>
            <p:cNvSpPr/>
            <p:nvPr/>
          </p:nvSpPr>
          <p:spPr>
            <a:xfrm>
              <a:off x="3168117" y="4650581"/>
              <a:ext cx="3081164" cy="788448"/>
            </a:xfrm>
            <a:custGeom>
              <a:rect b="b" l="l" r="r" t="t"/>
              <a:pathLst>
                <a:path extrusionOk="0" h="10000" w="10000">
                  <a:moveTo>
                    <a:pt x="1299" y="0"/>
                  </a:moveTo>
                  <a:cubicBezTo>
                    <a:pt x="907" y="5588"/>
                    <a:pt x="1044" y="5473"/>
                    <a:pt x="0" y="10000"/>
                  </a:cubicBezTo>
                  <a:lnTo>
                    <a:pt x="10000" y="9659"/>
                  </a:lnTo>
                  <a:cubicBezTo>
                    <a:pt x="7455" y="5586"/>
                    <a:pt x="7294" y="3703"/>
                    <a:pt x="6684" y="0"/>
                  </a:cubicBezTo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BFBFB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1" name="Google Shape;5291;p86"/>
            <p:cNvSpPr/>
            <p:nvPr/>
          </p:nvSpPr>
          <p:spPr>
            <a:xfrm>
              <a:off x="3136714" y="5395119"/>
              <a:ext cx="3122613" cy="679450"/>
            </a:xfrm>
            <a:prstGeom prst="rect">
              <a:avLst/>
            </a:prstGeom>
            <a:solidFill>
              <a:srgbClr val="F56F6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2" name="Google Shape;5292;p86"/>
            <p:cNvSpPr txBox="1"/>
            <p:nvPr/>
          </p:nvSpPr>
          <p:spPr>
            <a:xfrm>
              <a:off x="3649477" y="5563394"/>
              <a:ext cx="666750" cy="3667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label</a:t>
              </a:r>
              <a:endParaRPr/>
            </a:p>
          </p:txBody>
        </p:sp>
        <p:sp>
          <p:nvSpPr>
            <p:cNvPr id="5293" name="Google Shape;5293;p86"/>
            <p:cNvSpPr txBox="1"/>
            <p:nvPr/>
          </p:nvSpPr>
          <p:spPr>
            <a:xfrm>
              <a:off x="4832164" y="5571331"/>
              <a:ext cx="577850" cy="3667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Exp</a:t>
              </a:r>
              <a:endParaRPr/>
            </a:p>
          </p:txBody>
        </p:sp>
        <p:sp>
          <p:nvSpPr>
            <p:cNvPr id="5294" name="Google Shape;5294;p86"/>
            <p:cNvSpPr txBox="1"/>
            <p:nvPr/>
          </p:nvSpPr>
          <p:spPr>
            <a:xfrm>
              <a:off x="5389377" y="5579269"/>
              <a:ext cx="336550" cy="3667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endParaRPr/>
            </a:p>
          </p:txBody>
        </p:sp>
        <p:sp>
          <p:nvSpPr>
            <p:cNvPr id="5295" name="Google Shape;5295;p86"/>
            <p:cNvSpPr txBox="1"/>
            <p:nvPr/>
          </p:nvSpPr>
          <p:spPr>
            <a:xfrm>
              <a:off x="5659252" y="5576094"/>
              <a:ext cx="590550" cy="366712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TTL</a:t>
              </a:r>
              <a:endParaRPr/>
            </a:p>
          </p:txBody>
        </p:sp>
        <p:cxnSp>
          <p:nvCxnSpPr>
            <p:cNvPr id="5296" name="Google Shape;5296;p86"/>
            <p:cNvCxnSpPr/>
            <p:nvPr/>
          </p:nvCxnSpPr>
          <p:spPr>
            <a:xfrm>
              <a:off x="4868677" y="5404644"/>
              <a:ext cx="0" cy="6524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7" name="Google Shape;5297;p86"/>
            <p:cNvCxnSpPr/>
            <p:nvPr/>
          </p:nvCxnSpPr>
          <p:spPr>
            <a:xfrm>
              <a:off x="5438589" y="5425281"/>
              <a:ext cx="0" cy="652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98" name="Google Shape;5298;p86"/>
            <p:cNvCxnSpPr/>
            <p:nvPr/>
          </p:nvCxnSpPr>
          <p:spPr>
            <a:xfrm>
              <a:off x="5708464" y="5420519"/>
              <a:ext cx="0" cy="6524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99" name="Google Shape;5299;p86"/>
            <p:cNvSpPr txBox="1"/>
            <p:nvPr/>
          </p:nvSpPr>
          <p:spPr>
            <a:xfrm>
              <a:off x="3808227" y="6071394"/>
              <a:ext cx="4095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20</a:t>
              </a:r>
              <a:endParaRPr/>
            </a:p>
          </p:txBody>
        </p:sp>
        <p:sp>
          <p:nvSpPr>
            <p:cNvPr id="5300" name="Google Shape;5300;p86"/>
            <p:cNvSpPr txBox="1"/>
            <p:nvPr/>
          </p:nvSpPr>
          <p:spPr>
            <a:xfrm>
              <a:off x="4979802" y="6066631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5301" name="Google Shape;5301;p86"/>
            <p:cNvSpPr txBox="1"/>
            <p:nvPr/>
          </p:nvSpPr>
          <p:spPr>
            <a:xfrm>
              <a:off x="5406839" y="6063456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302" name="Google Shape;5302;p86"/>
            <p:cNvSpPr txBox="1"/>
            <p:nvPr/>
          </p:nvSpPr>
          <p:spPr>
            <a:xfrm>
              <a:off x="5846577" y="6058694"/>
              <a:ext cx="2968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5303" name="Google Shape;5303;p8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Multiprotocol label switching (MPLS)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4" name="Google Shape;5304;p86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05" name="Google Shape;5305;p86"/>
          <p:cNvSpPr txBox="1"/>
          <p:nvPr/>
        </p:nvSpPr>
        <p:spPr>
          <a:xfrm>
            <a:off x="889560" y="1309781"/>
            <a:ext cx="11099240" cy="2468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0" marL="2889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high-speed IP forwarding among network of MPLS-capable routers, using fixed length label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(instead of shortest prefix matching)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 lookup using fixed length identifier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borrowing ideas from Virtual Circuit (VC) approach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IP datagram still keeps IP address!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306" name="Google Shape;5306;p86"/>
          <p:cNvSpPr txBox="1"/>
          <p:nvPr/>
        </p:nvSpPr>
        <p:spPr>
          <a:xfrm>
            <a:off x="5303652" y="4038600"/>
            <a:ext cx="508494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remainder of Ethernet frame, including IP header with IP source, destination addresses</a:t>
            </a:r>
            <a:endParaRPr/>
          </a:p>
        </p:txBody>
      </p:sp>
      <p:grpSp>
        <p:nvGrpSpPr>
          <p:cNvPr id="5307" name="Google Shape;5307;p86"/>
          <p:cNvGrpSpPr/>
          <p:nvPr/>
        </p:nvGrpSpPr>
        <p:grpSpPr>
          <a:xfrm>
            <a:off x="3735093" y="3993350"/>
            <a:ext cx="1665910" cy="657225"/>
            <a:chOff x="3557402" y="4006056"/>
            <a:chExt cx="1666875" cy="657225"/>
          </a:xfrm>
        </p:grpSpPr>
        <p:cxnSp>
          <p:nvCxnSpPr>
            <p:cNvPr id="5308" name="Google Shape;5308;p86"/>
            <p:cNvCxnSpPr/>
            <p:nvPr/>
          </p:nvCxnSpPr>
          <p:spPr>
            <a:xfrm>
              <a:off x="3568514" y="4010819"/>
              <a:ext cx="0" cy="6524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</p:cxnSp>
        <p:cxnSp>
          <p:nvCxnSpPr>
            <p:cNvPr id="5309" name="Google Shape;5309;p86"/>
            <p:cNvCxnSpPr/>
            <p:nvPr/>
          </p:nvCxnSpPr>
          <p:spPr>
            <a:xfrm>
              <a:off x="5222689" y="4006056"/>
              <a:ext cx="0" cy="6524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</p:cxnSp>
        <p:sp>
          <p:nvSpPr>
            <p:cNvPr id="5310" name="Google Shape;5310;p86"/>
            <p:cNvSpPr/>
            <p:nvPr/>
          </p:nvSpPr>
          <p:spPr>
            <a:xfrm>
              <a:off x="3557402" y="4009231"/>
              <a:ext cx="1660525" cy="639763"/>
            </a:xfrm>
            <a:prstGeom prst="rect">
              <a:avLst/>
            </a:prstGeom>
            <a:solidFill>
              <a:srgbClr val="F56F6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86"/>
            <p:cNvSpPr txBox="1"/>
            <p:nvPr/>
          </p:nvSpPr>
          <p:spPr>
            <a:xfrm>
              <a:off x="3592327" y="4167981"/>
              <a:ext cx="1631950" cy="366713"/>
            </a:xfrm>
            <a:prstGeom prst="rect">
              <a:avLst/>
            </a:prstGeom>
            <a:noFill/>
            <a:ln>
              <a:noFill/>
            </a:ln>
            <a:effectLst>
              <a:outerShdw blurRad="50800" rotWithShape="0" dir="162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MPLS header</a:t>
              </a:r>
              <a:endParaRPr/>
            </a:p>
          </p:txBody>
        </p:sp>
      </p:grpSp>
      <p:grpSp>
        <p:nvGrpSpPr>
          <p:cNvPr id="5312" name="Google Shape;5312;p86"/>
          <p:cNvGrpSpPr/>
          <p:nvPr/>
        </p:nvGrpSpPr>
        <p:grpSpPr>
          <a:xfrm>
            <a:off x="2591501" y="3998009"/>
            <a:ext cx="1828099" cy="651093"/>
            <a:chOff x="1905701" y="7534275"/>
            <a:chExt cx="1828099" cy="651093"/>
          </a:xfrm>
        </p:grpSpPr>
        <p:sp>
          <p:nvSpPr>
            <p:cNvPr id="5313" name="Google Shape;5313;p86"/>
            <p:cNvSpPr/>
            <p:nvPr/>
          </p:nvSpPr>
          <p:spPr>
            <a:xfrm>
              <a:off x="1905701" y="7534275"/>
              <a:ext cx="1828099" cy="639762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4" name="Google Shape;5314;p86"/>
            <p:cNvSpPr txBox="1"/>
            <p:nvPr/>
          </p:nvSpPr>
          <p:spPr>
            <a:xfrm>
              <a:off x="2243816" y="7539037"/>
              <a:ext cx="112082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Ethernet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</p:grpSp>
      <p:grpSp>
        <p:nvGrpSpPr>
          <p:cNvPr id="5315" name="Google Shape;5315;p86"/>
          <p:cNvGrpSpPr/>
          <p:nvPr/>
        </p:nvGrpSpPr>
        <p:grpSpPr>
          <a:xfrm>
            <a:off x="4419600" y="3994834"/>
            <a:ext cx="5234874" cy="646331"/>
            <a:chOff x="4737100" y="6692900"/>
            <a:chExt cx="5234874" cy="646331"/>
          </a:xfrm>
        </p:grpSpPr>
        <p:sp>
          <p:nvSpPr>
            <p:cNvPr id="5316" name="Google Shape;5316;p86"/>
            <p:cNvSpPr/>
            <p:nvPr/>
          </p:nvSpPr>
          <p:spPr>
            <a:xfrm>
              <a:off x="4737100" y="6696075"/>
              <a:ext cx="5234874" cy="639762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7" name="Google Shape;5317;p86"/>
            <p:cNvSpPr txBox="1"/>
            <p:nvPr/>
          </p:nvSpPr>
          <p:spPr>
            <a:xfrm>
              <a:off x="4848926" y="6692900"/>
              <a:ext cx="508494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remainder of Ethernet frame, including IP header with IP source, destination addresses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2" name="Shape 5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3" name="Google Shape;5323;p8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capable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4" name="Google Shape;5324;p8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25" name="Google Shape;5325;p87"/>
          <p:cNvSpPr txBox="1"/>
          <p:nvPr/>
        </p:nvSpPr>
        <p:spPr>
          <a:xfrm>
            <a:off x="1004047" y="1371600"/>
            <a:ext cx="10304929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4963" lvl="0" marL="4651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a.k.a. label-switched router</a:t>
            </a:r>
            <a:endParaRPr/>
          </a:p>
          <a:p>
            <a:pPr indent="-3349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 packets to outgoing interface based only on label value (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inspect IP address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MPLS forwarding table distinct from IP forwarding tables</a:t>
            </a:r>
            <a:endParaRPr/>
          </a:p>
          <a:p>
            <a:pPr indent="-334963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i="1"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flexibility: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MPLS forwarding decisions can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from those of IP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destination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source addresses to route flows to same destination differently (traffic engineering)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re-route flows quickly if link fails: pre-computed backup paths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0" name="Shape 5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1" name="Google Shape;5331;p88"/>
          <p:cNvGrpSpPr/>
          <p:nvPr/>
        </p:nvGrpSpPr>
        <p:grpSpPr>
          <a:xfrm>
            <a:off x="3103897" y="2168711"/>
            <a:ext cx="800044" cy="416858"/>
            <a:chOff x="7493876" y="2774731"/>
            <a:chExt cx="1481958" cy="894622"/>
          </a:xfrm>
        </p:grpSpPr>
        <p:sp>
          <p:nvSpPr>
            <p:cNvPr id="5332" name="Google Shape;5332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33" name="Google Shape;5333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34" name="Google Shape;5334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35" name="Google Shape;5335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6" name="Google Shape;5336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7" name="Google Shape;5337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38" name="Google Shape;5338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39" name="Google Shape;5339;p88"/>
          <p:cNvGrpSpPr/>
          <p:nvPr/>
        </p:nvGrpSpPr>
        <p:grpSpPr>
          <a:xfrm>
            <a:off x="4565518" y="2198594"/>
            <a:ext cx="800044" cy="416858"/>
            <a:chOff x="7493876" y="2774731"/>
            <a:chExt cx="1481958" cy="894622"/>
          </a:xfrm>
        </p:grpSpPr>
        <p:sp>
          <p:nvSpPr>
            <p:cNvPr id="5340" name="Google Shape;5340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41" name="Google Shape;5341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42" name="Google Shape;5342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3" name="Google Shape;5343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4" name="Google Shape;5344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5" name="Google Shape;5345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46" name="Google Shape;5346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47" name="Google Shape;5347;p88"/>
          <p:cNvGrpSpPr/>
          <p:nvPr/>
        </p:nvGrpSpPr>
        <p:grpSpPr>
          <a:xfrm>
            <a:off x="4189561" y="3198907"/>
            <a:ext cx="800044" cy="416858"/>
            <a:chOff x="7493876" y="2774731"/>
            <a:chExt cx="1481958" cy="894622"/>
          </a:xfrm>
        </p:grpSpPr>
        <p:sp>
          <p:nvSpPr>
            <p:cNvPr id="5348" name="Google Shape;5348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49" name="Google Shape;5349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50" name="Google Shape;5350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51" name="Google Shape;5351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2" name="Google Shape;5352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3" name="Google Shape;5353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4" name="Google Shape;5354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55" name="Google Shape;5355;p88"/>
          <p:cNvGrpSpPr/>
          <p:nvPr/>
        </p:nvGrpSpPr>
        <p:grpSpPr>
          <a:xfrm>
            <a:off x="6015747" y="3215157"/>
            <a:ext cx="800044" cy="416858"/>
            <a:chOff x="7493876" y="2774731"/>
            <a:chExt cx="1481958" cy="894622"/>
          </a:xfrm>
        </p:grpSpPr>
        <p:sp>
          <p:nvSpPr>
            <p:cNvPr id="5356" name="Google Shape;5356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57" name="Google Shape;5357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58" name="Google Shape;5358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59" name="Google Shape;5359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0" name="Google Shape;5360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1" name="Google Shape;5361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2" name="Google Shape;5362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63" name="Google Shape;5363;p8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versus IP paths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4" name="Google Shape;5364;p88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65" name="Google Shape;5365;p88"/>
          <p:cNvCxnSpPr/>
          <p:nvPr/>
        </p:nvCxnSpPr>
        <p:spPr>
          <a:xfrm>
            <a:off x="2349594" y="1786592"/>
            <a:ext cx="752593" cy="580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6" name="Google Shape;5366;p88"/>
          <p:cNvCxnSpPr/>
          <p:nvPr/>
        </p:nvCxnSpPr>
        <p:spPr>
          <a:xfrm flipH="1" rot="10800000">
            <a:off x="2410667" y="2445173"/>
            <a:ext cx="688134" cy="23452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7" name="Google Shape;5367;p88"/>
          <p:cNvCxnSpPr/>
          <p:nvPr/>
        </p:nvCxnSpPr>
        <p:spPr>
          <a:xfrm>
            <a:off x="3901223" y="2430780"/>
            <a:ext cx="6667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8" name="Google Shape;5368;p88"/>
          <p:cNvCxnSpPr/>
          <p:nvPr/>
        </p:nvCxnSpPr>
        <p:spPr>
          <a:xfrm>
            <a:off x="3693263" y="2567081"/>
            <a:ext cx="607804" cy="67734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9" name="Google Shape;5369;p88"/>
          <p:cNvCxnSpPr/>
          <p:nvPr/>
        </p:nvCxnSpPr>
        <p:spPr>
          <a:xfrm>
            <a:off x="4982416" y="3452068"/>
            <a:ext cx="10382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0" name="Google Shape;5370;p88"/>
          <p:cNvCxnSpPr/>
          <p:nvPr/>
        </p:nvCxnSpPr>
        <p:spPr>
          <a:xfrm>
            <a:off x="5268166" y="2565400"/>
            <a:ext cx="838200" cy="7143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1" name="Google Shape;5371;p88"/>
          <p:cNvCxnSpPr/>
          <p:nvPr/>
        </p:nvCxnSpPr>
        <p:spPr>
          <a:xfrm>
            <a:off x="6809737" y="347027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2" name="Google Shape;5372;p88"/>
          <p:cNvSpPr txBox="1"/>
          <p:nvPr/>
        </p:nvSpPr>
        <p:spPr>
          <a:xfrm>
            <a:off x="4368053" y="36480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5373" name="Google Shape;5373;p88"/>
          <p:cNvSpPr txBox="1"/>
          <p:nvPr/>
        </p:nvSpPr>
        <p:spPr>
          <a:xfrm>
            <a:off x="6046676" y="2254991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374" name="Google Shape;5374;p88"/>
          <p:cNvSpPr txBox="1"/>
          <p:nvPr/>
        </p:nvSpPr>
        <p:spPr>
          <a:xfrm>
            <a:off x="4753816" y="2646363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5375" name="Google Shape;5375;p88"/>
          <p:cNvSpPr txBox="1"/>
          <p:nvPr/>
        </p:nvSpPr>
        <p:spPr>
          <a:xfrm>
            <a:off x="1831228" y="288290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5376" name="Google Shape;5376;p88"/>
          <p:cNvSpPr txBox="1"/>
          <p:nvPr/>
        </p:nvSpPr>
        <p:spPr>
          <a:xfrm>
            <a:off x="7444628" y="3287713"/>
            <a:ext cx="336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377" name="Google Shape;5377;p88"/>
          <p:cNvSpPr txBox="1"/>
          <p:nvPr/>
        </p:nvSpPr>
        <p:spPr>
          <a:xfrm>
            <a:off x="1794716" y="19335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/>
          </a:p>
        </p:txBody>
      </p:sp>
      <p:sp>
        <p:nvSpPr>
          <p:cNvPr id="5378" name="Google Shape;5378;p88"/>
          <p:cNvSpPr txBox="1"/>
          <p:nvPr/>
        </p:nvSpPr>
        <p:spPr>
          <a:xfrm>
            <a:off x="3090116" y="258445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grpSp>
        <p:nvGrpSpPr>
          <p:cNvPr id="5379" name="Google Shape;5379;p88"/>
          <p:cNvGrpSpPr/>
          <p:nvPr/>
        </p:nvGrpSpPr>
        <p:grpSpPr>
          <a:xfrm>
            <a:off x="1593531" y="1573305"/>
            <a:ext cx="800044" cy="416858"/>
            <a:chOff x="7493876" y="2774731"/>
            <a:chExt cx="1481958" cy="894622"/>
          </a:xfrm>
        </p:grpSpPr>
        <p:sp>
          <p:nvSpPr>
            <p:cNvPr id="5380" name="Google Shape;5380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81" name="Google Shape;5381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82" name="Google Shape;5382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83" name="Google Shape;5383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4" name="Google Shape;5384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5" name="Google Shape;5385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6" name="Google Shape;5386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87" name="Google Shape;5387;p88"/>
          <p:cNvGrpSpPr/>
          <p:nvPr/>
        </p:nvGrpSpPr>
        <p:grpSpPr>
          <a:xfrm>
            <a:off x="1638354" y="2424952"/>
            <a:ext cx="800044" cy="416858"/>
            <a:chOff x="7493876" y="2774731"/>
            <a:chExt cx="1481958" cy="894622"/>
          </a:xfrm>
        </p:grpSpPr>
        <p:sp>
          <p:nvSpPr>
            <p:cNvPr id="5388" name="Google Shape;5388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89" name="Google Shape;5389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90" name="Google Shape;5390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91" name="Google Shape;5391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2" name="Google Shape;5392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3" name="Google Shape;5393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4" name="Google Shape;5394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95" name="Google Shape;5395;p88"/>
          <p:cNvSpPr/>
          <p:nvPr/>
        </p:nvSpPr>
        <p:spPr>
          <a:xfrm>
            <a:off x="2527768" y="1765674"/>
            <a:ext cx="4873812" cy="1623545"/>
          </a:xfrm>
          <a:custGeom>
            <a:rect b="b" l="l" r="r" t="t"/>
            <a:pathLst>
              <a:path extrusionOk="0" h="1622945" w="4873812">
                <a:moveTo>
                  <a:pt x="0" y="0"/>
                </a:moveTo>
                <a:lnTo>
                  <a:pt x="600636" y="489562"/>
                </a:lnTo>
                <a:lnTo>
                  <a:pt x="1170173" y="614228"/>
                </a:lnTo>
                <a:lnTo>
                  <a:pt x="2039172" y="1622945"/>
                </a:lnTo>
                <a:lnTo>
                  <a:pt x="4873812" y="1622945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6" name="Google Shape;5396;p88"/>
          <p:cNvSpPr/>
          <p:nvPr/>
        </p:nvSpPr>
        <p:spPr>
          <a:xfrm>
            <a:off x="2482945" y="2448206"/>
            <a:ext cx="4823572" cy="1117319"/>
          </a:xfrm>
          <a:custGeom>
            <a:rect b="b" l="l" r="r" t="t"/>
            <a:pathLst>
              <a:path extrusionOk="0" h="1116977" w="4824180">
                <a:moveTo>
                  <a:pt x="0" y="322147"/>
                </a:moveTo>
                <a:lnTo>
                  <a:pt x="980705" y="0"/>
                </a:lnTo>
                <a:lnTo>
                  <a:pt x="1989540" y="1116977"/>
                </a:lnTo>
                <a:lnTo>
                  <a:pt x="4824180" y="1116977"/>
                </a:lnTo>
              </a:path>
            </a:pathLst>
          </a:cu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7" name="Google Shape;5397;p88"/>
          <p:cNvSpPr txBox="1"/>
          <p:nvPr/>
        </p:nvSpPr>
        <p:spPr>
          <a:xfrm>
            <a:off x="905436" y="4121897"/>
            <a:ext cx="11125200" cy="571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0"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routing: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destination determined by destination address alone</a:t>
            </a:r>
            <a:endParaRPr i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8" name="Google Shape;5398;p88"/>
          <p:cNvCxnSpPr/>
          <p:nvPr/>
        </p:nvCxnSpPr>
        <p:spPr>
          <a:xfrm>
            <a:off x="5367017" y="243395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99" name="Google Shape;5399;p88"/>
          <p:cNvSpPr txBox="1"/>
          <p:nvPr/>
        </p:nvSpPr>
        <p:spPr>
          <a:xfrm>
            <a:off x="9468037" y="2382741"/>
            <a:ext cx="10963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router</a:t>
            </a:r>
            <a:endParaRPr/>
          </a:p>
        </p:txBody>
      </p:sp>
      <p:grpSp>
        <p:nvGrpSpPr>
          <p:cNvPr id="5400" name="Google Shape;5400;p88"/>
          <p:cNvGrpSpPr/>
          <p:nvPr/>
        </p:nvGrpSpPr>
        <p:grpSpPr>
          <a:xfrm>
            <a:off x="8662202" y="2389088"/>
            <a:ext cx="800044" cy="475131"/>
            <a:chOff x="7493876" y="2774731"/>
            <a:chExt cx="1481958" cy="894622"/>
          </a:xfrm>
        </p:grpSpPr>
        <p:sp>
          <p:nvSpPr>
            <p:cNvPr id="5401" name="Google Shape;5401;p8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02" name="Google Shape;5402;p8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03" name="Google Shape;5403;p8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04" name="Google Shape;5404;p8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5" name="Google Shape;5405;p8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6" name="Google Shape;5406;p8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7" name="Google Shape;5407;p8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2" name="Shape 5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13" name="Google Shape;5413;p89"/>
          <p:cNvGrpSpPr/>
          <p:nvPr/>
        </p:nvGrpSpPr>
        <p:grpSpPr>
          <a:xfrm>
            <a:off x="3104084" y="2169457"/>
            <a:ext cx="800044" cy="416858"/>
            <a:chOff x="7493876" y="2774731"/>
            <a:chExt cx="1481958" cy="894622"/>
          </a:xfrm>
        </p:grpSpPr>
        <p:sp>
          <p:nvSpPr>
            <p:cNvPr id="5414" name="Google Shape;5414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15" name="Google Shape;5415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16" name="Google Shape;5416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17" name="Google Shape;5417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8" name="Google Shape;5418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9" name="Google Shape;5419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0" name="Google Shape;5420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1" name="Google Shape;5421;p89"/>
          <p:cNvGrpSpPr/>
          <p:nvPr/>
        </p:nvGrpSpPr>
        <p:grpSpPr>
          <a:xfrm>
            <a:off x="4564629" y="2204710"/>
            <a:ext cx="800044" cy="416858"/>
            <a:chOff x="7493876" y="2774731"/>
            <a:chExt cx="1481958" cy="894622"/>
          </a:xfrm>
        </p:grpSpPr>
        <p:sp>
          <p:nvSpPr>
            <p:cNvPr id="5422" name="Google Shape;5422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3" name="Google Shape;5423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4" name="Google Shape;5424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5" name="Google Shape;5425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6" name="Google Shape;5426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7" name="Google Shape;5427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29" name="Google Shape;5429;p89"/>
          <p:cNvGrpSpPr/>
          <p:nvPr/>
        </p:nvGrpSpPr>
        <p:grpSpPr>
          <a:xfrm>
            <a:off x="4183358" y="3201117"/>
            <a:ext cx="800044" cy="416858"/>
            <a:chOff x="7493876" y="2774731"/>
            <a:chExt cx="1481958" cy="894622"/>
          </a:xfrm>
        </p:grpSpPr>
        <p:sp>
          <p:nvSpPr>
            <p:cNvPr id="5430" name="Google Shape;5430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1" name="Google Shape;5431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2" name="Google Shape;5432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3" name="Google Shape;5433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4" name="Google Shape;5434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5" name="Google Shape;5435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7" name="Google Shape;5437;p89"/>
          <p:cNvGrpSpPr/>
          <p:nvPr/>
        </p:nvGrpSpPr>
        <p:grpSpPr>
          <a:xfrm>
            <a:off x="6014871" y="3215650"/>
            <a:ext cx="800044" cy="416858"/>
            <a:chOff x="7493876" y="2774731"/>
            <a:chExt cx="1481958" cy="894622"/>
          </a:xfrm>
        </p:grpSpPr>
        <p:sp>
          <p:nvSpPr>
            <p:cNvPr id="5438" name="Google Shape;5438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9" name="Google Shape;5439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0" name="Google Shape;5440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1" name="Google Shape;5441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2" name="Google Shape;5442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3" name="Google Shape;5443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45" name="Google Shape;5445;p8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versus IP paths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6" name="Google Shape;5446;p8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447" name="Google Shape;5447;p89"/>
          <p:cNvCxnSpPr/>
          <p:nvPr/>
        </p:nvCxnSpPr>
        <p:spPr>
          <a:xfrm>
            <a:off x="2349594" y="1786592"/>
            <a:ext cx="752593" cy="580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8" name="Google Shape;5448;p89"/>
          <p:cNvCxnSpPr/>
          <p:nvPr/>
        </p:nvCxnSpPr>
        <p:spPr>
          <a:xfrm flipH="1" rot="10800000">
            <a:off x="2410667" y="2445173"/>
            <a:ext cx="688134" cy="23452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9" name="Google Shape;5449;p89"/>
          <p:cNvCxnSpPr/>
          <p:nvPr/>
        </p:nvCxnSpPr>
        <p:spPr>
          <a:xfrm>
            <a:off x="3901223" y="2430780"/>
            <a:ext cx="6667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0" name="Google Shape;5450;p89"/>
          <p:cNvCxnSpPr/>
          <p:nvPr/>
        </p:nvCxnSpPr>
        <p:spPr>
          <a:xfrm>
            <a:off x="3693263" y="2567081"/>
            <a:ext cx="607804" cy="67734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1" name="Google Shape;5451;p89"/>
          <p:cNvCxnSpPr/>
          <p:nvPr/>
        </p:nvCxnSpPr>
        <p:spPr>
          <a:xfrm>
            <a:off x="4982416" y="3452068"/>
            <a:ext cx="10382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2" name="Google Shape;5452;p89"/>
          <p:cNvCxnSpPr/>
          <p:nvPr/>
        </p:nvCxnSpPr>
        <p:spPr>
          <a:xfrm>
            <a:off x="5268166" y="2565400"/>
            <a:ext cx="838200" cy="7143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3" name="Google Shape;5453;p89"/>
          <p:cNvCxnSpPr/>
          <p:nvPr/>
        </p:nvCxnSpPr>
        <p:spPr>
          <a:xfrm>
            <a:off x="6809737" y="347027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4" name="Google Shape;5454;p89"/>
          <p:cNvSpPr txBox="1"/>
          <p:nvPr/>
        </p:nvSpPr>
        <p:spPr>
          <a:xfrm>
            <a:off x="4368053" y="36480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5455" name="Google Shape;5455;p89"/>
          <p:cNvSpPr txBox="1"/>
          <p:nvPr/>
        </p:nvSpPr>
        <p:spPr>
          <a:xfrm>
            <a:off x="6046676" y="2254991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456" name="Google Shape;5456;p89"/>
          <p:cNvSpPr txBox="1"/>
          <p:nvPr/>
        </p:nvSpPr>
        <p:spPr>
          <a:xfrm>
            <a:off x="4753816" y="2646363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5457" name="Google Shape;5457;p89"/>
          <p:cNvSpPr txBox="1"/>
          <p:nvPr/>
        </p:nvSpPr>
        <p:spPr>
          <a:xfrm>
            <a:off x="1831228" y="288290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5458" name="Google Shape;5458;p89"/>
          <p:cNvSpPr txBox="1"/>
          <p:nvPr/>
        </p:nvSpPr>
        <p:spPr>
          <a:xfrm>
            <a:off x="7444628" y="3287713"/>
            <a:ext cx="336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459" name="Google Shape;5459;p89"/>
          <p:cNvSpPr txBox="1"/>
          <p:nvPr/>
        </p:nvSpPr>
        <p:spPr>
          <a:xfrm>
            <a:off x="1794716" y="1933575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/>
          </a:p>
        </p:txBody>
      </p:sp>
      <p:sp>
        <p:nvSpPr>
          <p:cNvPr id="5460" name="Google Shape;5460;p89"/>
          <p:cNvSpPr txBox="1"/>
          <p:nvPr/>
        </p:nvSpPr>
        <p:spPr>
          <a:xfrm>
            <a:off x="9468037" y="2382741"/>
            <a:ext cx="10963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router</a:t>
            </a:r>
            <a:endParaRPr/>
          </a:p>
        </p:txBody>
      </p:sp>
      <p:sp>
        <p:nvSpPr>
          <p:cNvPr id="5461" name="Google Shape;5461;p89"/>
          <p:cNvSpPr txBox="1"/>
          <p:nvPr/>
        </p:nvSpPr>
        <p:spPr>
          <a:xfrm>
            <a:off x="3090116" y="2584450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grpSp>
        <p:nvGrpSpPr>
          <p:cNvPr id="5462" name="Google Shape;5462;p89"/>
          <p:cNvGrpSpPr/>
          <p:nvPr/>
        </p:nvGrpSpPr>
        <p:grpSpPr>
          <a:xfrm>
            <a:off x="1593531" y="1573305"/>
            <a:ext cx="800044" cy="416858"/>
            <a:chOff x="7493876" y="2774731"/>
            <a:chExt cx="1481958" cy="894622"/>
          </a:xfrm>
        </p:grpSpPr>
        <p:sp>
          <p:nvSpPr>
            <p:cNvPr id="5463" name="Google Shape;5463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4" name="Google Shape;5464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5" name="Google Shape;5465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6" name="Google Shape;5466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7" name="Google Shape;5467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0" name="Google Shape;5470;p89"/>
          <p:cNvGrpSpPr/>
          <p:nvPr/>
        </p:nvGrpSpPr>
        <p:grpSpPr>
          <a:xfrm>
            <a:off x="1638354" y="2424952"/>
            <a:ext cx="800044" cy="416858"/>
            <a:chOff x="7493876" y="2774731"/>
            <a:chExt cx="1481958" cy="894622"/>
          </a:xfrm>
        </p:grpSpPr>
        <p:sp>
          <p:nvSpPr>
            <p:cNvPr id="5471" name="Google Shape;5471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2" name="Google Shape;5472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3" name="Google Shape;5473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4" name="Google Shape;5474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5" name="Google Shape;5475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8" name="Google Shape;5478;p89"/>
          <p:cNvGrpSpPr/>
          <p:nvPr/>
        </p:nvGrpSpPr>
        <p:grpSpPr>
          <a:xfrm>
            <a:off x="8662202" y="2389088"/>
            <a:ext cx="800044" cy="475131"/>
            <a:chOff x="7493876" y="2774731"/>
            <a:chExt cx="1481958" cy="894622"/>
          </a:xfrm>
        </p:grpSpPr>
        <p:sp>
          <p:nvSpPr>
            <p:cNvPr id="5479" name="Google Shape;547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0" name="Google Shape;548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1" name="Google Shape;548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2" name="Google Shape;548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3" name="Google Shape;548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86" name="Google Shape;5486;p89"/>
          <p:cNvSpPr txBox="1"/>
          <p:nvPr/>
        </p:nvSpPr>
        <p:spPr>
          <a:xfrm>
            <a:off x="905436" y="4121897"/>
            <a:ext cx="11125200" cy="571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0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 routing: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destination determined by destination address alone</a:t>
            </a:r>
            <a:endParaRPr i="0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87" name="Google Shape;5487;p89"/>
          <p:cNvCxnSpPr/>
          <p:nvPr/>
        </p:nvCxnSpPr>
        <p:spPr>
          <a:xfrm>
            <a:off x="5367017" y="2433955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88" name="Google Shape;5488;p89"/>
          <p:cNvGrpSpPr/>
          <p:nvPr/>
        </p:nvGrpSpPr>
        <p:grpSpPr>
          <a:xfrm>
            <a:off x="8697359" y="3042907"/>
            <a:ext cx="800044" cy="416858"/>
            <a:chOff x="7493876" y="2774731"/>
            <a:chExt cx="1481958" cy="894622"/>
          </a:xfrm>
        </p:grpSpPr>
        <p:sp>
          <p:nvSpPr>
            <p:cNvPr id="5489" name="Google Shape;5489;p8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0" name="Google Shape;5490;p8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1" name="Google Shape;5491;p8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2" name="Google Shape;5492;p8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8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8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5" name="Google Shape;5495;p8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96" name="Google Shape;5496;p89"/>
          <p:cNvSpPr txBox="1"/>
          <p:nvPr/>
        </p:nvSpPr>
        <p:spPr>
          <a:xfrm>
            <a:off x="9485967" y="3046129"/>
            <a:ext cx="17608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IP/MPLS router</a:t>
            </a:r>
            <a:endParaRPr/>
          </a:p>
        </p:txBody>
      </p:sp>
      <p:sp>
        <p:nvSpPr>
          <p:cNvPr id="5497" name="Google Shape;5497;p89"/>
          <p:cNvSpPr/>
          <p:nvPr/>
        </p:nvSpPr>
        <p:spPr>
          <a:xfrm>
            <a:off x="2527768" y="1765674"/>
            <a:ext cx="4873812" cy="1623545"/>
          </a:xfrm>
          <a:custGeom>
            <a:rect b="b" l="l" r="r" t="t"/>
            <a:pathLst>
              <a:path extrusionOk="0" h="1622945" w="4873812">
                <a:moveTo>
                  <a:pt x="0" y="0"/>
                </a:moveTo>
                <a:lnTo>
                  <a:pt x="859593" y="589766"/>
                </a:lnTo>
                <a:lnTo>
                  <a:pt x="2689691" y="600785"/>
                </a:lnTo>
                <a:lnTo>
                  <a:pt x="3800737" y="1596061"/>
                </a:lnTo>
                <a:lnTo>
                  <a:pt x="4873812" y="1622945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8" name="Google Shape;5498;p89"/>
          <p:cNvSpPr/>
          <p:nvPr/>
        </p:nvSpPr>
        <p:spPr>
          <a:xfrm>
            <a:off x="2482945" y="2448206"/>
            <a:ext cx="4823572" cy="1117319"/>
          </a:xfrm>
          <a:custGeom>
            <a:rect b="b" l="l" r="r" t="t"/>
            <a:pathLst>
              <a:path extrusionOk="0" h="1116977" w="4824180">
                <a:moveTo>
                  <a:pt x="0" y="322147"/>
                </a:moveTo>
                <a:lnTo>
                  <a:pt x="980705" y="0"/>
                </a:lnTo>
                <a:lnTo>
                  <a:pt x="1989540" y="1116977"/>
                </a:lnTo>
                <a:lnTo>
                  <a:pt x="4824180" y="1116977"/>
                </a:lnTo>
              </a:path>
            </a:pathLst>
          </a:cu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99" name="Google Shape;5499;p89"/>
          <p:cNvGrpSpPr/>
          <p:nvPr/>
        </p:nvGrpSpPr>
        <p:grpSpPr>
          <a:xfrm>
            <a:off x="3235467" y="1399148"/>
            <a:ext cx="7401156" cy="1675603"/>
            <a:chOff x="3235467" y="1399148"/>
            <a:chExt cx="7401156" cy="1675603"/>
          </a:xfrm>
        </p:grpSpPr>
        <p:cxnSp>
          <p:nvCxnSpPr>
            <p:cNvPr id="5500" name="Google Shape;5500;p89"/>
            <p:cNvCxnSpPr/>
            <p:nvPr/>
          </p:nvCxnSpPr>
          <p:spPr>
            <a:xfrm flipH="1" rot="10800000">
              <a:off x="3999006" y="1726547"/>
              <a:ext cx="323196" cy="397000"/>
            </a:xfrm>
            <a:prstGeom prst="straightConnector1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501" name="Google Shape;5501;p89"/>
            <p:cNvSpPr txBox="1"/>
            <p:nvPr/>
          </p:nvSpPr>
          <p:spPr>
            <a:xfrm>
              <a:off x="4296802" y="1399148"/>
              <a:ext cx="6339821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IP/MPLS entry router (R4)  can use </a:t>
              </a:r>
              <a:r>
                <a:rPr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different</a:t>
              </a:r>
              <a:r>
                <a:rPr i="0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MPLS routes to A based, e.g., on IP source address or other fields</a:t>
              </a:r>
              <a:endParaRPr/>
            </a:p>
          </p:txBody>
        </p:sp>
        <p:sp>
          <p:nvSpPr>
            <p:cNvPr id="5502" name="Google Shape;5502;p89"/>
            <p:cNvSpPr/>
            <p:nvPr/>
          </p:nvSpPr>
          <p:spPr>
            <a:xfrm rot="2263392">
              <a:off x="3568700" y="2000250"/>
              <a:ext cx="161925" cy="1144588"/>
            </a:xfrm>
            <a:prstGeom prst="ellipse">
              <a:avLst/>
            </a:prstGeom>
            <a:noFill/>
            <a:ln cap="flat" cmpd="sng" w="1587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03" name="Google Shape;5503;p89"/>
          <p:cNvSpPr txBox="1"/>
          <p:nvPr/>
        </p:nvSpPr>
        <p:spPr>
          <a:xfrm>
            <a:off x="886851" y="4701896"/>
            <a:ext cx="10892772" cy="154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MPLS routing: 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path to destination can be based on source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i="0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destination address</a:t>
            </a:r>
            <a:endParaRPr/>
          </a:p>
          <a:p>
            <a:pPr indent="-293688" lvl="1" marL="6937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flavor of generalized forwarding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(MPLS 10 years earlier)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fast reroute: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precompute backup routes in case of link failure</a:t>
            </a:r>
            <a:endParaRPr/>
          </a:p>
        </p:txBody>
      </p:sp>
      <p:sp>
        <p:nvSpPr>
          <p:cNvPr id="5504" name="Google Shape;5504;p89"/>
          <p:cNvSpPr txBox="1"/>
          <p:nvPr/>
        </p:nvSpPr>
        <p:spPr>
          <a:xfrm>
            <a:off x="6220759" y="3650037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9" name="Shape 5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0" name="Google Shape;5510;p9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signaling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1" name="Google Shape;5511;p9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12" name="Google Shape;5512;p90"/>
          <p:cNvSpPr txBox="1"/>
          <p:nvPr/>
        </p:nvSpPr>
        <p:spPr>
          <a:xfrm>
            <a:off x="806263" y="1486367"/>
            <a:ext cx="11188513" cy="2142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OSPF, IS-IS link-state flooding protocols to carry info used by MPLS routing: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link bandwidth, amount of “reserved” link bandwidth</a:t>
            </a:r>
            <a:endParaRPr/>
          </a:p>
        </p:txBody>
      </p:sp>
      <p:grpSp>
        <p:nvGrpSpPr>
          <p:cNvPr id="5513" name="Google Shape;5513;p90"/>
          <p:cNvGrpSpPr/>
          <p:nvPr/>
        </p:nvGrpSpPr>
        <p:grpSpPr>
          <a:xfrm>
            <a:off x="4502577" y="4805080"/>
            <a:ext cx="800044" cy="416858"/>
            <a:chOff x="7493876" y="2774731"/>
            <a:chExt cx="1481958" cy="894622"/>
          </a:xfrm>
        </p:grpSpPr>
        <p:sp>
          <p:nvSpPr>
            <p:cNvPr id="5514" name="Google Shape;5514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5" name="Google Shape;5515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6" name="Google Shape;5516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7" name="Google Shape;5517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9" name="Google Shape;5519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0" name="Google Shape;5520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1" name="Google Shape;5521;p90"/>
          <p:cNvGrpSpPr/>
          <p:nvPr/>
        </p:nvGrpSpPr>
        <p:grpSpPr>
          <a:xfrm>
            <a:off x="5963122" y="4840333"/>
            <a:ext cx="800044" cy="416858"/>
            <a:chOff x="7493876" y="2774731"/>
            <a:chExt cx="1481958" cy="894622"/>
          </a:xfrm>
        </p:grpSpPr>
        <p:sp>
          <p:nvSpPr>
            <p:cNvPr id="5522" name="Google Shape;5522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3" name="Google Shape;5523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4" name="Google Shape;5524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5" name="Google Shape;5525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7" name="Google Shape;5527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8" name="Google Shape;5528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9" name="Google Shape;5529;p90"/>
          <p:cNvGrpSpPr/>
          <p:nvPr/>
        </p:nvGrpSpPr>
        <p:grpSpPr>
          <a:xfrm>
            <a:off x="5581851" y="5836740"/>
            <a:ext cx="800044" cy="416858"/>
            <a:chOff x="7493876" y="2774731"/>
            <a:chExt cx="1481958" cy="894622"/>
          </a:xfrm>
        </p:grpSpPr>
        <p:sp>
          <p:nvSpPr>
            <p:cNvPr id="5530" name="Google Shape;5530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1" name="Google Shape;5531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2" name="Google Shape;5532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3" name="Google Shape;5533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5" name="Google Shape;5535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6" name="Google Shape;5536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7" name="Google Shape;5537;p90"/>
          <p:cNvGrpSpPr/>
          <p:nvPr/>
        </p:nvGrpSpPr>
        <p:grpSpPr>
          <a:xfrm>
            <a:off x="7413364" y="5851273"/>
            <a:ext cx="800044" cy="416858"/>
            <a:chOff x="7493876" y="2774731"/>
            <a:chExt cx="1481958" cy="894622"/>
          </a:xfrm>
        </p:grpSpPr>
        <p:sp>
          <p:nvSpPr>
            <p:cNvPr id="5538" name="Google Shape;5538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7030A0"/>
                </a:gs>
                <a:gs pos="21000">
                  <a:schemeClr val="lt1"/>
                </a:gs>
                <a:gs pos="60000">
                  <a:srgbClr val="CDBDE8"/>
                </a:gs>
                <a:gs pos="100000">
                  <a:srgbClr val="7030A0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9" name="Google Shape;5539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40" name="Google Shape;5540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41" name="Google Shape;5541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3" name="Google Shape;5543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4" name="Google Shape;5544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CDBDE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45" name="Google Shape;5545;p90"/>
          <p:cNvCxnSpPr/>
          <p:nvPr/>
        </p:nvCxnSpPr>
        <p:spPr>
          <a:xfrm>
            <a:off x="3748087" y="4422215"/>
            <a:ext cx="752593" cy="5806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6" name="Google Shape;5546;p90"/>
          <p:cNvCxnSpPr/>
          <p:nvPr/>
        </p:nvCxnSpPr>
        <p:spPr>
          <a:xfrm flipH="1" rot="10800000">
            <a:off x="3809160" y="5080796"/>
            <a:ext cx="688134" cy="23452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7" name="Google Shape;5547;p90"/>
          <p:cNvCxnSpPr/>
          <p:nvPr/>
        </p:nvCxnSpPr>
        <p:spPr>
          <a:xfrm>
            <a:off x="5299716" y="5066403"/>
            <a:ext cx="66675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8" name="Google Shape;5548;p90"/>
          <p:cNvCxnSpPr/>
          <p:nvPr/>
        </p:nvCxnSpPr>
        <p:spPr>
          <a:xfrm>
            <a:off x="5091756" y="5202704"/>
            <a:ext cx="607804" cy="67734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49" name="Google Shape;5549;p90"/>
          <p:cNvCxnSpPr/>
          <p:nvPr/>
        </p:nvCxnSpPr>
        <p:spPr>
          <a:xfrm>
            <a:off x="6380909" y="6087691"/>
            <a:ext cx="10382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0" name="Google Shape;5550;p90"/>
          <p:cNvCxnSpPr/>
          <p:nvPr/>
        </p:nvCxnSpPr>
        <p:spPr>
          <a:xfrm>
            <a:off x="6666659" y="5201023"/>
            <a:ext cx="838200" cy="7143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1" name="Google Shape;5551;p90"/>
          <p:cNvCxnSpPr/>
          <p:nvPr/>
        </p:nvCxnSpPr>
        <p:spPr>
          <a:xfrm>
            <a:off x="8208230" y="6105898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2" name="Google Shape;5552;p90"/>
          <p:cNvSpPr txBox="1"/>
          <p:nvPr/>
        </p:nvSpPr>
        <p:spPr>
          <a:xfrm>
            <a:off x="5766546" y="6283698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/>
          </a:p>
        </p:txBody>
      </p:sp>
      <p:sp>
        <p:nvSpPr>
          <p:cNvPr id="5553" name="Google Shape;5553;p90"/>
          <p:cNvSpPr txBox="1"/>
          <p:nvPr/>
        </p:nvSpPr>
        <p:spPr>
          <a:xfrm>
            <a:off x="7445169" y="4890614"/>
            <a:ext cx="349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5554" name="Google Shape;5554;p90"/>
          <p:cNvSpPr txBox="1"/>
          <p:nvPr/>
        </p:nvSpPr>
        <p:spPr>
          <a:xfrm>
            <a:off x="6152309" y="5281986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R3</a:t>
            </a:r>
            <a:endParaRPr/>
          </a:p>
        </p:txBody>
      </p:sp>
      <p:sp>
        <p:nvSpPr>
          <p:cNvPr id="5555" name="Google Shape;5555;p90"/>
          <p:cNvSpPr txBox="1"/>
          <p:nvPr/>
        </p:nvSpPr>
        <p:spPr>
          <a:xfrm>
            <a:off x="3229721" y="5518523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</a:t>
            </a:r>
            <a:endParaRPr/>
          </a:p>
        </p:txBody>
      </p:sp>
      <p:sp>
        <p:nvSpPr>
          <p:cNvPr id="5556" name="Google Shape;5556;p90"/>
          <p:cNvSpPr txBox="1"/>
          <p:nvPr/>
        </p:nvSpPr>
        <p:spPr>
          <a:xfrm>
            <a:off x="8843121" y="5923336"/>
            <a:ext cx="3365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557" name="Google Shape;5557;p90"/>
          <p:cNvSpPr txBox="1"/>
          <p:nvPr/>
        </p:nvSpPr>
        <p:spPr>
          <a:xfrm>
            <a:off x="3193209" y="4569198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R6</a:t>
            </a:r>
            <a:endParaRPr/>
          </a:p>
        </p:txBody>
      </p:sp>
      <p:sp>
        <p:nvSpPr>
          <p:cNvPr id="5558" name="Google Shape;5558;p90"/>
          <p:cNvSpPr txBox="1"/>
          <p:nvPr/>
        </p:nvSpPr>
        <p:spPr>
          <a:xfrm>
            <a:off x="4488609" y="5220073"/>
            <a:ext cx="476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R4</a:t>
            </a:r>
            <a:endParaRPr/>
          </a:p>
        </p:txBody>
      </p:sp>
      <p:grpSp>
        <p:nvGrpSpPr>
          <p:cNvPr id="5559" name="Google Shape;5559;p90"/>
          <p:cNvGrpSpPr/>
          <p:nvPr/>
        </p:nvGrpSpPr>
        <p:grpSpPr>
          <a:xfrm>
            <a:off x="2992024" y="4208928"/>
            <a:ext cx="800044" cy="416858"/>
            <a:chOff x="7493876" y="2774731"/>
            <a:chExt cx="1481958" cy="894622"/>
          </a:xfrm>
        </p:grpSpPr>
        <p:sp>
          <p:nvSpPr>
            <p:cNvPr id="5560" name="Google Shape;5560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61" name="Google Shape;5561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62" name="Google Shape;5562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63" name="Google Shape;5563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4" name="Google Shape;5564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5" name="Google Shape;5565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6" name="Google Shape;5566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67" name="Google Shape;5567;p90"/>
          <p:cNvGrpSpPr/>
          <p:nvPr/>
        </p:nvGrpSpPr>
        <p:grpSpPr>
          <a:xfrm>
            <a:off x="3036847" y="5060575"/>
            <a:ext cx="800044" cy="416858"/>
            <a:chOff x="7493876" y="2774731"/>
            <a:chExt cx="1481958" cy="894622"/>
          </a:xfrm>
        </p:grpSpPr>
        <p:sp>
          <p:nvSpPr>
            <p:cNvPr id="5568" name="Google Shape;5568;p9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69" name="Google Shape;5569;p9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70" name="Google Shape;5570;p9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71" name="Google Shape;5571;p9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2" name="Google Shape;5572;p9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3" name="Google Shape;5573;p9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4" name="Google Shape;5574;p9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75" name="Google Shape;5575;p90"/>
          <p:cNvCxnSpPr/>
          <p:nvPr/>
        </p:nvCxnSpPr>
        <p:spPr>
          <a:xfrm>
            <a:off x="6765510" y="5069578"/>
            <a:ext cx="70167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576" name="Google Shape;5576;p90"/>
          <p:cNvGrpSpPr/>
          <p:nvPr/>
        </p:nvGrpSpPr>
        <p:grpSpPr>
          <a:xfrm>
            <a:off x="4254499" y="4756992"/>
            <a:ext cx="3084732" cy="1607891"/>
            <a:chOff x="2882348" y="4542181"/>
            <a:chExt cx="3084641" cy="1607226"/>
          </a:xfrm>
        </p:grpSpPr>
        <p:sp>
          <p:nvSpPr>
            <p:cNvPr id="5577" name="Google Shape;5577;p90"/>
            <p:cNvSpPr/>
            <p:nvPr/>
          </p:nvSpPr>
          <p:spPr>
            <a:xfrm rot="10800000">
              <a:off x="3876263" y="4542181"/>
              <a:ext cx="606286" cy="159027"/>
            </a:xfrm>
            <a:prstGeom prst="rightArrow">
              <a:avLst>
                <a:gd fmla="val 50000" name="adj1"/>
                <a:gd fmla="val 50003" name="adj2"/>
              </a:avLst>
            </a:prstGeom>
            <a:gradFill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8" name="Google Shape;5578;p90"/>
            <p:cNvSpPr/>
            <p:nvPr/>
          </p:nvSpPr>
          <p:spPr>
            <a:xfrm flipH="1" rot="3136672">
              <a:off x="3501914" y="5294505"/>
              <a:ext cx="790370" cy="144998"/>
            </a:xfrm>
            <a:prstGeom prst="rightArrow">
              <a:avLst>
                <a:gd fmla="val 50000" name="adj1"/>
                <a:gd fmla="val 49992" name="adj2"/>
              </a:avLst>
            </a:prstGeom>
            <a:gradFill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9" name="Google Shape;5579;p90"/>
            <p:cNvSpPr/>
            <p:nvPr/>
          </p:nvSpPr>
          <p:spPr>
            <a:xfrm flipH="1" rot="1101416">
              <a:off x="3896874" y="5246831"/>
              <a:ext cx="2095295" cy="178650"/>
            </a:xfrm>
            <a:prstGeom prst="rightArrow">
              <a:avLst>
                <a:gd fmla="val 50000" name="adj1"/>
                <a:gd fmla="val 50009" name="adj2"/>
              </a:avLst>
            </a:prstGeom>
            <a:gradFill>
              <a:gsLst>
                <a:gs pos="0">
                  <a:srgbClr val="8CADEA"/>
                </a:gs>
                <a:gs pos="50000">
                  <a:srgbClr val="BACCF0"/>
                </a:gs>
                <a:gs pos="100000">
                  <a:srgbClr val="DEE6F7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0" name="Google Shape;5580;p90"/>
            <p:cNvSpPr txBox="1"/>
            <p:nvPr/>
          </p:nvSpPr>
          <p:spPr>
            <a:xfrm>
              <a:off x="2882348" y="5396948"/>
              <a:ext cx="1081931" cy="7524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modified </a:t>
              </a:r>
              <a:endParaRPr/>
            </a:p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link state </a:t>
              </a:r>
              <a:endParaRPr/>
            </a:p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flooding</a:t>
              </a:r>
              <a:endParaRPr/>
            </a:p>
          </p:txBody>
        </p:sp>
      </p:grpSp>
      <p:grpSp>
        <p:nvGrpSpPr>
          <p:cNvPr id="5581" name="Google Shape;5581;p90"/>
          <p:cNvGrpSpPr/>
          <p:nvPr/>
        </p:nvGrpSpPr>
        <p:grpSpPr>
          <a:xfrm>
            <a:off x="5030831" y="4483662"/>
            <a:ext cx="2367742" cy="1514953"/>
            <a:chOff x="6650605" y="3135344"/>
            <a:chExt cx="2368433" cy="1515586"/>
          </a:xfrm>
        </p:grpSpPr>
        <p:sp>
          <p:nvSpPr>
            <p:cNvPr id="5582" name="Google Shape;5582;p90"/>
            <p:cNvSpPr/>
            <p:nvPr/>
          </p:nvSpPr>
          <p:spPr>
            <a:xfrm>
              <a:off x="6930889" y="3432312"/>
              <a:ext cx="606286" cy="159027"/>
            </a:xfrm>
            <a:prstGeom prst="rightArrow">
              <a:avLst>
                <a:gd fmla="val 50000" name="adj1"/>
                <a:gd fmla="val 50003" name="adj2"/>
              </a:avLst>
            </a:prstGeom>
            <a:gradFill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3" name="Google Shape;5583;p90"/>
            <p:cNvSpPr/>
            <p:nvPr/>
          </p:nvSpPr>
          <p:spPr>
            <a:xfrm flipH="1" rot="-7688908">
              <a:off x="6556540" y="4184636"/>
              <a:ext cx="790370" cy="144998"/>
            </a:xfrm>
            <a:prstGeom prst="rightArrow">
              <a:avLst>
                <a:gd fmla="val 50000" name="adj1"/>
                <a:gd fmla="val 49992" name="adj2"/>
              </a:avLst>
            </a:prstGeom>
            <a:gradFill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4" name="Google Shape;5584;p90"/>
            <p:cNvSpPr/>
            <p:nvPr/>
          </p:nvSpPr>
          <p:spPr>
            <a:xfrm flipH="1" rot="-9663202">
              <a:off x="6951500" y="4136962"/>
              <a:ext cx="2095295" cy="178650"/>
            </a:xfrm>
            <a:prstGeom prst="rightArrow">
              <a:avLst>
                <a:gd fmla="val 50000" name="adj1"/>
                <a:gd fmla="val 50009" name="adj2"/>
              </a:avLst>
            </a:prstGeom>
            <a:gradFill>
              <a:gsLst>
                <a:gs pos="0">
                  <a:srgbClr val="EA8C8C"/>
                </a:gs>
                <a:gs pos="50000">
                  <a:srgbClr val="F0BABA"/>
                </a:gs>
                <a:gs pos="100000">
                  <a:srgbClr val="F7DEDE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5" name="Google Shape;5585;p90"/>
            <p:cNvSpPr txBox="1"/>
            <p:nvPr/>
          </p:nvSpPr>
          <p:spPr>
            <a:xfrm>
              <a:off x="6863432" y="3135344"/>
              <a:ext cx="949319" cy="3168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44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RSVP-TE</a:t>
              </a:r>
              <a:endParaRPr/>
            </a:p>
          </p:txBody>
        </p:sp>
      </p:grpSp>
      <p:sp>
        <p:nvSpPr>
          <p:cNvPr id="5586" name="Google Shape;5586;p90"/>
          <p:cNvSpPr txBox="1"/>
          <p:nvPr/>
        </p:nvSpPr>
        <p:spPr>
          <a:xfrm>
            <a:off x="899646" y="2941171"/>
            <a:ext cx="10947213" cy="1058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i="0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MPLS router uses RSVP-TE signaling protocol to set up MPLS forwarding at downstream routers</a:t>
            </a:r>
            <a:endParaRPr/>
          </a:p>
        </p:txBody>
      </p:sp>
      <p:sp>
        <p:nvSpPr>
          <p:cNvPr id="5587" name="Google Shape;5587;p90"/>
          <p:cNvSpPr txBox="1"/>
          <p:nvPr/>
        </p:nvSpPr>
        <p:spPr>
          <a:xfrm>
            <a:off x="7619253" y="6298126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2" name="Shape 5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3" name="Google Shape;5593;p9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MPLS forwarding tables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4" name="Google Shape;5594;p91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95" name="Google Shape;5595;p91"/>
          <p:cNvGrpSpPr/>
          <p:nvPr/>
        </p:nvGrpSpPr>
        <p:grpSpPr>
          <a:xfrm>
            <a:off x="6348319" y="4936097"/>
            <a:ext cx="2661899" cy="1319944"/>
            <a:chOff x="6348319" y="4936097"/>
            <a:chExt cx="2661899" cy="1319944"/>
          </a:xfrm>
        </p:grpSpPr>
        <p:sp>
          <p:nvSpPr>
            <p:cNvPr id="5596" name="Google Shape;5596;p91"/>
            <p:cNvSpPr/>
            <p:nvPr/>
          </p:nvSpPr>
          <p:spPr>
            <a:xfrm>
              <a:off x="6348319" y="4936097"/>
              <a:ext cx="2447925" cy="577850"/>
            </a:xfrm>
            <a:custGeom>
              <a:rect b="b" l="l" r="r" t="t"/>
              <a:pathLst>
                <a:path extrusionOk="0" h="364" w="1542">
                  <a:moveTo>
                    <a:pt x="839" y="8"/>
                  </a:moveTo>
                  <a:lnTo>
                    <a:pt x="0" y="364"/>
                  </a:lnTo>
                  <a:lnTo>
                    <a:pt x="1542" y="364"/>
                  </a:lnTo>
                  <a:lnTo>
                    <a:pt x="1127" y="0"/>
                  </a:lnTo>
                  <a:lnTo>
                    <a:pt x="839" y="8"/>
                  </a:lnTo>
                  <a:close/>
                </a:path>
              </a:pathLst>
            </a:custGeom>
            <a:gradFill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97" name="Google Shape;5597;p91"/>
            <p:cNvGrpSpPr/>
            <p:nvPr/>
          </p:nvGrpSpPr>
          <p:grpSpPr>
            <a:xfrm>
              <a:off x="6463868" y="5333703"/>
              <a:ext cx="2546350" cy="922338"/>
              <a:chOff x="679" y="3270"/>
              <a:chExt cx="1604" cy="581"/>
            </a:xfrm>
          </p:grpSpPr>
          <p:sp>
            <p:nvSpPr>
              <p:cNvPr id="5598" name="Google Shape;5598;p91"/>
              <p:cNvSpPr/>
              <p:nvPr/>
            </p:nvSpPr>
            <p:spPr>
              <a:xfrm>
                <a:off x="710" y="3296"/>
                <a:ext cx="1533" cy="55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9" name="Google Shape;5599;p91"/>
              <p:cNvSpPr txBox="1"/>
              <p:nvPr/>
            </p:nvSpPr>
            <p:spPr>
              <a:xfrm>
                <a:off x="679" y="3270"/>
                <a:ext cx="1604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in         out                 out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label     label   dest    interface</a:t>
                </a:r>
                <a:endParaRPr/>
              </a:p>
            </p:txBody>
          </p:sp>
          <p:cxnSp>
            <p:nvCxnSpPr>
              <p:cNvPr id="5600" name="Google Shape;5600;p91"/>
              <p:cNvCxnSpPr/>
              <p:nvPr/>
            </p:nvCxnSpPr>
            <p:spPr>
              <a:xfrm>
                <a:off x="719" y="3584"/>
                <a:ext cx="150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01" name="Google Shape;5601;p91"/>
              <p:cNvSpPr txBox="1"/>
              <p:nvPr/>
            </p:nvSpPr>
            <p:spPr>
              <a:xfrm>
                <a:off x="730" y="3588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6        -      A       0</a:t>
                </a:r>
                <a:endParaRPr/>
              </a:p>
            </p:txBody>
          </p:sp>
          <p:cxnSp>
            <p:nvCxnSpPr>
              <p:cNvPr id="5602" name="Google Shape;5602;p91"/>
              <p:cNvCxnSpPr/>
              <p:nvPr/>
            </p:nvCxnSpPr>
            <p:spPr>
              <a:xfrm>
                <a:off x="1042" y="3303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3" name="Google Shape;5603;p91"/>
              <p:cNvCxnSpPr/>
              <p:nvPr/>
            </p:nvCxnSpPr>
            <p:spPr>
              <a:xfrm>
                <a:off x="1426" y="3306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04" name="Google Shape;5604;p91"/>
              <p:cNvCxnSpPr/>
              <p:nvPr/>
            </p:nvCxnSpPr>
            <p:spPr>
              <a:xfrm>
                <a:off x="1750" y="3309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05" name="Google Shape;5605;p91"/>
          <p:cNvGrpSpPr/>
          <p:nvPr/>
        </p:nvGrpSpPr>
        <p:grpSpPr>
          <a:xfrm>
            <a:off x="6341409" y="1863350"/>
            <a:ext cx="2622550" cy="1714500"/>
            <a:chOff x="6341409" y="1863350"/>
            <a:chExt cx="2622550" cy="1714500"/>
          </a:xfrm>
        </p:grpSpPr>
        <p:sp>
          <p:nvSpPr>
            <p:cNvPr id="5606" name="Google Shape;5606;p91"/>
            <p:cNvSpPr/>
            <p:nvPr/>
          </p:nvSpPr>
          <p:spPr>
            <a:xfrm>
              <a:off x="6341409" y="3066675"/>
              <a:ext cx="2589213" cy="511175"/>
            </a:xfrm>
            <a:custGeom>
              <a:rect b="b" l="l" r="r" t="t"/>
              <a:pathLst>
                <a:path extrusionOk="0" h="322" w="1631">
                  <a:moveTo>
                    <a:pt x="123" y="322"/>
                  </a:moveTo>
                  <a:lnTo>
                    <a:pt x="1631" y="0"/>
                  </a:lnTo>
                  <a:lnTo>
                    <a:pt x="89" y="0"/>
                  </a:lnTo>
                  <a:lnTo>
                    <a:pt x="0" y="300"/>
                  </a:lnTo>
                  <a:lnTo>
                    <a:pt x="123" y="322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969696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07" name="Google Shape;5607;p91"/>
            <p:cNvGrpSpPr/>
            <p:nvPr/>
          </p:nvGrpSpPr>
          <p:grpSpPr>
            <a:xfrm>
              <a:off x="6417609" y="1863350"/>
              <a:ext cx="2546350" cy="1239838"/>
              <a:chOff x="3494" y="291"/>
              <a:chExt cx="1604" cy="781"/>
            </a:xfrm>
          </p:grpSpPr>
          <p:sp>
            <p:nvSpPr>
              <p:cNvPr id="5608" name="Google Shape;5608;p91"/>
              <p:cNvSpPr/>
              <p:nvPr/>
            </p:nvSpPr>
            <p:spPr>
              <a:xfrm>
                <a:off x="3525" y="317"/>
                <a:ext cx="1533" cy="745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9" name="Google Shape;5609;p91"/>
              <p:cNvSpPr txBox="1"/>
              <p:nvPr/>
            </p:nvSpPr>
            <p:spPr>
              <a:xfrm>
                <a:off x="3494" y="291"/>
                <a:ext cx="1604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in         out                 out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label     label   dest    interface</a:t>
                </a:r>
                <a:endParaRPr/>
              </a:p>
            </p:txBody>
          </p:sp>
          <p:cxnSp>
            <p:nvCxnSpPr>
              <p:cNvPr id="5610" name="Google Shape;5610;p91"/>
              <p:cNvCxnSpPr/>
              <p:nvPr/>
            </p:nvCxnSpPr>
            <p:spPr>
              <a:xfrm>
                <a:off x="3534" y="605"/>
                <a:ext cx="150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11" name="Google Shape;5611;p91"/>
              <p:cNvSpPr txBox="1"/>
              <p:nvPr/>
            </p:nvSpPr>
            <p:spPr>
              <a:xfrm>
                <a:off x="3545" y="609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10      6      A       1</a:t>
                </a:r>
                <a:endParaRPr/>
              </a:p>
            </p:txBody>
          </p:sp>
          <p:cxnSp>
            <p:nvCxnSpPr>
              <p:cNvPr id="5612" name="Google Shape;5612;p91"/>
              <p:cNvCxnSpPr/>
              <p:nvPr/>
            </p:nvCxnSpPr>
            <p:spPr>
              <a:xfrm>
                <a:off x="3857" y="324"/>
                <a:ext cx="1" cy="7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13" name="Google Shape;5613;p91"/>
              <p:cNvSpPr txBox="1"/>
              <p:nvPr/>
            </p:nvSpPr>
            <p:spPr>
              <a:xfrm>
                <a:off x="3540" y="830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12      9      D       0</a:t>
                </a:r>
                <a:endParaRPr/>
              </a:p>
            </p:txBody>
          </p:sp>
          <p:cxnSp>
            <p:nvCxnSpPr>
              <p:cNvPr id="5614" name="Google Shape;5614;p91"/>
              <p:cNvCxnSpPr/>
              <p:nvPr/>
            </p:nvCxnSpPr>
            <p:spPr>
              <a:xfrm>
                <a:off x="4215" y="335"/>
                <a:ext cx="1" cy="7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15" name="Google Shape;5615;p91"/>
              <p:cNvCxnSpPr/>
              <p:nvPr/>
            </p:nvCxnSpPr>
            <p:spPr>
              <a:xfrm>
                <a:off x="4573" y="329"/>
                <a:ext cx="1" cy="7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16" name="Google Shape;5616;p91"/>
          <p:cNvGrpSpPr/>
          <p:nvPr/>
        </p:nvGrpSpPr>
        <p:grpSpPr>
          <a:xfrm>
            <a:off x="3571782" y="4888472"/>
            <a:ext cx="2546350" cy="1304925"/>
            <a:chOff x="3571782" y="4888472"/>
            <a:chExt cx="2546350" cy="1304925"/>
          </a:xfrm>
        </p:grpSpPr>
        <p:sp>
          <p:nvSpPr>
            <p:cNvPr id="5617" name="Google Shape;5617;p91"/>
            <p:cNvSpPr/>
            <p:nvPr/>
          </p:nvSpPr>
          <p:spPr>
            <a:xfrm>
              <a:off x="3609882" y="4888472"/>
              <a:ext cx="2462212" cy="419100"/>
            </a:xfrm>
            <a:custGeom>
              <a:rect b="b" l="l" r="r" t="t"/>
              <a:pathLst>
                <a:path extrusionOk="0" h="264" w="1551">
                  <a:moveTo>
                    <a:pt x="1263" y="8"/>
                  </a:moveTo>
                  <a:lnTo>
                    <a:pt x="0" y="264"/>
                  </a:lnTo>
                  <a:lnTo>
                    <a:pt x="1536" y="264"/>
                  </a:lnTo>
                  <a:lnTo>
                    <a:pt x="1551" y="0"/>
                  </a:lnTo>
                  <a:lnTo>
                    <a:pt x="1263" y="8"/>
                  </a:lnTo>
                  <a:close/>
                </a:path>
              </a:pathLst>
            </a:custGeom>
            <a:gradFill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18" name="Google Shape;5618;p91"/>
            <p:cNvGrpSpPr/>
            <p:nvPr/>
          </p:nvGrpSpPr>
          <p:grpSpPr>
            <a:xfrm>
              <a:off x="3571782" y="5271059"/>
              <a:ext cx="2546350" cy="922338"/>
              <a:chOff x="679" y="3270"/>
              <a:chExt cx="1604" cy="581"/>
            </a:xfrm>
          </p:grpSpPr>
          <p:sp>
            <p:nvSpPr>
              <p:cNvPr id="5619" name="Google Shape;5619;p91"/>
              <p:cNvSpPr/>
              <p:nvPr/>
            </p:nvSpPr>
            <p:spPr>
              <a:xfrm>
                <a:off x="710" y="3296"/>
                <a:ext cx="1533" cy="55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0" name="Google Shape;5620;p91"/>
              <p:cNvSpPr txBox="1"/>
              <p:nvPr/>
            </p:nvSpPr>
            <p:spPr>
              <a:xfrm>
                <a:off x="679" y="3270"/>
                <a:ext cx="1604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in         out                 out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label     label   dest    interface</a:t>
                </a:r>
                <a:endParaRPr/>
              </a:p>
            </p:txBody>
          </p:sp>
          <p:cxnSp>
            <p:nvCxnSpPr>
              <p:cNvPr id="5621" name="Google Shape;5621;p91"/>
              <p:cNvCxnSpPr/>
              <p:nvPr/>
            </p:nvCxnSpPr>
            <p:spPr>
              <a:xfrm>
                <a:off x="719" y="3584"/>
                <a:ext cx="150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22" name="Google Shape;5622;p91"/>
              <p:cNvSpPr txBox="1"/>
              <p:nvPr/>
            </p:nvSpPr>
            <p:spPr>
              <a:xfrm>
                <a:off x="730" y="3588"/>
                <a:ext cx="150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8        6      A       0</a:t>
                </a:r>
                <a:endParaRPr/>
              </a:p>
            </p:txBody>
          </p:sp>
          <p:cxnSp>
            <p:nvCxnSpPr>
              <p:cNvPr id="5623" name="Google Shape;5623;p91"/>
              <p:cNvCxnSpPr/>
              <p:nvPr/>
            </p:nvCxnSpPr>
            <p:spPr>
              <a:xfrm>
                <a:off x="1042" y="3303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4" name="Google Shape;5624;p91"/>
              <p:cNvCxnSpPr/>
              <p:nvPr/>
            </p:nvCxnSpPr>
            <p:spPr>
              <a:xfrm>
                <a:off x="1426" y="3306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25" name="Google Shape;5625;p91"/>
              <p:cNvCxnSpPr/>
              <p:nvPr/>
            </p:nvCxnSpPr>
            <p:spPr>
              <a:xfrm>
                <a:off x="1750" y="3309"/>
                <a:ext cx="1" cy="5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5626" name="Google Shape;5626;p91"/>
          <p:cNvGrpSpPr/>
          <p:nvPr/>
        </p:nvGrpSpPr>
        <p:grpSpPr>
          <a:xfrm>
            <a:off x="3582334" y="1260100"/>
            <a:ext cx="2546350" cy="2295525"/>
            <a:chOff x="1793875" y="1609725"/>
            <a:chExt cx="2546350" cy="2295525"/>
          </a:xfrm>
        </p:grpSpPr>
        <p:sp>
          <p:nvSpPr>
            <p:cNvPr id="5627" name="Google Shape;5627;p91"/>
            <p:cNvSpPr/>
            <p:nvPr/>
          </p:nvSpPr>
          <p:spPr>
            <a:xfrm>
              <a:off x="1884363" y="3106738"/>
              <a:ext cx="2433637" cy="798512"/>
            </a:xfrm>
            <a:custGeom>
              <a:rect b="b" l="l" r="r" t="t"/>
              <a:pathLst>
                <a:path extrusionOk="0" h="503" w="1533">
                  <a:moveTo>
                    <a:pt x="808" y="503"/>
                  </a:moveTo>
                  <a:lnTo>
                    <a:pt x="1533" y="0"/>
                  </a:lnTo>
                  <a:lnTo>
                    <a:pt x="0" y="0"/>
                  </a:lnTo>
                  <a:lnTo>
                    <a:pt x="685" y="481"/>
                  </a:lnTo>
                  <a:lnTo>
                    <a:pt x="808" y="503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969696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8" name="Google Shape;5628;p91"/>
            <p:cNvSpPr/>
            <p:nvPr/>
          </p:nvSpPr>
          <p:spPr>
            <a:xfrm>
              <a:off x="1843088" y="1651000"/>
              <a:ext cx="2433637" cy="1435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9" name="Google Shape;5629;p91"/>
            <p:cNvSpPr txBox="1"/>
            <p:nvPr/>
          </p:nvSpPr>
          <p:spPr>
            <a:xfrm>
              <a:off x="1793875" y="1609725"/>
              <a:ext cx="2546350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in         out                 out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label     label   dest    interface</a:t>
              </a:r>
              <a:endParaRPr/>
            </a:p>
          </p:txBody>
        </p:sp>
        <p:cxnSp>
          <p:nvCxnSpPr>
            <p:cNvPr id="5630" name="Google Shape;5630;p91"/>
            <p:cNvCxnSpPr/>
            <p:nvPr/>
          </p:nvCxnSpPr>
          <p:spPr>
            <a:xfrm>
              <a:off x="1857375" y="2108200"/>
              <a:ext cx="23923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1" name="Google Shape;5631;p91"/>
            <p:cNvSpPr txBox="1"/>
            <p:nvPr/>
          </p:nvSpPr>
          <p:spPr>
            <a:xfrm>
              <a:off x="1874838" y="2114550"/>
              <a:ext cx="2381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10      A       0</a:t>
              </a:r>
              <a:endParaRPr/>
            </a:p>
          </p:txBody>
        </p:sp>
        <p:cxnSp>
          <p:nvCxnSpPr>
            <p:cNvPr id="5632" name="Google Shape;5632;p91"/>
            <p:cNvCxnSpPr/>
            <p:nvPr/>
          </p:nvCxnSpPr>
          <p:spPr>
            <a:xfrm>
              <a:off x="2370138" y="1662113"/>
              <a:ext cx="1587" cy="14128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3" name="Google Shape;5633;p91"/>
            <p:cNvSpPr txBox="1"/>
            <p:nvPr/>
          </p:nvSpPr>
          <p:spPr>
            <a:xfrm>
              <a:off x="1865313" y="2455863"/>
              <a:ext cx="2381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12      D       0</a:t>
              </a:r>
              <a:endParaRPr/>
            </a:p>
          </p:txBody>
        </p:sp>
        <p:cxnSp>
          <p:nvCxnSpPr>
            <p:cNvPr id="5634" name="Google Shape;5634;p91"/>
            <p:cNvCxnSpPr/>
            <p:nvPr/>
          </p:nvCxnSpPr>
          <p:spPr>
            <a:xfrm>
              <a:off x="2938463" y="1658938"/>
              <a:ext cx="1587" cy="142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5" name="Google Shape;5635;p91"/>
            <p:cNvCxnSpPr/>
            <p:nvPr/>
          </p:nvCxnSpPr>
          <p:spPr>
            <a:xfrm>
              <a:off x="3506788" y="1670050"/>
              <a:ext cx="1587" cy="14017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36" name="Google Shape;5636;p91"/>
            <p:cNvSpPr txBox="1"/>
            <p:nvPr/>
          </p:nvSpPr>
          <p:spPr>
            <a:xfrm>
              <a:off x="1847850" y="2757488"/>
              <a:ext cx="2381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8      A       1</a:t>
              </a:r>
              <a:endParaRPr/>
            </a:p>
          </p:txBody>
        </p:sp>
      </p:grpSp>
      <p:grpSp>
        <p:nvGrpSpPr>
          <p:cNvPr id="5637" name="Google Shape;5637;p91"/>
          <p:cNvGrpSpPr/>
          <p:nvPr/>
        </p:nvGrpSpPr>
        <p:grpSpPr>
          <a:xfrm>
            <a:off x="3005471" y="2904563"/>
            <a:ext cx="6187647" cy="2441483"/>
            <a:chOff x="2992024" y="3375211"/>
            <a:chExt cx="6187647" cy="2441483"/>
          </a:xfrm>
        </p:grpSpPr>
        <p:grpSp>
          <p:nvGrpSpPr>
            <p:cNvPr id="5638" name="Google Shape;5638;p91"/>
            <p:cNvGrpSpPr/>
            <p:nvPr/>
          </p:nvGrpSpPr>
          <p:grpSpPr>
            <a:xfrm>
              <a:off x="4502577" y="3971363"/>
              <a:ext cx="800044" cy="416858"/>
              <a:chOff x="7493876" y="2774731"/>
              <a:chExt cx="1481958" cy="894622"/>
            </a:xfrm>
          </p:grpSpPr>
          <p:sp>
            <p:nvSpPr>
              <p:cNvPr id="5639" name="Google Shape;5639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40" name="Google Shape;5640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41" name="Google Shape;5641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42" name="Google Shape;5642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3" name="Google Shape;5643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4" name="Google Shape;5644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45" name="Google Shape;5645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46" name="Google Shape;5646;p91"/>
            <p:cNvGrpSpPr/>
            <p:nvPr/>
          </p:nvGrpSpPr>
          <p:grpSpPr>
            <a:xfrm>
              <a:off x="5963122" y="4006616"/>
              <a:ext cx="800044" cy="416858"/>
              <a:chOff x="7493876" y="2774731"/>
              <a:chExt cx="1481958" cy="894622"/>
            </a:xfrm>
          </p:grpSpPr>
          <p:sp>
            <p:nvSpPr>
              <p:cNvPr id="5647" name="Google Shape;5647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48" name="Google Shape;5648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49" name="Google Shape;5649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50" name="Google Shape;5650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1" name="Google Shape;5651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2" name="Google Shape;5652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3" name="Google Shape;5653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54" name="Google Shape;5654;p91"/>
            <p:cNvGrpSpPr/>
            <p:nvPr/>
          </p:nvGrpSpPr>
          <p:grpSpPr>
            <a:xfrm>
              <a:off x="5581851" y="5003023"/>
              <a:ext cx="800044" cy="416858"/>
              <a:chOff x="7493876" y="2774731"/>
              <a:chExt cx="1481958" cy="894622"/>
            </a:xfrm>
          </p:grpSpPr>
          <p:sp>
            <p:nvSpPr>
              <p:cNvPr id="5655" name="Google Shape;5655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56" name="Google Shape;5656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57" name="Google Shape;5657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58" name="Google Shape;5658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9" name="Google Shape;5659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0" name="Google Shape;5660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1" name="Google Shape;5661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62" name="Google Shape;5662;p91"/>
            <p:cNvGrpSpPr/>
            <p:nvPr/>
          </p:nvGrpSpPr>
          <p:grpSpPr>
            <a:xfrm>
              <a:off x="7413364" y="5017556"/>
              <a:ext cx="800044" cy="416858"/>
              <a:chOff x="7493876" y="2774731"/>
              <a:chExt cx="1481958" cy="894622"/>
            </a:xfrm>
          </p:grpSpPr>
          <p:sp>
            <p:nvSpPr>
              <p:cNvPr id="5663" name="Google Shape;566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7030A0"/>
                  </a:gs>
                  <a:gs pos="21000">
                    <a:schemeClr val="lt1"/>
                  </a:gs>
                  <a:gs pos="60000">
                    <a:srgbClr val="CDBDE8"/>
                  </a:gs>
                  <a:gs pos="100000">
                    <a:srgbClr val="7030A0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64" name="Google Shape;566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65" name="Google Shape;566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66" name="Google Shape;566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7" name="Google Shape;566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8" name="Google Shape;566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69" name="Google Shape;566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CDBDE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5670" name="Google Shape;5670;p91"/>
            <p:cNvCxnSpPr/>
            <p:nvPr/>
          </p:nvCxnSpPr>
          <p:spPr>
            <a:xfrm>
              <a:off x="3748087" y="3588498"/>
              <a:ext cx="752593" cy="5806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1" name="Google Shape;5671;p91"/>
            <p:cNvCxnSpPr/>
            <p:nvPr/>
          </p:nvCxnSpPr>
          <p:spPr>
            <a:xfrm flipH="1" rot="10800000">
              <a:off x="3809160" y="4247079"/>
              <a:ext cx="688134" cy="23452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2" name="Google Shape;5672;p91"/>
            <p:cNvCxnSpPr/>
            <p:nvPr/>
          </p:nvCxnSpPr>
          <p:spPr>
            <a:xfrm>
              <a:off x="5299716" y="4232686"/>
              <a:ext cx="66675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3" name="Google Shape;5673;p91"/>
            <p:cNvCxnSpPr/>
            <p:nvPr/>
          </p:nvCxnSpPr>
          <p:spPr>
            <a:xfrm>
              <a:off x="5091756" y="4368987"/>
              <a:ext cx="607804" cy="67734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4" name="Google Shape;5674;p91"/>
            <p:cNvCxnSpPr/>
            <p:nvPr/>
          </p:nvCxnSpPr>
          <p:spPr>
            <a:xfrm>
              <a:off x="6380909" y="5253974"/>
              <a:ext cx="10382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5" name="Google Shape;5675;p91"/>
            <p:cNvCxnSpPr/>
            <p:nvPr/>
          </p:nvCxnSpPr>
          <p:spPr>
            <a:xfrm>
              <a:off x="6666659" y="4367306"/>
              <a:ext cx="838200" cy="7143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6" name="Google Shape;5676;p91"/>
            <p:cNvCxnSpPr/>
            <p:nvPr/>
          </p:nvCxnSpPr>
          <p:spPr>
            <a:xfrm>
              <a:off x="8208230" y="5272181"/>
              <a:ext cx="7016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677" name="Google Shape;5677;p91"/>
            <p:cNvSpPr txBox="1"/>
            <p:nvPr/>
          </p:nvSpPr>
          <p:spPr>
            <a:xfrm>
              <a:off x="5766546" y="5449981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R2</a:t>
              </a:r>
              <a:endParaRPr/>
            </a:p>
          </p:txBody>
        </p:sp>
        <p:sp>
          <p:nvSpPr>
            <p:cNvPr id="5678" name="Google Shape;5678;p91"/>
            <p:cNvSpPr txBox="1"/>
            <p:nvPr/>
          </p:nvSpPr>
          <p:spPr>
            <a:xfrm>
              <a:off x="7445169" y="4056897"/>
              <a:ext cx="349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sp>
          <p:nvSpPr>
            <p:cNvPr id="5679" name="Google Shape;5679;p91"/>
            <p:cNvSpPr txBox="1"/>
            <p:nvPr/>
          </p:nvSpPr>
          <p:spPr>
            <a:xfrm>
              <a:off x="6152309" y="4448269"/>
              <a:ext cx="476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R3</a:t>
              </a:r>
              <a:endParaRPr/>
            </a:p>
          </p:txBody>
        </p:sp>
        <p:sp>
          <p:nvSpPr>
            <p:cNvPr id="5680" name="Google Shape;5680;p91"/>
            <p:cNvSpPr txBox="1"/>
            <p:nvPr/>
          </p:nvSpPr>
          <p:spPr>
            <a:xfrm>
              <a:off x="3229721" y="4684806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R5</a:t>
              </a:r>
              <a:endParaRPr/>
            </a:p>
          </p:txBody>
        </p:sp>
        <p:sp>
          <p:nvSpPr>
            <p:cNvPr id="5681" name="Google Shape;5681;p91"/>
            <p:cNvSpPr txBox="1"/>
            <p:nvPr/>
          </p:nvSpPr>
          <p:spPr>
            <a:xfrm>
              <a:off x="8843121" y="5089619"/>
              <a:ext cx="3365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5682" name="Google Shape;5682;p91"/>
            <p:cNvSpPr txBox="1"/>
            <p:nvPr/>
          </p:nvSpPr>
          <p:spPr>
            <a:xfrm>
              <a:off x="3193209" y="3735481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R6</a:t>
              </a:r>
              <a:endParaRPr/>
            </a:p>
          </p:txBody>
        </p:sp>
        <p:sp>
          <p:nvSpPr>
            <p:cNvPr id="5683" name="Google Shape;5683;p91"/>
            <p:cNvSpPr txBox="1"/>
            <p:nvPr/>
          </p:nvSpPr>
          <p:spPr>
            <a:xfrm>
              <a:off x="4488609" y="4386356"/>
              <a:ext cx="476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R4</a:t>
              </a:r>
              <a:endParaRPr/>
            </a:p>
          </p:txBody>
        </p:sp>
        <p:grpSp>
          <p:nvGrpSpPr>
            <p:cNvPr id="5684" name="Google Shape;5684;p91"/>
            <p:cNvGrpSpPr/>
            <p:nvPr/>
          </p:nvGrpSpPr>
          <p:grpSpPr>
            <a:xfrm>
              <a:off x="2992024" y="3375211"/>
              <a:ext cx="800044" cy="416858"/>
              <a:chOff x="7493876" y="2774731"/>
              <a:chExt cx="1481958" cy="894622"/>
            </a:xfrm>
          </p:grpSpPr>
          <p:sp>
            <p:nvSpPr>
              <p:cNvPr id="5685" name="Google Shape;5685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86" name="Google Shape;5686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87" name="Google Shape;5687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88" name="Google Shape;5688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89" name="Google Shape;5689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0" name="Google Shape;5690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1" name="Google Shape;5691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92" name="Google Shape;5692;p91"/>
            <p:cNvGrpSpPr/>
            <p:nvPr/>
          </p:nvGrpSpPr>
          <p:grpSpPr>
            <a:xfrm>
              <a:off x="3036847" y="4226858"/>
              <a:ext cx="800044" cy="416858"/>
              <a:chOff x="7493876" y="2774731"/>
              <a:chExt cx="1481958" cy="894622"/>
            </a:xfrm>
          </p:grpSpPr>
          <p:sp>
            <p:nvSpPr>
              <p:cNvPr id="5693" name="Google Shape;569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694" name="Google Shape;569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695" name="Google Shape;569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696" name="Google Shape;569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7" name="Google Shape;569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8" name="Google Shape;569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99" name="Google Shape;569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5700" name="Google Shape;5700;p91"/>
            <p:cNvCxnSpPr/>
            <p:nvPr/>
          </p:nvCxnSpPr>
          <p:spPr>
            <a:xfrm>
              <a:off x="6765510" y="4235861"/>
              <a:ext cx="70167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01" name="Google Shape;5701;p91"/>
          <p:cNvSpPr txBox="1"/>
          <p:nvPr/>
        </p:nvSpPr>
        <p:spPr>
          <a:xfrm>
            <a:off x="7659594" y="4994743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/>
          </a:p>
        </p:txBody>
      </p:sp>
      <p:grpSp>
        <p:nvGrpSpPr>
          <p:cNvPr id="5702" name="Google Shape;5702;p91"/>
          <p:cNvGrpSpPr/>
          <p:nvPr/>
        </p:nvGrpSpPr>
        <p:grpSpPr>
          <a:xfrm>
            <a:off x="5231373" y="3473264"/>
            <a:ext cx="3230562" cy="1343025"/>
            <a:chOff x="3335338" y="3876675"/>
            <a:chExt cx="3230562" cy="1343025"/>
          </a:xfrm>
        </p:grpSpPr>
        <p:sp>
          <p:nvSpPr>
            <p:cNvPr id="5703" name="Google Shape;5703;p91"/>
            <p:cNvSpPr txBox="1"/>
            <p:nvPr/>
          </p:nvSpPr>
          <p:spPr>
            <a:xfrm>
              <a:off x="6283325" y="4897438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704" name="Google Shape;5704;p91"/>
            <p:cNvSpPr txBox="1"/>
            <p:nvPr/>
          </p:nvSpPr>
          <p:spPr>
            <a:xfrm>
              <a:off x="4924425" y="4164013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705" name="Google Shape;5705;p91"/>
            <p:cNvSpPr txBox="1"/>
            <p:nvPr/>
          </p:nvSpPr>
          <p:spPr>
            <a:xfrm>
              <a:off x="4849813" y="3889375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706" name="Google Shape;5706;p91"/>
            <p:cNvSpPr txBox="1"/>
            <p:nvPr/>
          </p:nvSpPr>
          <p:spPr>
            <a:xfrm>
              <a:off x="3411538" y="3876675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707" name="Google Shape;5707;p91"/>
            <p:cNvSpPr txBox="1"/>
            <p:nvPr/>
          </p:nvSpPr>
          <p:spPr>
            <a:xfrm>
              <a:off x="3335338" y="4198938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708" name="Google Shape;5708;p91"/>
            <p:cNvSpPr txBox="1"/>
            <p:nvPr/>
          </p:nvSpPr>
          <p:spPr>
            <a:xfrm>
              <a:off x="4487863" y="49149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5709" name="Google Shape;5709;p91"/>
          <p:cNvSpPr/>
          <p:nvPr/>
        </p:nvSpPr>
        <p:spPr>
          <a:xfrm>
            <a:off x="3939709" y="3070038"/>
            <a:ext cx="4873812" cy="1623545"/>
          </a:xfrm>
          <a:custGeom>
            <a:rect b="b" l="l" r="r" t="t"/>
            <a:pathLst>
              <a:path extrusionOk="0" h="1622945" w="4873812">
                <a:moveTo>
                  <a:pt x="0" y="0"/>
                </a:moveTo>
                <a:lnTo>
                  <a:pt x="859593" y="589766"/>
                </a:lnTo>
                <a:lnTo>
                  <a:pt x="2689691" y="600785"/>
                </a:lnTo>
                <a:lnTo>
                  <a:pt x="3800737" y="1596061"/>
                </a:lnTo>
                <a:lnTo>
                  <a:pt x="4873812" y="1622945"/>
                </a:lnTo>
              </a:path>
            </a:pathLst>
          </a:custGeom>
          <a:noFill/>
          <a:ln cap="flat" cmpd="sng" w="38100">
            <a:solidFill>
              <a:srgbClr val="0070C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10" name="Google Shape;5710;p91"/>
          <p:cNvGrpSpPr/>
          <p:nvPr/>
        </p:nvGrpSpPr>
        <p:grpSpPr>
          <a:xfrm>
            <a:off x="3697941" y="1842247"/>
            <a:ext cx="5199529" cy="4298576"/>
            <a:chOff x="3697941" y="1842247"/>
            <a:chExt cx="5199529" cy="4298576"/>
          </a:xfrm>
        </p:grpSpPr>
        <p:sp>
          <p:nvSpPr>
            <p:cNvPr id="5711" name="Google Shape;5711;p91"/>
            <p:cNvSpPr/>
            <p:nvPr/>
          </p:nvSpPr>
          <p:spPr>
            <a:xfrm>
              <a:off x="3697941" y="1842247"/>
              <a:ext cx="2326341" cy="228600"/>
            </a:xfrm>
            <a:prstGeom prst="rect">
              <a:avLst/>
            </a:prstGeom>
            <a:solidFill>
              <a:srgbClr val="FFFF00">
                <a:alpha val="2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2" name="Google Shape;5712;p91"/>
            <p:cNvSpPr/>
            <p:nvPr/>
          </p:nvSpPr>
          <p:spPr>
            <a:xfrm>
              <a:off x="6539753" y="2424953"/>
              <a:ext cx="2326341" cy="228600"/>
            </a:xfrm>
            <a:prstGeom prst="rect">
              <a:avLst/>
            </a:prstGeom>
            <a:solidFill>
              <a:srgbClr val="FFFF00">
                <a:alpha val="2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3" name="Google Shape;5713;p91"/>
            <p:cNvSpPr/>
            <p:nvPr/>
          </p:nvSpPr>
          <p:spPr>
            <a:xfrm>
              <a:off x="6571129" y="5912223"/>
              <a:ext cx="2326341" cy="228600"/>
            </a:xfrm>
            <a:prstGeom prst="rect">
              <a:avLst/>
            </a:prstGeom>
            <a:solidFill>
              <a:srgbClr val="FFFF00">
                <a:alpha val="2470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8" name="Shape 5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9" name="Google Shape;5719;p9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720" name="Google Shape;572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721" name="Google Shape;5721;p92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2" name="Google Shape;5722;p92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3" name="Google Shape;5723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8" name="Shape 5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9" name="Google Shape;5729;p9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0" name="Google Shape;5730;p9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31" name="Google Shape;5731;p93"/>
          <p:cNvSpPr txBox="1"/>
          <p:nvPr/>
        </p:nvSpPr>
        <p:spPr>
          <a:xfrm>
            <a:off x="977152" y="1293906"/>
            <a:ext cx="10210800" cy="1973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10’s to 100’s of thousands of hosts, often closely coupled, in close proximity: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e-business (e.g. Amazon)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content-servers (e.g., YouTube, Akamai, Apple, Microsoft)</a:t>
            </a:r>
            <a:endParaRPr/>
          </a:p>
          <a:p>
            <a:pPr indent="-295275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engines, data mining (e.g., Google)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732" name="Google Shape;5732;p93"/>
          <p:cNvSpPr txBox="1"/>
          <p:nvPr/>
        </p:nvSpPr>
        <p:spPr>
          <a:xfrm>
            <a:off x="1219200" y="3478773"/>
            <a:ext cx="5772243" cy="3056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i="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challenges: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applications, each serving massive numbers of clients </a:t>
            </a:r>
            <a:endParaRPr/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0988" lvl="1" marL="46672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managing/balancing load, avoiding processing, networking, data bottlenecks  </a:t>
            </a:r>
            <a:endParaRPr/>
          </a:p>
        </p:txBody>
      </p:sp>
      <p:pic>
        <p:nvPicPr>
          <p:cNvPr id="5733" name="Google Shape;5733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76079" y="3303307"/>
            <a:ext cx="3527425" cy="25225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734" name="Google Shape;5734;p93"/>
          <p:cNvSpPr txBox="1"/>
          <p:nvPr/>
        </p:nvSpPr>
        <p:spPr>
          <a:xfrm>
            <a:off x="7254035" y="5924644"/>
            <a:ext cx="47945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Inside a 40-ft Microsoft container, Chicago data center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9" name="Shape 5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0" name="Google Shape;5740;p94"/>
          <p:cNvGrpSpPr/>
          <p:nvPr/>
        </p:nvGrpSpPr>
        <p:grpSpPr>
          <a:xfrm>
            <a:off x="1479177" y="1790648"/>
            <a:ext cx="5700821" cy="1085228"/>
            <a:chOff x="1411941" y="1759320"/>
            <a:chExt cx="5700821" cy="1085228"/>
          </a:xfrm>
        </p:grpSpPr>
        <p:cxnSp>
          <p:nvCxnSpPr>
            <p:cNvPr id="5741" name="Google Shape;5741;p94"/>
            <p:cNvCxnSpPr>
              <a:endCxn id="5742" idx="9"/>
            </p:cNvCxnSpPr>
            <p:nvPr/>
          </p:nvCxnSpPr>
          <p:spPr>
            <a:xfrm flipH="1" rot="10800000">
              <a:off x="1411941" y="1792306"/>
              <a:ext cx="2243400" cy="9240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3" name="Google Shape;5743;p94"/>
            <p:cNvCxnSpPr/>
            <p:nvPr/>
          </p:nvCxnSpPr>
          <p:spPr>
            <a:xfrm flipH="1" rot="10800000">
              <a:off x="1425388" y="1790700"/>
              <a:ext cx="4493570" cy="93905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4" name="Google Shape;5744;p94"/>
            <p:cNvCxnSpPr>
              <a:endCxn id="5742" idx="9"/>
            </p:cNvCxnSpPr>
            <p:nvPr/>
          </p:nvCxnSpPr>
          <p:spPr>
            <a:xfrm flipH="1" rot="10800000">
              <a:off x="3016624" y="1792518"/>
              <a:ext cx="638700" cy="102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5" name="Google Shape;5745;p94"/>
            <p:cNvCxnSpPr>
              <a:endCxn id="5742" idx="13"/>
            </p:cNvCxnSpPr>
            <p:nvPr/>
          </p:nvCxnSpPr>
          <p:spPr>
            <a:xfrm rot="10800000">
              <a:off x="3558266" y="1759320"/>
              <a:ext cx="1022700" cy="10539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6" name="Google Shape;5746;p94"/>
            <p:cNvCxnSpPr>
              <a:endCxn id="5742" idx="9"/>
            </p:cNvCxnSpPr>
            <p:nvPr/>
          </p:nvCxnSpPr>
          <p:spPr>
            <a:xfrm rot="10800000">
              <a:off x="3655262" y="1792448"/>
              <a:ext cx="3457500" cy="1052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7" name="Google Shape;5747;p94"/>
            <p:cNvCxnSpPr/>
            <p:nvPr/>
          </p:nvCxnSpPr>
          <p:spPr>
            <a:xfrm flipH="1" rot="10800000">
              <a:off x="2985160" y="1759372"/>
              <a:ext cx="2906904" cy="100257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8" name="Google Shape;5748;p94"/>
            <p:cNvCxnSpPr>
              <a:endCxn id="5749" idx="6"/>
            </p:cNvCxnSpPr>
            <p:nvPr/>
          </p:nvCxnSpPr>
          <p:spPr>
            <a:xfrm rot="10800000">
              <a:off x="6032103" y="1818876"/>
              <a:ext cx="1009500" cy="974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0" name="Google Shape;5750;p94"/>
            <p:cNvCxnSpPr>
              <a:endCxn id="5749" idx="12"/>
            </p:cNvCxnSpPr>
            <p:nvPr/>
          </p:nvCxnSpPr>
          <p:spPr>
            <a:xfrm flipH="1" rot="10800000">
              <a:off x="4549326" y="1819176"/>
              <a:ext cx="1290300" cy="974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751" name="Google Shape;5751;p9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network elements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2" name="Google Shape;5752;p9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3" name="Google Shape;5753;p94"/>
          <p:cNvSpPr txBox="1"/>
          <p:nvPr/>
        </p:nvSpPr>
        <p:spPr>
          <a:xfrm>
            <a:off x="8168548" y="5355232"/>
            <a:ext cx="348223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Server racks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20- 40 server blades: hosts </a:t>
            </a:r>
            <a:endParaRPr/>
          </a:p>
        </p:txBody>
      </p:sp>
      <p:sp>
        <p:nvSpPr>
          <p:cNvPr id="5754" name="Google Shape;5754;p94"/>
          <p:cNvSpPr txBox="1"/>
          <p:nvPr/>
        </p:nvSpPr>
        <p:spPr>
          <a:xfrm>
            <a:off x="8085439" y="4357127"/>
            <a:ext cx="3774867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Top of Rack (TOR) switch</a:t>
            </a:r>
            <a:endParaRPr/>
          </a:p>
          <a:p>
            <a:pPr indent="-223837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i="0"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per rack</a:t>
            </a:r>
            <a:endParaRPr/>
          </a:p>
          <a:p>
            <a:pPr indent="-223837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40-100Gbps Ethernet to blades      </a:t>
            </a:r>
            <a:endParaRPr i="0"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5" name="Google Shape;5755;p94"/>
          <p:cNvSpPr txBox="1"/>
          <p:nvPr/>
        </p:nvSpPr>
        <p:spPr>
          <a:xfrm>
            <a:off x="8130262" y="3460657"/>
            <a:ext cx="377486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Tier-2 switches</a:t>
            </a:r>
            <a:endParaRPr/>
          </a:p>
          <a:p>
            <a:pPr indent="-223837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to  ~16 TORs below</a:t>
            </a:r>
            <a:endParaRPr i="0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56" name="Google Shape;5756;p94"/>
          <p:cNvGrpSpPr/>
          <p:nvPr/>
        </p:nvGrpSpPr>
        <p:grpSpPr>
          <a:xfrm>
            <a:off x="7582334" y="4489205"/>
            <a:ext cx="267206" cy="997245"/>
            <a:chOff x="6424315" y="4488570"/>
            <a:chExt cx="267206" cy="997245"/>
          </a:xfrm>
        </p:grpSpPr>
        <p:grpSp>
          <p:nvGrpSpPr>
            <p:cNvPr id="5757" name="Google Shape;5757;p94"/>
            <p:cNvGrpSpPr/>
            <p:nvPr/>
          </p:nvGrpSpPr>
          <p:grpSpPr>
            <a:xfrm>
              <a:off x="6424315" y="4636502"/>
              <a:ext cx="237939" cy="849312"/>
              <a:chOff x="6396366" y="3061857"/>
              <a:chExt cx="570079" cy="838094"/>
            </a:xfrm>
          </p:grpSpPr>
          <p:sp>
            <p:nvSpPr>
              <p:cNvPr id="5758" name="Google Shape;5758;p94"/>
              <p:cNvSpPr/>
              <p:nvPr/>
            </p:nvSpPr>
            <p:spPr>
              <a:xfrm>
                <a:off x="6509786" y="3061857"/>
                <a:ext cx="447707" cy="742536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59" name="Google Shape;5759;p94"/>
              <p:cNvCxnSpPr/>
              <p:nvPr/>
            </p:nvCxnSpPr>
            <p:spPr>
              <a:xfrm flipH="1" rot="10800000">
                <a:off x="6847057" y="3061857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760" name="Google Shape;5760;p94"/>
              <p:cNvSpPr/>
              <p:nvPr/>
            </p:nvSpPr>
            <p:spPr>
              <a:xfrm>
                <a:off x="6476953" y="3071256"/>
                <a:ext cx="131327" cy="11592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61" name="Google Shape;5761;p94"/>
              <p:cNvCxnSpPr/>
              <p:nvPr/>
            </p:nvCxnSpPr>
            <p:spPr>
              <a:xfrm flipH="1" rot="10800000">
                <a:off x="6396367" y="3061857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5762" name="Google Shape;5762;p94"/>
              <p:cNvSpPr/>
              <p:nvPr/>
            </p:nvSpPr>
            <p:spPr>
              <a:xfrm>
                <a:off x="6817210" y="3702567"/>
                <a:ext cx="131327" cy="115923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3" name="Google Shape;5763;p94"/>
              <p:cNvSpPr/>
              <p:nvPr/>
            </p:nvSpPr>
            <p:spPr>
              <a:xfrm>
                <a:off x="6405320" y="3157415"/>
                <a:ext cx="444723" cy="742536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764" name="Google Shape;5764;p94"/>
              <p:cNvCxnSpPr/>
              <p:nvPr/>
            </p:nvCxnSpPr>
            <p:spPr>
              <a:xfrm flipH="1" rot="10800000">
                <a:off x="6847057" y="3804392"/>
                <a:ext cx="113419" cy="924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765" name="Google Shape;5765;p94"/>
              <p:cNvGrpSpPr/>
              <p:nvPr/>
            </p:nvGrpSpPr>
            <p:grpSpPr>
              <a:xfrm>
                <a:off x="6399350" y="3137050"/>
                <a:ext cx="561125" cy="92425"/>
                <a:chOff x="6581076" y="2845711"/>
                <a:chExt cx="561125" cy="92425"/>
              </a:xfrm>
            </p:grpSpPr>
            <p:cxnSp>
              <p:nvCxnSpPr>
                <p:cNvPr id="5766" name="Google Shape;5766;p94"/>
                <p:cNvCxnSpPr/>
                <p:nvPr/>
              </p:nvCxnSpPr>
              <p:spPr>
                <a:xfrm flipH="1" rot="10800000">
                  <a:off x="7028782" y="2845711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67" name="Google Shape;5767;p94"/>
                <p:cNvCxnSpPr/>
                <p:nvPr/>
              </p:nvCxnSpPr>
              <p:spPr>
                <a:xfrm>
                  <a:off x="6581076" y="2938136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68" name="Google Shape;5768;p94"/>
              <p:cNvGrpSpPr/>
              <p:nvPr/>
            </p:nvGrpSpPr>
            <p:grpSpPr>
              <a:xfrm>
                <a:off x="6399351" y="3202845"/>
                <a:ext cx="567094" cy="89292"/>
                <a:chOff x="6581557" y="2845642"/>
                <a:chExt cx="567094" cy="89292"/>
              </a:xfrm>
            </p:grpSpPr>
            <p:cxnSp>
              <p:nvCxnSpPr>
                <p:cNvPr id="5769" name="Google Shape;5769;p94"/>
                <p:cNvCxnSpPr/>
                <p:nvPr/>
              </p:nvCxnSpPr>
              <p:spPr>
                <a:xfrm flipH="1" rot="10800000">
                  <a:off x="7029263" y="2845642"/>
                  <a:ext cx="119388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0" name="Google Shape;5770;p94"/>
                <p:cNvCxnSpPr/>
                <p:nvPr/>
              </p:nvCxnSpPr>
              <p:spPr>
                <a:xfrm>
                  <a:off x="6581557" y="2934934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71" name="Google Shape;5771;p94"/>
              <p:cNvGrpSpPr/>
              <p:nvPr/>
            </p:nvGrpSpPr>
            <p:grpSpPr>
              <a:xfrm>
                <a:off x="6399350" y="3268639"/>
                <a:ext cx="558142" cy="89292"/>
                <a:chOff x="6582036" y="2845572"/>
                <a:chExt cx="558142" cy="89292"/>
              </a:xfrm>
            </p:grpSpPr>
            <p:cxnSp>
              <p:nvCxnSpPr>
                <p:cNvPr id="5772" name="Google Shape;5772;p94"/>
                <p:cNvCxnSpPr/>
                <p:nvPr/>
              </p:nvCxnSpPr>
              <p:spPr>
                <a:xfrm flipH="1" rot="10800000">
                  <a:off x="7026759" y="2845572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3" name="Google Shape;5773;p94"/>
                <p:cNvCxnSpPr/>
                <p:nvPr/>
              </p:nvCxnSpPr>
              <p:spPr>
                <a:xfrm>
                  <a:off x="6582036" y="293486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74" name="Google Shape;5774;p94"/>
              <p:cNvGrpSpPr/>
              <p:nvPr/>
            </p:nvGrpSpPr>
            <p:grpSpPr>
              <a:xfrm>
                <a:off x="6399350" y="3334433"/>
                <a:ext cx="558141" cy="89292"/>
                <a:chOff x="6582516" y="2845502"/>
                <a:chExt cx="558141" cy="89292"/>
              </a:xfrm>
            </p:grpSpPr>
            <p:cxnSp>
              <p:nvCxnSpPr>
                <p:cNvPr id="5775" name="Google Shape;5775;p94"/>
                <p:cNvCxnSpPr/>
                <p:nvPr/>
              </p:nvCxnSpPr>
              <p:spPr>
                <a:xfrm flipH="1" rot="10800000">
                  <a:off x="7027238" y="2845502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6" name="Google Shape;5776;p94"/>
                <p:cNvCxnSpPr/>
                <p:nvPr/>
              </p:nvCxnSpPr>
              <p:spPr>
                <a:xfrm>
                  <a:off x="6582516" y="293479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77" name="Google Shape;5777;p94"/>
              <p:cNvGrpSpPr/>
              <p:nvPr/>
            </p:nvGrpSpPr>
            <p:grpSpPr>
              <a:xfrm>
                <a:off x="6399349" y="3400228"/>
                <a:ext cx="558142" cy="89292"/>
                <a:chOff x="6582995" y="2845433"/>
                <a:chExt cx="558142" cy="89292"/>
              </a:xfrm>
            </p:grpSpPr>
            <p:cxnSp>
              <p:nvCxnSpPr>
                <p:cNvPr id="5778" name="Google Shape;5778;p94"/>
                <p:cNvCxnSpPr/>
                <p:nvPr/>
              </p:nvCxnSpPr>
              <p:spPr>
                <a:xfrm flipH="1" rot="10800000">
                  <a:off x="7027718" y="2845433"/>
                  <a:ext cx="113419" cy="892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79" name="Google Shape;5779;p94"/>
                <p:cNvCxnSpPr/>
                <p:nvPr/>
              </p:nvCxnSpPr>
              <p:spPr>
                <a:xfrm>
                  <a:off x="6582995" y="2934724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0" name="Google Shape;5780;p94"/>
              <p:cNvGrpSpPr/>
              <p:nvPr/>
            </p:nvGrpSpPr>
            <p:grpSpPr>
              <a:xfrm>
                <a:off x="6399351" y="3466022"/>
                <a:ext cx="558141" cy="93992"/>
                <a:chOff x="6583477" y="2845363"/>
                <a:chExt cx="558141" cy="93992"/>
              </a:xfrm>
            </p:grpSpPr>
            <p:cxnSp>
              <p:nvCxnSpPr>
                <p:cNvPr id="5781" name="Google Shape;5781;p94"/>
                <p:cNvCxnSpPr/>
                <p:nvPr/>
              </p:nvCxnSpPr>
              <p:spPr>
                <a:xfrm flipH="1" rot="10800000">
                  <a:off x="7028199" y="2845363"/>
                  <a:ext cx="113419" cy="9399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2" name="Google Shape;5782;p94"/>
                <p:cNvCxnSpPr/>
                <p:nvPr/>
              </p:nvCxnSpPr>
              <p:spPr>
                <a:xfrm>
                  <a:off x="6583477" y="2939355"/>
                  <a:ext cx="450692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3" name="Google Shape;5783;p94"/>
              <p:cNvGrpSpPr/>
              <p:nvPr/>
            </p:nvGrpSpPr>
            <p:grpSpPr>
              <a:xfrm>
                <a:off x="6396366" y="3528683"/>
                <a:ext cx="561126" cy="97125"/>
                <a:chOff x="6580972" y="2842160"/>
                <a:chExt cx="561126" cy="97125"/>
              </a:xfrm>
            </p:grpSpPr>
            <p:cxnSp>
              <p:nvCxnSpPr>
                <p:cNvPr id="5784" name="Google Shape;5784;p94"/>
                <p:cNvCxnSpPr/>
                <p:nvPr/>
              </p:nvCxnSpPr>
              <p:spPr>
                <a:xfrm flipH="1" rot="10800000">
                  <a:off x="7028679" y="2842160"/>
                  <a:ext cx="113419" cy="971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5" name="Google Shape;5785;p94"/>
                <p:cNvCxnSpPr/>
                <p:nvPr/>
              </p:nvCxnSpPr>
              <p:spPr>
                <a:xfrm>
                  <a:off x="6580972" y="2939284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6" name="Google Shape;5786;p94"/>
              <p:cNvGrpSpPr/>
              <p:nvPr/>
            </p:nvGrpSpPr>
            <p:grpSpPr>
              <a:xfrm>
                <a:off x="6396366" y="3594477"/>
                <a:ext cx="561125" cy="97125"/>
                <a:chOff x="6581452" y="2842090"/>
                <a:chExt cx="561125" cy="97125"/>
              </a:xfrm>
            </p:grpSpPr>
            <p:cxnSp>
              <p:nvCxnSpPr>
                <p:cNvPr id="5787" name="Google Shape;5787;p94"/>
                <p:cNvCxnSpPr/>
                <p:nvPr/>
              </p:nvCxnSpPr>
              <p:spPr>
                <a:xfrm flipH="1" rot="10800000">
                  <a:off x="7029158" y="2842090"/>
                  <a:ext cx="113419" cy="971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8" name="Google Shape;5788;p94"/>
                <p:cNvCxnSpPr/>
                <p:nvPr/>
              </p:nvCxnSpPr>
              <p:spPr>
                <a:xfrm>
                  <a:off x="6581452" y="2939215"/>
                  <a:ext cx="45367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89" name="Google Shape;5789;p94"/>
              <p:cNvGrpSpPr/>
              <p:nvPr/>
            </p:nvGrpSpPr>
            <p:grpSpPr>
              <a:xfrm>
                <a:off x="6396367" y="3664970"/>
                <a:ext cx="558140" cy="92426"/>
                <a:chOff x="6581933" y="2846719"/>
                <a:chExt cx="558140" cy="92426"/>
              </a:xfrm>
            </p:grpSpPr>
            <p:cxnSp>
              <p:nvCxnSpPr>
                <p:cNvPr id="5790" name="Google Shape;5790;p94"/>
                <p:cNvCxnSpPr/>
                <p:nvPr/>
              </p:nvCxnSpPr>
              <p:spPr>
                <a:xfrm flipH="1" rot="10800000">
                  <a:off x="7026654" y="2846719"/>
                  <a:ext cx="113419" cy="924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91" name="Google Shape;5791;p94"/>
                <p:cNvCxnSpPr/>
                <p:nvPr/>
              </p:nvCxnSpPr>
              <p:spPr>
                <a:xfrm>
                  <a:off x="6581933" y="2939145"/>
                  <a:ext cx="45069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792" name="Google Shape;5792;p94"/>
              <p:cNvGrpSpPr/>
              <p:nvPr/>
            </p:nvGrpSpPr>
            <p:grpSpPr>
              <a:xfrm>
                <a:off x="6396367" y="3730765"/>
                <a:ext cx="558139" cy="92426"/>
                <a:chOff x="6582413" y="2846650"/>
                <a:chExt cx="558139" cy="92426"/>
              </a:xfrm>
            </p:grpSpPr>
            <p:cxnSp>
              <p:nvCxnSpPr>
                <p:cNvPr id="5793" name="Google Shape;5793;p94"/>
                <p:cNvCxnSpPr/>
                <p:nvPr/>
              </p:nvCxnSpPr>
              <p:spPr>
                <a:xfrm flipH="1" rot="10800000">
                  <a:off x="7027133" y="2846650"/>
                  <a:ext cx="113419" cy="924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94" name="Google Shape;5794;p94"/>
                <p:cNvCxnSpPr/>
                <p:nvPr/>
              </p:nvCxnSpPr>
              <p:spPr>
                <a:xfrm>
                  <a:off x="6582413" y="2939076"/>
                  <a:ext cx="45069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5795" name="Google Shape;5795;p94"/>
            <p:cNvCxnSpPr/>
            <p:nvPr/>
          </p:nvCxnSpPr>
          <p:spPr>
            <a:xfrm flipH="1">
              <a:off x="6685171" y="4525377"/>
              <a:ext cx="4763" cy="855662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6" name="Google Shape;5796;p94"/>
            <p:cNvCxnSpPr/>
            <p:nvPr/>
          </p:nvCxnSpPr>
          <p:spPr>
            <a:xfrm>
              <a:off x="6632784" y="4706352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7" name="Google Shape;5797;p94"/>
            <p:cNvCxnSpPr/>
            <p:nvPr/>
          </p:nvCxnSpPr>
          <p:spPr>
            <a:xfrm>
              <a:off x="6631196" y="4771439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8" name="Google Shape;5798;p94"/>
            <p:cNvCxnSpPr/>
            <p:nvPr/>
          </p:nvCxnSpPr>
          <p:spPr>
            <a:xfrm>
              <a:off x="6631196" y="4849227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99" name="Google Shape;5799;p94"/>
            <p:cNvCxnSpPr/>
            <p:nvPr/>
          </p:nvCxnSpPr>
          <p:spPr>
            <a:xfrm>
              <a:off x="6629609" y="4914314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0" name="Google Shape;5800;p94"/>
            <p:cNvCxnSpPr/>
            <p:nvPr/>
          </p:nvCxnSpPr>
          <p:spPr>
            <a:xfrm>
              <a:off x="6628021" y="4976227"/>
              <a:ext cx="603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1" name="Google Shape;5801;p94"/>
            <p:cNvCxnSpPr/>
            <p:nvPr/>
          </p:nvCxnSpPr>
          <p:spPr>
            <a:xfrm>
              <a:off x="6628021" y="5044489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2" name="Google Shape;5802;p94"/>
            <p:cNvCxnSpPr/>
            <p:nvPr/>
          </p:nvCxnSpPr>
          <p:spPr>
            <a:xfrm>
              <a:off x="6626434" y="511433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3" name="Google Shape;5803;p94"/>
            <p:cNvCxnSpPr/>
            <p:nvPr/>
          </p:nvCxnSpPr>
          <p:spPr>
            <a:xfrm>
              <a:off x="6629609" y="518418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4" name="Google Shape;5804;p94"/>
            <p:cNvCxnSpPr/>
            <p:nvPr/>
          </p:nvCxnSpPr>
          <p:spPr>
            <a:xfrm>
              <a:off x="6631196" y="5252452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5" name="Google Shape;5805;p94"/>
            <p:cNvCxnSpPr/>
            <p:nvPr/>
          </p:nvCxnSpPr>
          <p:spPr>
            <a:xfrm>
              <a:off x="6631196" y="5322302"/>
              <a:ext cx="5873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6" name="Google Shape;5806;p94"/>
            <p:cNvCxnSpPr/>
            <p:nvPr/>
          </p:nvCxnSpPr>
          <p:spPr>
            <a:xfrm>
              <a:off x="6632784" y="5387389"/>
              <a:ext cx="5873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7" name="Google Shape;5807;p94"/>
            <p:cNvCxnSpPr/>
            <p:nvPr/>
          </p:nvCxnSpPr>
          <p:spPr>
            <a:xfrm rot="10800000">
              <a:off x="6632784" y="4531727"/>
              <a:ext cx="58737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08" name="Google Shape;5808;p94"/>
            <p:cNvGrpSpPr/>
            <p:nvPr/>
          </p:nvGrpSpPr>
          <p:grpSpPr>
            <a:xfrm>
              <a:off x="6434171" y="4488570"/>
              <a:ext cx="224203" cy="179034"/>
              <a:chOff x="3668110" y="2448910"/>
              <a:chExt cx="3794234" cy="2165130"/>
            </a:xfrm>
          </p:grpSpPr>
          <p:sp>
            <p:nvSpPr>
              <p:cNvPr id="5809" name="Google Shape;5809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0" name="Google Shape;5810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11" name="Google Shape;5811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812" name="Google Shape;5812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3" name="Google Shape;5813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4" name="Google Shape;5814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15" name="Google Shape;5815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816" name="Google Shape;5816;p94"/>
          <p:cNvGrpSpPr/>
          <p:nvPr/>
        </p:nvGrpSpPr>
        <p:grpSpPr>
          <a:xfrm>
            <a:off x="5974431" y="3377682"/>
            <a:ext cx="1055390" cy="275739"/>
            <a:chOff x="5974431" y="3377682"/>
            <a:chExt cx="1055390" cy="275739"/>
          </a:xfrm>
        </p:grpSpPr>
        <p:cxnSp>
          <p:nvCxnSpPr>
            <p:cNvPr id="5817" name="Google Shape;5817;p94"/>
            <p:cNvCxnSpPr/>
            <p:nvPr/>
          </p:nvCxnSpPr>
          <p:spPr>
            <a:xfrm rot="10800000">
              <a:off x="5974431" y="3483429"/>
              <a:ext cx="1055390" cy="1699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18" name="Google Shape;5818;p94"/>
            <p:cNvCxnSpPr>
              <a:stCxn id="5819" idx="8"/>
            </p:cNvCxnSpPr>
            <p:nvPr/>
          </p:nvCxnSpPr>
          <p:spPr>
            <a:xfrm rot="10800000">
              <a:off x="6223243" y="3427578"/>
              <a:ext cx="671700" cy="173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0" name="Google Shape;5820;p94"/>
            <p:cNvCxnSpPr/>
            <p:nvPr/>
          </p:nvCxnSpPr>
          <p:spPr>
            <a:xfrm rot="10800000">
              <a:off x="6465843" y="3377682"/>
              <a:ext cx="562839" cy="2018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21" name="Google Shape;5821;p94"/>
          <p:cNvGrpSpPr/>
          <p:nvPr/>
        </p:nvGrpSpPr>
        <p:grpSpPr>
          <a:xfrm flipH="1" rot="10800000">
            <a:off x="5989981" y="3036336"/>
            <a:ext cx="1055390" cy="275739"/>
            <a:chOff x="6920204" y="3530082"/>
            <a:chExt cx="1055390" cy="275739"/>
          </a:xfrm>
        </p:grpSpPr>
        <p:cxnSp>
          <p:nvCxnSpPr>
            <p:cNvPr id="5822" name="Google Shape;5822;p94"/>
            <p:cNvCxnSpPr/>
            <p:nvPr/>
          </p:nvCxnSpPr>
          <p:spPr>
            <a:xfrm rot="10800000">
              <a:off x="6920204" y="3635829"/>
              <a:ext cx="1055390" cy="16999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3" name="Google Shape;5823;p94"/>
            <p:cNvCxnSpPr/>
            <p:nvPr/>
          </p:nvCxnSpPr>
          <p:spPr>
            <a:xfrm rot="10800000">
              <a:off x="7169020" y="3579845"/>
              <a:ext cx="671696" cy="17383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4" name="Google Shape;5824;p94"/>
            <p:cNvCxnSpPr/>
            <p:nvPr/>
          </p:nvCxnSpPr>
          <p:spPr>
            <a:xfrm rot="10800000">
              <a:off x="7411616" y="3530082"/>
              <a:ext cx="562839" cy="201824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25" name="Google Shape;5825;p94"/>
          <p:cNvGrpSpPr/>
          <p:nvPr/>
        </p:nvGrpSpPr>
        <p:grpSpPr>
          <a:xfrm>
            <a:off x="6657747" y="2537293"/>
            <a:ext cx="5251865" cy="1075110"/>
            <a:chOff x="6657747" y="2537293"/>
            <a:chExt cx="5251865" cy="1075110"/>
          </a:xfrm>
        </p:grpSpPr>
        <p:cxnSp>
          <p:nvCxnSpPr>
            <p:cNvPr id="5826" name="Google Shape;5826;p94"/>
            <p:cNvCxnSpPr/>
            <p:nvPr/>
          </p:nvCxnSpPr>
          <p:spPr>
            <a:xfrm flipH="1">
              <a:off x="7111851" y="3098053"/>
              <a:ext cx="1587" cy="51435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27" name="Google Shape;5827;p94"/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5828" name="Google Shape;5828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9" name="Google Shape;5829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830" name="Google Shape;5830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831" name="Google Shape;5831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2" name="Google Shape;5832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3" name="Google Shape;5833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34" name="Google Shape;5834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835" name="Google Shape;5835;p94"/>
            <p:cNvSpPr txBox="1"/>
            <p:nvPr/>
          </p:nvSpPr>
          <p:spPr>
            <a:xfrm>
              <a:off x="8134745" y="2537293"/>
              <a:ext cx="3774867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Tier-1 switches</a:t>
              </a:r>
              <a:endParaRPr/>
            </a:p>
            <a:p>
              <a:pPr indent="-223837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connecting to  ~16 T-2s below</a:t>
              </a:r>
              <a:endParaRPr i="0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36" name="Google Shape;5836;p94"/>
          <p:cNvGrpSpPr/>
          <p:nvPr/>
        </p:nvGrpSpPr>
        <p:grpSpPr>
          <a:xfrm>
            <a:off x="3209365" y="1435878"/>
            <a:ext cx="8735897" cy="769441"/>
            <a:chOff x="3209365" y="1435878"/>
            <a:chExt cx="8735897" cy="769441"/>
          </a:xfrm>
        </p:grpSpPr>
        <p:grpSp>
          <p:nvGrpSpPr>
            <p:cNvPr id="5837" name="Google Shape;5837;p94"/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5838" name="Google Shape;5838;p9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39" name="Google Shape;5839;p9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40" name="Google Shape;5840;p9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41" name="Google Shape;5841;p9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2" name="Google Shape;5842;p9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3" name="Google Shape;5843;p9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2" name="Google Shape;5742;p9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844" name="Google Shape;5844;p94"/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5845" name="Google Shape;5845;p9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5846" name="Google Shape;5846;p9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5847" name="Google Shape;5847;p9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48" name="Google Shape;5848;p9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49" name="Google Shape;5849;p9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50" name="Google Shape;5850;p9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49" name="Google Shape;5749;p9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5851" name="Google Shape;5851;p94"/>
            <p:cNvSpPr txBox="1"/>
            <p:nvPr/>
          </p:nvSpPr>
          <p:spPr>
            <a:xfrm>
              <a:off x="8092348" y="1435878"/>
              <a:ext cx="3852914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Border routers</a:t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3837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000"/>
                <a:buFont typeface="Noto Sans Symbols"/>
                <a:buChar char="▪"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connections outside datacenter</a:t>
              </a:r>
              <a:endParaRPr i="0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2" name="Google Shape;5852;p94"/>
          <p:cNvGrpSpPr/>
          <p:nvPr/>
        </p:nvGrpSpPr>
        <p:grpSpPr>
          <a:xfrm>
            <a:off x="6424315" y="3564953"/>
            <a:ext cx="1277231" cy="1928806"/>
            <a:chOff x="6424315" y="3564953"/>
            <a:chExt cx="1277231" cy="1928806"/>
          </a:xfrm>
        </p:grpSpPr>
        <p:cxnSp>
          <p:nvCxnSpPr>
            <p:cNvPr id="5853" name="Google Shape;5853;p94"/>
            <p:cNvCxnSpPr>
              <a:endCxn id="5812" idx="4"/>
            </p:cNvCxnSpPr>
            <p:nvPr/>
          </p:nvCxnSpPr>
          <p:spPr>
            <a:xfrm>
              <a:off x="7386846" y="3996739"/>
              <a:ext cx="314700" cy="55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5854" name="Google Shape;5854;p94"/>
            <p:cNvGrpSpPr/>
            <p:nvPr/>
          </p:nvGrpSpPr>
          <p:grpSpPr>
            <a:xfrm>
              <a:off x="6424315" y="3564953"/>
              <a:ext cx="1189752" cy="1928806"/>
              <a:chOff x="6424315" y="3564953"/>
              <a:chExt cx="1189752" cy="1928806"/>
            </a:xfrm>
          </p:grpSpPr>
          <p:cxnSp>
            <p:nvCxnSpPr>
              <p:cNvPr id="5855" name="Google Shape;5855;p94"/>
              <p:cNvCxnSpPr>
                <a:endCxn id="5856" idx="4"/>
              </p:cNvCxnSpPr>
              <p:nvPr/>
            </p:nvCxnSpPr>
            <p:spPr>
              <a:xfrm flipH="1">
                <a:off x="6543647" y="39586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5857" name="Google Shape;5857;p94"/>
              <p:cNvCxnSpPr>
                <a:endCxn id="5858" idx="9"/>
              </p:cNvCxnSpPr>
              <p:nvPr/>
            </p:nvCxnSpPr>
            <p:spPr>
              <a:xfrm>
                <a:off x="7130402" y="39666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5859" name="Google Shape;5859;p94"/>
              <p:cNvGrpSpPr/>
              <p:nvPr/>
            </p:nvGrpSpPr>
            <p:grpSpPr>
              <a:xfrm>
                <a:off x="6424315" y="3564953"/>
                <a:ext cx="1155347" cy="1928806"/>
                <a:chOff x="6424315" y="3564953"/>
                <a:chExt cx="1155347" cy="1928806"/>
              </a:xfrm>
            </p:grpSpPr>
            <p:cxnSp>
              <p:nvCxnSpPr>
                <p:cNvPr id="5860" name="Google Shape;5860;p94"/>
                <p:cNvCxnSpPr>
                  <a:endCxn id="5861" idx="2"/>
                </p:cNvCxnSpPr>
                <p:nvPr/>
              </p:nvCxnSpPr>
              <p:spPr>
                <a:xfrm flipH="1">
                  <a:off x="6853172" y="39681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5862" name="Google Shape;5862;p94"/>
                <p:cNvGrpSpPr/>
                <p:nvPr/>
              </p:nvGrpSpPr>
              <p:grpSpPr>
                <a:xfrm>
                  <a:off x="6424315" y="44885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5863" name="Google Shape;5863;p9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5864" name="Google Shape;5864;p9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865" name="Google Shape;5865;p9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866" name="Google Shape;5866;p9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867" name="Google Shape;5867;p9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868" name="Google Shape;5868;p9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869" name="Google Shape;5869;p9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870" name="Google Shape;5870;p9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5871" name="Google Shape;5871;p9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5872" name="Google Shape;5872;p9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73" name="Google Shape;5873;p9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74" name="Google Shape;5874;p9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5875" name="Google Shape;5875;p9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76" name="Google Shape;5876;p9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77" name="Google Shape;5877;p9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5878" name="Google Shape;5878;p9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79" name="Google Shape;5879;p9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0" name="Google Shape;5880;p9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5881" name="Google Shape;5881;p9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82" name="Google Shape;5882;p9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3" name="Google Shape;5883;p9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5884" name="Google Shape;5884;p9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85" name="Google Shape;5885;p9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6" name="Google Shape;5886;p9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5887" name="Google Shape;5887;p9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88" name="Google Shape;5888;p9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89" name="Google Shape;5889;p9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5890" name="Google Shape;5890;p9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91" name="Google Shape;5891;p9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92" name="Google Shape;5892;p9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5893" name="Google Shape;5893;p9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94" name="Google Shape;5894;p9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95" name="Google Shape;5895;p9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5896" name="Google Shape;5896;p9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897" name="Google Shape;5897;p9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898" name="Google Shape;5898;p9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5899" name="Google Shape;5899;p9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00" name="Google Shape;5900;p9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5901" name="Google Shape;5901;p9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2" name="Google Shape;5902;p9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3" name="Google Shape;5903;p9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4" name="Google Shape;5904;p9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5" name="Google Shape;5905;p9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6" name="Google Shape;5906;p9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7" name="Google Shape;5907;p9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8" name="Google Shape;5908;p9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09" name="Google Shape;5909;p9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0" name="Google Shape;5910;p9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1" name="Google Shape;5911;p9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2" name="Google Shape;5912;p9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13" name="Google Shape;5913;p9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5914" name="Google Shape;5914;p9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5915" name="Google Shape;5915;p9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16" name="Google Shape;5916;p9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917" name="Google Shape;5917;p9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5856" name="Google Shape;5856;p9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18" name="Google Shape;5918;p9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19" name="Google Shape;5919;p9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20" name="Google Shape;5920;p9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921" name="Google Shape;5921;p94"/>
                <p:cNvGrpSpPr/>
                <p:nvPr/>
              </p:nvGrpSpPr>
              <p:grpSpPr>
                <a:xfrm>
                  <a:off x="6665262" y="3564953"/>
                  <a:ext cx="914400" cy="479686"/>
                  <a:chOff x="3668110" y="2448910"/>
                  <a:chExt cx="3794234" cy="2165130"/>
                </a:xfrm>
              </p:grpSpPr>
              <p:sp>
                <p:nvSpPr>
                  <p:cNvPr id="5922" name="Google Shape;5922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923" name="Google Shape;5923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5924" name="Google Shape;5924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5819" name="Google Shape;5819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5" name="Google Shape;5925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6" name="Google Shape;5926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27" name="Google Shape;5927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5928" name="Google Shape;5928;p94"/>
                <p:cNvGrpSpPr/>
                <p:nvPr/>
              </p:nvGrpSpPr>
              <p:grpSpPr>
                <a:xfrm>
                  <a:off x="6733565" y="44925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5929" name="Google Shape;5929;p9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5930" name="Google Shape;5930;p9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31" name="Google Shape;5931;p9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32" name="Google Shape;5932;p9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33" name="Google Shape;5933;p9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34" name="Google Shape;5934;p9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35" name="Google Shape;5935;p9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36" name="Google Shape;5936;p9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5937" name="Google Shape;5937;p9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5938" name="Google Shape;5938;p9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39" name="Google Shape;5939;p9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0" name="Google Shape;5940;p9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5941" name="Google Shape;5941;p9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42" name="Google Shape;5942;p9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3" name="Google Shape;5943;p9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5944" name="Google Shape;5944;p9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45" name="Google Shape;5945;p9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6" name="Google Shape;5946;p9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5947" name="Google Shape;5947;p9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48" name="Google Shape;5948;p9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49" name="Google Shape;5949;p9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5950" name="Google Shape;5950;p9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51" name="Google Shape;5951;p9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52" name="Google Shape;5952;p9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5953" name="Google Shape;5953;p9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54" name="Google Shape;5954;p9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55" name="Google Shape;5955;p9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5956" name="Google Shape;5956;p9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57" name="Google Shape;5957;p9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58" name="Google Shape;5958;p9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5959" name="Google Shape;5959;p9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60" name="Google Shape;5960;p9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61" name="Google Shape;5961;p9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5962" name="Google Shape;5962;p9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63" name="Google Shape;5963;p9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64" name="Google Shape;5964;p9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5965" name="Google Shape;5965;p9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66" name="Google Shape;5966;p9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5967" name="Google Shape;5967;p9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68" name="Google Shape;5968;p9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69" name="Google Shape;5969;p9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0" name="Google Shape;5970;p9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1" name="Google Shape;5971;p9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2" name="Google Shape;5972;p9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3" name="Google Shape;5973;p9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4" name="Google Shape;5974;p9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5" name="Google Shape;5975;p9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6" name="Google Shape;5976;p9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7" name="Google Shape;5977;p9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8" name="Google Shape;5978;p9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979" name="Google Shape;5979;p9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5980" name="Google Shape;5980;p9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5981" name="Google Shape;5981;p9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82" name="Google Shape;5982;p9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983" name="Google Shape;5983;p9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5984" name="Google Shape;5984;p9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85" name="Google Shape;5985;p9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986" name="Google Shape;5986;p9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861" name="Google Shape;5861;p9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5987" name="Google Shape;5987;p94"/>
                <p:cNvGrpSpPr/>
                <p:nvPr/>
              </p:nvGrpSpPr>
              <p:grpSpPr>
                <a:xfrm>
                  <a:off x="7042815" y="44965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5988" name="Google Shape;5988;p94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5989" name="Google Shape;5989;p94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90" name="Google Shape;5990;p94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91" name="Google Shape;5991;p94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92" name="Google Shape;5992;p94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5993" name="Google Shape;5993;p94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994" name="Google Shape;5994;p94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5995" name="Google Shape;5995;p94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5996" name="Google Shape;5996;p94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5997" name="Google Shape;5997;p94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5998" name="Google Shape;5998;p94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5999" name="Google Shape;5999;p94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6000" name="Google Shape;6000;p94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01" name="Google Shape;6001;p94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02" name="Google Shape;6002;p94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6003" name="Google Shape;6003;p94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04" name="Google Shape;6004;p94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05" name="Google Shape;6005;p94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6006" name="Google Shape;6006;p94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07" name="Google Shape;6007;p94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08" name="Google Shape;6008;p94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6009" name="Google Shape;6009;p94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0" name="Google Shape;6010;p94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11" name="Google Shape;6011;p94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6012" name="Google Shape;6012;p94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3" name="Google Shape;6013;p94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14" name="Google Shape;6014;p94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6015" name="Google Shape;6015;p94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6" name="Google Shape;6016;p94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17" name="Google Shape;6017;p94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6018" name="Google Shape;6018;p94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19" name="Google Shape;6019;p94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20" name="Google Shape;6020;p94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6021" name="Google Shape;6021;p94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22" name="Google Shape;6022;p94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6023" name="Google Shape;6023;p94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6024" name="Google Shape;6024;p94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025" name="Google Shape;6025;p94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6026" name="Google Shape;6026;p94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27" name="Google Shape;6027;p94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28" name="Google Shape;6028;p94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29" name="Google Shape;6029;p94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0" name="Google Shape;6030;p94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1" name="Google Shape;6031;p94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2" name="Google Shape;6032;p94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3" name="Google Shape;6033;p94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4" name="Google Shape;6034;p94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5" name="Google Shape;6035;p94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6" name="Google Shape;6036;p94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7" name="Google Shape;6037;p94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038" name="Google Shape;6038;p94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039" name="Google Shape;6039;p94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6040" name="Google Shape;6040;p94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41" name="Google Shape;6041;p94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042" name="Google Shape;6042;p94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5858" name="Google Shape;5858;p94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43" name="Google Shape;6043;p94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44" name="Google Shape;6044;p94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045" name="Google Shape;6045;p94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6046" name="Google Shape;6046;p94"/>
                <p:cNvSpPr txBox="1"/>
                <p:nvPr/>
              </p:nvSpPr>
              <p:spPr>
                <a:xfrm>
                  <a:off x="7175036" y="40213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sp>
            <p:nvSpPr>
              <p:cNvPr id="6047" name="Google Shape;6047;p94"/>
              <p:cNvSpPr txBox="1"/>
              <p:nvPr/>
            </p:nvSpPr>
            <p:spPr>
              <a:xfrm>
                <a:off x="7270703" y="48278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</p:grpSp>
      <p:grpSp>
        <p:nvGrpSpPr>
          <p:cNvPr id="6048" name="Google Shape;6048;p94"/>
          <p:cNvGrpSpPr/>
          <p:nvPr/>
        </p:nvGrpSpPr>
        <p:grpSpPr>
          <a:xfrm>
            <a:off x="1017496" y="2600174"/>
            <a:ext cx="4405604" cy="990932"/>
            <a:chOff x="788896" y="6230880"/>
            <a:chExt cx="4405604" cy="990932"/>
          </a:xfrm>
        </p:grpSpPr>
        <p:grpSp>
          <p:nvGrpSpPr>
            <p:cNvPr id="6049" name="Google Shape;6049;p94"/>
            <p:cNvGrpSpPr/>
            <p:nvPr/>
          </p:nvGrpSpPr>
          <p:grpSpPr>
            <a:xfrm>
              <a:off x="1244508" y="6689164"/>
              <a:ext cx="3949992" cy="532648"/>
              <a:chOff x="1432767" y="3085352"/>
              <a:chExt cx="3949992" cy="532648"/>
            </a:xfrm>
          </p:grpSpPr>
          <p:cxnSp>
            <p:nvCxnSpPr>
              <p:cNvPr id="6050" name="Google Shape;6050;p94"/>
              <p:cNvCxnSpPr/>
              <p:nvPr/>
            </p:nvCxnSpPr>
            <p:spPr>
              <a:xfrm>
                <a:off x="3264355" y="3086100"/>
                <a:ext cx="1269273" cy="5190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1" name="Google Shape;6051;p94"/>
              <p:cNvCxnSpPr/>
              <p:nvPr/>
            </p:nvCxnSpPr>
            <p:spPr>
              <a:xfrm flipH="1">
                <a:off x="1432767" y="3085352"/>
                <a:ext cx="1588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2" name="Google Shape;6052;p94"/>
              <p:cNvCxnSpPr/>
              <p:nvPr/>
            </p:nvCxnSpPr>
            <p:spPr>
              <a:xfrm>
                <a:off x="3010952" y="3094877"/>
                <a:ext cx="0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3" name="Google Shape;6053;p94"/>
              <p:cNvCxnSpPr/>
              <p:nvPr/>
            </p:nvCxnSpPr>
            <p:spPr>
              <a:xfrm flipH="1">
                <a:off x="4588152" y="3086100"/>
                <a:ext cx="1587" cy="51435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4" name="Google Shape;6054;p94"/>
              <p:cNvCxnSpPr/>
              <p:nvPr/>
            </p:nvCxnSpPr>
            <p:spPr>
              <a:xfrm flipH="1">
                <a:off x="1502755" y="3091702"/>
                <a:ext cx="1269273" cy="5190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5" name="Google Shape;6055;p94"/>
              <p:cNvCxnSpPr/>
              <p:nvPr/>
            </p:nvCxnSpPr>
            <p:spPr>
              <a:xfrm flipH="1">
                <a:off x="3050155" y="3091702"/>
                <a:ext cx="1417185" cy="526298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6" name="Google Shape;6056;p94"/>
              <p:cNvCxnSpPr/>
              <p:nvPr/>
            </p:nvCxnSpPr>
            <p:spPr>
              <a:xfrm flipH="1">
                <a:off x="4780206" y="3340359"/>
                <a:ext cx="565231" cy="25215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7" name="Google Shape;6057;p94"/>
              <p:cNvCxnSpPr/>
              <p:nvPr/>
            </p:nvCxnSpPr>
            <p:spPr>
              <a:xfrm flipH="1">
                <a:off x="1632664" y="3086100"/>
                <a:ext cx="2609091" cy="473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8" name="Google Shape;6058;p94"/>
              <p:cNvCxnSpPr/>
              <p:nvPr/>
            </p:nvCxnSpPr>
            <p:spPr>
              <a:xfrm flipH="1">
                <a:off x="3230270" y="3253273"/>
                <a:ext cx="2052963" cy="33434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59" name="Google Shape;6059;p94"/>
              <p:cNvCxnSpPr>
                <a:endCxn id="6060" idx="3"/>
              </p:cNvCxnSpPr>
              <p:nvPr/>
            </p:nvCxnSpPr>
            <p:spPr>
              <a:xfrm flipH="1">
                <a:off x="1802897" y="3147527"/>
                <a:ext cx="3530100" cy="407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1" name="Google Shape;6061;p94"/>
              <p:cNvCxnSpPr/>
              <p:nvPr/>
            </p:nvCxnSpPr>
            <p:spPr>
              <a:xfrm>
                <a:off x="1444739" y="3093289"/>
                <a:ext cx="1552575" cy="51752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2" name="Google Shape;6062;p94"/>
              <p:cNvCxnSpPr/>
              <p:nvPr/>
            </p:nvCxnSpPr>
            <p:spPr>
              <a:xfrm>
                <a:off x="1585177" y="3086100"/>
                <a:ext cx="3014662" cy="52546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3" name="Google Shape;6063;p94"/>
              <p:cNvCxnSpPr/>
              <p:nvPr/>
            </p:nvCxnSpPr>
            <p:spPr>
              <a:xfrm>
                <a:off x="1650240" y="3086100"/>
                <a:ext cx="3682756" cy="48441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4" name="Google Shape;6064;p94"/>
              <p:cNvCxnSpPr/>
              <p:nvPr/>
            </p:nvCxnSpPr>
            <p:spPr>
              <a:xfrm rot="10800000">
                <a:off x="4665026" y="3086101"/>
                <a:ext cx="674190" cy="204495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65" name="Google Shape;6065;p94"/>
              <p:cNvCxnSpPr/>
              <p:nvPr/>
            </p:nvCxnSpPr>
            <p:spPr>
              <a:xfrm>
                <a:off x="3419946" y="3086100"/>
                <a:ext cx="1962813" cy="36622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066" name="Google Shape;6066;p94"/>
            <p:cNvGrpSpPr/>
            <p:nvPr/>
          </p:nvGrpSpPr>
          <p:grpSpPr>
            <a:xfrm>
              <a:off x="788896" y="6230951"/>
              <a:ext cx="914400" cy="479686"/>
              <a:chOff x="3668110" y="2448910"/>
              <a:chExt cx="3794234" cy="2165130"/>
            </a:xfrm>
          </p:grpSpPr>
          <p:sp>
            <p:nvSpPr>
              <p:cNvPr id="6067" name="Google Shape;6067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8" name="Google Shape;6068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69" name="Google Shape;6069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070" name="Google Shape;6070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1" name="Google Shape;6071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2" name="Google Shape;6072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3" name="Google Shape;6073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74" name="Google Shape;6074;p94"/>
            <p:cNvGrpSpPr/>
            <p:nvPr/>
          </p:nvGrpSpPr>
          <p:grpSpPr>
            <a:xfrm>
              <a:off x="2375579" y="6230880"/>
              <a:ext cx="914400" cy="479686"/>
              <a:chOff x="3668110" y="2448910"/>
              <a:chExt cx="3794234" cy="2165130"/>
            </a:xfrm>
          </p:grpSpPr>
          <p:sp>
            <p:nvSpPr>
              <p:cNvPr id="6075" name="Google Shape;6075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6" name="Google Shape;6076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7" name="Google Shape;6077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078" name="Google Shape;6078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79" name="Google Shape;6079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0" name="Google Shape;6080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1" name="Google Shape;6081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082" name="Google Shape;6082;p94"/>
            <p:cNvGrpSpPr/>
            <p:nvPr/>
          </p:nvGrpSpPr>
          <p:grpSpPr>
            <a:xfrm>
              <a:off x="3946379" y="6235680"/>
              <a:ext cx="914400" cy="479686"/>
              <a:chOff x="3668110" y="2448910"/>
              <a:chExt cx="3794234" cy="2165130"/>
            </a:xfrm>
          </p:grpSpPr>
          <p:sp>
            <p:nvSpPr>
              <p:cNvPr id="6083" name="Google Shape;6083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4" name="Google Shape;6084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85" name="Google Shape;6085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086" name="Google Shape;6086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7" name="Google Shape;6087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8" name="Google Shape;6088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89" name="Google Shape;6089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6090" name="Google Shape;6090;p94"/>
          <p:cNvGrpSpPr/>
          <p:nvPr/>
        </p:nvGrpSpPr>
        <p:grpSpPr>
          <a:xfrm>
            <a:off x="628632" y="3550503"/>
            <a:ext cx="4630108" cy="1935947"/>
            <a:chOff x="628632" y="3550503"/>
            <a:chExt cx="4630108" cy="1935947"/>
          </a:xfrm>
        </p:grpSpPr>
        <p:grpSp>
          <p:nvGrpSpPr>
            <p:cNvPr id="6091" name="Google Shape;6091;p94"/>
            <p:cNvGrpSpPr/>
            <p:nvPr/>
          </p:nvGrpSpPr>
          <p:grpSpPr>
            <a:xfrm>
              <a:off x="3833515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092" name="Google Shape;6092;p94"/>
              <p:cNvCxnSpPr>
                <a:endCxn id="6093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94" name="Google Shape;6094;p94"/>
              <p:cNvCxnSpPr>
                <a:endCxn id="6095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096" name="Google Shape;6096;p94"/>
              <p:cNvCxnSpPr>
                <a:endCxn id="6097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098" name="Google Shape;6098;p9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099" name="Google Shape;6099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100" name="Google Shape;6100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01" name="Google Shape;6101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02" name="Google Shape;6102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03" name="Google Shape;6103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04" name="Google Shape;6104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5" name="Google Shape;6105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06" name="Google Shape;6106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107" name="Google Shape;6107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108" name="Google Shape;6108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09" name="Google Shape;6109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0" name="Google Shape;6110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111" name="Google Shape;6111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12" name="Google Shape;6112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3" name="Google Shape;6113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114" name="Google Shape;6114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15" name="Google Shape;6115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6" name="Google Shape;6116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117" name="Google Shape;6117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18" name="Google Shape;6118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19" name="Google Shape;6119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120" name="Google Shape;6120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21" name="Google Shape;6121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22" name="Google Shape;6122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123" name="Google Shape;6123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24" name="Google Shape;6124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25" name="Google Shape;6125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126" name="Google Shape;6126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27" name="Google Shape;6127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28" name="Google Shape;6128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129" name="Google Shape;6129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30" name="Google Shape;6130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31" name="Google Shape;6131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132" name="Google Shape;6132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33" name="Google Shape;6133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34" name="Google Shape;6134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135" name="Google Shape;6135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36" name="Google Shape;6136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137" name="Google Shape;6137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38" name="Google Shape;6138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39" name="Google Shape;6139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0" name="Google Shape;6140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1" name="Google Shape;6141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2" name="Google Shape;6142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3" name="Google Shape;6143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4" name="Google Shape;6144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5" name="Google Shape;6145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6" name="Google Shape;6146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7" name="Google Shape;6147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8" name="Google Shape;6148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49" name="Google Shape;6149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150" name="Google Shape;6150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151" name="Google Shape;6151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2" name="Google Shape;6152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153" name="Google Shape;6153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093" name="Google Shape;6093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54" name="Google Shape;6154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55" name="Google Shape;6155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56" name="Google Shape;6156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6157" name="Google Shape;6157;p94"/>
              <p:cNvCxnSpPr>
                <a:endCxn id="6158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159" name="Google Shape;6159;p9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160" name="Google Shape;6160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161" name="Google Shape;6161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62" name="Google Shape;6162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63" name="Google Shape;6163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64" name="Google Shape;6164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165" name="Google Shape;6165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6" name="Google Shape;6166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167" name="Google Shape;6167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168" name="Google Shape;6168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169" name="Google Shape;6169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0" name="Google Shape;6170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71" name="Google Shape;6171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172" name="Google Shape;6172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3" name="Google Shape;6173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74" name="Google Shape;6174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175" name="Google Shape;6175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6" name="Google Shape;6176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77" name="Google Shape;6177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178" name="Google Shape;6178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79" name="Google Shape;6179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0" name="Google Shape;6180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181" name="Google Shape;6181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82" name="Google Shape;6182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3" name="Google Shape;6183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184" name="Google Shape;6184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85" name="Google Shape;6185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6" name="Google Shape;6186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187" name="Google Shape;6187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88" name="Google Shape;6188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89" name="Google Shape;6189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190" name="Google Shape;6190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91" name="Google Shape;6191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92" name="Google Shape;6192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193" name="Google Shape;6193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94" name="Google Shape;6194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195" name="Google Shape;6195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196" name="Google Shape;6196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97" name="Google Shape;6197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198" name="Google Shape;6198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199" name="Google Shape;6199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0" name="Google Shape;6200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1" name="Google Shape;6201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2" name="Google Shape;6202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3" name="Google Shape;6203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4" name="Google Shape;6204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5" name="Google Shape;6205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6" name="Google Shape;6206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7" name="Google Shape;6207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8" name="Google Shape;6208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09" name="Google Shape;6209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10" name="Google Shape;6210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211" name="Google Shape;6211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212" name="Google Shape;6212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13" name="Google Shape;6213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214" name="Google Shape;6214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215" name="Google Shape;6215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6" name="Google Shape;6216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17" name="Google Shape;6217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95" name="Google Shape;6095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218" name="Google Shape;6218;p9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219" name="Google Shape;6219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220" name="Google Shape;6220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1" name="Google Shape;6221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22" name="Google Shape;6222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3" name="Google Shape;6223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24" name="Google Shape;6224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25" name="Google Shape;6225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26" name="Google Shape;6226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227" name="Google Shape;6227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228" name="Google Shape;6228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29" name="Google Shape;6229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0" name="Google Shape;6230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231" name="Google Shape;6231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2" name="Google Shape;6232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3" name="Google Shape;6233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234" name="Google Shape;6234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5" name="Google Shape;6235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6" name="Google Shape;6236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237" name="Google Shape;6237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8" name="Google Shape;6238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39" name="Google Shape;6239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240" name="Google Shape;6240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41" name="Google Shape;6241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42" name="Google Shape;6242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243" name="Google Shape;6243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44" name="Google Shape;6244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45" name="Google Shape;6245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246" name="Google Shape;6246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47" name="Google Shape;6247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48" name="Google Shape;6248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249" name="Google Shape;6249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50" name="Google Shape;6250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51" name="Google Shape;6251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252" name="Google Shape;6252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53" name="Google Shape;6253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54" name="Google Shape;6254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255" name="Google Shape;6255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56" name="Google Shape;6256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257" name="Google Shape;6257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58" name="Google Shape;6258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59" name="Google Shape;6259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0" name="Google Shape;6260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1" name="Google Shape;6261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2" name="Google Shape;6262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3" name="Google Shape;6263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4" name="Google Shape;6264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5" name="Google Shape;6265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6" name="Google Shape;6266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7" name="Google Shape;6267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8" name="Google Shape;6268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269" name="Google Shape;6269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270" name="Google Shape;6270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271" name="Google Shape;6271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72" name="Google Shape;6272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273" name="Google Shape;6273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158" name="Google Shape;6158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4" name="Google Shape;6274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5" name="Google Shape;6275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76" name="Google Shape;6276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277" name="Google Shape;6277;p9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278" name="Google Shape;6278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279" name="Google Shape;6279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80" name="Google Shape;6280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81" name="Google Shape;6281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82" name="Google Shape;6282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283" name="Google Shape;6283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284" name="Google Shape;6284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285" name="Google Shape;6285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286" name="Google Shape;6286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287" name="Google Shape;6287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88" name="Google Shape;6288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89" name="Google Shape;6289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290" name="Google Shape;6290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91" name="Google Shape;6291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92" name="Google Shape;6292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293" name="Google Shape;6293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94" name="Google Shape;6294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95" name="Google Shape;6295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296" name="Google Shape;6296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97" name="Google Shape;6297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298" name="Google Shape;6298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299" name="Google Shape;6299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0" name="Google Shape;6300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01" name="Google Shape;6301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302" name="Google Shape;6302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3" name="Google Shape;6303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04" name="Google Shape;6304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305" name="Google Shape;6305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6" name="Google Shape;6306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07" name="Google Shape;6307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308" name="Google Shape;6308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09" name="Google Shape;6309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10" name="Google Shape;6310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311" name="Google Shape;6311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12" name="Google Shape;6312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13" name="Google Shape;6313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314" name="Google Shape;6314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15" name="Google Shape;6315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316" name="Google Shape;6316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17" name="Google Shape;6317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18" name="Google Shape;6318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19" name="Google Shape;6319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0" name="Google Shape;6320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1" name="Google Shape;6321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2" name="Google Shape;6322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3" name="Google Shape;6323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4" name="Google Shape;6324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5" name="Google Shape;6325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6" name="Google Shape;6326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7" name="Google Shape;6327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28" name="Google Shape;6328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329" name="Google Shape;6329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330" name="Google Shape;6330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1" name="Google Shape;6331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332" name="Google Shape;6332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097" name="Google Shape;6097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33" name="Google Shape;6333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34" name="Google Shape;6334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35" name="Google Shape;6335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336" name="Google Shape;6336;p9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337" name="Google Shape;6337;p9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338" name="Google Shape;6338;p94"/>
            <p:cNvGrpSpPr/>
            <p:nvPr/>
          </p:nvGrpSpPr>
          <p:grpSpPr>
            <a:xfrm>
              <a:off x="2237797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339" name="Google Shape;6339;p94"/>
              <p:cNvCxnSpPr>
                <a:endCxn id="6340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41" name="Google Shape;6341;p94"/>
              <p:cNvCxnSpPr>
                <a:endCxn id="6342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343" name="Google Shape;6343;p94"/>
              <p:cNvCxnSpPr>
                <a:endCxn id="6344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345" name="Google Shape;6345;p9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346" name="Google Shape;6346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347" name="Google Shape;6347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348" name="Google Shape;6348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349" name="Google Shape;6349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350" name="Google Shape;6350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351" name="Google Shape;6351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52" name="Google Shape;6352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353" name="Google Shape;6353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354" name="Google Shape;6354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355" name="Google Shape;6355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56" name="Google Shape;6356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57" name="Google Shape;6357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358" name="Google Shape;6358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59" name="Google Shape;6359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0" name="Google Shape;6360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361" name="Google Shape;6361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2" name="Google Shape;6362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3" name="Google Shape;6363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364" name="Google Shape;6364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5" name="Google Shape;6365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6" name="Google Shape;6366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367" name="Google Shape;6367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68" name="Google Shape;6368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69" name="Google Shape;6369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370" name="Google Shape;6370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71" name="Google Shape;6371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2" name="Google Shape;6372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373" name="Google Shape;6373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74" name="Google Shape;6374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5" name="Google Shape;6375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376" name="Google Shape;6376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77" name="Google Shape;6377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78" name="Google Shape;6378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379" name="Google Shape;6379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80" name="Google Shape;6380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381" name="Google Shape;6381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382" name="Google Shape;6382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383" name="Google Shape;6383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384" name="Google Shape;6384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5" name="Google Shape;6385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6" name="Google Shape;6386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7" name="Google Shape;6387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8" name="Google Shape;6388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89" name="Google Shape;6389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0" name="Google Shape;6390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1" name="Google Shape;6391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2" name="Google Shape;6392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3" name="Google Shape;6393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4" name="Google Shape;6394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5" name="Google Shape;6395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396" name="Google Shape;6396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397" name="Google Shape;6397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398" name="Google Shape;6398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9" name="Google Shape;6399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400" name="Google Shape;6400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340" name="Google Shape;6340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1" name="Google Shape;6401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2" name="Google Shape;6402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03" name="Google Shape;6403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6404" name="Google Shape;6404;p94"/>
              <p:cNvCxnSpPr>
                <a:endCxn id="6405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406" name="Google Shape;6406;p9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407" name="Google Shape;6407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408" name="Google Shape;6408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09" name="Google Shape;6409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10" name="Google Shape;6410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11" name="Google Shape;6411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12" name="Google Shape;6412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13" name="Google Shape;6413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14" name="Google Shape;6414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15" name="Google Shape;6415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416" name="Google Shape;6416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17" name="Google Shape;6417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18" name="Google Shape;6418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419" name="Google Shape;6419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0" name="Google Shape;6420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21" name="Google Shape;6421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422" name="Google Shape;6422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3" name="Google Shape;6423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24" name="Google Shape;6424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425" name="Google Shape;6425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6" name="Google Shape;6426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27" name="Google Shape;6427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428" name="Google Shape;6428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29" name="Google Shape;6429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0" name="Google Shape;6430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431" name="Google Shape;6431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32" name="Google Shape;6432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3" name="Google Shape;6433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434" name="Google Shape;6434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35" name="Google Shape;6435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6" name="Google Shape;6436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437" name="Google Shape;6437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38" name="Google Shape;6438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39" name="Google Shape;6439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440" name="Google Shape;6440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41" name="Google Shape;6441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42" name="Google Shape;6442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443" name="Google Shape;6443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44" name="Google Shape;6444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445" name="Google Shape;6445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6" name="Google Shape;6446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7" name="Google Shape;6447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8" name="Google Shape;6448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49" name="Google Shape;6449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0" name="Google Shape;6450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1" name="Google Shape;6451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2" name="Google Shape;6452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3" name="Google Shape;6453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4" name="Google Shape;6454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5" name="Google Shape;6455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6" name="Google Shape;6456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457" name="Google Shape;6457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458" name="Google Shape;6458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459" name="Google Shape;6459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60" name="Google Shape;6460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461" name="Google Shape;6461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462" name="Google Shape;6462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63" name="Google Shape;6463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464" name="Google Shape;6464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342" name="Google Shape;6342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465" name="Google Shape;6465;p9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466" name="Google Shape;6466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467" name="Google Shape;6467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68" name="Google Shape;6468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69" name="Google Shape;6469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70" name="Google Shape;6470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471" name="Google Shape;6471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472" name="Google Shape;6472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473" name="Google Shape;6473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474" name="Google Shape;6474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475" name="Google Shape;6475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76" name="Google Shape;6476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77" name="Google Shape;6477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478" name="Google Shape;6478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79" name="Google Shape;6479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0" name="Google Shape;6480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481" name="Google Shape;6481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2" name="Google Shape;6482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3" name="Google Shape;6483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484" name="Google Shape;6484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5" name="Google Shape;6485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6" name="Google Shape;6486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487" name="Google Shape;6487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88" name="Google Shape;6488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89" name="Google Shape;6489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490" name="Google Shape;6490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91" name="Google Shape;6491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2" name="Google Shape;6492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493" name="Google Shape;6493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94" name="Google Shape;6494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5" name="Google Shape;6495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496" name="Google Shape;6496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497" name="Google Shape;6497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498" name="Google Shape;6498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499" name="Google Shape;6499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00" name="Google Shape;6500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01" name="Google Shape;6501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502" name="Google Shape;6502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03" name="Google Shape;6503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504" name="Google Shape;6504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5" name="Google Shape;6505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6" name="Google Shape;6506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7" name="Google Shape;6507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8" name="Google Shape;6508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09" name="Google Shape;6509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0" name="Google Shape;6510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1" name="Google Shape;6511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2" name="Google Shape;6512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3" name="Google Shape;6513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4" name="Google Shape;6514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5" name="Google Shape;6515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16" name="Google Shape;6516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517" name="Google Shape;6517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518" name="Google Shape;6518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19" name="Google Shape;6519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520" name="Google Shape;6520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405" name="Google Shape;6405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21" name="Google Shape;6521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22" name="Google Shape;6522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23" name="Google Shape;6523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524" name="Google Shape;6524;p9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525" name="Google Shape;6525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526" name="Google Shape;6526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27" name="Google Shape;6527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28" name="Google Shape;6528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29" name="Google Shape;6529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30" name="Google Shape;6530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31" name="Google Shape;6531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32" name="Google Shape;6532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533" name="Google Shape;6533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534" name="Google Shape;6534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35" name="Google Shape;6535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36" name="Google Shape;6536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537" name="Google Shape;6537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38" name="Google Shape;6538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39" name="Google Shape;6539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540" name="Google Shape;6540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1" name="Google Shape;6541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42" name="Google Shape;6542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543" name="Google Shape;6543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4" name="Google Shape;6544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45" name="Google Shape;6545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546" name="Google Shape;6546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47" name="Google Shape;6547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48" name="Google Shape;6548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549" name="Google Shape;6549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0" name="Google Shape;6550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1" name="Google Shape;6551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552" name="Google Shape;6552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3" name="Google Shape;6553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4" name="Google Shape;6554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555" name="Google Shape;6555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6" name="Google Shape;6556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57" name="Google Shape;6557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558" name="Google Shape;6558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59" name="Google Shape;6559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560" name="Google Shape;6560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561" name="Google Shape;6561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562" name="Google Shape;6562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563" name="Google Shape;6563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4" name="Google Shape;6564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5" name="Google Shape;6565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6" name="Google Shape;6566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7" name="Google Shape;6567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8" name="Google Shape;6568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69" name="Google Shape;6569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0" name="Google Shape;6570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1" name="Google Shape;6571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2" name="Google Shape;6572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3" name="Google Shape;6573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4" name="Google Shape;6574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575" name="Google Shape;6575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576" name="Google Shape;6576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577" name="Google Shape;6577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78" name="Google Shape;6578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579" name="Google Shape;6579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344" name="Google Shape;6344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0" name="Google Shape;6580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1" name="Google Shape;6581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2" name="Google Shape;6582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583" name="Google Shape;6583;p9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584" name="Google Shape;6584;p9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585" name="Google Shape;6585;p94"/>
            <p:cNvGrpSpPr/>
            <p:nvPr/>
          </p:nvGrpSpPr>
          <p:grpSpPr>
            <a:xfrm>
              <a:off x="628632" y="3951330"/>
              <a:ext cx="1425225" cy="1535120"/>
              <a:chOff x="6576715" y="4111039"/>
              <a:chExt cx="1425225" cy="1535120"/>
            </a:xfrm>
          </p:grpSpPr>
          <p:cxnSp>
            <p:nvCxnSpPr>
              <p:cNvPr id="6586" name="Google Shape;6586;p94"/>
              <p:cNvCxnSpPr>
                <a:endCxn id="6587" idx="4"/>
              </p:cNvCxnSpPr>
              <p:nvPr/>
            </p:nvCxnSpPr>
            <p:spPr>
              <a:xfrm flipH="1">
                <a:off x="6696047" y="4111039"/>
                <a:ext cx="436800" cy="591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88" name="Google Shape;6588;p94"/>
              <p:cNvCxnSpPr>
                <a:endCxn id="6589" idx="2"/>
              </p:cNvCxnSpPr>
              <p:nvPr/>
            </p:nvCxnSpPr>
            <p:spPr>
              <a:xfrm flipH="1">
                <a:off x="7005572" y="4120564"/>
                <a:ext cx="264900" cy="586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590" name="Google Shape;6590;p94"/>
              <p:cNvCxnSpPr>
                <a:endCxn id="6591" idx="4"/>
              </p:cNvCxnSpPr>
              <p:nvPr/>
            </p:nvCxnSpPr>
            <p:spPr>
              <a:xfrm>
                <a:off x="7539246" y="41491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592" name="Google Shape;6592;p94"/>
              <p:cNvGrpSpPr/>
              <p:nvPr/>
            </p:nvGrpSpPr>
            <p:grpSpPr>
              <a:xfrm>
                <a:off x="6576715" y="4640970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593" name="Google Shape;6593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594" name="Google Shape;6594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95" name="Google Shape;6595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96" name="Google Shape;6596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597" name="Google Shape;6597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598" name="Google Shape;6598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599" name="Google Shape;6599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00" name="Google Shape;6600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601" name="Google Shape;6601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602" name="Google Shape;6602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03" name="Google Shape;6603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04" name="Google Shape;6604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605" name="Google Shape;6605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06" name="Google Shape;6606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07" name="Google Shape;6607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608" name="Google Shape;6608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09" name="Google Shape;6609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0" name="Google Shape;6610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611" name="Google Shape;6611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12" name="Google Shape;6612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3" name="Google Shape;6613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614" name="Google Shape;6614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15" name="Google Shape;6615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6" name="Google Shape;6616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617" name="Google Shape;6617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18" name="Google Shape;6618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19" name="Google Shape;6619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620" name="Google Shape;6620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21" name="Google Shape;6621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22" name="Google Shape;6622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623" name="Google Shape;6623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24" name="Google Shape;6624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25" name="Google Shape;6625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626" name="Google Shape;6626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27" name="Google Shape;6627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28" name="Google Shape;6628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629" name="Google Shape;6629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30" name="Google Shape;6630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631" name="Google Shape;6631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2" name="Google Shape;6632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3" name="Google Shape;6633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4" name="Google Shape;6634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5" name="Google Shape;6635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6" name="Google Shape;6636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7" name="Google Shape;6637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8" name="Google Shape;6638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39" name="Google Shape;6639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0" name="Google Shape;6640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1" name="Google Shape;6641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2" name="Google Shape;6642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43" name="Google Shape;6643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644" name="Google Shape;6644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645" name="Google Shape;6645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46" name="Google Shape;6646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647" name="Google Shape;6647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587" name="Google Shape;6587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48" name="Google Shape;6648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49" name="Google Shape;6649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650" name="Google Shape;6650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cxnSp>
            <p:nvCxnSpPr>
              <p:cNvPr id="6651" name="Google Shape;6651;p94"/>
              <p:cNvCxnSpPr>
                <a:endCxn id="6652" idx="9"/>
              </p:cNvCxnSpPr>
              <p:nvPr/>
            </p:nvCxnSpPr>
            <p:spPr>
              <a:xfrm>
                <a:off x="7282802" y="4119099"/>
                <a:ext cx="32700" cy="57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6653" name="Google Shape;6653;p94"/>
              <p:cNvGrpSpPr/>
              <p:nvPr/>
            </p:nvGrpSpPr>
            <p:grpSpPr>
              <a:xfrm>
                <a:off x="6885965" y="4644942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654" name="Google Shape;6654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655" name="Google Shape;6655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56" name="Google Shape;6656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657" name="Google Shape;6657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58" name="Google Shape;6658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659" name="Google Shape;6659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0" name="Google Shape;6660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661" name="Google Shape;6661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662" name="Google Shape;6662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663" name="Google Shape;6663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64" name="Google Shape;6664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65" name="Google Shape;6665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666" name="Google Shape;6666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67" name="Google Shape;6667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68" name="Google Shape;6668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669" name="Google Shape;6669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0" name="Google Shape;6670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71" name="Google Shape;6671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672" name="Google Shape;6672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3" name="Google Shape;6673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74" name="Google Shape;6674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675" name="Google Shape;6675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6" name="Google Shape;6676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77" name="Google Shape;6677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678" name="Google Shape;6678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79" name="Google Shape;6679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0" name="Google Shape;6680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681" name="Google Shape;6681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82" name="Google Shape;6682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3" name="Google Shape;6683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684" name="Google Shape;6684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85" name="Google Shape;6685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6" name="Google Shape;6686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687" name="Google Shape;6687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88" name="Google Shape;6688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689" name="Google Shape;6689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690" name="Google Shape;6690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691" name="Google Shape;6691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692" name="Google Shape;6692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3" name="Google Shape;6693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4" name="Google Shape;6694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5" name="Google Shape;6695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6" name="Google Shape;6696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7" name="Google Shape;6697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8" name="Google Shape;6698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699" name="Google Shape;6699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0" name="Google Shape;6700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1" name="Google Shape;6701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2" name="Google Shape;6702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3" name="Google Shape;6703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04" name="Google Shape;6704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705" name="Google Shape;6705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706" name="Google Shape;6706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07" name="Google Shape;6707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708" name="Google Shape;6708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709" name="Google Shape;6709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10" name="Google Shape;6710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11" name="Google Shape;6711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589" name="Google Shape;6589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712" name="Google Shape;6712;p94"/>
              <p:cNvGrpSpPr/>
              <p:nvPr/>
            </p:nvGrpSpPr>
            <p:grpSpPr>
              <a:xfrm>
                <a:off x="7195215" y="4648914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713" name="Google Shape;6713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714" name="Google Shape;6714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15" name="Google Shape;6715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16" name="Google Shape;6716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17" name="Google Shape;6717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18" name="Google Shape;6718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19" name="Google Shape;6719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20" name="Google Shape;6720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721" name="Google Shape;6721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722" name="Google Shape;6722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3" name="Google Shape;6723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24" name="Google Shape;6724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725" name="Google Shape;6725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6" name="Google Shape;6726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27" name="Google Shape;6727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728" name="Google Shape;6728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29" name="Google Shape;6729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0" name="Google Shape;6730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731" name="Google Shape;6731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2" name="Google Shape;6732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3" name="Google Shape;6733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734" name="Google Shape;6734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5" name="Google Shape;6735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6" name="Google Shape;6736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737" name="Google Shape;6737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38" name="Google Shape;6738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39" name="Google Shape;6739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740" name="Google Shape;6740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1" name="Google Shape;6741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42" name="Google Shape;6742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743" name="Google Shape;6743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4" name="Google Shape;6744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45" name="Google Shape;6745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746" name="Google Shape;6746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47" name="Google Shape;6747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48" name="Google Shape;6748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749" name="Google Shape;6749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50" name="Google Shape;6750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751" name="Google Shape;6751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2" name="Google Shape;6752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3" name="Google Shape;6753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4" name="Google Shape;6754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5" name="Google Shape;6755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6" name="Google Shape;6756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7" name="Google Shape;6757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8" name="Google Shape;6758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59" name="Google Shape;6759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0" name="Google Shape;6760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1" name="Google Shape;6761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2" name="Google Shape;6762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763" name="Google Shape;6763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764" name="Google Shape;6764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765" name="Google Shape;6765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66" name="Google Shape;6766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767" name="Google Shape;6767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652" name="Google Shape;6652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8" name="Google Shape;6768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69" name="Google Shape;6769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770" name="Google Shape;6770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6771" name="Google Shape;6771;p94"/>
              <p:cNvGrpSpPr/>
              <p:nvPr/>
            </p:nvGrpSpPr>
            <p:grpSpPr>
              <a:xfrm>
                <a:off x="7734734" y="4641605"/>
                <a:ext cx="267206" cy="997245"/>
                <a:chOff x="6424315" y="4488570"/>
                <a:chExt cx="267206" cy="997245"/>
              </a:xfrm>
            </p:grpSpPr>
            <p:grpSp>
              <p:nvGrpSpPr>
                <p:cNvPr id="6772" name="Google Shape;6772;p94"/>
                <p:cNvGrpSpPr/>
                <p:nvPr/>
              </p:nvGrpSpPr>
              <p:grpSpPr>
                <a:xfrm>
                  <a:off x="6424315" y="4636502"/>
                  <a:ext cx="237939" cy="849312"/>
                  <a:chOff x="6396366" y="3061857"/>
                  <a:chExt cx="570079" cy="838094"/>
                </a:xfrm>
              </p:grpSpPr>
              <p:sp>
                <p:nvSpPr>
                  <p:cNvPr id="6773" name="Google Shape;6773;p94"/>
                  <p:cNvSpPr/>
                  <p:nvPr/>
                </p:nvSpPr>
                <p:spPr>
                  <a:xfrm>
                    <a:off x="6509786" y="3061857"/>
                    <a:ext cx="447707" cy="742536"/>
                  </a:xfrm>
                  <a:prstGeom prst="rect">
                    <a:avLst/>
                  </a:pr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74" name="Google Shape;6774;p94"/>
                  <p:cNvCxnSpPr/>
                  <p:nvPr/>
                </p:nvCxnSpPr>
                <p:spPr>
                  <a:xfrm flipH="1" rot="10800000">
                    <a:off x="684705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75" name="Google Shape;6775;p94"/>
                  <p:cNvSpPr/>
                  <p:nvPr/>
                </p:nvSpPr>
                <p:spPr>
                  <a:xfrm>
                    <a:off x="6476953" y="3071256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76" name="Google Shape;6776;p94"/>
                  <p:cNvCxnSpPr/>
                  <p:nvPr/>
                </p:nvCxnSpPr>
                <p:spPr>
                  <a:xfrm flipH="1" rot="10800000">
                    <a:off x="6396367" y="3061857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sp>
                <p:nvSpPr>
                  <p:cNvPr id="6777" name="Google Shape;6777;p94"/>
                  <p:cNvSpPr/>
                  <p:nvPr/>
                </p:nvSpPr>
                <p:spPr>
                  <a:xfrm>
                    <a:off x="6817210" y="3702567"/>
                    <a:ext cx="131327" cy="115923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778" name="Google Shape;6778;p94"/>
                  <p:cNvSpPr/>
                  <p:nvPr/>
                </p:nvSpPr>
                <p:spPr>
                  <a:xfrm>
                    <a:off x="6405320" y="3157415"/>
                    <a:ext cx="444723" cy="742536"/>
                  </a:xfrm>
                  <a:prstGeom prst="rect">
                    <a:avLst/>
                  </a:prstGeom>
                  <a:solidFill>
                    <a:schemeClr val="lt1"/>
                  </a:solidFill>
                  <a:ln cap="flat" cmpd="sng" w="127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i="0" sz="18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cxnSp>
                <p:nvCxnSpPr>
                  <p:cNvPr id="6779" name="Google Shape;6779;p94"/>
                  <p:cNvCxnSpPr/>
                  <p:nvPr/>
                </p:nvCxnSpPr>
                <p:spPr>
                  <a:xfrm flipH="1" rot="10800000">
                    <a:off x="6847057" y="3804392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6780" name="Google Shape;6780;p94"/>
                  <p:cNvGrpSpPr/>
                  <p:nvPr/>
                </p:nvGrpSpPr>
                <p:grpSpPr>
                  <a:xfrm>
                    <a:off x="6399350" y="3137050"/>
                    <a:ext cx="561125" cy="92425"/>
                    <a:chOff x="6581076" y="2845711"/>
                    <a:chExt cx="561125" cy="92425"/>
                  </a:xfrm>
                </p:grpSpPr>
                <p:cxnSp>
                  <p:nvCxnSpPr>
                    <p:cNvPr id="6781" name="Google Shape;6781;p94"/>
                    <p:cNvCxnSpPr/>
                    <p:nvPr/>
                  </p:nvCxnSpPr>
                  <p:spPr>
                    <a:xfrm flipH="1" rot="10800000">
                      <a:off x="7028782" y="2845711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82" name="Google Shape;6782;p94"/>
                    <p:cNvCxnSpPr/>
                    <p:nvPr/>
                  </p:nvCxnSpPr>
                  <p:spPr>
                    <a:xfrm>
                      <a:off x="6581076" y="2938136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83" name="Google Shape;6783;p94"/>
                  <p:cNvGrpSpPr/>
                  <p:nvPr/>
                </p:nvGrpSpPr>
                <p:grpSpPr>
                  <a:xfrm>
                    <a:off x="6399351" y="3202845"/>
                    <a:ext cx="567094" cy="89292"/>
                    <a:chOff x="6581557" y="2845642"/>
                    <a:chExt cx="567094" cy="89292"/>
                  </a:xfrm>
                </p:grpSpPr>
                <p:cxnSp>
                  <p:nvCxnSpPr>
                    <p:cNvPr id="6784" name="Google Shape;6784;p94"/>
                    <p:cNvCxnSpPr/>
                    <p:nvPr/>
                  </p:nvCxnSpPr>
                  <p:spPr>
                    <a:xfrm flipH="1" rot="10800000">
                      <a:off x="7029263" y="2845642"/>
                      <a:ext cx="119388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85" name="Google Shape;6785;p94"/>
                    <p:cNvCxnSpPr/>
                    <p:nvPr/>
                  </p:nvCxnSpPr>
                  <p:spPr>
                    <a:xfrm>
                      <a:off x="6581557" y="293493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86" name="Google Shape;6786;p94"/>
                  <p:cNvGrpSpPr/>
                  <p:nvPr/>
                </p:nvGrpSpPr>
                <p:grpSpPr>
                  <a:xfrm>
                    <a:off x="6399350" y="3268639"/>
                    <a:ext cx="558142" cy="89292"/>
                    <a:chOff x="6582036" y="2845572"/>
                    <a:chExt cx="558142" cy="89292"/>
                  </a:xfrm>
                </p:grpSpPr>
                <p:cxnSp>
                  <p:nvCxnSpPr>
                    <p:cNvPr id="6787" name="Google Shape;6787;p94"/>
                    <p:cNvCxnSpPr/>
                    <p:nvPr/>
                  </p:nvCxnSpPr>
                  <p:spPr>
                    <a:xfrm flipH="1" rot="10800000">
                      <a:off x="7026759" y="284557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88" name="Google Shape;6788;p94"/>
                    <p:cNvCxnSpPr/>
                    <p:nvPr/>
                  </p:nvCxnSpPr>
                  <p:spPr>
                    <a:xfrm>
                      <a:off x="6582036" y="293486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89" name="Google Shape;6789;p94"/>
                  <p:cNvGrpSpPr/>
                  <p:nvPr/>
                </p:nvGrpSpPr>
                <p:grpSpPr>
                  <a:xfrm>
                    <a:off x="6399350" y="3334433"/>
                    <a:ext cx="558141" cy="89292"/>
                    <a:chOff x="6582516" y="2845502"/>
                    <a:chExt cx="558141" cy="89292"/>
                  </a:xfrm>
                </p:grpSpPr>
                <p:cxnSp>
                  <p:nvCxnSpPr>
                    <p:cNvPr id="6790" name="Google Shape;6790;p94"/>
                    <p:cNvCxnSpPr/>
                    <p:nvPr/>
                  </p:nvCxnSpPr>
                  <p:spPr>
                    <a:xfrm flipH="1" rot="10800000">
                      <a:off x="7027238" y="2845502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91" name="Google Shape;6791;p94"/>
                    <p:cNvCxnSpPr/>
                    <p:nvPr/>
                  </p:nvCxnSpPr>
                  <p:spPr>
                    <a:xfrm>
                      <a:off x="6582516" y="293479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92" name="Google Shape;6792;p94"/>
                  <p:cNvGrpSpPr/>
                  <p:nvPr/>
                </p:nvGrpSpPr>
                <p:grpSpPr>
                  <a:xfrm>
                    <a:off x="6399349" y="3400228"/>
                    <a:ext cx="558142" cy="89292"/>
                    <a:chOff x="6582995" y="2845433"/>
                    <a:chExt cx="558142" cy="89292"/>
                  </a:xfrm>
                </p:grpSpPr>
                <p:cxnSp>
                  <p:nvCxnSpPr>
                    <p:cNvPr id="6793" name="Google Shape;6793;p94"/>
                    <p:cNvCxnSpPr/>
                    <p:nvPr/>
                  </p:nvCxnSpPr>
                  <p:spPr>
                    <a:xfrm flipH="1" rot="10800000">
                      <a:off x="7027718" y="2845433"/>
                      <a:ext cx="113419" cy="892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94" name="Google Shape;6794;p94"/>
                    <p:cNvCxnSpPr/>
                    <p:nvPr/>
                  </p:nvCxnSpPr>
                  <p:spPr>
                    <a:xfrm>
                      <a:off x="6582995" y="2934724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95" name="Google Shape;6795;p94"/>
                  <p:cNvGrpSpPr/>
                  <p:nvPr/>
                </p:nvGrpSpPr>
                <p:grpSpPr>
                  <a:xfrm>
                    <a:off x="6399351" y="3466022"/>
                    <a:ext cx="558141" cy="93992"/>
                    <a:chOff x="6583477" y="2845363"/>
                    <a:chExt cx="558141" cy="93992"/>
                  </a:xfrm>
                </p:grpSpPr>
                <p:cxnSp>
                  <p:nvCxnSpPr>
                    <p:cNvPr id="6796" name="Google Shape;6796;p94"/>
                    <p:cNvCxnSpPr/>
                    <p:nvPr/>
                  </p:nvCxnSpPr>
                  <p:spPr>
                    <a:xfrm flipH="1" rot="10800000">
                      <a:off x="7028199" y="2845363"/>
                      <a:ext cx="113419" cy="93992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797" name="Google Shape;6797;p94"/>
                    <p:cNvCxnSpPr/>
                    <p:nvPr/>
                  </p:nvCxnSpPr>
                  <p:spPr>
                    <a:xfrm>
                      <a:off x="6583477" y="2939355"/>
                      <a:ext cx="450692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798" name="Google Shape;6798;p94"/>
                  <p:cNvGrpSpPr/>
                  <p:nvPr/>
                </p:nvGrpSpPr>
                <p:grpSpPr>
                  <a:xfrm>
                    <a:off x="6396366" y="3528683"/>
                    <a:ext cx="561126" cy="97125"/>
                    <a:chOff x="6580972" y="2842160"/>
                    <a:chExt cx="561126" cy="97125"/>
                  </a:xfrm>
                </p:grpSpPr>
                <p:cxnSp>
                  <p:nvCxnSpPr>
                    <p:cNvPr id="6799" name="Google Shape;6799;p94"/>
                    <p:cNvCxnSpPr/>
                    <p:nvPr/>
                  </p:nvCxnSpPr>
                  <p:spPr>
                    <a:xfrm flipH="1" rot="10800000">
                      <a:off x="7028679" y="284216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0" name="Google Shape;6800;p94"/>
                    <p:cNvCxnSpPr/>
                    <p:nvPr/>
                  </p:nvCxnSpPr>
                  <p:spPr>
                    <a:xfrm>
                      <a:off x="6580972" y="2939284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801" name="Google Shape;6801;p94"/>
                  <p:cNvGrpSpPr/>
                  <p:nvPr/>
                </p:nvGrpSpPr>
                <p:grpSpPr>
                  <a:xfrm>
                    <a:off x="6396366" y="3594477"/>
                    <a:ext cx="561125" cy="97125"/>
                    <a:chOff x="6581452" y="2842090"/>
                    <a:chExt cx="561125" cy="97125"/>
                  </a:xfrm>
                </p:grpSpPr>
                <p:cxnSp>
                  <p:nvCxnSpPr>
                    <p:cNvPr id="6802" name="Google Shape;6802;p94"/>
                    <p:cNvCxnSpPr/>
                    <p:nvPr/>
                  </p:nvCxnSpPr>
                  <p:spPr>
                    <a:xfrm flipH="1" rot="10800000">
                      <a:off x="7029158" y="2842090"/>
                      <a:ext cx="113419" cy="971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3" name="Google Shape;6803;p94"/>
                    <p:cNvCxnSpPr/>
                    <p:nvPr/>
                  </p:nvCxnSpPr>
                  <p:spPr>
                    <a:xfrm>
                      <a:off x="6581452" y="2939215"/>
                      <a:ext cx="453676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804" name="Google Shape;6804;p94"/>
                  <p:cNvGrpSpPr/>
                  <p:nvPr/>
                </p:nvGrpSpPr>
                <p:grpSpPr>
                  <a:xfrm>
                    <a:off x="6396367" y="3664970"/>
                    <a:ext cx="558140" cy="92426"/>
                    <a:chOff x="6581933" y="2846719"/>
                    <a:chExt cx="558140" cy="92426"/>
                  </a:xfrm>
                </p:grpSpPr>
                <p:cxnSp>
                  <p:nvCxnSpPr>
                    <p:cNvPr id="6805" name="Google Shape;6805;p94"/>
                    <p:cNvCxnSpPr/>
                    <p:nvPr/>
                  </p:nvCxnSpPr>
                  <p:spPr>
                    <a:xfrm flipH="1" rot="10800000">
                      <a:off x="7026654" y="2846719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6" name="Google Shape;6806;p94"/>
                    <p:cNvCxnSpPr/>
                    <p:nvPr/>
                  </p:nvCxnSpPr>
                  <p:spPr>
                    <a:xfrm>
                      <a:off x="6581933" y="2939145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6807" name="Google Shape;6807;p94"/>
                  <p:cNvGrpSpPr/>
                  <p:nvPr/>
                </p:nvGrpSpPr>
                <p:grpSpPr>
                  <a:xfrm>
                    <a:off x="6396367" y="3730765"/>
                    <a:ext cx="558139" cy="92426"/>
                    <a:chOff x="6582413" y="2846650"/>
                    <a:chExt cx="558139" cy="92426"/>
                  </a:xfrm>
                </p:grpSpPr>
                <p:cxnSp>
                  <p:nvCxnSpPr>
                    <p:cNvPr id="6808" name="Google Shape;6808;p94"/>
                    <p:cNvCxnSpPr/>
                    <p:nvPr/>
                  </p:nvCxnSpPr>
                  <p:spPr>
                    <a:xfrm flipH="1" rot="10800000">
                      <a:off x="7027133" y="2846650"/>
                      <a:ext cx="113419" cy="9242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809" name="Google Shape;6809;p94"/>
                    <p:cNvCxnSpPr/>
                    <p:nvPr/>
                  </p:nvCxnSpPr>
                  <p:spPr>
                    <a:xfrm>
                      <a:off x="6582413" y="2939076"/>
                      <a:ext cx="450690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cxnSp>
              <p:nvCxnSpPr>
                <p:cNvPr id="6810" name="Google Shape;6810;p94"/>
                <p:cNvCxnSpPr/>
                <p:nvPr/>
              </p:nvCxnSpPr>
              <p:spPr>
                <a:xfrm flipH="1">
                  <a:off x="6685171" y="4525377"/>
                  <a:ext cx="4763" cy="85566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1" name="Google Shape;6811;p94"/>
                <p:cNvCxnSpPr/>
                <p:nvPr/>
              </p:nvCxnSpPr>
              <p:spPr>
                <a:xfrm>
                  <a:off x="6632784" y="4706352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2" name="Google Shape;6812;p94"/>
                <p:cNvCxnSpPr/>
                <p:nvPr/>
              </p:nvCxnSpPr>
              <p:spPr>
                <a:xfrm>
                  <a:off x="6631196" y="477143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3" name="Google Shape;6813;p94"/>
                <p:cNvCxnSpPr/>
                <p:nvPr/>
              </p:nvCxnSpPr>
              <p:spPr>
                <a:xfrm>
                  <a:off x="6631196" y="4849227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4" name="Google Shape;6814;p94"/>
                <p:cNvCxnSpPr/>
                <p:nvPr/>
              </p:nvCxnSpPr>
              <p:spPr>
                <a:xfrm>
                  <a:off x="6629609" y="4914314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5" name="Google Shape;6815;p94"/>
                <p:cNvCxnSpPr/>
                <p:nvPr/>
              </p:nvCxnSpPr>
              <p:spPr>
                <a:xfrm>
                  <a:off x="6628021" y="4976227"/>
                  <a:ext cx="6032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6" name="Google Shape;6816;p94"/>
                <p:cNvCxnSpPr/>
                <p:nvPr/>
              </p:nvCxnSpPr>
              <p:spPr>
                <a:xfrm>
                  <a:off x="6628021" y="5044489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7" name="Google Shape;6817;p94"/>
                <p:cNvCxnSpPr/>
                <p:nvPr/>
              </p:nvCxnSpPr>
              <p:spPr>
                <a:xfrm>
                  <a:off x="6626434" y="511433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8" name="Google Shape;6818;p94"/>
                <p:cNvCxnSpPr/>
                <p:nvPr/>
              </p:nvCxnSpPr>
              <p:spPr>
                <a:xfrm>
                  <a:off x="6629609" y="51841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19" name="Google Shape;6819;p94"/>
                <p:cNvCxnSpPr/>
                <p:nvPr/>
              </p:nvCxnSpPr>
              <p:spPr>
                <a:xfrm>
                  <a:off x="6631196" y="525245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20" name="Google Shape;6820;p94"/>
                <p:cNvCxnSpPr/>
                <p:nvPr/>
              </p:nvCxnSpPr>
              <p:spPr>
                <a:xfrm>
                  <a:off x="6631196" y="5322302"/>
                  <a:ext cx="58738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21" name="Google Shape;6821;p94"/>
                <p:cNvCxnSpPr/>
                <p:nvPr/>
              </p:nvCxnSpPr>
              <p:spPr>
                <a:xfrm>
                  <a:off x="6632784" y="5387389"/>
                  <a:ext cx="5873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6822" name="Google Shape;6822;p94"/>
                <p:cNvCxnSpPr/>
                <p:nvPr/>
              </p:nvCxnSpPr>
              <p:spPr>
                <a:xfrm rot="10800000">
                  <a:off x="6632784" y="4531727"/>
                  <a:ext cx="58737" cy="0"/>
                </a:xfrm>
                <a:prstGeom prst="straightConnector1">
                  <a:avLst/>
                </a:prstGeom>
                <a:noFill/>
                <a:ln cap="flat" cmpd="sng" w="222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6823" name="Google Shape;6823;p94"/>
                <p:cNvGrpSpPr/>
                <p:nvPr/>
              </p:nvGrpSpPr>
              <p:grpSpPr>
                <a:xfrm>
                  <a:off x="6434171" y="4488570"/>
                  <a:ext cx="224203" cy="179034"/>
                  <a:chOff x="3668110" y="2448910"/>
                  <a:chExt cx="3794234" cy="2165130"/>
                </a:xfrm>
              </p:grpSpPr>
              <p:sp>
                <p:nvSpPr>
                  <p:cNvPr id="6824" name="Google Shape;6824;p94"/>
                  <p:cNvSpPr/>
                  <p:nvPr/>
                </p:nvSpPr>
                <p:spPr>
                  <a:xfrm>
                    <a:off x="3668110" y="3741409"/>
                    <a:ext cx="3780587" cy="872631"/>
                  </a:xfrm>
                  <a:prstGeom prst="rect">
                    <a:avLst/>
                  </a:prstGeom>
                  <a:gradFill>
                    <a:gsLst>
                      <a:gs pos="0">
                        <a:srgbClr val="B8C2C9"/>
                      </a:gs>
                      <a:gs pos="21000">
                        <a:schemeClr val="lt1"/>
                      </a:gs>
                      <a:gs pos="60000">
                        <a:srgbClr val="D6DCE0"/>
                      </a:gs>
                      <a:gs pos="100000">
                        <a:srgbClr val="B8C2C9"/>
                      </a:gs>
                    </a:gsLst>
                    <a:lin ang="0" scaled="0"/>
                  </a:gradFill>
                  <a:ln cap="flat" cmpd="sng" w="9525">
                    <a:solidFill>
                      <a:srgbClr val="31538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25" name="Google Shape;6825;p94"/>
                  <p:cNvSpPr/>
                  <p:nvPr/>
                </p:nvSpPr>
                <p:spPr>
                  <a:xfrm>
                    <a:off x="3678620" y="2448910"/>
                    <a:ext cx="3783724" cy="1324303"/>
                  </a:xfrm>
                  <a:custGeom>
                    <a:rect b="b" l="l" r="r" t="t"/>
                    <a:pathLst>
                      <a:path extrusionOk="0" h="1324303" w="3783724">
                        <a:moveTo>
                          <a:pt x="0" y="1313793"/>
                        </a:moveTo>
                        <a:lnTo>
                          <a:pt x="0" y="1313793"/>
                        </a:lnTo>
                        <a:lnTo>
                          <a:pt x="252248" y="0"/>
                        </a:lnTo>
                        <a:lnTo>
                          <a:pt x="3415862" y="21020"/>
                        </a:lnTo>
                        <a:lnTo>
                          <a:pt x="3783724" y="1324303"/>
                        </a:lnTo>
                        <a:lnTo>
                          <a:pt x="0" y="1313793"/>
                        </a:lnTo>
                        <a:close/>
                      </a:path>
                    </a:pathLst>
                  </a:custGeom>
                  <a:solidFill>
                    <a:srgbClr val="B8C2C9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6826" name="Google Shape;6826;p94"/>
                  <p:cNvGrpSpPr/>
                  <p:nvPr/>
                </p:nvGrpSpPr>
                <p:grpSpPr>
                  <a:xfrm>
                    <a:off x="3941378" y="2603243"/>
                    <a:ext cx="3202061" cy="1066110"/>
                    <a:chOff x="7939341" y="3037317"/>
                    <a:chExt cx="897649" cy="353919"/>
                  </a:xfrm>
                </p:grpSpPr>
                <p:sp>
                  <p:nvSpPr>
                    <p:cNvPr id="6591" name="Google Shape;6591;p94"/>
                    <p:cNvSpPr/>
                    <p:nvPr/>
                  </p:nvSpPr>
                  <p:spPr>
                    <a:xfrm>
                      <a:off x="7964170" y="3037317"/>
                      <a:ext cx="849158" cy="198115"/>
                    </a:xfrm>
                    <a:custGeom>
                      <a:rect b="b" l="l" r="r" t="t"/>
                      <a:pathLst>
                        <a:path extrusionOk="0" h="1049866" w="4673016">
                          <a:moveTo>
                            <a:pt x="3756864" y="0"/>
                          </a:moveTo>
                          <a:lnTo>
                            <a:pt x="4673016" y="239402"/>
                          </a:lnTo>
                          <a:lnTo>
                            <a:pt x="3993931" y="541866"/>
                          </a:lnTo>
                          <a:lnTo>
                            <a:pt x="3815839" y="467710"/>
                          </a:lnTo>
                          <a:lnTo>
                            <a:pt x="2300598" y="1049866"/>
                          </a:lnTo>
                          <a:lnTo>
                            <a:pt x="912064" y="457200"/>
                          </a:lnTo>
                          <a:lnTo>
                            <a:pt x="624198" y="541866"/>
                          </a:lnTo>
                          <a:lnTo>
                            <a:pt x="0" y="275021"/>
                          </a:lnTo>
                          <a:lnTo>
                            <a:pt x="912064" y="16933"/>
                          </a:lnTo>
                          <a:lnTo>
                            <a:pt x="2323954" y="616023"/>
                          </a:lnTo>
                          <a:lnTo>
                            <a:pt x="3756864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7" name="Google Shape;6827;p94"/>
                    <p:cNvSpPr/>
                    <p:nvPr/>
                  </p:nvSpPr>
                  <p:spPr>
                    <a:xfrm>
                      <a:off x="8519948" y="3206783"/>
                      <a:ext cx="317042" cy="170569"/>
                    </a:xfrm>
                    <a:custGeom>
                      <a:rect b="b" l="l" r="r" t="t"/>
                      <a:pathLst>
                        <a:path extrusionOk="0" h="903890" w="1744718">
                          <a:moveTo>
                            <a:pt x="21021" y="0"/>
                          </a:moveTo>
                          <a:lnTo>
                            <a:pt x="1744718" y="693683"/>
                          </a:lnTo>
                          <a:lnTo>
                            <a:pt x="1145628" y="903890"/>
                          </a:lnTo>
                          <a:lnTo>
                            <a:pt x="0" y="451945"/>
                          </a:lnTo>
                          <a:lnTo>
                            <a:pt x="21021" y="0"/>
                          </a:lnTo>
                          <a:close/>
                        </a:path>
                      </a:pathLst>
                    </a:custGeom>
                    <a:solidFill>
                      <a:srgbClr val="0000A3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8" name="Google Shape;6828;p94"/>
                    <p:cNvSpPr/>
                    <p:nvPr/>
                  </p:nvSpPr>
                  <p:spPr>
                    <a:xfrm>
                      <a:off x="7939341" y="3206783"/>
                      <a:ext cx="311312" cy="168585"/>
                    </a:xfrm>
                    <a:custGeom>
                      <a:rect b="b" l="l" r="r" t="t"/>
                      <a:pathLst>
                        <a:path extrusionOk="0" h="893380" w="1713187">
                          <a:moveTo>
                            <a:pt x="1702676" y="0"/>
                          </a:moveTo>
                          <a:lnTo>
                            <a:pt x="1713187" y="472966"/>
                          </a:lnTo>
                          <a:lnTo>
                            <a:pt x="578069" y="893380"/>
                          </a:lnTo>
                          <a:lnTo>
                            <a:pt x="0" y="693683"/>
                          </a:lnTo>
                          <a:lnTo>
                            <a:pt x="1702676" y="0"/>
                          </a:lnTo>
                          <a:close/>
                        </a:path>
                      </a:pathLst>
                    </a:custGeom>
                    <a:solidFill>
                      <a:srgbClr val="0000A8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829" name="Google Shape;6829;p94"/>
                    <p:cNvSpPr/>
                    <p:nvPr/>
                  </p:nvSpPr>
                  <p:spPr>
                    <a:xfrm>
                      <a:off x="8047413" y="3123483"/>
                      <a:ext cx="676892" cy="267753"/>
                    </a:xfrm>
                    <a:custGeom>
                      <a:rect b="b" l="l" r="r" t="t"/>
                      <a:pathLst>
                        <a:path extrusionOk="0" h="1418896" w="3725019">
                          <a:moveTo>
                            <a:pt x="162012" y="73572"/>
                          </a:moveTo>
                          <a:lnTo>
                            <a:pt x="445792" y="0"/>
                          </a:lnTo>
                          <a:lnTo>
                            <a:pt x="1852896" y="591655"/>
                          </a:lnTo>
                          <a:lnTo>
                            <a:pt x="3357157" y="0"/>
                          </a:lnTo>
                          <a:lnTo>
                            <a:pt x="3577874" y="73572"/>
                          </a:lnTo>
                          <a:lnTo>
                            <a:pt x="2632585" y="448868"/>
                          </a:lnTo>
                          <a:lnTo>
                            <a:pt x="2625150" y="902607"/>
                          </a:lnTo>
                          <a:lnTo>
                            <a:pt x="3725019" y="1345324"/>
                          </a:lnTo>
                          <a:lnTo>
                            <a:pt x="3441240" y="1408386"/>
                          </a:lnTo>
                          <a:lnTo>
                            <a:pt x="1864688" y="746234"/>
                          </a:lnTo>
                          <a:lnTo>
                            <a:pt x="256605" y="1418896"/>
                          </a:lnTo>
                          <a:lnTo>
                            <a:pt x="0" y="1331097"/>
                          </a:lnTo>
                          <a:lnTo>
                            <a:pt x="1113454" y="903890"/>
                          </a:lnTo>
                          <a:cubicBezTo>
                            <a:pt x="1113454" y="760249"/>
                            <a:pt x="1102302" y="595586"/>
                            <a:pt x="1102302" y="451945"/>
                          </a:cubicBezTo>
                          <a:lnTo>
                            <a:pt x="183032" y="84081"/>
                          </a:lnTo>
                          <a:cubicBezTo>
                            <a:pt x="26317" y="21019"/>
                            <a:pt x="169019" y="77075"/>
                            <a:pt x="162012" y="73572"/>
                          </a:cubicBezTo>
                          <a:close/>
                        </a:path>
                      </a:pathLst>
                    </a:custGeom>
                    <a:solidFill>
                      <a:srgbClr val="8DA9DB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sp>
            <p:nvSpPr>
              <p:cNvPr id="6830" name="Google Shape;6830;p94"/>
              <p:cNvSpPr txBox="1"/>
              <p:nvPr/>
            </p:nvSpPr>
            <p:spPr>
              <a:xfrm>
                <a:off x="7327436" y="4173759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sp>
            <p:nvSpPr>
              <p:cNvPr id="6831" name="Google Shape;6831;p94"/>
              <p:cNvSpPr txBox="1"/>
              <p:nvPr/>
            </p:nvSpPr>
            <p:spPr>
              <a:xfrm>
                <a:off x="7423103" y="4980255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</p:grpSp>
        <p:grpSp>
          <p:nvGrpSpPr>
            <p:cNvPr id="6832" name="Google Shape;6832;p94"/>
            <p:cNvGrpSpPr/>
            <p:nvPr/>
          </p:nvGrpSpPr>
          <p:grpSpPr>
            <a:xfrm>
              <a:off x="977155" y="3550503"/>
              <a:ext cx="914400" cy="479686"/>
              <a:chOff x="3668110" y="2448910"/>
              <a:chExt cx="3794234" cy="2165130"/>
            </a:xfrm>
          </p:grpSpPr>
          <p:sp>
            <p:nvSpPr>
              <p:cNvPr id="6833" name="Google Shape;6833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0" name="Google Shape;6060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34" name="Google Shape;6834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835" name="Google Shape;6835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6" name="Google Shape;6836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7" name="Google Shape;6837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8" name="Google Shape;6838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39" name="Google Shape;6839;p94"/>
            <p:cNvGrpSpPr/>
            <p:nvPr/>
          </p:nvGrpSpPr>
          <p:grpSpPr>
            <a:xfrm>
              <a:off x="2554943" y="3564953"/>
              <a:ext cx="914400" cy="479686"/>
              <a:chOff x="3668110" y="2448910"/>
              <a:chExt cx="3794234" cy="2165130"/>
            </a:xfrm>
          </p:grpSpPr>
          <p:sp>
            <p:nvSpPr>
              <p:cNvPr id="6840" name="Google Shape;6840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1" name="Google Shape;6841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42" name="Google Shape;6842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843" name="Google Shape;6843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4" name="Google Shape;6844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5" name="Google Shape;6845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6" name="Google Shape;6846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847" name="Google Shape;6847;p94"/>
            <p:cNvGrpSpPr/>
            <p:nvPr/>
          </p:nvGrpSpPr>
          <p:grpSpPr>
            <a:xfrm>
              <a:off x="4132731" y="3579403"/>
              <a:ext cx="914400" cy="479686"/>
              <a:chOff x="3668110" y="2448910"/>
              <a:chExt cx="3794234" cy="2165130"/>
            </a:xfrm>
          </p:grpSpPr>
          <p:sp>
            <p:nvSpPr>
              <p:cNvPr id="6848" name="Google Shape;6848;p9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9" name="Google Shape;6849;p9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850" name="Google Shape;6850;p94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851" name="Google Shape;6851;p9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2" name="Google Shape;6852;p9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3" name="Google Shape;6853;p9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54" name="Google Shape;6854;p9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9" name="Shape 6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" name="Google Shape;6860;p9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network elements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1" name="Google Shape;6861;p95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862" name="Google Shape;686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9034" y="1653147"/>
            <a:ext cx="8440271" cy="4747652"/>
          </a:xfrm>
          <a:prstGeom prst="rect">
            <a:avLst/>
          </a:prstGeom>
          <a:noFill/>
          <a:ln>
            <a:noFill/>
          </a:ln>
        </p:spPr>
      </p:pic>
      <p:sp>
        <p:nvSpPr>
          <p:cNvPr id="6863" name="Google Shape;6863;p95"/>
          <p:cNvSpPr txBox="1"/>
          <p:nvPr/>
        </p:nvSpPr>
        <p:spPr>
          <a:xfrm>
            <a:off x="874058" y="1371600"/>
            <a:ext cx="66900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Facebook F16 data center network topology:</a:t>
            </a:r>
            <a:endParaRPr/>
          </a:p>
        </p:txBody>
      </p:sp>
      <p:sp>
        <p:nvSpPr>
          <p:cNvPr id="6864" name="Google Shape;6864;p95"/>
          <p:cNvSpPr txBox="1"/>
          <p:nvPr/>
        </p:nvSpPr>
        <p:spPr>
          <a:xfrm>
            <a:off x="1905000" y="6252882"/>
            <a:ext cx="8214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https://engineering.fb.com/data-center-engineering/f16-minipack/    (posted 3/2019)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9" name="Shape 6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0" name="Google Shape;6870;p9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multipath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1" name="Google Shape;6871;p96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872" name="Google Shape;6872;p96"/>
          <p:cNvGrpSpPr/>
          <p:nvPr/>
        </p:nvGrpSpPr>
        <p:grpSpPr>
          <a:xfrm>
            <a:off x="1358152" y="2378040"/>
            <a:ext cx="9601201" cy="4184782"/>
            <a:chOff x="1344706" y="2006080"/>
            <a:chExt cx="6858000" cy="2801542"/>
          </a:xfrm>
        </p:grpSpPr>
        <p:pic>
          <p:nvPicPr>
            <p:cNvPr id="6873" name="Google Shape;6873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344706" y="2006080"/>
              <a:ext cx="6858000" cy="27740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4" name="Google Shape;6874;p96"/>
            <p:cNvSpPr/>
            <p:nvPr/>
          </p:nvSpPr>
          <p:spPr>
            <a:xfrm>
              <a:off x="1562964" y="3208452"/>
              <a:ext cx="5345622" cy="2264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75" name="Google Shape;6875;p96"/>
            <p:cNvGrpSpPr/>
            <p:nvPr/>
          </p:nvGrpSpPr>
          <p:grpSpPr>
            <a:xfrm>
              <a:off x="1707882" y="3208452"/>
              <a:ext cx="1877813" cy="232782"/>
              <a:chOff x="430412" y="3248793"/>
              <a:chExt cx="1877813" cy="232782"/>
            </a:xfrm>
          </p:grpSpPr>
          <p:cxnSp>
            <p:nvCxnSpPr>
              <p:cNvPr id="6876" name="Google Shape;6876;p9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7" name="Google Shape;6877;p9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8" name="Google Shape;6878;p9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79" name="Google Shape;6879;p9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80" name="Google Shape;6880;p96"/>
            <p:cNvGrpSpPr/>
            <p:nvPr/>
          </p:nvGrpSpPr>
          <p:grpSpPr>
            <a:xfrm>
              <a:off x="3101707" y="3208452"/>
              <a:ext cx="1877813" cy="232782"/>
              <a:chOff x="430412" y="3248793"/>
              <a:chExt cx="1877813" cy="232782"/>
            </a:xfrm>
          </p:grpSpPr>
          <p:cxnSp>
            <p:nvCxnSpPr>
              <p:cNvPr id="6881" name="Google Shape;6881;p9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2" name="Google Shape;6882;p9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3" name="Google Shape;6883;p9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4" name="Google Shape;6884;p9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85" name="Google Shape;6885;p96"/>
            <p:cNvGrpSpPr/>
            <p:nvPr/>
          </p:nvGrpSpPr>
          <p:grpSpPr>
            <a:xfrm>
              <a:off x="4495532" y="3211627"/>
              <a:ext cx="1877813" cy="232782"/>
              <a:chOff x="430412" y="3248793"/>
              <a:chExt cx="1877813" cy="232782"/>
            </a:xfrm>
          </p:grpSpPr>
          <p:cxnSp>
            <p:nvCxnSpPr>
              <p:cNvPr id="6886" name="Google Shape;6886;p96"/>
              <p:cNvCxnSpPr/>
              <p:nvPr/>
            </p:nvCxnSpPr>
            <p:spPr>
              <a:xfrm flipH="1" rot="10800000">
                <a:off x="430412" y="3248793"/>
                <a:ext cx="1738110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7" name="Google Shape;6887;p96"/>
              <p:cNvCxnSpPr/>
              <p:nvPr/>
            </p:nvCxnSpPr>
            <p:spPr>
              <a:xfrm flipH="1" rot="10800000">
                <a:off x="760625" y="3248793"/>
                <a:ext cx="1439650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8" name="Google Shape;6888;p96"/>
              <p:cNvCxnSpPr/>
              <p:nvPr/>
            </p:nvCxnSpPr>
            <p:spPr>
              <a:xfrm flipH="1" rot="10800000">
                <a:off x="1098582" y="3248793"/>
                <a:ext cx="1146632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89" name="Google Shape;6889;p96"/>
              <p:cNvCxnSpPr/>
              <p:nvPr/>
            </p:nvCxnSpPr>
            <p:spPr>
              <a:xfrm flipH="1" rot="10800000">
                <a:off x="1465090" y="3248793"/>
                <a:ext cx="84313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90" name="Google Shape;6890;p96"/>
            <p:cNvGrpSpPr/>
            <p:nvPr/>
          </p:nvGrpSpPr>
          <p:grpSpPr>
            <a:xfrm>
              <a:off x="1612076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891" name="Google Shape;6891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2" name="Google Shape;6892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3" name="Google Shape;6893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4" name="Google Shape;6894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895" name="Google Shape;6895;p96"/>
            <p:cNvGrpSpPr/>
            <p:nvPr/>
          </p:nvGrpSpPr>
          <p:grpSpPr>
            <a:xfrm>
              <a:off x="3019745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896" name="Google Shape;6896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7" name="Google Shape;6897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8" name="Google Shape;6898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899" name="Google Shape;6899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00" name="Google Shape;6900;p96"/>
            <p:cNvGrpSpPr/>
            <p:nvPr/>
          </p:nvGrpSpPr>
          <p:grpSpPr>
            <a:xfrm>
              <a:off x="4427414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901" name="Google Shape;6901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2" name="Google Shape;6902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3" name="Google Shape;6903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4" name="Google Shape;6904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6905" name="Google Shape;6905;p96"/>
            <p:cNvGrpSpPr/>
            <p:nvPr/>
          </p:nvGrpSpPr>
          <p:grpSpPr>
            <a:xfrm>
              <a:off x="5835083" y="3208452"/>
              <a:ext cx="1043898" cy="232783"/>
              <a:chOff x="334606" y="3248793"/>
              <a:chExt cx="1043898" cy="232783"/>
            </a:xfrm>
          </p:grpSpPr>
          <p:cxnSp>
            <p:nvCxnSpPr>
              <p:cNvPr id="6906" name="Google Shape;6906;p96"/>
              <p:cNvCxnSpPr/>
              <p:nvPr/>
            </p:nvCxnSpPr>
            <p:spPr>
              <a:xfrm flipH="1" rot="10800000">
                <a:off x="334606" y="3248793"/>
                <a:ext cx="623584" cy="23278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7" name="Google Shape;6907;p96"/>
              <p:cNvCxnSpPr/>
              <p:nvPr/>
            </p:nvCxnSpPr>
            <p:spPr>
              <a:xfrm flipH="1" rot="10800000">
                <a:off x="684422" y="3248793"/>
                <a:ext cx="304005" cy="22643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8" name="Google Shape;6908;p96"/>
              <p:cNvCxnSpPr/>
              <p:nvPr/>
            </p:nvCxnSpPr>
            <p:spPr>
              <a:xfrm rot="10800000">
                <a:off x="1020687" y="3251968"/>
                <a:ext cx="18156" cy="22302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09" name="Google Shape;6909;p96"/>
              <p:cNvCxnSpPr/>
              <p:nvPr/>
            </p:nvCxnSpPr>
            <p:spPr>
              <a:xfrm rot="10800000">
                <a:off x="1050169" y="3251968"/>
                <a:ext cx="328335" cy="22960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910" name="Google Shape;6910;p96"/>
            <p:cNvCxnSpPr/>
            <p:nvPr/>
          </p:nvCxnSpPr>
          <p:spPr>
            <a:xfrm rot="10800000">
              <a:off x="2038095" y="3208452"/>
              <a:ext cx="3938756" cy="2261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11" name="Google Shape;6911;p96"/>
            <p:cNvCxnSpPr/>
            <p:nvPr/>
          </p:nvCxnSpPr>
          <p:spPr>
            <a:xfrm rot="10800000">
              <a:off x="2103840" y="3208452"/>
              <a:ext cx="4173610" cy="2261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12" name="Google Shape;6912;p96"/>
            <p:cNvCxnSpPr/>
            <p:nvPr/>
          </p:nvCxnSpPr>
          <p:spPr>
            <a:xfrm rot="10800000">
              <a:off x="2163497" y="3208452"/>
              <a:ext cx="4839817" cy="23595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913" name="Google Shape;6913;p96"/>
            <p:cNvCxnSpPr/>
            <p:nvPr/>
          </p:nvCxnSpPr>
          <p:spPr>
            <a:xfrm rot="10800000">
              <a:off x="2136799" y="3211627"/>
              <a:ext cx="4507481" cy="22643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14" name="Google Shape;6914;p96"/>
            <p:cNvSpPr txBox="1"/>
            <p:nvPr/>
          </p:nvSpPr>
          <p:spPr>
            <a:xfrm>
              <a:off x="4400143" y="4218034"/>
              <a:ext cx="243163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/>
            </a:p>
          </p:txBody>
        </p:sp>
        <p:sp>
          <p:nvSpPr>
            <p:cNvPr id="6915" name="Google Shape;6915;p96"/>
            <p:cNvSpPr txBox="1"/>
            <p:nvPr/>
          </p:nvSpPr>
          <p:spPr>
            <a:xfrm>
              <a:off x="4715567" y="4218848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6916" name="Google Shape;6916;p96"/>
            <p:cNvSpPr txBox="1"/>
            <p:nvPr/>
          </p:nvSpPr>
          <p:spPr>
            <a:xfrm>
              <a:off x="5068973" y="4220999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11</a:t>
              </a:r>
              <a:endParaRPr/>
            </a:p>
          </p:txBody>
        </p:sp>
        <p:sp>
          <p:nvSpPr>
            <p:cNvPr id="6917" name="Google Shape;6917;p96"/>
            <p:cNvSpPr txBox="1"/>
            <p:nvPr/>
          </p:nvSpPr>
          <p:spPr>
            <a:xfrm>
              <a:off x="5433769" y="4217456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sp>
          <p:nvSpPr>
            <p:cNvPr id="6918" name="Google Shape;6918;p96"/>
            <p:cNvSpPr txBox="1"/>
            <p:nvPr/>
          </p:nvSpPr>
          <p:spPr>
            <a:xfrm>
              <a:off x="5792870" y="4213911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</a:t>
              </a:r>
              <a:endParaRPr/>
            </a:p>
          </p:txBody>
        </p:sp>
        <p:sp>
          <p:nvSpPr>
            <p:cNvPr id="6919" name="Google Shape;6919;p96"/>
            <p:cNvSpPr txBox="1"/>
            <p:nvPr/>
          </p:nvSpPr>
          <p:spPr>
            <a:xfrm>
              <a:off x="6151971" y="4216061"/>
              <a:ext cx="312906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</a:t>
              </a:r>
              <a:endParaRPr/>
            </a:p>
          </p:txBody>
        </p:sp>
        <p:sp>
          <p:nvSpPr>
            <p:cNvPr id="6920" name="Google Shape;6920;p96"/>
            <p:cNvSpPr txBox="1"/>
            <p:nvPr/>
          </p:nvSpPr>
          <p:spPr>
            <a:xfrm>
              <a:off x="6511072" y="4212518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6921" name="Google Shape;6921;p96"/>
            <p:cNvSpPr txBox="1"/>
            <p:nvPr/>
          </p:nvSpPr>
          <p:spPr>
            <a:xfrm>
              <a:off x="6858783" y="4208974"/>
              <a:ext cx="301660" cy="226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16</a:t>
              </a:r>
              <a:endParaRPr/>
            </a:p>
          </p:txBody>
        </p:sp>
        <p:sp>
          <p:nvSpPr>
            <p:cNvPr id="6922" name="Google Shape;6922;p96"/>
            <p:cNvSpPr txBox="1"/>
            <p:nvPr/>
          </p:nvSpPr>
          <p:spPr>
            <a:xfrm>
              <a:off x="1517707" y="4498556"/>
              <a:ext cx="5921569" cy="3090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two 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disjoint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paths highlighted between racks 1 and 11</a:t>
              </a:r>
              <a:endParaRPr/>
            </a:p>
          </p:txBody>
        </p:sp>
        <p:sp>
          <p:nvSpPr>
            <p:cNvPr id="6923" name="Google Shape;6923;p96"/>
            <p:cNvSpPr/>
            <p:nvPr/>
          </p:nvSpPr>
          <p:spPr>
            <a:xfrm>
              <a:off x="1624856" y="2465450"/>
              <a:ext cx="3485236" cy="973841"/>
            </a:xfrm>
            <a:custGeom>
              <a:rect b="b" l="l" r="r" t="t"/>
              <a:pathLst>
                <a:path extrusionOk="0" h="973841" w="3485236">
                  <a:moveTo>
                    <a:pt x="0" y="973841"/>
                  </a:moveTo>
                  <a:lnTo>
                    <a:pt x="569482" y="757432"/>
                  </a:lnTo>
                  <a:cubicBezTo>
                    <a:pt x="569482" y="504955"/>
                    <a:pt x="569483" y="252477"/>
                    <a:pt x="569483" y="0"/>
                  </a:cubicBezTo>
                  <a:lnTo>
                    <a:pt x="3211885" y="569497"/>
                  </a:lnTo>
                  <a:lnTo>
                    <a:pt x="3468152" y="734652"/>
                  </a:lnTo>
                  <a:lnTo>
                    <a:pt x="3485236" y="973841"/>
                  </a:lnTo>
                </a:path>
              </a:pathLst>
            </a:custGeom>
            <a:noFill/>
            <a:ln cap="flat" cmpd="sng" w="444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4" name="Google Shape;6924;p96"/>
            <p:cNvSpPr/>
            <p:nvPr/>
          </p:nvSpPr>
          <p:spPr>
            <a:xfrm>
              <a:off x="1715628" y="2483588"/>
              <a:ext cx="4584339" cy="973842"/>
            </a:xfrm>
            <a:custGeom>
              <a:rect b="b" l="l" r="r" t="t"/>
              <a:pathLst>
                <a:path extrusionOk="0" h="973842" w="4584339">
                  <a:moveTo>
                    <a:pt x="0" y="973842"/>
                  </a:moveTo>
                  <a:lnTo>
                    <a:pt x="1873598" y="649228"/>
                  </a:lnTo>
                  <a:cubicBezTo>
                    <a:pt x="1873598" y="396751"/>
                    <a:pt x="1884989" y="252477"/>
                    <a:pt x="1884989" y="0"/>
                  </a:cubicBezTo>
                  <a:lnTo>
                    <a:pt x="4572949" y="569497"/>
                  </a:lnTo>
                  <a:lnTo>
                    <a:pt x="4584339" y="728958"/>
                  </a:lnTo>
                  <a:lnTo>
                    <a:pt x="3451066" y="939672"/>
                  </a:lnTo>
                </a:path>
              </a:pathLst>
            </a:custGeom>
            <a:noFill/>
            <a:ln cap="flat" cmpd="sng" w="539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25" name="Google Shape;6925;p96"/>
          <p:cNvSpPr txBox="1"/>
          <p:nvPr/>
        </p:nvSpPr>
        <p:spPr>
          <a:xfrm>
            <a:off x="935691" y="1287837"/>
            <a:ext cx="11256309" cy="1799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rich interconnection among switches, racks: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throughput between racks (multiple routing paths possible)</a:t>
            </a:r>
            <a:endParaRPr/>
          </a:p>
          <a:p>
            <a:pPr indent="-223837" lvl="1" marL="681038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increased reliability via redundancy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i="1"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6926" name="Google Shape;6926;p96"/>
          <p:cNvGrpSpPr/>
          <p:nvPr/>
        </p:nvGrpSpPr>
        <p:grpSpPr>
          <a:xfrm>
            <a:off x="2334159" y="2821994"/>
            <a:ext cx="610209" cy="346402"/>
            <a:chOff x="3668110" y="2448910"/>
            <a:chExt cx="3794234" cy="2165130"/>
          </a:xfrm>
        </p:grpSpPr>
        <p:sp>
          <p:nvSpPr>
            <p:cNvPr id="6927" name="Google Shape;692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8" name="Google Shape;692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29" name="Google Shape;692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30" name="Google Shape;693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1" name="Google Shape;693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2" name="Google Shape;693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3" name="Google Shape;693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34" name="Google Shape;6934;p96"/>
          <p:cNvGrpSpPr/>
          <p:nvPr/>
        </p:nvGrpSpPr>
        <p:grpSpPr>
          <a:xfrm>
            <a:off x="4287927" y="2823518"/>
            <a:ext cx="610209" cy="346402"/>
            <a:chOff x="3668110" y="2448910"/>
            <a:chExt cx="3794234" cy="2165130"/>
          </a:xfrm>
        </p:grpSpPr>
        <p:sp>
          <p:nvSpPr>
            <p:cNvPr id="6935" name="Google Shape;693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6" name="Google Shape;693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37" name="Google Shape;693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38" name="Google Shape;693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9" name="Google Shape;693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0" name="Google Shape;694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1" name="Google Shape;694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42" name="Google Shape;6942;p96"/>
          <p:cNvGrpSpPr/>
          <p:nvPr/>
        </p:nvGrpSpPr>
        <p:grpSpPr>
          <a:xfrm>
            <a:off x="6241695" y="2825042"/>
            <a:ext cx="610209" cy="346402"/>
            <a:chOff x="3668110" y="2448910"/>
            <a:chExt cx="3794234" cy="2165130"/>
          </a:xfrm>
        </p:grpSpPr>
        <p:sp>
          <p:nvSpPr>
            <p:cNvPr id="6943" name="Google Shape;694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4" name="Google Shape;694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45" name="Google Shape;694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46" name="Google Shape;694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7" name="Google Shape;694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8" name="Google Shape;694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9" name="Google Shape;694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50" name="Google Shape;6950;p96"/>
          <p:cNvGrpSpPr/>
          <p:nvPr/>
        </p:nvGrpSpPr>
        <p:grpSpPr>
          <a:xfrm>
            <a:off x="8218323" y="2826566"/>
            <a:ext cx="610209" cy="346402"/>
            <a:chOff x="3668110" y="2448910"/>
            <a:chExt cx="3794234" cy="2165130"/>
          </a:xfrm>
        </p:grpSpPr>
        <p:sp>
          <p:nvSpPr>
            <p:cNvPr id="6951" name="Google Shape;695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2" name="Google Shape;695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53" name="Google Shape;695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54" name="Google Shape;695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5" name="Google Shape;695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6" name="Google Shape;695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7" name="Google Shape;695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58" name="Google Shape;6958;p96"/>
          <p:cNvGrpSpPr/>
          <p:nvPr/>
        </p:nvGrpSpPr>
        <p:grpSpPr>
          <a:xfrm>
            <a:off x="2367687" y="3863340"/>
            <a:ext cx="549249" cy="301752"/>
            <a:chOff x="3668110" y="2448910"/>
            <a:chExt cx="3794234" cy="2165130"/>
          </a:xfrm>
        </p:grpSpPr>
        <p:sp>
          <p:nvSpPr>
            <p:cNvPr id="6959" name="Google Shape;695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0" name="Google Shape;696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61" name="Google Shape;696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62" name="Google Shape;696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3" name="Google Shape;696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4" name="Google Shape;696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5" name="Google Shape;696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66" name="Google Shape;6966;p96"/>
          <p:cNvGrpSpPr/>
          <p:nvPr/>
        </p:nvGrpSpPr>
        <p:grpSpPr>
          <a:xfrm>
            <a:off x="4316883" y="3875986"/>
            <a:ext cx="549249" cy="301752"/>
            <a:chOff x="3668110" y="2448910"/>
            <a:chExt cx="3794234" cy="2165130"/>
          </a:xfrm>
        </p:grpSpPr>
        <p:sp>
          <p:nvSpPr>
            <p:cNvPr id="6967" name="Google Shape;696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8" name="Google Shape;696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69" name="Google Shape;696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70" name="Google Shape;697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1" name="Google Shape;697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2" name="Google Shape;697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3" name="Google Shape;697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74" name="Google Shape;6974;p96"/>
          <p:cNvGrpSpPr/>
          <p:nvPr/>
        </p:nvGrpSpPr>
        <p:grpSpPr>
          <a:xfrm>
            <a:off x="6316371" y="3879488"/>
            <a:ext cx="549249" cy="301752"/>
            <a:chOff x="3668110" y="2448910"/>
            <a:chExt cx="3794234" cy="2165130"/>
          </a:xfrm>
        </p:grpSpPr>
        <p:sp>
          <p:nvSpPr>
            <p:cNvPr id="6975" name="Google Shape;697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6" name="Google Shape;697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77" name="Google Shape;697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78" name="Google Shape;697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9" name="Google Shape;697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0" name="Google Shape;698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1" name="Google Shape;698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82" name="Google Shape;6982;p96"/>
          <p:cNvGrpSpPr/>
          <p:nvPr/>
        </p:nvGrpSpPr>
        <p:grpSpPr>
          <a:xfrm>
            <a:off x="8279283" y="3887562"/>
            <a:ext cx="549249" cy="301752"/>
            <a:chOff x="3668110" y="2448910"/>
            <a:chExt cx="3794234" cy="2165130"/>
          </a:xfrm>
        </p:grpSpPr>
        <p:sp>
          <p:nvSpPr>
            <p:cNvPr id="6983" name="Google Shape;698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4" name="Google Shape;698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85" name="Google Shape;698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86" name="Google Shape;698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7" name="Google Shape;698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8" name="Google Shape;698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9" name="Google Shape;698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0" name="Google Shape;6990;p96"/>
          <p:cNvGrpSpPr/>
          <p:nvPr/>
        </p:nvGrpSpPr>
        <p:grpSpPr>
          <a:xfrm>
            <a:off x="1695279" y="4542558"/>
            <a:ext cx="389682" cy="227238"/>
            <a:chOff x="3668110" y="2448910"/>
            <a:chExt cx="3794234" cy="2165130"/>
          </a:xfrm>
        </p:grpSpPr>
        <p:sp>
          <p:nvSpPr>
            <p:cNvPr id="6991" name="Google Shape;699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2" name="Google Shape;699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993" name="Google Shape;699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994" name="Google Shape;699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5" name="Google Shape;699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6" name="Google Shape;699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7" name="Google Shape;699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998" name="Google Shape;6998;p96"/>
          <p:cNvGrpSpPr/>
          <p:nvPr/>
        </p:nvGrpSpPr>
        <p:grpSpPr>
          <a:xfrm>
            <a:off x="2185175" y="4543504"/>
            <a:ext cx="389682" cy="227238"/>
            <a:chOff x="3668110" y="2448910"/>
            <a:chExt cx="3794234" cy="2165130"/>
          </a:xfrm>
        </p:grpSpPr>
        <p:sp>
          <p:nvSpPr>
            <p:cNvPr id="6999" name="Google Shape;699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0" name="Google Shape;700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01" name="Google Shape;700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02" name="Google Shape;700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3" name="Google Shape;700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4" name="Google Shape;700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5" name="Google Shape;700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06" name="Google Shape;7006;p96"/>
          <p:cNvGrpSpPr/>
          <p:nvPr/>
        </p:nvGrpSpPr>
        <p:grpSpPr>
          <a:xfrm>
            <a:off x="2678246" y="4544450"/>
            <a:ext cx="389682" cy="227238"/>
            <a:chOff x="3668110" y="2448910"/>
            <a:chExt cx="3794234" cy="2165130"/>
          </a:xfrm>
        </p:grpSpPr>
        <p:sp>
          <p:nvSpPr>
            <p:cNvPr id="7007" name="Google Shape;700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8" name="Google Shape;700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09" name="Google Shape;700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10" name="Google Shape;701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1" name="Google Shape;701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2" name="Google Shape;701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3" name="Google Shape;701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14" name="Google Shape;7014;p96"/>
          <p:cNvGrpSpPr/>
          <p:nvPr/>
        </p:nvGrpSpPr>
        <p:grpSpPr>
          <a:xfrm>
            <a:off x="3171317" y="4545396"/>
            <a:ext cx="389682" cy="227238"/>
            <a:chOff x="3668110" y="2448910"/>
            <a:chExt cx="3794234" cy="2165130"/>
          </a:xfrm>
        </p:grpSpPr>
        <p:sp>
          <p:nvSpPr>
            <p:cNvPr id="7015" name="Google Shape;701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6" name="Google Shape;701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17" name="Google Shape;701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18" name="Google Shape;701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9" name="Google Shape;701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0" name="Google Shape;702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1" name="Google Shape;702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22" name="Google Shape;7022;p96"/>
          <p:cNvGrpSpPr/>
          <p:nvPr/>
        </p:nvGrpSpPr>
        <p:grpSpPr>
          <a:xfrm>
            <a:off x="3664388" y="4546342"/>
            <a:ext cx="389682" cy="227238"/>
            <a:chOff x="3668110" y="2448910"/>
            <a:chExt cx="3794234" cy="2165130"/>
          </a:xfrm>
        </p:grpSpPr>
        <p:sp>
          <p:nvSpPr>
            <p:cNvPr id="7023" name="Google Shape;702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4" name="Google Shape;702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25" name="Google Shape;702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26" name="Google Shape;702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7" name="Google Shape;702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8" name="Google Shape;702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9" name="Google Shape;702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0" name="Google Shape;7030;p96"/>
          <p:cNvGrpSpPr/>
          <p:nvPr/>
        </p:nvGrpSpPr>
        <p:grpSpPr>
          <a:xfrm>
            <a:off x="4157459" y="4547288"/>
            <a:ext cx="389682" cy="227238"/>
            <a:chOff x="3668110" y="2448910"/>
            <a:chExt cx="3794234" cy="2165130"/>
          </a:xfrm>
        </p:grpSpPr>
        <p:sp>
          <p:nvSpPr>
            <p:cNvPr id="7031" name="Google Shape;703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2" name="Google Shape;703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33" name="Google Shape;703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34" name="Google Shape;703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5" name="Google Shape;703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6" name="Google Shape;703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7" name="Google Shape;703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38" name="Google Shape;7038;p96"/>
          <p:cNvGrpSpPr/>
          <p:nvPr/>
        </p:nvGrpSpPr>
        <p:grpSpPr>
          <a:xfrm>
            <a:off x="4650530" y="4548234"/>
            <a:ext cx="389682" cy="227238"/>
            <a:chOff x="3668110" y="2448910"/>
            <a:chExt cx="3794234" cy="2165130"/>
          </a:xfrm>
        </p:grpSpPr>
        <p:sp>
          <p:nvSpPr>
            <p:cNvPr id="7039" name="Google Shape;703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0" name="Google Shape;704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41" name="Google Shape;704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42" name="Google Shape;704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3" name="Google Shape;704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4" name="Google Shape;704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5" name="Google Shape;704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6" name="Google Shape;7046;p96"/>
          <p:cNvGrpSpPr/>
          <p:nvPr/>
        </p:nvGrpSpPr>
        <p:grpSpPr>
          <a:xfrm>
            <a:off x="5143601" y="4549180"/>
            <a:ext cx="389682" cy="227238"/>
            <a:chOff x="3668110" y="2448910"/>
            <a:chExt cx="3794234" cy="2165130"/>
          </a:xfrm>
        </p:grpSpPr>
        <p:sp>
          <p:nvSpPr>
            <p:cNvPr id="7047" name="Google Shape;704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8" name="Google Shape;704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49" name="Google Shape;704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50" name="Google Shape;705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1" name="Google Shape;705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2" name="Google Shape;705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3" name="Google Shape;705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54" name="Google Shape;7054;p96"/>
          <p:cNvGrpSpPr/>
          <p:nvPr/>
        </p:nvGrpSpPr>
        <p:grpSpPr>
          <a:xfrm>
            <a:off x="5636672" y="4550126"/>
            <a:ext cx="389682" cy="227238"/>
            <a:chOff x="3668110" y="2448910"/>
            <a:chExt cx="3794234" cy="2165130"/>
          </a:xfrm>
        </p:grpSpPr>
        <p:sp>
          <p:nvSpPr>
            <p:cNvPr id="7055" name="Google Shape;705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6" name="Google Shape;705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57" name="Google Shape;705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58" name="Google Shape;705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9" name="Google Shape;705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0" name="Google Shape;706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1" name="Google Shape;706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62" name="Google Shape;7062;p96"/>
          <p:cNvGrpSpPr/>
          <p:nvPr/>
        </p:nvGrpSpPr>
        <p:grpSpPr>
          <a:xfrm>
            <a:off x="6129743" y="4547897"/>
            <a:ext cx="389682" cy="227238"/>
            <a:chOff x="3668110" y="2448910"/>
            <a:chExt cx="3794234" cy="2165130"/>
          </a:xfrm>
        </p:grpSpPr>
        <p:sp>
          <p:nvSpPr>
            <p:cNvPr id="7063" name="Google Shape;706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4" name="Google Shape;706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65" name="Google Shape;706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66" name="Google Shape;706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7" name="Google Shape;706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8" name="Google Shape;706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9" name="Google Shape;706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0" name="Google Shape;7070;p96"/>
          <p:cNvGrpSpPr/>
          <p:nvPr/>
        </p:nvGrpSpPr>
        <p:grpSpPr>
          <a:xfrm>
            <a:off x="6622814" y="4545668"/>
            <a:ext cx="389682" cy="227238"/>
            <a:chOff x="3668110" y="2448910"/>
            <a:chExt cx="3794234" cy="2165130"/>
          </a:xfrm>
        </p:grpSpPr>
        <p:sp>
          <p:nvSpPr>
            <p:cNvPr id="7071" name="Google Shape;707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2" name="Google Shape;707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3" name="Google Shape;707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74" name="Google Shape;707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5" name="Google Shape;707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6" name="Google Shape;707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7" name="Google Shape;707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78" name="Google Shape;7078;p96"/>
          <p:cNvGrpSpPr/>
          <p:nvPr/>
        </p:nvGrpSpPr>
        <p:grpSpPr>
          <a:xfrm>
            <a:off x="7115885" y="4543439"/>
            <a:ext cx="389682" cy="227238"/>
            <a:chOff x="3668110" y="2448910"/>
            <a:chExt cx="3794234" cy="2165130"/>
          </a:xfrm>
        </p:grpSpPr>
        <p:sp>
          <p:nvSpPr>
            <p:cNvPr id="7079" name="Google Shape;7079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0" name="Google Shape;7080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1" name="Google Shape;7081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82" name="Google Shape;7082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3" name="Google Shape;7083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4" name="Google Shape;7084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5" name="Google Shape;7085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86" name="Google Shape;7086;p96"/>
          <p:cNvGrpSpPr/>
          <p:nvPr/>
        </p:nvGrpSpPr>
        <p:grpSpPr>
          <a:xfrm>
            <a:off x="7608956" y="4541210"/>
            <a:ext cx="389682" cy="227238"/>
            <a:chOff x="3668110" y="2448910"/>
            <a:chExt cx="3794234" cy="2165130"/>
          </a:xfrm>
        </p:grpSpPr>
        <p:sp>
          <p:nvSpPr>
            <p:cNvPr id="7087" name="Google Shape;7087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8" name="Google Shape;7088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89" name="Google Shape;7089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90" name="Google Shape;7090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1" name="Google Shape;7091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2" name="Google Shape;7092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3" name="Google Shape;7093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94" name="Google Shape;7094;p96"/>
          <p:cNvGrpSpPr/>
          <p:nvPr/>
        </p:nvGrpSpPr>
        <p:grpSpPr>
          <a:xfrm>
            <a:off x="8102027" y="4538981"/>
            <a:ext cx="389682" cy="227238"/>
            <a:chOff x="3668110" y="2448910"/>
            <a:chExt cx="3794234" cy="2165130"/>
          </a:xfrm>
        </p:grpSpPr>
        <p:sp>
          <p:nvSpPr>
            <p:cNvPr id="7095" name="Google Shape;7095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6" name="Google Shape;7096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97" name="Google Shape;7097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098" name="Google Shape;7098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9" name="Google Shape;7099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0" name="Google Shape;7100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1" name="Google Shape;7101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02" name="Google Shape;7102;p96"/>
          <p:cNvGrpSpPr/>
          <p:nvPr/>
        </p:nvGrpSpPr>
        <p:grpSpPr>
          <a:xfrm>
            <a:off x="8595098" y="4536752"/>
            <a:ext cx="389682" cy="227238"/>
            <a:chOff x="3668110" y="2448910"/>
            <a:chExt cx="3794234" cy="2165130"/>
          </a:xfrm>
        </p:grpSpPr>
        <p:sp>
          <p:nvSpPr>
            <p:cNvPr id="7103" name="Google Shape;7103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4" name="Google Shape;7104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05" name="Google Shape;7105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06" name="Google Shape;7106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7" name="Google Shape;7107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8" name="Google Shape;7108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9" name="Google Shape;7109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110" name="Google Shape;7110;p96"/>
          <p:cNvGrpSpPr/>
          <p:nvPr/>
        </p:nvGrpSpPr>
        <p:grpSpPr>
          <a:xfrm>
            <a:off x="9088169" y="4537698"/>
            <a:ext cx="389682" cy="227238"/>
            <a:chOff x="3668110" y="2448910"/>
            <a:chExt cx="3794234" cy="2165130"/>
          </a:xfrm>
        </p:grpSpPr>
        <p:sp>
          <p:nvSpPr>
            <p:cNvPr id="7111" name="Google Shape;7111;p9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2" name="Google Shape;7112;p9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13" name="Google Shape;7113;p9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7114" name="Google Shape;7114;p9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5" name="Google Shape;7115;p9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6" name="Google Shape;7116;p9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7" name="Google Shape;7117;p9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2" name="Shape 7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3" name="Google Shape;7123;p97"/>
          <p:cNvGrpSpPr/>
          <p:nvPr/>
        </p:nvGrpSpPr>
        <p:grpSpPr>
          <a:xfrm>
            <a:off x="506660" y="2185776"/>
            <a:ext cx="7220908" cy="3872759"/>
            <a:chOff x="628632" y="1621000"/>
            <a:chExt cx="7220908" cy="3872759"/>
          </a:xfrm>
        </p:grpSpPr>
        <p:grpSp>
          <p:nvGrpSpPr>
            <p:cNvPr id="7124" name="Google Shape;7124;p97"/>
            <p:cNvGrpSpPr/>
            <p:nvPr/>
          </p:nvGrpSpPr>
          <p:grpSpPr>
            <a:xfrm>
              <a:off x="1479177" y="1790648"/>
              <a:ext cx="5700821" cy="1085228"/>
              <a:chOff x="1411941" y="1759320"/>
              <a:chExt cx="5700821" cy="1085228"/>
            </a:xfrm>
          </p:grpSpPr>
          <p:cxnSp>
            <p:nvCxnSpPr>
              <p:cNvPr id="7125" name="Google Shape;7125;p97"/>
              <p:cNvCxnSpPr>
                <a:endCxn id="7126" idx="9"/>
              </p:cNvCxnSpPr>
              <p:nvPr/>
            </p:nvCxnSpPr>
            <p:spPr>
              <a:xfrm flipH="1" rot="10800000">
                <a:off x="1411941" y="1792306"/>
                <a:ext cx="2243400" cy="924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7" name="Google Shape;7127;p97"/>
              <p:cNvCxnSpPr/>
              <p:nvPr/>
            </p:nvCxnSpPr>
            <p:spPr>
              <a:xfrm flipH="1" rot="10800000">
                <a:off x="1425388" y="1790700"/>
                <a:ext cx="4493570" cy="93905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8" name="Google Shape;7128;p97"/>
              <p:cNvCxnSpPr>
                <a:endCxn id="7126" idx="9"/>
              </p:cNvCxnSpPr>
              <p:nvPr/>
            </p:nvCxnSpPr>
            <p:spPr>
              <a:xfrm flipH="1" rot="10800000">
                <a:off x="3016624" y="1792518"/>
                <a:ext cx="638700" cy="1022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29" name="Google Shape;7129;p97"/>
              <p:cNvCxnSpPr>
                <a:endCxn id="7126" idx="13"/>
              </p:cNvCxnSpPr>
              <p:nvPr/>
            </p:nvCxnSpPr>
            <p:spPr>
              <a:xfrm rot="10800000">
                <a:off x="3558266" y="1759320"/>
                <a:ext cx="1022700" cy="10539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0" name="Google Shape;7130;p97"/>
              <p:cNvCxnSpPr>
                <a:endCxn id="7126" idx="9"/>
              </p:cNvCxnSpPr>
              <p:nvPr/>
            </p:nvCxnSpPr>
            <p:spPr>
              <a:xfrm rot="10800000">
                <a:off x="3655262" y="1792448"/>
                <a:ext cx="3457500" cy="1052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1" name="Google Shape;7131;p97"/>
              <p:cNvCxnSpPr/>
              <p:nvPr/>
            </p:nvCxnSpPr>
            <p:spPr>
              <a:xfrm flipH="1" rot="10800000">
                <a:off x="2985160" y="1759372"/>
                <a:ext cx="2906904" cy="100257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2" name="Google Shape;7132;p97"/>
              <p:cNvCxnSpPr>
                <a:endCxn id="7133" idx="6"/>
              </p:cNvCxnSpPr>
              <p:nvPr/>
            </p:nvCxnSpPr>
            <p:spPr>
              <a:xfrm rot="10800000">
                <a:off x="6032103" y="1818876"/>
                <a:ext cx="1009500" cy="974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34" name="Google Shape;7134;p97"/>
              <p:cNvCxnSpPr>
                <a:endCxn id="7133" idx="12"/>
              </p:cNvCxnSpPr>
              <p:nvPr/>
            </p:nvCxnSpPr>
            <p:spPr>
              <a:xfrm flipH="1" rot="10800000">
                <a:off x="4549326" y="1819176"/>
                <a:ext cx="1290300" cy="9741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135" name="Google Shape;7135;p97"/>
            <p:cNvGrpSpPr/>
            <p:nvPr/>
          </p:nvGrpSpPr>
          <p:grpSpPr>
            <a:xfrm>
              <a:off x="7582334" y="4489205"/>
              <a:ext cx="267206" cy="997245"/>
              <a:chOff x="6424315" y="4488570"/>
              <a:chExt cx="267206" cy="997245"/>
            </a:xfrm>
          </p:grpSpPr>
          <p:grpSp>
            <p:nvGrpSpPr>
              <p:cNvPr id="7136" name="Google Shape;7136;p97"/>
              <p:cNvGrpSpPr/>
              <p:nvPr/>
            </p:nvGrpSpPr>
            <p:grpSpPr>
              <a:xfrm>
                <a:off x="6424315" y="4636502"/>
                <a:ext cx="237939" cy="849312"/>
                <a:chOff x="6396366" y="3061857"/>
                <a:chExt cx="570079" cy="838094"/>
              </a:xfrm>
            </p:grpSpPr>
            <p:sp>
              <p:nvSpPr>
                <p:cNvPr id="7137" name="Google Shape;7137;p97"/>
                <p:cNvSpPr/>
                <p:nvPr/>
              </p:nvSpPr>
              <p:spPr>
                <a:xfrm>
                  <a:off x="6509786" y="3061857"/>
                  <a:ext cx="447707" cy="742536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138" name="Google Shape;7138;p97"/>
                <p:cNvCxnSpPr/>
                <p:nvPr/>
              </p:nvCxnSpPr>
              <p:spPr>
                <a:xfrm flipH="1" rot="10800000">
                  <a:off x="6847057" y="3061857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7139" name="Google Shape;7139;p97"/>
                <p:cNvSpPr/>
                <p:nvPr/>
              </p:nvSpPr>
              <p:spPr>
                <a:xfrm>
                  <a:off x="6476953" y="3071256"/>
                  <a:ext cx="131327" cy="11592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140" name="Google Shape;7140;p97"/>
                <p:cNvCxnSpPr/>
                <p:nvPr/>
              </p:nvCxnSpPr>
              <p:spPr>
                <a:xfrm flipH="1" rot="10800000">
                  <a:off x="6396367" y="3061857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7141" name="Google Shape;7141;p97"/>
                <p:cNvSpPr/>
                <p:nvPr/>
              </p:nvSpPr>
              <p:spPr>
                <a:xfrm>
                  <a:off x="6817210" y="3702567"/>
                  <a:ext cx="131327" cy="11592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2" name="Google Shape;7142;p97"/>
                <p:cNvSpPr/>
                <p:nvPr/>
              </p:nvSpPr>
              <p:spPr>
                <a:xfrm>
                  <a:off x="6405320" y="3157415"/>
                  <a:ext cx="444723" cy="7425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0"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7143" name="Google Shape;7143;p97"/>
                <p:cNvCxnSpPr/>
                <p:nvPr/>
              </p:nvCxnSpPr>
              <p:spPr>
                <a:xfrm flipH="1" rot="10800000">
                  <a:off x="6847057" y="3804392"/>
                  <a:ext cx="113419" cy="9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144" name="Google Shape;7144;p97"/>
                <p:cNvGrpSpPr/>
                <p:nvPr/>
              </p:nvGrpSpPr>
              <p:grpSpPr>
                <a:xfrm>
                  <a:off x="6399350" y="3137050"/>
                  <a:ext cx="561125" cy="92425"/>
                  <a:chOff x="6581076" y="2845711"/>
                  <a:chExt cx="561125" cy="92425"/>
                </a:xfrm>
              </p:grpSpPr>
              <p:cxnSp>
                <p:nvCxnSpPr>
                  <p:cNvPr id="7145" name="Google Shape;7145;p97"/>
                  <p:cNvCxnSpPr/>
                  <p:nvPr/>
                </p:nvCxnSpPr>
                <p:spPr>
                  <a:xfrm flipH="1" rot="10800000">
                    <a:off x="7028782" y="2845711"/>
                    <a:ext cx="113419" cy="924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46" name="Google Shape;7146;p97"/>
                  <p:cNvCxnSpPr/>
                  <p:nvPr/>
                </p:nvCxnSpPr>
                <p:spPr>
                  <a:xfrm>
                    <a:off x="6581076" y="2938136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47" name="Google Shape;7147;p97"/>
                <p:cNvGrpSpPr/>
                <p:nvPr/>
              </p:nvGrpSpPr>
              <p:grpSpPr>
                <a:xfrm>
                  <a:off x="6399351" y="3202845"/>
                  <a:ext cx="567094" cy="89292"/>
                  <a:chOff x="6581557" y="2845642"/>
                  <a:chExt cx="567094" cy="89292"/>
                </a:xfrm>
              </p:grpSpPr>
              <p:cxnSp>
                <p:nvCxnSpPr>
                  <p:cNvPr id="7148" name="Google Shape;7148;p97"/>
                  <p:cNvCxnSpPr/>
                  <p:nvPr/>
                </p:nvCxnSpPr>
                <p:spPr>
                  <a:xfrm flipH="1" rot="10800000">
                    <a:off x="7029263" y="2845642"/>
                    <a:ext cx="119388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49" name="Google Shape;7149;p97"/>
                  <p:cNvCxnSpPr/>
                  <p:nvPr/>
                </p:nvCxnSpPr>
                <p:spPr>
                  <a:xfrm>
                    <a:off x="6581557" y="2934934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0" name="Google Shape;7150;p97"/>
                <p:cNvGrpSpPr/>
                <p:nvPr/>
              </p:nvGrpSpPr>
              <p:grpSpPr>
                <a:xfrm>
                  <a:off x="6399350" y="3268639"/>
                  <a:ext cx="558142" cy="89292"/>
                  <a:chOff x="6582036" y="2845572"/>
                  <a:chExt cx="558142" cy="89292"/>
                </a:xfrm>
              </p:grpSpPr>
              <p:cxnSp>
                <p:nvCxnSpPr>
                  <p:cNvPr id="7151" name="Google Shape;7151;p97"/>
                  <p:cNvCxnSpPr/>
                  <p:nvPr/>
                </p:nvCxnSpPr>
                <p:spPr>
                  <a:xfrm flipH="1" rot="10800000">
                    <a:off x="7026759" y="2845572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2" name="Google Shape;7152;p97"/>
                  <p:cNvCxnSpPr/>
                  <p:nvPr/>
                </p:nvCxnSpPr>
                <p:spPr>
                  <a:xfrm>
                    <a:off x="6582036" y="293486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3" name="Google Shape;7153;p97"/>
                <p:cNvGrpSpPr/>
                <p:nvPr/>
              </p:nvGrpSpPr>
              <p:grpSpPr>
                <a:xfrm>
                  <a:off x="6399350" y="3334433"/>
                  <a:ext cx="558141" cy="89292"/>
                  <a:chOff x="6582516" y="2845502"/>
                  <a:chExt cx="558141" cy="89292"/>
                </a:xfrm>
              </p:grpSpPr>
              <p:cxnSp>
                <p:nvCxnSpPr>
                  <p:cNvPr id="7154" name="Google Shape;7154;p97"/>
                  <p:cNvCxnSpPr/>
                  <p:nvPr/>
                </p:nvCxnSpPr>
                <p:spPr>
                  <a:xfrm flipH="1" rot="10800000">
                    <a:off x="7027238" y="2845502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5" name="Google Shape;7155;p97"/>
                  <p:cNvCxnSpPr/>
                  <p:nvPr/>
                </p:nvCxnSpPr>
                <p:spPr>
                  <a:xfrm>
                    <a:off x="6582516" y="293479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6" name="Google Shape;7156;p97"/>
                <p:cNvGrpSpPr/>
                <p:nvPr/>
              </p:nvGrpSpPr>
              <p:grpSpPr>
                <a:xfrm>
                  <a:off x="6399349" y="3400228"/>
                  <a:ext cx="558142" cy="89292"/>
                  <a:chOff x="6582995" y="2845433"/>
                  <a:chExt cx="558142" cy="89292"/>
                </a:xfrm>
              </p:grpSpPr>
              <p:cxnSp>
                <p:nvCxnSpPr>
                  <p:cNvPr id="7157" name="Google Shape;7157;p97"/>
                  <p:cNvCxnSpPr/>
                  <p:nvPr/>
                </p:nvCxnSpPr>
                <p:spPr>
                  <a:xfrm flipH="1" rot="10800000">
                    <a:off x="7027718" y="2845433"/>
                    <a:ext cx="113419" cy="892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58" name="Google Shape;7158;p97"/>
                  <p:cNvCxnSpPr/>
                  <p:nvPr/>
                </p:nvCxnSpPr>
                <p:spPr>
                  <a:xfrm>
                    <a:off x="6582995" y="2934724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59" name="Google Shape;7159;p97"/>
                <p:cNvGrpSpPr/>
                <p:nvPr/>
              </p:nvGrpSpPr>
              <p:grpSpPr>
                <a:xfrm>
                  <a:off x="6399351" y="3466022"/>
                  <a:ext cx="558141" cy="93992"/>
                  <a:chOff x="6583477" y="2845363"/>
                  <a:chExt cx="558141" cy="93992"/>
                </a:xfrm>
              </p:grpSpPr>
              <p:cxnSp>
                <p:nvCxnSpPr>
                  <p:cNvPr id="7160" name="Google Shape;7160;p97"/>
                  <p:cNvCxnSpPr/>
                  <p:nvPr/>
                </p:nvCxnSpPr>
                <p:spPr>
                  <a:xfrm flipH="1" rot="10800000">
                    <a:off x="7028199" y="2845363"/>
                    <a:ext cx="113419" cy="93992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61" name="Google Shape;7161;p97"/>
                  <p:cNvCxnSpPr/>
                  <p:nvPr/>
                </p:nvCxnSpPr>
                <p:spPr>
                  <a:xfrm>
                    <a:off x="6583477" y="2939355"/>
                    <a:ext cx="450692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62" name="Google Shape;7162;p97"/>
                <p:cNvGrpSpPr/>
                <p:nvPr/>
              </p:nvGrpSpPr>
              <p:grpSpPr>
                <a:xfrm>
                  <a:off x="6396366" y="3528683"/>
                  <a:ext cx="561126" cy="97125"/>
                  <a:chOff x="6580972" y="2842160"/>
                  <a:chExt cx="561126" cy="97125"/>
                </a:xfrm>
              </p:grpSpPr>
              <p:cxnSp>
                <p:nvCxnSpPr>
                  <p:cNvPr id="7163" name="Google Shape;7163;p97"/>
                  <p:cNvCxnSpPr/>
                  <p:nvPr/>
                </p:nvCxnSpPr>
                <p:spPr>
                  <a:xfrm flipH="1" rot="10800000">
                    <a:off x="7028679" y="2842160"/>
                    <a:ext cx="113419" cy="971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64" name="Google Shape;7164;p97"/>
                  <p:cNvCxnSpPr/>
                  <p:nvPr/>
                </p:nvCxnSpPr>
                <p:spPr>
                  <a:xfrm>
                    <a:off x="6580972" y="2939284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65" name="Google Shape;7165;p97"/>
                <p:cNvGrpSpPr/>
                <p:nvPr/>
              </p:nvGrpSpPr>
              <p:grpSpPr>
                <a:xfrm>
                  <a:off x="6396366" y="3594477"/>
                  <a:ext cx="561125" cy="97125"/>
                  <a:chOff x="6581452" y="2842090"/>
                  <a:chExt cx="561125" cy="97125"/>
                </a:xfrm>
              </p:grpSpPr>
              <p:cxnSp>
                <p:nvCxnSpPr>
                  <p:cNvPr id="7166" name="Google Shape;7166;p97"/>
                  <p:cNvCxnSpPr/>
                  <p:nvPr/>
                </p:nvCxnSpPr>
                <p:spPr>
                  <a:xfrm flipH="1" rot="10800000">
                    <a:off x="7029158" y="2842090"/>
                    <a:ext cx="113419" cy="9712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67" name="Google Shape;7167;p97"/>
                  <p:cNvCxnSpPr/>
                  <p:nvPr/>
                </p:nvCxnSpPr>
                <p:spPr>
                  <a:xfrm>
                    <a:off x="6581452" y="2939215"/>
                    <a:ext cx="453676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68" name="Google Shape;7168;p97"/>
                <p:cNvGrpSpPr/>
                <p:nvPr/>
              </p:nvGrpSpPr>
              <p:grpSpPr>
                <a:xfrm>
                  <a:off x="6396367" y="3664970"/>
                  <a:ext cx="558140" cy="92426"/>
                  <a:chOff x="6581933" y="2846719"/>
                  <a:chExt cx="558140" cy="92426"/>
                </a:xfrm>
              </p:grpSpPr>
              <p:cxnSp>
                <p:nvCxnSpPr>
                  <p:cNvPr id="7169" name="Google Shape;7169;p97"/>
                  <p:cNvCxnSpPr/>
                  <p:nvPr/>
                </p:nvCxnSpPr>
                <p:spPr>
                  <a:xfrm flipH="1" rot="10800000">
                    <a:off x="7026654" y="2846719"/>
                    <a:ext cx="113419" cy="9242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70" name="Google Shape;7170;p97"/>
                  <p:cNvCxnSpPr/>
                  <p:nvPr/>
                </p:nvCxnSpPr>
                <p:spPr>
                  <a:xfrm>
                    <a:off x="6581933" y="2939145"/>
                    <a:ext cx="45069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171" name="Google Shape;7171;p97"/>
                <p:cNvGrpSpPr/>
                <p:nvPr/>
              </p:nvGrpSpPr>
              <p:grpSpPr>
                <a:xfrm>
                  <a:off x="6396367" y="3730765"/>
                  <a:ext cx="558139" cy="92426"/>
                  <a:chOff x="6582413" y="2846650"/>
                  <a:chExt cx="558139" cy="92426"/>
                </a:xfrm>
              </p:grpSpPr>
              <p:cxnSp>
                <p:nvCxnSpPr>
                  <p:cNvPr id="7172" name="Google Shape;7172;p97"/>
                  <p:cNvCxnSpPr/>
                  <p:nvPr/>
                </p:nvCxnSpPr>
                <p:spPr>
                  <a:xfrm flipH="1" rot="10800000">
                    <a:off x="7027133" y="2846650"/>
                    <a:ext cx="113419" cy="9242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173" name="Google Shape;7173;p97"/>
                  <p:cNvCxnSpPr/>
                  <p:nvPr/>
                </p:nvCxnSpPr>
                <p:spPr>
                  <a:xfrm>
                    <a:off x="6582413" y="2939076"/>
                    <a:ext cx="450690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</p:grpSp>
          </p:grpSp>
          <p:cxnSp>
            <p:nvCxnSpPr>
              <p:cNvPr id="7174" name="Google Shape;7174;p97"/>
              <p:cNvCxnSpPr/>
              <p:nvPr/>
            </p:nvCxnSpPr>
            <p:spPr>
              <a:xfrm flipH="1">
                <a:off x="6685171" y="4525377"/>
                <a:ext cx="4763" cy="855662"/>
              </a:xfrm>
              <a:prstGeom prst="straightConnector1">
                <a:avLst/>
              </a:prstGeom>
              <a:noFill/>
              <a:ln cap="flat" cmpd="sng" w="254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5" name="Google Shape;7175;p97"/>
              <p:cNvCxnSpPr/>
              <p:nvPr/>
            </p:nvCxnSpPr>
            <p:spPr>
              <a:xfrm>
                <a:off x="6632784" y="4706352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6" name="Google Shape;7176;p97"/>
              <p:cNvCxnSpPr/>
              <p:nvPr/>
            </p:nvCxnSpPr>
            <p:spPr>
              <a:xfrm>
                <a:off x="6631196" y="4771439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7" name="Google Shape;7177;p97"/>
              <p:cNvCxnSpPr/>
              <p:nvPr/>
            </p:nvCxnSpPr>
            <p:spPr>
              <a:xfrm>
                <a:off x="6631196" y="4849227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8" name="Google Shape;7178;p97"/>
              <p:cNvCxnSpPr/>
              <p:nvPr/>
            </p:nvCxnSpPr>
            <p:spPr>
              <a:xfrm>
                <a:off x="6629609" y="4914314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79" name="Google Shape;7179;p97"/>
              <p:cNvCxnSpPr/>
              <p:nvPr/>
            </p:nvCxnSpPr>
            <p:spPr>
              <a:xfrm>
                <a:off x="6628021" y="4976227"/>
                <a:ext cx="60325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0" name="Google Shape;7180;p97"/>
              <p:cNvCxnSpPr/>
              <p:nvPr/>
            </p:nvCxnSpPr>
            <p:spPr>
              <a:xfrm>
                <a:off x="6628021" y="5044489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1" name="Google Shape;7181;p97"/>
              <p:cNvCxnSpPr/>
              <p:nvPr/>
            </p:nvCxnSpPr>
            <p:spPr>
              <a:xfrm>
                <a:off x="6626434" y="511433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2" name="Google Shape;7182;p97"/>
              <p:cNvCxnSpPr/>
              <p:nvPr/>
            </p:nvCxnSpPr>
            <p:spPr>
              <a:xfrm>
                <a:off x="6629609" y="518418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3" name="Google Shape;7183;p97"/>
              <p:cNvCxnSpPr/>
              <p:nvPr/>
            </p:nvCxnSpPr>
            <p:spPr>
              <a:xfrm>
                <a:off x="6631196" y="5252452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4" name="Google Shape;7184;p97"/>
              <p:cNvCxnSpPr/>
              <p:nvPr/>
            </p:nvCxnSpPr>
            <p:spPr>
              <a:xfrm>
                <a:off x="6631196" y="5322302"/>
                <a:ext cx="5873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5" name="Google Shape;7185;p97"/>
              <p:cNvCxnSpPr/>
              <p:nvPr/>
            </p:nvCxnSpPr>
            <p:spPr>
              <a:xfrm>
                <a:off x="6632784" y="5387389"/>
                <a:ext cx="5873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86" name="Google Shape;7186;p97"/>
              <p:cNvCxnSpPr/>
              <p:nvPr/>
            </p:nvCxnSpPr>
            <p:spPr>
              <a:xfrm rot="10800000">
                <a:off x="6632784" y="4531727"/>
                <a:ext cx="58737" cy="0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187" name="Google Shape;7187;p97"/>
              <p:cNvGrpSpPr/>
              <p:nvPr/>
            </p:nvGrpSpPr>
            <p:grpSpPr>
              <a:xfrm>
                <a:off x="6434171" y="4488570"/>
                <a:ext cx="224203" cy="179034"/>
                <a:chOff x="3668110" y="2448910"/>
                <a:chExt cx="3794234" cy="2165130"/>
              </a:xfrm>
            </p:grpSpPr>
            <p:sp>
              <p:nvSpPr>
                <p:cNvPr id="7188" name="Google Shape;7188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9" name="Google Shape;7189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190" name="Google Shape;7190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191" name="Google Shape;7191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2" name="Google Shape;7192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3" name="Google Shape;7193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194" name="Google Shape;7194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195" name="Google Shape;7195;p97"/>
            <p:cNvGrpSpPr/>
            <p:nvPr/>
          </p:nvGrpSpPr>
          <p:grpSpPr>
            <a:xfrm>
              <a:off x="5974431" y="3377682"/>
              <a:ext cx="1055390" cy="275739"/>
              <a:chOff x="5974431" y="3377682"/>
              <a:chExt cx="1055390" cy="275739"/>
            </a:xfrm>
          </p:grpSpPr>
          <p:cxnSp>
            <p:nvCxnSpPr>
              <p:cNvPr id="7196" name="Google Shape;7196;p97"/>
              <p:cNvCxnSpPr/>
              <p:nvPr/>
            </p:nvCxnSpPr>
            <p:spPr>
              <a:xfrm rot="10800000">
                <a:off x="5974431" y="3483429"/>
                <a:ext cx="1055390" cy="16999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97" name="Google Shape;7197;p97"/>
              <p:cNvCxnSpPr>
                <a:stCxn id="7198" idx="8"/>
              </p:cNvCxnSpPr>
              <p:nvPr/>
            </p:nvCxnSpPr>
            <p:spPr>
              <a:xfrm rot="10800000">
                <a:off x="6223243" y="3427578"/>
                <a:ext cx="671700" cy="1737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199" name="Google Shape;7199;p97"/>
              <p:cNvCxnSpPr/>
              <p:nvPr/>
            </p:nvCxnSpPr>
            <p:spPr>
              <a:xfrm rot="10800000">
                <a:off x="6465843" y="3377682"/>
                <a:ext cx="562839" cy="2018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200" name="Google Shape;7200;p97"/>
            <p:cNvGrpSpPr/>
            <p:nvPr/>
          </p:nvGrpSpPr>
          <p:grpSpPr>
            <a:xfrm flipH="1" rot="10800000">
              <a:off x="5989981" y="3036336"/>
              <a:ext cx="1055390" cy="275739"/>
              <a:chOff x="6920204" y="3530082"/>
              <a:chExt cx="1055390" cy="275739"/>
            </a:xfrm>
          </p:grpSpPr>
          <p:cxnSp>
            <p:nvCxnSpPr>
              <p:cNvPr id="7201" name="Google Shape;7201;p97"/>
              <p:cNvCxnSpPr/>
              <p:nvPr/>
            </p:nvCxnSpPr>
            <p:spPr>
              <a:xfrm rot="10800000">
                <a:off x="6920204" y="3635829"/>
                <a:ext cx="1055390" cy="16999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02" name="Google Shape;7202;p97"/>
              <p:cNvCxnSpPr/>
              <p:nvPr/>
            </p:nvCxnSpPr>
            <p:spPr>
              <a:xfrm rot="10800000">
                <a:off x="7169020" y="3579845"/>
                <a:ext cx="671696" cy="173833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203" name="Google Shape;7203;p97"/>
              <p:cNvCxnSpPr/>
              <p:nvPr/>
            </p:nvCxnSpPr>
            <p:spPr>
              <a:xfrm rot="10800000">
                <a:off x="7411616" y="3530082"/>
                <a:ext cx="562839" cy="201824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7204" name="Google Shape;7204;p97"/>
            <p:cNvCxnSpPr/>
            <p:nvPr/>
          </p:nvCxnSpPr>
          <p:spPr>
            <a:xfrm flipH="1">
              <a:off x="7111851" y="3098053"/>
              <a:ext cx="1587" cy="51435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7205" name="Google Shape;7205;p97"/>
            <p:cNvGrpSpPr/>
            <p:nvPr/>
          </p:nvGrpSpPr>
          <p:grpSpPr>
            <a:xfrm>
              <a:off x="6657747" y="2637514"/>
              <a:ext cx="914400" cy="479686"/>
              <a:chOff x="3668110" y="2448910"/>
              <a:chExt cx="3794234" cy="2165130"/>
            </a:xfrm>
          </p:grpSpPr>
          <p:sp>
            <p:nvSpPr>
              <p:cNvPr id="7206" name="Google Shape;7206;p9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7" name="Google Shape;7207;p9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08" name="Google Shape;7208;p9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7209" name="Google Shape;7209;p9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0" name="Google Shape;7210;p9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1" name="Google Shape;7211;p9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2" name="Google Shape;7212;p9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13" name="Google Shape;7213;p97"/>
            <p:cNvGrpSpPr/>
            <p:nvPr/>
          </p:nvGrpSpPr>
          <p:grpSpPr>
            <a:xfrm>
              <a:off x="3209365" y="1621000"/>
              <a:ext cx="894855" cy="442494"/>
              <a:chOff x="7493876" y="2774731"/>
              <a:chExt cx="1481958" cy="894622"/>
            </a:xfrm>
          </p:grpSpPr>
          <p:sp>
            <p:nvSpPr>
              <p:cNvPr id="7214" name="Google Shape;7214;p9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215" name="Google Shape;7215;p9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216" name="Google Shape;7216;p9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217" name="Google Shape;7217;p9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8" name="Google Shape;7218;p9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19" name="Google Shape;7219;p9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26" name="Google Shape;7126;p9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20" name="Google Shape;7220;p97"/>
            <p:cNvGrpSpPr/>
            <p:nvPr/>
          </p:nvGrpSpPr>
          <p:grpSpPr>
            <a:xfrm>
              <a:off x="5489296" y="1629965"/>
              <a:ext cx="894855" cy="442494"/>
              <a:chOff x="7493876" y="2774731"/>
              <a:chExt cx="1481958" cy="894622"/>
            </a:xfrm>
          </p:grpSpPr>
          <p:sp>
            <p:nvSpPr>
              <p:cNvPr id="7221" name="Google Shape;7221;p9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222" name="Google Shape;7222;p9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223" name="Google Shape;7223;p9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224" name="Google Shape;7224;p9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5" name="Google Shape;7225;p9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226" name="Google Shape;7226;p9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33" name="Google Shape;7133;p9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227" name="Google Shape;7227;p97"/>
            <p:cNvGrpSpPr/>
            <p:nvPr/>
          </p:nvGrpSpPr>
          <p:grpSpPr>
            <a:xfrm>
              <a:off x="6424315" y="3564953"/>
              <a:ext cx="1277231" cy="1928806"/>
              <a:chOff x="6424315" y="3564953"/>
              <a:chExt cx="1277231" cy="1928806"/>
            </a:xfrm>
          </p:grpSpPr>
          <p:cxnSp>
            <p:nvCxnSpPr>
              <p:cNvPr id="7228" name="Google Shape;7228;p97"/>
              <p:cNvCxnSpPr>
                <a:endCxn id="7191" idx="4"/>
              </p:cNvCxnSpPr>
              <p:nvPr/>
            </p:nvCxnSpPr>
            <p:spPr>
              <a:xfrm>
                <a:off x="7386846" y="3996739"/>
                <a:ext cx="314700" cy="554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7229" name="Google Shape;7229;p97"/>
              <p:cNvGrpSpPr/>
              <p:nvPr/>
            </p:nvGrpSpPr>
            <p:grpSpPr>
              <a:xfrm>
                <a:off x="6424315" y="3564953"/>
                <a:ext cx="1189752" cy="1928806"/>
                <a:chOff x="6424315" y="3564953"/>
                <a:chExt cx="1189752" cy="1928806"/>
              </a:xfrm>
            </p:grpSpPr>
            <p:cxnSp>
              <p:nvCxnSpPr>
                <p:cNvPr id="7230" name="Google Shape;7230;p97"/>
                <p:cNvCxnSpPr>
                  <a:endCxn id="7231" idx="4"/>
                </p:cNvCxnSpPr>
                <p:nvPr/>
              </p:nvCxnSpPr>
              <p:spPr>
                <a:xfrm flipH="1">
                  <a:off x="6543647" y="39586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232" name="Google Shape;7232;p97"/>
                <p:cNvCxnSpPr>
                  <a:endCxn id="7233" idx="9"/>
                </p:cNvCxnSpPr>
                <p:nvPr/>
              </p:nvCxnSpPr>
              <p:spPr>
                <a:xfrm>
                  <a:off x="7130402" y="39666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234" name="Google Shape;7234;p97"/>
                <p:cNvGrpSpPr/>
                <p:nvPr/>
              </p:nvGrpSpPr>
              <p:grpSpPr>
                <a:xfrm>
                  <a:off x="6424315" y="3564953"/>
                  <a:ext cx="1155347" cy="1928806"/>
                  <a:chOff x="6424315" y="3564953"/>
                  <a:chExt cx="1155347" cy="1928806"/>
                </a:xfrm>
              </p:grpSpPr>
              <p:cxnSp>
                <p:nvCxnSpPr>
                  <p:cNvPr id="7235" name="Google Shape;7235;p97"/>
                  <p:cNvCxnSpPr>
                    <a:endCxn id="7236" idx="2"/>
                  </p:cNvCxnSpPr>
                  <p:nvPr/>
                </p:nvCxnSpPr>
                <p:spPr>
                  <a:xfrm flipH="1">
                    <a:off x="6853172" y="3968164"/>
                    <a:ext cx="264900" cy="586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237" name="Google Shape;7237;p97"/>
                  <p:cNvGrpSpPr/>
                  <p:nvPr/>
                </p:nvGrpSpPr>
                <p:grpSpPr>
                  <a:xfrm>
                    <a:off x="6424315" y="4488570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7238" name="Google Shape;7238;p9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7239" name="Google Shape;7239;p9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240" name="Google Shape;7240;p9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241" name="Google Shape;7241;p9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242" name="Google Shape;7242;p9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243" name="Google Shape;7243;p9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44" name="Google Shape;7244;p9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245" name="Google Shape;7245;p9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7246" name="Google Shape;7246;p9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7247" name="Google Shape;7247;p9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48" name="Google Shape;7248;p9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49" name="Google Shape;7249;p9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7250" name="Google Shape;7250;p9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51" name="Google Shape;7251;p9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52" name="Google Shape;7252;p9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7253" name="Google Shape;7253;p9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54" name="Google Shape;7254;p9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55" name="Google Shape;7255;p9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7256" name="Google Shape;7256;p9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57" name="Google Shape;7257;p9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58" name="Google Shape;7258;p9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7259" name="Google Shape;7259;p9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0" name="Google Shape;7260;p9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61" name="Google Shape;7261;p9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7262" name="Google Shape;7262;p9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3" name="Google Shape;7263;p9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64" name="Google Shape;7264;p9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7265" name="Google Shape;7265;p9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6" name="Google Shape;7266;p9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67" name="Google Shape;7267;p9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7268" name="Google Shape;7268;p9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69" name="Google Shape;7269;p9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70" name="Google Shape;7270;p9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7271" name="Google Shape;7271;p9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72" name="Google Shape;7272;p9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273" name="Google Shape;7273;p9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7274" name="Google Shape;7274;p9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275" name="Google Shape;7275;p9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7276" name="Google Shape;7276;p9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77" name="Google Shape;7277;p9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78" name="Google Shape;7278;p9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79" name="Google Shape;7279;p9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0" name="Google Shape;7280;p9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1" name="Google Shape;7281;p9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2" name="Google Shape;7282;p9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3" name="Google Shape;7283;p9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4" name="Google Shape;7284;p9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5" name="Google Shape;7285;p9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6" name="Google Shape;7286;p9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7" name="Google Shape;7287;p9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288" name="Google Shape;7288;p9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289" name="Google Shape;7289;p9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7290" name="Google Shape;7290;p9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291" name="Google Shape;7291;p9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7292" name="Google Shape;7292;p9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7231" name="Google Shape;7231;p9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3" name="Google Shape;7293;p9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4" name="Google Shape;7294;p9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95" name="Google Shape;7295;p9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7296" name="Google Shape;7296;p97"/>
                  <p:cNvGrpSpPr/>
                  <p:nvPr/>
                </p:nvGrpSpPr>
                <p:grpSpPr>
                  <a:xfrm>
                    <a:off x="6665262" y="3564953"/>
                    <a:ext cx="914400" cy="479686"/>
                    <a:chOff x="3668110" y="2448910"/>
                    <a:chExt cx="3794234" cy="2165130"/>
                  </a:xfrm>
                </p:grpSpPr>
                <p:sp>
                  <p:nvSpPr>
                    <p:cNvPr id="7297" name="Google Shape;7297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298" name="Google Shape;7298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299" name="Google Shape;7299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198" name="Google Shape;7198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0" name="Google Shape;7300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1" name="Google Shape;7301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02" name="Google Shape;7302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303" name="Google Shape;7303;p97"/>
                  <p:cNvGrpSpPr/>
                  <p:nvPr/>
                </p:nvGrpSpPr>
                <p:grpSpPr>
                  <a:xfrm>
                    <a:off x="6733565" y="4492542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7304" name="Google Shape;7304;p9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7305" name="Google Shape;7305;p9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06" name="Google Shape;7306;p9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07" name="Google Shape;7307;p9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08" name="Google Shape;7308;p9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09" name="Google Shape;7309;p9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10" name="Google Shape;7310;p9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11" name="Google Shape;7311;p9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7312" name="Google Shape;7312;p9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7313" name="Google Shape;7313;p9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14" name="Google Shape;7314;p9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15" name="Google Shape;7315;p9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7316" name="Google Shape;7316;p9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17" name="Google Shape;7317;p9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18" name="Google Shape;7318;p9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7319" name="Google Shape;7319;p9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0" name="Google Shape;7320;p9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21" name="Google Shape;7321;p9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7322" name="Google Shape;7322;p9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3" name="Google Shape;7323;p9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24" name="Google Shape;7324;p9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7325" name="Google Shape;7325;p9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6" name="Google Shape;7326;p9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27" name="Google Shape;7327;p9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7328" name="Google Shape;7328;p9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29" name="Google Shape;7329;p9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0" name="Google Shape;7330;p9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7331" name="Google Shape;7331;p9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32" name="Google Shape;7332;p9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3" name="Google Shape;7333;p9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7334" name="Google Shape;7334;p9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35" name="Google Shape;7335;p9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6" name="Google Shape;7336;p9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7337" name="Google Shape;7337;p9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38" name="Google Shape;7338;p9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39" name="Google Shape;7339;p9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7340" name="Google Shape;7340;p9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41" name="Google Shape;7341;p9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7342" name="Google Shape;7342;p9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3" name="Google Shape;7343;p9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4" name="Google Shape;7344;p9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5" name="Google Shape;7345;p9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6" name="Google Shape;7346;p9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7" name="Google Shape;7347;p9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8" name="Google Shape;7348;p9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49" name="Google Shape;7349;p9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0" name="Google Shape;7350;p9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1" name="Google Shape;7351;p9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2" name="Google Shape;7352;p9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3" name="Google Shape;7353;p9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354" name="Google Shape;7354;p9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355" name="Google Shape;7355;p9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7356" name="Google Shape;7356;p9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57" name="Google Shape;7357;p9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7358" name="Google Shape;7358;p9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7359" name="Google Shape;7359;p9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60" name="Google Shape;7360;p9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361" name="Google Shape;7361;p9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236" name="Google Shape;7236;p9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7362" name="Google Shape;7362;p97"/>
                  <p:cNvGrpSpPr/>
                  <p:nvPr/>
                </p:nvGrpSpPr>
                <p:grpSpPr>
                  <a:xfrm>
                    <a:off x="7042815" y="4496514"/>
                    <a:ext cx="267206" cy="997245"/>
                    <a:chOff x="6424315" y="4488570"/>
                    <a:chExt cx="267206" cy="997245"/>
                  </a:xfrm>
                </p:grpSpPr>
                <p:grpSp>
                  <p:nvGrpSpPr>
                    <p:cNvPr id="7363" name="Google Shape;7363;p97"/>
                    <p:cNvGrpSpPr/>
                    <p:nvPr/>
                  </p:nvGrpSpPr>
                  <p:grpSpPr>
                    <a:xfrm>
                      <a:off x="6424315" y="4636502"/>
                      <a:ext cx="237939" cy="849312"/>
                      <a:chOff x="6396366" y="3061857"/>
                      <a:chExt cx="570079" cy="838094"/>
                    </a:xfrm>
                  </p:grpSpPr>
                  <p:sp>
                    <p:nvSpPr>
                      <p:cNvPr id="7364" name="Google Shape;7364;p97"/>
                      <p:cNvSpPr/>
                      <p:nvPr/>
                    </p:nvSpPr>
                    <p:spPr>
                      <a:xfrm>
                        <a:off x="6509786" y="3061857"/>
                        <a:ext cx="447707" cy="742536"/>
                      </a:xfrm>
                      <a:prstGeom prst="rect">
                        <a:avLst/>
                      </a:prstGeom>
                      <a:noFill/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65" name="Google Shape;7365;p97"/>
                      <p:cNvCxnSpPr/>
                      <p:nvPr/>
                    </p:nvCxnSpPr>
                    <p:spPr>
                      <a:xfrm flipH="1" rot="10800000">
                        <a:off x="684705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66" name="Google Shape;7366;p97"/>
                      <p:cNvSpPr/>
                      <p:nvPr/>
                    </p:nvSpPr>
                    <p:spPr>
                      <a:xfrm>
                        <a:off x="6476953" y="3071256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67" name="Google Shape;7367;p97"/>
                      <p:cNvCxnSpPr/>
                      <p:nvPr/>
                    </p:nvCxnSpPr>
                    <p:spPr>
                      <a:xfrm flipH="1" rot="10800000">
                        <a:off x="6396367" y="3061857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sp>
                    <p:nvSpPr>
                      <p:cNvPr id="7368" name="Google Shape;7368;p97"/>
                      <p:cNvSpPr/>
                      <p:nvPr/>
                    </p:nvSpPr>
                    <p:spPr>
                      <a:xfrm>
                        <a:off x="6817210" y="3702567"/>
                        <a:ext cx="131327" cy="115923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369" name="Google Shape;7369;p97"/>
                      <p:cNvSpPr/>
                      <p:nvPr/>
                    </p:nvSpPr>
                    <p:spPr>
                      <a:xfrm>
                        <a:off x="6405320" y="3157415"/>
                        <a:ext cx="444723" cy="742536"/>
                      </a:xfrm>
                      <a:prstGeom prst="rect">
                        <a:avLst/>
                      </a:prstGeom>
                      <a:solidFill>
                        <a:schemeClr val="lt1"/>
                      </a:solidFill>
                      <a:ln cap="flat" cmpd="sng" w="12700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i="0" sz="18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cxnSp>
                    <p:nvCxnSpPr>
                      <p:cNvPr id="7370" name="Google Shape;7370;p97"/>
                      <p:cNvCxnSpPr/>
                      <p:nvPr/>
                    </p:nvCxnSpPr>
                    <p:spPr>
                      <a:xfrm flipH="1" rot="10800000">
                        <a:off x="6847057" y="3804392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grpSp>
                    <p:nvGrpSpPr>
                      <p:cNvPr id="7371" name="Google Shape;7371;p97"/>
                      <p:cNvGrpSpPr/>
                      <p:nvPr/>
                    </p:nvGrpSpPr>
                    <p:grpSpPr>
                      <a:xfrm>
                        <a:off x="6399350" y="3137050"/>
                        <a:ext cx="561125" cy="92425"/>
                        <a:chOff x="6581076" y="2845711"/>
                        <a:chExt cx="561125" cy="92425"/>
                      </a:xfrm>
                    </p:grpSpPr>
                    <p:cxnSp>
                      <p:nvCxnSpPr>
                        <p:cNvPr id="7372" name="Google Shape;7372;p97"/>
                        <p:cNvCxnSpPr/>
                        <p:nvPr/>
                      </p:nvCxnSpPr>
                      <p:spPr>
                        <a:xfrm flipH="1" rot="10800000">
                          <a:off x="7028782" y="2845711"/>
                          <a:ext cx="113419" cy="924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73" name="Google Shape;7373;p97"/>
                        <p:cNvCxnSpPr/>
                        <p:nvPr/>
                      </p:nvCxnSpPr>
                      <p:spPr>
                        <a:xfrm>
                          <a:off x="6581076" y="2938136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74" name="Google Shape;7374;p97"/>
                      <p:cNvGrpSpPr/>
                      <p:nvPr/>
                    </p:nvGrpSpPr>
                    <p:grpSpPr>
                      <a:xfrm>
                        <a:off x="6399351" y="3202845"/>
                        <a:ext cx="567094" cy="89292"/>
                        <a:chOff x="6581557" y="2845642"/>
                        <a:chExt cx="567094" cy="89292"/>
                      </a:xfrm>
                    </p:grpSpPr>
                    <p:cxnSp>
                      <p:nvCxnSpPr>
                        <p:cNvPr id="7375" name="Google Shape;7375;p97"/>
                        <p:cNvCxnSpPr/>
                        <p:nvPr/>
                      </p:nvCxnSpPr>
                      <p:spPr>
                        <a:xfrm flipH="1" rot="10800000">
                          <a:off x="7029263" y="2845642"/>
                          <a:ext cx="119388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76" name="Google Shape;7376;p97"/>
                        <p:cNvCxnSpPr/>
                        <p:nvPr/>
                      </p:nvCxnSpPr>
                      <p:spPr>
                        <a:xfrm>
                          <a:off x="6581557" y="293493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77" name="Google Shape;7377;p97"/>
                      <p:cNvGrpSpPr/>
                      <p:nvPr/>
                    </p:nvGrpSpPr>
                    <p:grpSpPr>
                      <a:xfrm>
                        <a:off x="6399350" y="3268639"/>
                        <a:ext cx="558142" cy="89292"/>
                        <a:chOff x="6582036" y="2845572"/>
                        <a:chExt cx="558142" cy="89292"/>
                      </a:xfrm>
                    </p:grpSpPr>
                    <p:cxnSp>
                      <p:nvCxnSpPr>
                        <p:cNvPr id="7378" name="Google Shape;7378;p97"/>
                        <p:cNvCxnSpPr/>
                        <p:nvPr/>
                      </p:nvCxnSpPr>
                      <p:spPr>
                        <a:xfrm flipH="1" rot="10800000">
                          <a:off x="7026759" y="284557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79" name="Google Shape;7379;p97"/>
                        <p:cNvCxnSpPr/>
                        <p:nvPr/>
                      </p:nvCxnSpPr>
                      <p:spPr>
                        <a:xfrm>
                          <a:off x="6582036" y="293486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0" name="Google Shape;7380;p97"/>
                      <p:cNvGrpSpPr/>
                      <p:nvPr/>
                    </p:nvGrpSpPr>
                    <p:grpSpPr>
                      <a:xfrm>
                        <a:off x="6399350" y="3334433"/>
                        <a:ext cx="558141" cy="89292"/>
                        <a:chOff x="6582516" y="2845502"/>
                        <a:chExt cx="558141" cy="89292"/>
                      </a:xfrm>
                    </p:grpSpPr>
                    <p:cxnSp>
                      <p:nvCxnSpPr>
                        <p:cNvPr id="7381" name="Google Shape;7381;p97"/>
                        <p:cNvCxnSpPr/>
                        <p:nvPr/>
                      </p:nvCxnSpPr>
                      <p:spPr>
                        <a:xfrm flipH="1" rot="10800000">
                          <a:off x="7027238" y="2845502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82" name="Google Shape;7382;p97"/>
                        <p:cNvCxnSpPr/>
                        <p:nvPr/>
                      </p:nvCxnSpPr>
                      <p:spPr>
                        <a:xfrm>
                          <a:off x="6582516" y="293479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3" name="Google Shape;7383;p97"/>
                      <p:cNvGrpSpPr/>
                      <p:nvPr/>
                    </p:nvGrpSpPr>
                    <p:grpSpPr>
                      <a:xfrm>
                        <a:off x="6399349" y="3400228"/>
                        <a:ext cx="558142" cy="89292"/>
                        <a:chOff x="6582995" y="2845433"/>
                        <a:chExt cx="558142" cy="89292"/>
                      </a:xfrm>
                    </p:grpSpPr>
                    <p:cxnSp>
                      <p:nvCxnSpPr>
                        <p:cNvPr id="7384" name="Google Shape;7384;p97"/>
                        <p:cNvCxnSpPr/>
                        <p:nvPr/>
                      </p:nvCxnSpPr>
                      <p:spPr>
                        <a:xfrm flipH="1" rot="10800000">
                          <a:off x="7027718" y="2845433"/>
                          <a:ext cx="113419" cy="892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85" name="Google Shape;7385;p97"/>
                        <p:cNvCxnSpPr/>
                        <p:nvPr/>
                      </p:nvCxnSpPr>
                      <p:spPr>
                        <a:xfrm>
                          <a:off x="6582995" y="2934724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6" name="Google Shape;7386;p97"/>
                      <p:cNvGrpSpPr/>
                      <p:nvPr/>
                    </p:nvGrpSpPr>
                    <p:grpSpPr>
                      <a:xfrm>
                        <a:off x="6399351" y="3466022"/>
                        <a:ext cx="558141" cy="93992"/>
                        <a:chOff x="6583477" y="2845363"/>
                        <a:chExt cx="558141" cy="93992"/>
                      </a:xfrm>
                    </p:grpSpPr>
                    <p:cxnSp>
                      <p:nvCxnSpPr>
                        <p:cNvPr id="7387" name="Google Shape;7387;p97"/>
                        <p:cNvCxnSpPr/>
                        <p:nvPr/>
                      </p:nvCxnSpPr>
                      <p:spPr>
                        <a:xfrm flipH="1" rot="10800000">
                          <a:off x="7028199" y="2845363"/>
                          <a:ext cx="113419" cy="93992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88" name="Google Shape;7388;p97"/>
                        <p:cNvCxnSpPr/>
                        <p:nvPr/>
                      </p:nvCxnSpPr>
                      <p:spPr>
                        <a:xfrm>
                          <a:off x="6583477" y="2939355"/>
                          <a:ext cx="450692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89" name="Google Shape;7389;p97"/>
                      <p:cNvGrpSpPr/>
                      <p:nvPr/>
                    </p:nvGrpSpPr>
                    <p:grpSpPr>
                      <a:xfrm>
                        <a:off x="6396366" y="3528683"/>
                        <a:ext cx="561126" cy="97125"/>
                        <a:chOff x="6580972" y="2842160"/>
                        <a:chExt cx="561126" cy="97125"/>
                      </a:xfrm>
                    </p:grpSpPr>
                    <p:cxnSp>
                      <p:nvCxnSpPr>
                        <p:cNvPr id="7390" name="Google Shape;7390;p97"/>
                        <p:cNvCxnSpPr/>
                        <p:nvPr/>
                      </p:nvCxnSpPr>
                      <p:spPr>
                        <a:xfrm flipH="1" rot="10800000">
                          <a:off x="7028679" y="284216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91" name="Google Shape;7391;p97"/>
                        <p:cNvCxnSpPr/>
                        <p:nvPr/>
                      </p:nvCxnSpPr>
                      <p:spPr>
                        <a:xfrm>
                          <a:off x="6580972" y="2939284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92" name="Google Shape;7392;p97"/>
                      <p:cNvGrpSpPr/>
                      <p:nvPr/>
                    </p:nvGrpSpPr>
                    <p:grpSpPr>
                      <a:xfrm>
                        <a:off x="6396366" y="3594477"/>
                        <a:ext cx="561125" cy="97125"/>
                        <a:chOff x="6581452" y="2842090"/>
                        <a:chExt cx="561125" cy="97125"/>
                      </a:xfrm>
                    </p:grpSpPr>
                    <p:cxnSp>
                      <p:nvCxnSpPr>
                        <p:cNvPr id="7393" name="Google Shape;7393;p97"/>
                        <p:cNvCxnSpPr/>
                        <p:nvPr/>
                      </p:nvCxnSpPr>
                      <p:spPr>
                        <a:xfrm flipH="1" rot="10800000">
                          <a:off x="7029158" y="2842090"/>
                          <a:ext cx="113419" cy="97125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94" name="Google Shape;7394;p97"/>
                        <p:cNvCxnSpPr/>
                        <p:nvPr/>
                      </p:nvCxnSpPr>
                      <p:spPr>
                        <a:xfrm>
                          <a:off x="6581452" y="2939215"/>
                          <a:ext cx="453676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95" name="Google Shape;7395;p97"/>
                      <p:cNvGrpSpPr/>
                      <p:nvPr/>
                    </p:nvGrpSpPr>
                    <p:grpSpPr>
                      <a:xfrm>
                        <a:off x="6396367" y="3664970"/>
                        <a:ext cx="558140" cy="92426"/>
                        <a:chOff x="6581933" y="2846719"/>
                        <a:chExt cx="558140" cy="92426"/>
                      </a:xfrm>
                    </p:grpSpPr>
                    <p:cxnSp>
                      <p:nvCxnSpPr>
                        <p:cNvPr id="7396" name="Google Shape;7396;p97"/>
                        <p:cNvCxnSpPr/>
                        <p:nvPr/>
                      </p:nvCxnSpPr>
                      <p:spPr>
                        <a:xfrm flipH="1" rot="10800000">
                          <a:off x="7026654" y="2846719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397" name="Google Shape;7397;p97"/>
                        <p:cNvCxnSpPr/>
                        <p:nvPr/>
                      </p:nvCxnSpPr>
                      <p:spPr>
                        <a:xfrm>
                          <a:off x="6581933" y="2939145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  <p:grpSp>
                    <p:nvGrpSpPr>
                      <p:cNvPr id="7398" name="Google Shape;7398;p97"/>
                      <p:cNvGrpSpPr/>
                      <p:nvPr/>
                    </p:nvGrpSpPr>
                    <p:grpSpPr>
                      <a:xfrm>
                        <a:off x="6396367" y="3730765"/>
                        <a:ext cx="558139" cy="92426"/>
                        <a:chOff x="6582413" y="2846650"/>
                        <a:chExt cx="558139" cy="92426"/>
                      </a:xfrm>
                    </p:grpSpPr>
                    <p:cxnSp>
                      <p:nvCxnSpPr>
                        <p:cNvPr id="7399" name="Google Shape;7399;p97"/>
                        <p:cNvCxnSpPr/>
                        <p:nvPr/>
                      </p:nvCxnSpPr>
                      <p:spPr>
                        <a:xfrm flipH="1" rot="10800000">
                          <a:off x="7027133" y="2846650"/>
                          <a:ext cx="113419" cy="92426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  <p:cxnSp>
                      <p:nvCxnSpPr>
                        <p:cNvPr id="7400" name="Google Shape;7400;p97"/>
                        <p:cNvCxnSpPr/>
                        <p:nvPr/>
                      </p:nvCxnSpPr>
                      <p:spPr>
                        <a:xfrm>
                          <a:off x="6582413" y="2939076"/>
                          <a:ext cx="450690" cy="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chemeClr val="dk1"/>
                          </a:solidFill>
                          <a:prstDash val="solid"/>
                          <a:miter lim="800000"/>
                          <a:headEnd len="sm" w="sm" type="none"/>
                          <a:tailEnd len="sm" w="sm" type="none"/>
                        </a:ln>
                      </p:spPr>
                    </p:cxnSp>
                  </p:grpSp>
                </p:grpSp>
                <p:cxnSp>
                  <p:nvCxnSpPr>
                    <p:cNvPr id="7401" name="Google Shape;7401;p97"/>
                    <p:cNvCxnSpPr/>
                    <p:nvPr/>
                  </p:nvCxnSpPr>
                  <p:spPr>
                    <a:xfrm flipH="1">
                      <a:off x="6685171" y="4525377"/>
                      <a:ext cx="4763" cy="855662"/>
                    </a:xfrm>
                    <a:prstGeom prst="straightConnector1">
                      <a:avLst/>
                    </a:prstGeom>
                    <a:noFill/>
                    <a:ln cap="flat" cmpd="sng" w="254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2" name="Google Shape;7402;p97"/>
                    <p:cNvCxnSpPr/>
                    <p:nvPr/>
                  </p:nvCxnSpPr>
                  <p:spPr>
                    <a:xfrm>
                      <a:off x="6632784" y="4706352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3" name="Google Shape;7403;p97"/>
                    <p:cNvCxnSpPr/>
                    <p:nvPr/>
                  </p:nvCxnSpPr>
                  <p:spPr>
                    <a:xfrm>
                      <a:off x="6631196" y="477143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4" name="Google Shape;7404;p97"/>
                    <p:cNvCxnSpPr/>
                    <p:nvPr/>
                  </p:nvCxnSpPr>
                  <p:spPr>
                    <a:xfrm>
                      <a:off x="6631196" y="4849227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5" name="Google Shape;7405;p97"/>
                    <p:cNvCxnSpPr/>
                    <p:nvPr/>
                  </p:nvCxnSpPr>
                  <p:spPr>
                    <a:xfrm>
                      <a:off x="6629609" y="4914314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6" name="Google Shape;7406;p97"/>
                    <p:cNvCxnSpPr/>
                    <p:nvPr/>
                  </p:nvCxnSpPr>
                  <p:spPr>
                    <a:xfrm>
                      <a:off x="6628021" y="4976227"/>
                      <a:ext cx="60325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7" name="Google Shape;7407;p97"/>
                    <p:cNvCxnSpPr/>
                    <p:nvPr/>
                  </p:nvCxnSpPr>
                  <p:spPr>
                    <a:xfrm>
                      <a:off x="6628021" y="5044489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8" name="Google Shape;7408;p97"/>
                    <p:cNvCxnSpPr/>
                    <p:nvPr/>
                  </p:nvCxnSpPr>
                  <p:spPr>
                    <a:xfrm>
                      <a:off x="6626434" y="511433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09" name="Google Shape;7409;p97"/>
                    <p:cNvCxnSpPr/>
                    <p:nvPr/>
                  </p:nvCxnSpPr>
                  <p:spPr>
                    <a:xfrm>
                      <a:off x="6629609" y="51841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0" name="Google Shape;7410;p97"/>
                    <p:cNvCxnSpPr/>
                    <p:nvPr/>
                  </p:nvCxnSpPr>
                  <p:spPr>
                    <a:xfrm>
                      <a:off x="6631196" y="525245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1" name="Google Shape;7411;p97"/>
                    <p:cNvCxnSpPr/>
                    <p:nvPr/>
                  </p:nvCxnSpPr>
                  <p:spPr>
                    <a:xfrm>
                      <a:off x="6631196" y="5322302"/>
                      <a:ext cx="58738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2" name="Google Shape;7412;p97"/>
                    <p:cNvCxnSpPr/>
                    <p:nvPr/>
                  </p:nvCxnSpPr>
                  <p:spPr>
                    <a:xfrm>
                      <a:off x="6632784" y="5387389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7413" name="Google Shape;7413;p97"/>
                    <p:cNvCxnSpPr/>
                    <p:nvPr/>
                  </p:nvCxnSpPr>
                  <p:spPr>
                    <a:xfrm rot="10800000">
                      <a:off x="6632784" y="4531727"/>
                      <a:ext cx="58737" cy="0"/>
                    </a:xfrm>
                    <a:prstGeom prst="straightConnector1">
                      <a:avLst/>
                    </a:prstGeom>
                    <a:noFill/>
                    <a:ln cap="flat" cmpd="sng" w="222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414" name="Google Shape;7414;p97"/>
                    <p:cNvGrpSpPr/>
                    <p:nvPr/>
                  </p:nvGrpSpPr>
                  <p:grpSpPr>
                    <a:xfrm>
                      <a:off x="6434171" y="4488570"/>
                      <a:ext cx="224203" cy="179034"/>
                      <a:chOff x="3668110" y="2448910"/>
                      <a:chExt cx="3794234" cy="2165130"/>
                    </a:xfrm>
                  </p:grpSpPr>
                  <p:sp>
                    <p:nvSpPr>
                      <p:cNvPr id="7415" name="Google Shape;7415;p97"/>
                      <p:cNvSpPr/>
                      <p:nvPr/>
                    </p:nvSpPr>
                    <p:spPr>
                      <a:xfrm>
                        <a:off x="3668110" y="3741409"/>
                        <a:ext cx="3780587" cy="872631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B8C2C9"/>
                          </a:gs>
                          <a:gs pos="21000">
                            <a:schemeClr val="lt1"/>
                          </a:gs>
                          <a:gs pos="60000">
                            <a:srgbClr val="D6DCE0"/>
                          </a:gs>
                          <a:gs pos="100000">
                            <a:srgbClr val="B8C2C9"/>
                          </a:gs>
                        </a:gsLst>
                        <a:lin ang="0" scaled="0"/>
                      </a:gradFill>
                      <a:ln cap="flat" cmpd="sng" w="9525">
                        <a:solidFill>
                          <a:srgbClr val="31538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16" name="Google Shape;7416;p97"/>
                      <p:cNvSpPr/>
                      <p:nvPr/>
                    </p:nvSpPr>
                    <p:spPr>
                      <a:xfrm>
                        <a:off x="3678620" y="2448910"/>
                        <a:ext cx="3783724" cy="1324303"/>
                      </a:xfrm>
                      <a:custGeom>
                        <a:rect b="b" l="l" r="r" t="t"/>
                        <a:pathLst>
                          <a:path extrusionOk="0" h="1324303" w="3783724">
                            <a:moveTo>
                              <a:pt x="0" y="1313793"/>
                            </a:moveTo>
                            <a:lnTo>
                              <a:pt x="0" y="1313793"/>
                            </a:lnTo>
                            <a:lnTo>
                              <a:pt x="252248" y="0"/>
                            </a:lnTo>
                            <a:lnTo>
                              <a:pt x="3415862" y="21020"/>
                            </a:lnTo>
                            <a:lnTo>
                              <a:pt x="3783724" y="1324303"/>
                            </a:lnTo>
                            <a:lnTo>
                              <a:pt x="0" y="1313793"/>
                            </a:lnTo>
                            <a:close/>
                          </a:path>
                        </a:pathLst>
                      </a:custGeom>
                      <a:solidFill>
                        <a:srgbClr val="B8C2C9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7417" name="Google Shape;7417;p97"/>
                      <p:cNvGrpSpPr/>
                      <p:nvPr/>
                    </p:nvGrpSpPr>
                    <p:grpSpPr>
                      <a:xfrm>
                        <a:off x="3941378" y="2603243"/>
                        <a:ext cx="3202061" cy="1066110"/>
                        <a:chOff x="7939341" y="3037317"/>
                        <a:chExt cx="897649" cy="353919"/>
                      </a:xfrm>
                    </p:grpSpPr>
                    <p:sp>
                      <p:nvSpPr>
                        <p:cNvPr id="7233" name="Google Shape;7233;p97"/>
                        <p:cNvSpPr/>
                        <p:nvPr/>
                      </p:nvSpPr>
                      <p:spPr>
                        <a:xfrm>
                          <a:off x="7964170" y="3037317"/>
                          <a:ext cx="849158" cy="198115"/>
                        </a:xfrm>
                        <a:custGeom>
                          <a:rect b="b" l="l" r="r" t="t"/>
                          <a:pathLst>
                            <a:path extrusionOk="0" h="1049866" w="4673016">
                              <a:moveTo>
                                <a:pt x="3756864" y="0"/>
                              </a:moveTo>
                              <a:lnTo>
                                <a:pt x="4673016" y="239402"/>
                              </a:lnTo>
                              <a:lnTo>
                                <a:pt x="3993931" y="541866"/>
                              </a:lnTo>
                              <a:lnTo>
                                <a:pt x="3815839" y="467710"/>
                              </a:lnTo>
                              <a:lnTo>
                                <a:pt x="2300598" y="1049866"/>
                              </a:lnTo>
                              <a:lnTo>
                                <a:pt x="912064" y="457200"/>
                              </a:lnTo>
                              <a:lnTo>
                                <a:pt x="624198" y="541866"/>
                              </a:lnTo>
                              <a:lnTo>
                                <a:pt x="0" y="275021"/>
                              </a:lnTo>
                              <a:lnTo>
                                <a:pt x="912064" y="16933"/>
                              </a:lnTo>
                              <a:lnTo>
                                <a:pt x="2323954" y="616023"/>
                              </a:lnTo>
                              <a:lnTo>
                                <a:pt x="3756864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418" name="Google Shape;7418;p97"/>
                        <p:cNvSpPr/>
                        <p:nvPr/>
                      </p:nvSpPr>
                      <p:spPr>
                        <a:xfrm>
                          <a:off x="8519948" y="3206783"/>
                          <a:ext cx="317042" cy="170569"/>
                        </a:xfrm>
                        <a:custGeom>
                          <a:rect b="b" l="l" r="r" t="t"/>
                          <a:pathLst>
                            <a:path extrusionOk="0" h="903890" w="1744718">
                              <a:moveTo>
                                <a:pt x="21021" y="0"/>
                              </a:moveTo>
                              <a:lnTo>
                                <a:pt x="1744718" y="693683"/>
                              </a:lnTo>
                              <a:lnTo>
                                <a:pt x="1145628" y="903890"/>
                              </a:lnTo>
                              <a:lnTo>
                                <a:pt x="0" y="451945"/>
                              </a:lnTo>
                              <a:lnTo>
                                <a:pt x="21021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3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419" name="Google Shape;7419;p97"/>
                        <p:cNvSpPr/>
                        <p:nvPr/>
                      </p:nvSpPr>
                      <p:spPr>
                        <a:xfrm>
                          <a:off x="7939341" y="3206783"/>
                          <a:ext cx="311312" cy="168585"/>
                        </a:xfrm>
                        <a:custGeom>
                          <a:rect b="b" l="l" r="r" t="t"/>
                          <a:pathLst>
                            <a:path extrusionOk="0" h="893380" w="1713187">
                              <a:moveTo>
                                <a:pt x="1702676" y="0"/>
                              </a:moveTo>
                              <a:lnTo>
                                <a:pt x="1713187" y="472966"/>
                              </a:lnTo>
                              <a:lnTo>
                                <a:pt x="578069" y="893380"/>
                              </a:lnTo>
                              <a:lnTo>
                                <a:pt x="0" y="693683"/>
                              </a:lnTo>
                              <a:lnTo>
                                <a:pt x="170267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0000A8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7420" name="Google Shape;7420;p97"/>
                        <p:cNvSpPr/>
                        <p:nvPr/>
                      </p:nvSpPr>
                      <p:spPr>
                        <a:xfrm>
                          <a:off x="8047413" y="3123483"/>
                          <a:ext cx="676892" cy="267753"/>
                        </a:xfrm>
                        <a:custGeom>
                          <a:rect b="b" l="l" r="r" t="t"/>
                          <a:pathLst>
                            <a:path extrusionOk="0" h="1418896" w="3725019">
                              <a:moveTo>
                                <a:pt x="162012" y="73572"/>
                              </a:moveTo>
                              <a:lnTo>
                                <a:pt x="445792" y="0"/>
                              </a:lnTo>
                              <a:lnTo>
                                <a:pt x="1852896" y="591655"/>
                              </a:lnTo>
                              <a:lnTo>
                                <a:pt x="3357157" y="0"/>
                              </a:lnTo>
                              <a:lnTo>
                                <a:pt x="3577874" y="73572"/>
                              </a:lnTo>
                              <a:lnTo>
                                <a:pt x="2632585" y="448868"/>
                              </a:lnTo>
                              <a:lnTo>
                                <a:pt x="2625150" y="902607"/>
                              </a:lnTo>
                              <a:lnTo>
                                <a:pt x="3725019" y="1345324"/>
                              </a:lnTo>
                              <a:lnTo>
                                <a:pt x="3441240" y="1408386"/>
                              </a:lnTo>
                              <a:lnTo>
                                <a:pt x="1864688" y="746234"/>
                              </a:lnTo>
                              <a:lnTo>
                                <a:pt x="256605" y="1418896"/>
                              </a:lnTo>
                              <a:lnTo>
                                <a:pt x="0" y="1331097"/>
                              </a:lnTo>
                              <a:lnTo>
                                <a:pt x="1113454" y="903890"/>
                              </a:lnTo>
                              <a:cubicBezTo>
                                <a:pt x="1113454" y="760249"/>
                                <a:pt x="1102302" y="595586"/>
                                <a:pt x="1102302" y="451945"/>
                              </a:cubicBezTo>
                              <a:lnTo>
                                <a:pt x="183032" y="84081"/>
                              </a:lnTo>
                              <a:cubicBezTo>
                                <a:pt x="26317" y="21019"/>
                                <a:pt x="169019" y="77075"/>
                                <a:pt x="162012" y="73572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8DA9DB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lt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</p:grpSp>
              <p:sp>
                <p:nvSpPr>
                  <p:cNvPr id="7421" name="Google Shape;7421;p97"/>
                  <p:cNvSpPr txBox="1"/>
                  <p:nvPr/>
                </p:nvSpPr>
                <p:spPr>
                  <a:xfrm>
                    <a:off x="7175036" y="4021359"/>
                    <a:ext cx="343364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…</a:t>
                    </a:r>
                    <a:endParaRPr/>
                  </a:p>
                </p:txBody>
              </p:sp>
            </p:grpSp>
            <p:sp>
              <p:nvSpPr>
                <p:cNvPr id="7422" name="Google Shape;7422;p97"/>
                <p:cNvSpPr txBox="1"/>
                <p:nvPr/>
              </p:nvSpPr>
              <p:spPr>
                <a:xfrm>
                  <a:off x="7270703" y="48278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</p:grpSp>
        <p:grpSp>
          <p:nvGrpSpPr>
            <p:cNvPr id="7423" name="Google Shape;7423;p97"/>
            <p:cNvGrpSpPr/>
            <p:nvPr/>
          </p:nvGrpSpPr>
          <p:grpSpPr>
            <a:xfrm>
              <a:off x="1017496" y="2600174"/>
              <a:ext cx="4405604" cy="990932"/>
              <a:chOff x="788896" y="6230880"/>
              <a:chExt cx="4405604" cy="990932"/>
            </a:xfrm>
          </p:grpSpPr>
          <p:grpSp>
            <p:nvGrpSpPr>
              <p:cNvPr id="7424" name="Google Shape;7424;p97"/>
              <p:cNvGrpSpPr/>
              <p:nvPr/>
            </p:nvGrpSpPr>
            <p:grpSpPr>
              <a:xfrm>
                <a:off x="1244508" y="6689164"/>
                <a:ext cx="3949992" cy="532648"/>
                <a:chOff x="1432767" y="3085352"/>
                <a:chExt cx="3949992" cy="532648"/>
              </a:xfrm>
            </p:grpSpPr>
            <p:cxnSp>
              <p:nvCxnSpPr>
                <p:cNvPr id="7425" name="Google Shape;7425;p97"/>
                <p:cNvCxnSpPr/>
                <p:nvPr/>
              </p:nvCxnSpPr>
              <p:spPr>
                <a:xfrm>
                  <a:off x="3264355" y="3086100"/>
                  <a:ext cx="1269273" cy="5190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6" name="Google Shape;7426;p97"/>
                <p:cNvCxnSpPr/>
                <p:nvPr/>
              </p:nvCxnSpPr>
              <p:spPr>
                <a:xfrm flipH="1">
                  <a:off x="1432767" y="3085352"/>
                  <a:ext cx="1588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7" name="Google Shape;7427;p97"/>
                <p:cNvCxnSpPr/>
                <p:nvPr/>
              </p:nvCxnSpPr>
              <p:spPr>
                <a:xfrm>
                  <a:off x="3010952" y="3094877"/>
                  <a:ext cx="0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8" name="Google Shape;7428;p97"/>
                <p:cNvCxnSpPr/>
                <p:nvPr/>
              </p:nvCxnSpPr>
              <p:spPr>
                <a:xfrm flipH="1">
                  <a:off x="4588152" y="3086100"/>
                  <a:ext cx="1587" cy="51435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29" name="Google Shape;7429;p97"/>
                <p:cNvCxnSpPr/>
                <p:nvPr/>
              </p:nvCxnSpPr>
              <p:spPr>
                <a:xfrm flipH="1">
                  <a:off x="1502755" y="3091702"/>
                  <a:ext cx="1269273" cy="5190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0" name="Google Shape;7430;p97"/>
                <p:cNvCxnSpPr/>
                <p:nvPr/>
              </p:nvCxnSpPr>
              <p:spPr>
                <a:xfrm flipH="1">
                  <a:off x="3050155" y="3091702"/>
                  <a:ext cx="1417185" cy="526298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1" name="Google Shape;7431;p97"/>
                <p:cNvCxnSpPr/>
                <p:nvPr/>
              </p:nvCxnSpPr>
              <p:spPr>
                <a:xfrm flipH="1">
                  <a:off x="4780206" y="3340359"/>
                  <a:ext cx="565231" cy="25215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2" name="Google Shape;7432;p97"/>
                <p:cNvCxnSpPr/>
                <p:nvPr/>
              </p:nvCxnSpPr>
              <p:spPr>
                <a:xfrm flipH="1">
                  <a:off x="1632664" y="3086100"/>
                  <a:ext cx="2609091" cy="473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3" name="Google Shape;7433;p97"/>
                <p:cNvCxnSpPr/>
                <p:nvPr/>
              </p:nvCxnSpPr>
              <p:spPr>
                <a:xfrm flipH="1">
                  <a:off x="3230270" y="3253273"/>
                  <a:ext cx="2052963" cy="33434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4" name="Google Shape;7434;p97"/>
                <p:cNvCxnSpPr>
                  <a:endCxn id="7435" idx="3"/>
                </p:cNvCxnSpPr>
                <p:nvPr/>
              </p:nvCxnSpPr>
              <p:spPr>
                <a:xfrm flipH="1">
                  <a:off x="1802897" y="3147527"/>
                  <a:ext cx="3530100" cy="407700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6" name="Google Shape;7436;p97"/>
                <p:cNvCxnSpPr/>
                <p:nvPr/>
              </p:nvCxnSpPr>
              <p:spPr>
                <a:xfrm>
                  <a:off x="1444739" y="3093289"/>
                  <a:ext cx="1552575" cy="51752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7" name="Google Shape;7437;p97"/>
                <p:cNvCxnSpPr/>
                <p:nvPr/>
              </p:nvCxnSpPr>
              <p:spPr>
                <a:xfrm>
                  <a:off x="1585177" y="3086100"/>
                  <a:ext cx="3014662" cy="52546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8" name="Google Shape;7438;p97"/>
                <p:cNvCxnSpPr/>
                <p:nvPr/>
              </p:nvCxnSpPr>
              <p:spPr>
                <a:xfrm>
                  <a:off x="1650240" y="3086100"/>
                  <a:ext cx="3682756" cy="484414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39" name="Google Shape;7439;p97"/>
                <p:cNvCxnSpPr/>
                <p:nvPr/>
              </p:nvCxnSpPr>
              <p:spPr>
                <a:xfrm rot="10800000">
                  <a:off x="4665026" y="3086101"/>
                  <a:ext cx="674190" cy="20449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40" name="Google Shape;7440;p97"/>
                <p:cNvCxnSpPr/>
                <p:nvPr/>
              </p:nvCxnSpPr>
              <p:spPr>
                <a:xfrm>
                  <a:off x="3419946" y="3086100"/>
                  <a:ext cx="1962813" cy="3662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dash"/>
                  <a:miter lim="800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441" name="Google Shape;7441;p97"/>
              <p:cNvGrpSpPr/>
              <p:nvPr/>
            </p:nvGrpSpPr>
            <p:grpSpPr>
              <a:xfrm>
                <a:off x="788896" y="6230951"/>
                <a:ext cx="914400" cy="479686"/>
                <a:chOff x="3668110" y="2448910"/>
                <a:chExt cx="3794234" cy="2165130"/>
              </a:xfrm>
            </p:grpSpPr>
            <p:sp>
              <p:nvSpPr>
                <p:cNvPr id="7442" name="Google Shape;7442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43" name="Google Shape;7443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444" name="Google Shape;7444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45" name="Google Shape;7445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6" name="Google Shape;7446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7" name="Google Shape;7447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48" name="Google Shape;7448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449" name="Google Shape;7449;p97"/>
              <p:cNvGrpSpPr/>
              <p:nvPr/>
            </p:nvGrpSpPr>
            <p:grpSpPr>
              <a:xfrm>
                <a:off x="2375579" y="6230880"/>
                <a:ext cx="914400" cy="479686"/>
                <a:chOff x="3668110" y="2448910"/>
                <a:chExt cx="3794234" cy="2165130"/>
              </a:xfrm>
            </p:grpSpPr>
            <p:sp>
              <p:nvSpPr>
                <p:cNvPr id="7450" name="Google Shape;7450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1" name="Google Shape;7451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452" name="Google Shape;7452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53" name="Google Shape;7453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4" name="Google Shape;7454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5" name="Google Shape;7455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56" name="Google Shape;7456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457" name="Google Shape;7457;p97"/>
              <p:cNvGrpSpPr/>
              <p:nvPr/>
            </p:nvGrpSpPr>
            <p:grpSpPr>
              <a:xfrm>
                <a:off x="3946379" y="6235680"/>
                <a:ext cx="914400" cy="479686"/>
                <a:chOff x="3668110" y="2448910"/>
                <a:chExt cx="3794234" cy="2165130"/>
              </a:xfrm>
            </p:grpSpPr>
            <p:sp>
              <p:nvSpPr>
                <p:cNvPr id="7458" name="Google Shape;7458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59" name="Google Shape;7459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460" name="Google Shape;7460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461" name="Google Shape;7461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2" name="Google Shape;7462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3" name="Google Shape;7463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64" name="Google Shape;7464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465" name="Google Shape;7465;p97"/>
            <p:cNvGrpSpPr/>
            <p:nvPr/>
          </p:nvGrpSpPr>
          <p:grpSpPr>
            <a:xfrm>
              <a:off x="628632" y="3550503"/>
              <a:ext cx="4630108" cy="1935947"/>
              <a:chOff x="628632" y="3550503"/>
              <a:chExt cx="4630108" cy="1935947"/>
            </a:xfrm>
          </p:grpSpPr>
          <p:grpSp>
            <p:nvGrpSpPr>
              <p:cNvPr id="7466" name="Google Shape;7466;p97"/>
              <p:cNvGrpSpPr/>
              <p:nvPr/>
            </p:nvGrpSpPr>
            <p:grpSpPr>
              <a:xfrm>
                <a:off x="3833515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7467" name="Google Shape;7467;p97"/>
                <p:cNvCxnSpPr>
                  <a:endCxn id="7468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69" name="Google Shape;7469;p97"/>
                <p:cNvCxnSpPr>
                  <a:endCxn id="7470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471" name="Google Shape;7471;p97"/>
                <p:cNvCxnSpPr>
                  <a:endCxn id="7472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473" name="Google Shape;7473;p9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474" name="Google Shape;7474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475" name="Google Shape;7475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476" name="Google Shape;7476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477" name="Google Shape;7477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478" name="Google Shape;7478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479" name="Google Shape;7479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480" name="Google Shape;7480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481" name="Google Shape;7481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482" name="Google Shape;7482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483" name="Google Shape;7483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84" name="Google Shape;7484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85" name="Google Shape;7485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486" name="Google Shape;7486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87" name="Google Shape;7487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88" name="Google Shape;7488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489" name="Google Shape;7489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0" name="Google Shape;7490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91" name="Google Shape;7491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492" name="Google Shape;7492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3" name="Google Shape;7493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94" name="Google Shape;7494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495" name="Google Shape;7495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6" name="Google Shape;7496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497" name="Google Shape;7497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498" name="Google Shape;7498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499" name="Google Shape;7499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0" name="Google Shape;7500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501" name="Google Shape;7501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02" name="Google Shape;7502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3" name="Google Shape;7503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504" name="Google Shape;7504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05" name="Google Shape;7505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6" name="Google Shape;7506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507" name="Google Shape;7507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08" name="Google Shape;7508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09" name="Google Shape;7509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510" name="Google Shape;7510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11" name="Google Shape;7511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512" name="Google Shape;7512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3" name="Google Shape;7513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4" name="Google Shape;7514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5" name="Google Shape;7515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6" name="Google Shape;7516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7" name="Google Shape;7517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8" name="Google Shape;7518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19" name="Google Shape;7519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0" name="Google Shape;7520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1" name="Google Shape;7521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2" name="Google Shape;7522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3" name="Google Shape;7523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24" name="Google Shape;7524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525" name="Google Shape;7525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526" name="Google Shape;7526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27" name="Google Shape;7527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528" name="Google Shape;7528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468" name="Google Shape;7468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29" name="Google Shape;7529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30" name="Google Shape;7530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31" name="Google Shape;7531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7532" name="Google Shape;7532;p97"/>
                <p:cNvCxnSpPr>
                  <a:endCxn id="7533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534" name="Google Shape;7534;p9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535" name="Google Shape;7535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536" name="Google Shape;7536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37" name="Google Shape;7537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38" name="Google Shape;7538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39" name="Google Shape;7539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40" name="Google Shape;7540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41" name="Google Shape;7541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42" name="Google Shape;7542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543" name="Google Shape;7543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544" name="Google Shape;7544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45" name="Google Shape;7545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46" name="Google Shape;7546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547" name="Google Shape;7547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48" name="Google Shape;7548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49" name="Google Shape;7549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550" name="Google Shape;7550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51" name="Google Shape;7551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52" name="Google Shape;7552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553" name="Google Shape;7553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54" name="Google Shape;7554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55" name="Google Shape;7555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556" name="Google Shape;7556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57" name="Google Shape;7557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58" name="Google Shape;7558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559" name="Google Shape;7559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0" name="Google Shape;7560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61" name="Google Shape;7561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562" name="Google Shape;7562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3" name="Google Shape;7563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64" name="Google Shape;7564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565" name="Google Shape;7565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6" name="Google Shape;7566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67" name="Google Shape;7567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568" name="Google Shape;7568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69" name="Google Shape;7569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570" name="Google Shape;7570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571" name="Google Shape;7571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572" name="Google Shape;7572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573" name="Google Shape;7573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4" name="Google Shape;7574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5" name="Google Shape;7575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6" name="Google Shape;7576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7" name="Google Shape;7577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8" name="Google Shape;7578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79" name="Google Shape;7579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0" name="Google Shape;7580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1" name="Google Shape;7581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2" name="Google Shape;7582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3" name="Google Shape;7583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4" name="Google Shape;7584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585" name="Google Shape;7585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586" name="Google Shape;7586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587" name="Google Shape;7587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588" name="Google Shape;7588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589" name="Google Shape;7589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590" name="Google Shape;7590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91" name="Google Shape;7591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592" name="Google Shape;7592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470" name="Google Shape;7470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593" name="Google Shape;7593;p9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594" name="Google Shape;7594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595" name="Google Shape;7595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96" name="Google Shape;7596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97" name="Google Shape;7597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598" name="Google Shape;7598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599" name="Google Shape;7599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00" name="Google Shape;7600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01" name="Google Shape;7601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602" name="Google Shape;7602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603" name="Google Shape;7603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04" name="Google Shape;7604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05" name="Google Shape;7605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606" name="Google Shape;7606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07" name="Google Shape;7607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08" name="Google Shape;7608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609" name="Google Shape;7609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0" name="Google Shape;7610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11" name="Google Shape;7611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612" name="Google Shape;7612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3" name="Google Shape;7613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14" name="Google Shape;7614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615" name="Google Shape;7615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6" name="Google Shape;7616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17" name="Google Shape;7617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618" name="Google Shape;7618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19" name="Google Shape;7619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0" name="Google Shape;7620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621" name="Google Shape;7621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22" name="Google Shape;7622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3" name="Google Shape;7623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624" name="Google Shape;7624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25" name="Google Shape;7625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6" name="Google Shape;7626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627" name="Google Shape;7627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28" name="Google Shape;7628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29" name="Google Shape;7629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630" name="Google Shape;7630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31" name="Google Shape;7631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632" name="Google Shape;7632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3" name="Google Shape;7633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4" name="Google Shape;7634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5" name="Google Shape;7635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6" name="Google Shape;7636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7" name="Google Shape;7637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8" name="Google Shape;7638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39" name="Google Shape;7639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0" name="Google Shape;7640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1" name="Google Shape;7641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2" name="Google Shape;7642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3" name="Google Shape;7643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44" name="Google Shape;7644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645" name="Google Shape;7645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646" name="Google Shape;7646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47" name="Google Shape;7647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648" name="Google Shape;7648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533" name="Google Shape;7533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49" name="Google Shape;7649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50" name="Google Shape;7650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651" name="Google Shape;7651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652" name="Google Shape;7652;p9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653" name="Google Shape;7653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654" name="Google Shape;7654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55" name="Google Shape;7655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656" name="Google Shape;7656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57" name="Google Shape;7657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658" name="Google Shape;7658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659" name="Google Shape;7659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660" name="Google Shape;7660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661" name="Google Shape;7661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662" name="Google Shape;7662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63" name="Google Shape;7663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64" name="Google Shape;7664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665" name="Google Shape;7665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66" name="Google Shape;7666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67" name="Google Shape;7667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668" name="Google Shape;7668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69" name="Google Shape;7669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0" name="Google Shape;7670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671" name="Google Shape;7671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72" name="Google Shape;7672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3" name="Google Shape;7673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674" name="Google Shape;7674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75" name="Google Shape;7675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6" name="Google Shape;7676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677" name="Google Shape;7677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78" name="Google Shape;7678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79" name="Google Shape;7679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680" name="Google Shape;7680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81" name="Google Shape;7681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82" name="Google Shape;7682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683" name="Google Shape;7683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84" name="Google Shape;7684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85" name="Google Shape;7685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686" name="Google Shape;7686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87" name="Google Shape;7687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688" name="Google Shape;7688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689" name="Google Shape;7689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690" name="Google Shape;7690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691" name="Google Shape;7691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2" name="Google Shape;7692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3" name="Google Shape;7693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4" name="Google Shape;7694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5" name="Google Shape;7695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6" name="Google Shape;7696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7" name="Google Shape;7697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8" name="Google Shape;7698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699" name="Google Shape;7699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0" name="Google Shape;7700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1" name="Google Shape;7701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2" name="Google Shape;7702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03" name="Google Shape;7703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704" name="Google Shape;7704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705" name="Google Shape;7705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06" name="Google Shape;7706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707" name="Google Shape;7707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472" name="Google Shape;7472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08" name="Google Shape;7708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09" name="Google Shape;7709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10" name="Google Shape;7710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7711" name="Google Shape;7711;p9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7712" name="Google Shape;7712;p9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7713" name="Google Shape;7713;p97"/>
              <p:cNvGrpSpPr/>
              <p:nvPr/>
            </p:nvGrpSpPr>
            <p:grpSpPr>
              <a:xfrm>
                <a:off x="2237797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7714" name="Google Shape;7714;p97"/>
                <p:cNvCxnSpPr>
                  <a:endCxn id="7715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16" name="Google Shape;7716;p97"/>
                <p:cNvCxnSpPr>
                  <a:endCxn id="7717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718" name="Google Shape;7718;p97"/>
                <p:cNvCxnSpPr>
                  <a:endCxn id="7719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720" name="Google Shape;7720;p9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721" name="Google Shape;7721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722" name="Google Shape;7722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23" name="Google Shape;7723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24" name="Google Shape;7724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25" name="Google Shape;7725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26" name="Google Shape;7726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27" name="Google Shape;7727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28" name="Google Shape;7728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729" name="Google Shape;7729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730" name="Google Shape;7730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31" name="Google Shape;7731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32" name="Google Shape;7732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733" name="Google Shape;7733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34" name="Google Shape;7734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35" name="Google Shape;7735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736" name="Google Shape;7736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37" name="Google Shape;7737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38" name="Google Shape;7738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739" name="Google Shape;7739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0" name="Google Shape;7740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41" name="Google Shape;7741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742" name="Google Shape;7742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3" name="Google Shape;7743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44" name="Google Shape;7744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745" name="Google Shape;7745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6" name="Google Shape;7746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47" name="Google Shape;7747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748" name="Google Shape;7748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49" name="Google Shape;7749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50" name="Google Shape;7750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751" name="Google Shape;7751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52" name="Google Shape;7752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53" name="Google Shape;7753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754" name="Google Shape;7754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55" name="Google Shape;7755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56" name="Google Shape;7756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757" name="Google Shape;7757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58" name="Google Shape;7758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759" name="Google Shape;7759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0" name="Google Shape;7760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1" name="Google Shape;7761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2" name="Google Shape;7762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3" name="Google Shape;7763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4" name="Google Shape;7764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5" name="Google Shape;7765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6" name="Google Shape;7766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7" name="Google Shape;7767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8" name="Google Shape;7768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69" name="Google Shape;7769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70" name="Google Shape;7770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771" name="Google Shape;7771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772" name="Google Shape;7772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773" name="Google Shape;7773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74" name="Google Shape;7774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775" name="Google Shape;7775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715" name="Google Shape;7715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6" name="Google Shape;7776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7" name="Google Shape;7777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78" name="Google Shape;7778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7779" name="Google Shape;7779;p97"/>
                <p:cNvCxnSpPr>
                  <a:endCxn id="7780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781" name="Google Shape;7781;p9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782" name="Google Shape;7782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783" name="Google Shape;7783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84" name="Google Shape;7784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85" name="Google Shape;7785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86" name="Google Shape;7786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787" name="Google Shape;7787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788" name="Google Shape;7788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789" name="Google Shape;7789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790" name="Google Shape;7790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791" name="Google Shape;7791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92" name="Google Shape;7792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93" name="Google Shape;7793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794" name="Google Shape;7794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95" name="Google Shape;7795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96" name="Google Shape;7796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797" name="Google Shape;7797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798" name="Google Shape;7798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799" name="Google Shape;7799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800" name="Google Shape;7800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01" name="Google Shape;7801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02" name="Google Shape;7802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803" name="Google Shape;7803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04" name="Google Shape;7804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05" name="Google Shape;7805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806" name="Google Shape;7806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07" name="Google Shape;7807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08" name="Google Shape;7808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809" name="Google Shape;7809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0" name="Google Shape;7810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11" name="Google Shape;7811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812" name="Google Shape;7812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3" name="Google Shape;7813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14" name="Google Shape;7814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815" name="Google Shape;7815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6" name="Google Shape;7816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17" name="Google Shape;7817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818" name="Google Shape;7818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19" name="Google Shape;7819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820" name="Google Shape;7820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1" name="Google Shape;7821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2" name="Google Shape;7822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3" name="Google Shape;7823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4" name="Google Shape;7824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5" name="Google Shape;7825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6" name="Google Shape;7826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7" name="Google Shape;7827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8" name="Google Shape;7828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29" name="Google Shape;7829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30" name="Google Shape;7830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31" name="Google Shape;7831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32" name="Google Shape;7832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833" name="Google Shape;7833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834" name="Google Shape;7834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35" name="Google Shape;7835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836" name="Google Shape;7836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837" name="Google Shape;7837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38" name="Google Shape;7838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39" name="Google Shape;7839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717" name="Google Shape;7717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840" name="Google Shape;7840;p9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841" name="Google Shape;7841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842" name="Google Shape;7842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843" name="Google Shape;7843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844" name="Google Shape;7844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845" name="Google Shape;7845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846" name="Google Shape;7846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47" name="Google Shape;7847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848" name="Google Shape;7848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849" name="Google Shape;7849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850" name="Google Shape;7850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51" name="Google Shape;7851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52" name="Google Shape;7852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853" name="Google Shape;7853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54" name="Google Shape;7854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55" name="Google Shape;7855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856" name="Google Shape;7856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57" name="Google Shape;7857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58" name="Google Shape;7858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859" name="Google Shape;7859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0" name="Google Shape;7860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61" name="Google Shape;7861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862" name="Google Shape;7862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3" name="Google Shape;7863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64" name="Google Shape;7864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865" name="Google Shape;7865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6" name="Google Shape;7866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67" name="Google Shape;7867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868" name="Google Shape;7868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69" name="Google Shape;7869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70" name="Google Shape;7870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871" name="Google Shape;7871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72" name="Google Shape;7872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73" name="Google Shape;7873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874" name="Google Shape;7874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75" name="Google Shape;7875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876" name="Google Shape;7876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877" name="Google Shape;7877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878" name="Google Shape;7878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879" name="Google Shape;7879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0" name="Google Shape;7880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1" name="Google Shape;7881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2" name="Google Shape;7882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3" name="Google Shape;7883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4" name="Google Shape;7884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5" name="Google Shape;7885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6" name="Google Shape;7886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7" name="Google Shape;7887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8" name="Google Shape;7888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89" name="Google Shape;7889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90" name="Google Shape;7890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891" name="Google Shape;7891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892" name="Google Shape;7892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893" name="Google Shape;7893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894" name="Google Shape;7894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895" name="Google Shape;7895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780" name="Google Shape;7780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96" name="Google Shape;7896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97" name="Google Shape;7897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898" name="Google Shape;7898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7899" name="Google Shape;7899;p9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900" name="Google Shape;7900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901" name="Google Shape;7901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02" name="Google Shape;7902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03" name="Google Shape;7903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04" name="Google Shape;7904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05" name="Google Shape;7905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06" name="Google Shape;7906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07" name="Google Shape;7907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908" name="Google Shape;7908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909" name="Google Shape;7909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0" name="Google Shape;7910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11" name="Google Shape;7911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912" name="Google Shape;7912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3" name="Google Shape;7913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14" name="Google Shape;7914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915" name="Google Shape;7915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6" name="Google Shape;7916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17" name="Google Shape;7917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918" name="Google Shape;7918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19" name="Google Shape;7919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0" name="Google Shape;7920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921" name="Google Shape;7921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22" name="Google Shape;7922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3" name="Google Shape;7923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924" name="Google Shape;7924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25" name="Google Shape;7925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6" name="Google Shape;7926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927" name="Google Shape;7927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28" name="Google Shape;7928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29" name="Google Shape;7929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930" name="Google Shape;7930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31" name="Google Shape;7931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32" name="Google Shape;7932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7933" name="Google Shape;7933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34" name="Google Shape;7934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35" name="Google Shape;7935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7936" name="Google Shape;7936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37" name="Google Shape;7937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7938" name="Google Shape;7938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39" name="Google Shape;7939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0" name="Google Shape;7940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1" name="Google Shape;7941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2" name="Google Shape;7942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3" name="Google Shape;7943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4" name="Google Shape;7944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5" name="Google Shape;7945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6" name="Google Shape;7946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7" name="Google Shape;7947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8" name="Google Shape;7948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49" name="Google Shape;7949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950" name="Google Shape;7950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7951" name="Google Shape;7951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7952" name="Google Shape;7952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53" name="Google Shape;7953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7954" name="Google Shape;7954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719" name="Google Shape;7719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55" name="Google Shape;7955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56" name="Google Shape;7956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57" name="Google Shape;7957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7958" name="Google Shape;7958;p9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7959" name="Google Shape;7959;p9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7960" name="Google Shape;7960;p97"/>
              <p:cNvGrpSpPr/>
              <p:nvPr/>
            </p:nvGrpSpPr>
            <p:grpSpPr>
              <a:xfrm>
                <a:off x="628632" y="3951330"/>
                <a:ext cx="1425225" cy="1535120"/>
                <a:chOff x="6576715" y="4111039"/>
                <a:chExt cx="1425225" cy="1535120"/>
              </a:xfrm>
            </p:grpSpPr>
            <p:cxnSp>
              <p:nvCxnSpPr>
                <p:cNvPr id="7961" name="Google Shape;7961;p97"/>
                <p:cNvCxnSpPr>
                  <a:endCxn id="7962" idx="4"/>
                </p:cNvCxnSpPr>
                <p:nvPr/>
              </p:nvCxnSpPr>
              <p:spPr>
                <a:xfrm flipH="1">
                  <a:off x="6696047" y="4111039"/>
                  <a:ext cx="436800" cy="591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63" name="Google Shape;7963;p97"/>
                <p:cNvCxnSpPr>
                  <a:endCxn id="7964" idx="2"/>
                </p:cNvCxnSpPr>
                <p:nvPr/>
              </p:nvCxnSpPr>
              <p:spPr>
                <a:xfrm flipH="1">
                  <a:off x="7005572" y="4120564"/>
                  <a:ext cx="264900" cy="586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7965" name="Google Shape;7965;p97"/>
                <p:cNvCxnSpPr>
                  <a:endCxn id="7966" idx="4"/>
                </p:cNvCxnSpPr>
                <p:nvPr/>
              </p:nvCxnSpPr>
              <p:spPr>
                <a:xfrm>
                  <a:off x="7539246" y="4149139"/>
                  <a:ext cx="314700" cy="5547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7967" name="Google Shape;7967;p97"/>
                <p:cNvGrpSpPr/>
                <p:nvPr/>
              </p:nvGrpSpPr>
              <p:grpSpPr>
                <a:xfrm>
                  <a:off x="6576715" y="4640970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7968" name="Google Shape;7968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7969" name="Google Shape;7969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70" name="Google Shape;7970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71" name="Google Shape;7971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72" name="Google Shape;7972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7973" name="Google Shape;7973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7974" name="Google Shape;7974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7975" name="Google Shape;7975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7976" name="Google Shape;7976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7977" name="Google Shape;7977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78" name="Google Shape;7978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79" name="Google Shape;7979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7980" name="Google Shape;7980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81" name="Google Shape;7981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82" name="Google Shape;7982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7983" name="Google Shape;7983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84" name="Google Shape;7984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85" name="Google Shape;7985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7986" name="Google Shape;7986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87" name="Google Shape;7987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88" name="Google Shape;7988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7989" name="Google Shape;7989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0" name="Google Shape;7990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91" name="Google Shape;7991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7992" name="Google Shape;7992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3" name="Google Shape;7993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94" name="Google Shape;7994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7995" name="Google Shape;7995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6" name="Google Shape;7996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7997" name="Google Shape;7997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7998" name="Google Shape;7998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999" name="Google Shape;7999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00" name="Google Shape;8000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001" name="Google Shape;8001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02" name="Google Shape;8002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03" name="Google Shape;8003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004" name="Google Shape;8004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05" name="Google Shape;8005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006" name="Google Shape;8006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7" name="Google Shape;8007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8" name="Google Shape;8008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09" name="Google Shape;8009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0" name="Google Shape;8010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1" name="Google Shape;8011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2" name="Google Shape;8012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3" name="Google Shape;8013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4" name="Google Shape;8014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5" name="Google Shape;8015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6" name="Google Shape;8016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7" name="Google Shape;8017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18" name="Google Shape;8018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019" name="Google Shape;8019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020" name="Google Shape;8020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21" name="Google Shape;8021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022" name="Google Shape;8022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962" name="Google Shape;7962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23" name="Google Shape;8023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24" name="Google Shape;8024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25" name="Google Shape;8025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cxnSp>
              <p:nvCxnSpPr>
                <p:cNvPr id="8026" name="Google Shape;8026;p97"/>
                <p:cNvCxnSpPr>
                  <a:endCxn id="8027" idx="9"/>
                </p:cNvCxnSpPr>
                <p:nvPr/>
              </p:nvCxnSpPr>
              <p:spPr>
                <a:xfrm>
                  <a:off x="7282802" y="4119099"/>
                  <a:ext cx="32700" cy="57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grpSp>
              <p:nvGrpSpPr>
                <p:cNvPr id="8028" name="Google Shape;8028;p97"/>
                <p:cNvGrpSpPr/>
                <p:nvPr/>
              </p:nvGrpSpPr>
              <p:grpSpPr>
                <a:xfrm>
                  <a:off x="6885965" y="4644942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8029" name="Google Shape;8029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8030" name="Google Shape;8030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31" name="Google Shape;8031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32" name="Google Shape;8032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33" name="Google Shape;8033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34" name="Google Shape;8034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35" name="Google Shape;8035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36" name="Google Shape;8036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8037" name="Google Shape;8037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8038" name="Google Shape;8038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39" name="Google Shape;8039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0" name="Google Shape;8040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8041" name="Google Shape;8041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42" name="Google Shape;8042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3" name="Google Shape;8043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8044" name="Google Shape;8044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45" name="Google Shape;8045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6" name="Google Shape;8046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8047" name="Google Shape;8047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48" name="Google Shape;8048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49" name="Google Shape;8049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8050" name="Google Shape;8050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51" name="Google Shape;8051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52" name="Google Shape;8052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8053" name="Google Shape;8053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54" name="Google Shape;8054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55" name="Google Shape;8055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8056" name="Google Shape;8056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57" name="Google Shape;8057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58" name="Google Shape;8058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8059" name="Google Shape;8059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60" name="Google Shape;8060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61" name="Google Shape;8061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062" name="Google Shape;8062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63" name="Google Shape;8063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64" name="Google Shape;8064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065" name="Google Shape;8065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66" name="Google Shape;8066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067" name="Google Shape;8067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68" name="Google Shape;8068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69" name="Google Shape;8069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0" name="Google Shape;8070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1" name="Google Shape;8071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2" name="Google Shape;8072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3" name="Google Shape;8073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4" name="Google Shape;8074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5" name="Google Shape;8075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6" name="Google Shape;8076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7" name="Google Shape;8077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8" name="Google Shape;8078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079" name="Google Shape;8079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080" name="Google Shape;8080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081" name="Google Shape;8081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82" name="Google Shape;8082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083" name="Google Shape;8083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8084" name="Google Shape;8084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85" name="Google Shape;8085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086" name="Google Shape;8086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7964" name="Google Shape;7964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087" name="Google Shape;8087;p97"/>
                <p:cNvGrpSpPr/>
                <p:nvPr/>
              </p:nvGrpSpPr>
              <p:grpSpPr>
                <a:xfrm>
                  <a:off x="7195215" y="4648914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8088" name="Google Shape;8088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8089" name="Google Shape;8089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90" name="Google Shape;8090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91" name="Google Shape;8091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92" name="Google Shape;8092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093" name="Google Shape;8093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094" name="Google Shape;8094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095" name="Google Shape;8095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8096" name="Google Shape;8096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8097" name="Google Shape;8097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098" name="Google Shape;8098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099" name="Google Shape;8099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8100" name="Google Shape;8100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01" name="Google Shape;8101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02" name="Google Shape;8102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8103" name="Google Shape;8103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04" name="Google Shape;8104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05" name="Google Shape;8105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8106" name="Google Shape;8106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07" name="Google Shape;8107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08" name="Google Shape;8108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8109" name="Google Shape;8109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0" name="Google Shape;8110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11" name="Google Shape;8111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8112" name="Google Shape;8112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3" name="Google Shape;8113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14" name="Google Shape;8114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8115" name="Google Shape;8115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6" name="Google Shape;8116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17" name="Google Shape;8117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8118" name="Google Shape;8118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19" name="Google Shape;8119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20" name="Google Shape;8120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121" name="Google Shape;8121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22" name="Google Shape;8122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23" name="Google Shape;8123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124" name="Google Shape;8124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25" name="Google Shape;8125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126" name="Google Shape;8126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27" name="Google Shape;8127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28" name="Google Shape;8128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29" name="Google Shape;8129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0" name="Google Shape;8130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1" name="Google Shape;8131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2" name="Google Shape;8132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3" name="Google Shape;8133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4" name="Google Shape;8134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5" name="Google Shape;8135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6" name="Google Shape;8136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7" name="Google Shape;8137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38" name="Google Shape;8138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139" name="Google Shape;8139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140" name="Google Shape;8140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41" name="Google Shape;8141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142" name="Google Shape;8142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8027" name="Google Shape;8027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143" name="Google Shape;8143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144" name="Google Shape;8144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145" name="Google Shape;8145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8146" name="Google Shape;8146;p97"/>
                <p:cNvGrpSpPr/>
                <p:nvPr/>
              </p:nvGrpSpPr>
              <p:grpSpPr>
                <a:xfrm>
                  <a:off x="7734734" y="4641605"/>
                  <a:ext cx="267206" cy="997245"/>
                  <a:chOff x="6424315" y="4488570"/>
                  <a:chExt cx="267206" cy="997245"/>
                </a:xfrm>
              </p:grpSpPr>
              <p:grpSp>
                <p:nvGrpSpPr>
                  <p:cNvPr id="8147" name="Google Shape;8147;p97"/>
                  <p:cNvGrpSpPr/>
                  <p:nvPr/>
                </p:nvGrpSpPr>
                <p:grpSpPr>
                  <a:xfrm>
                    <a:off x="6424315" y="4636502"/>
                    <a:ext cx="237939" cy="849312"/>
                    <a:chOff x="6396366" y="3061857"/>
                    <a:chExt cx="570079" cy="838094"/>
                  </a:xfrm>
                </p:grpSpPr>
                <p:sp>
                  <p:nvSpPr>
                    <p:cNvPr id="8148" name="Google Shape;8148;p97"/>
                    <p:cNvSpPr/>
                    <p:nvPr/>
                  </p:nvSpPr>
                  <p:spPr>
                    <a:xfrm>
                      <a:off x="6509786" y="3061857"/>
                      <a:ext cx="447707" cy="742536"/>
                    </a:xfrm>
                    <a:prstGeom prst="rect">
                      <a:avLst/>
                    </a:prstGeom>
                    <a:noFill/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49" name="Google Shape;8149;p97"/>
                    <p:cNvCxnSpPr/>
                    <p:nvPr/>
                  </p:nvCxnSpPr>
                  <p:spPr>
                    <a:xfrm flipH="1" rot="10800000">
                      <a:off x="684705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150" name="Google Shape;8150;p97"/>
                    <p:cNvSpPr/>
                    <p:nvPr/>
                  </p:nvSpPr>
                  <p:spPr>
                    <a:xfrm>
                      <a:off x="6476953" y="3071256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51" name="Google Shape;8151;p97"/>
                    <p:cNvCxnSpPr/>
                    <p:nvPr/>
                  </p:nvCxnSpPr>
                  <p:spPr>
                    <a:xfrm flipH="1" rot="10800000">
                      <a:off x="6396367" y="3061857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8152" name="Google Shape;8152;p97"/>
                    <p:cNvSpPr/>
                    <p:nvPr/>
                  </p:nvSpPr>
                  <p:spPr>
                    <a:xfrm>
                      <a:off x="6817210" y="3702567"/>
                      <a:ext cx="131327" cy="115923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53" name="Google Shape;8153;p97"/>
                    <p:cNvSpPr/>
                    <p:nvPr/>
                  </p:nvSpPr>
                  <p:spPr>
                    <a:xfrm>
                      <a:off x="6405320" y="3157415"/>
                      <a:ext cx="444723" cy="742536"/>
                    </a:xfrm>
                    <a:prstGeom prst="rect">
                      <a:avLst/>
                    </a:prstGeom>
                    <a:solidFill>
                      <a:schemeClr val="lt1"/>
                    </a:solidFill>
                    <a:ln cap="flat" cmpd="sng" w="12700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8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cxnSp>
                  <p:nvCxnSpPr>
                    <p:cNvPr id="8154" name="Google Shape;8154;p97"/>
                    <p:cNvCxnSpPr/>
                    <p:nvPr/>
                  </p:nvCxnSpPr>
                  <p:spPr>
                    <a:xfrm flipH="1" rot="10800000">
                      <a:off x="6847057" y="3804392"/>
                      <a:ext cx="113419" cy="92425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grpSp>
                  <p:nvGrpSpPr>
                    <p:cNvPr id="8155" name="Google Shape;8155;p97"/>
                    <p:cNvGrpSpPr/>
                    <p:nvPr/>
                  </p:nvGrpSpPr>
                  <p:grpSpPr>
                    <a:xfrm>
                      <a:off x="6399350" y="3137050"/>
                      <a:ext cx="561125" cy="92425"/>
                      <a:chOff x="6581076" y="2845711"/>
                      <a:chExt cx="561125" cy="92425"/>
                    </a:xfrm>
                  </p:grpSpPr>
                  <p:cxnSp>
                    <p:nvCxnSpPr>
                      <p:cNvPr id="8156" name="Google Shape;8156;p97"/>
                      <p:cNvCxnSpPr/>
                      <p:nvPr/>
                    </p:nvCxnSpPr>
                    <p:spPr>
                      <a:xfrm flipH="1" rot="10800000">
                        <a:off x="7028782" y="2845711"/>
                        <a:ext cx="113419" cy="924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57" name="Google Shape;8157;p97"/>
                      <p:cNvCxnSpPr/>
                      <p:nvPr/>
                    </p:nvCxnSpPr>
                    <p:spPr>
                      <a:xfrm>
                        <a:off x="6581076" y="2938136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58" name="Google Shape;8158;p97"/>
                    <p:cNvGrpSpPr/>
                    <p:nvPr/>
                  </p:nvGrpSpPr>
                  <p:grpSpPr>
                    <a:xfrm>
                      <a:off x="6399351" y="3202845"/>
                      <a:ext cx="567094" cy="89292"/>
                      <a:chOff x="6581557" y="2845642"/>
                      <a:chExt cx="567094" cy="89292"/>
                    </a:xfrm>
                  </p:grpSpPr>
                  <p:cxnSp>
                    <p:nvCxnSpPr>
                      <p:cNvPr id="8159" name="Google Shape;8159;p97"/>
                      <p:cNvCxnSpPr/>
                      <p:nvPr/>
                    </p:nvCxnSpPr>
                    <p:spPr>
                      <a:xfrm flipH="1" rot="10800000">
                        <a:off x="7029263" y="2845642"/>
                        <a:ext cx="119388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0" name="Google Shape;8160;p97"/>
                      <p:cNvCxnSpPr/>
                      <p:nvPr/>
                    </p:nvCxnSpPr>
                    <p:spPr>
                      <a:xfrm>
                        <a:off x="6581557" y="293493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61" name="Google Shape;8161;p97"/>
                    <p:cNvGrpSpPr/>
                    <p:nvPr/>
                  </p:nvGrpSpPr>
                  <p:grpSpPr>
                    <a:xfrm>
                      <a:off x="6399350" y="3268639"/>
                      <a:ext cx="558142" cy="89292"/>
                      <a:chOff x="6582036" y="2845572"/>
                      <a:chExt cx="558142" cy="89292"/>
                    </a:xfrm>
                  </p:grpSpPr>
                  <p:cxnSp>
                    <p:nvCxnSpPr>
                      <p:cNvPr id="8162" name="Google Shape;8162;p97"/>
                      <p:cNvCxnSpPr/>
                      <p:nvPr/>
                    </p:nvCxnSpPr>
                    <p:spPr>
                      <a:xfrm flipH="1" rot="10800000">
                        <a:off x="7026759" y="284557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3" name="Google Shape;8163;p97"/>
                      <p:cNvCxnSpPr/>
                      <p:nvPr/>
                    </p:nvCxnSpPr>
                    <p:spPr>
                      <a:xfrm>
                        <a:off x="6582036" y="293486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64" name="Google Shape;8164;p97"/>
                    <p:cNvGrpSpPr/>
                    <p:nvPr/>
                  </p:nvGrpSpPr>
                  <p:grpSpPr>
                    <a:xfrm>
                      <a:off x="6399350" y="3334433"/>
                      <a:ext cx="558141" cy="89292"/>
                      <a:chOff x="6582516" y="2845502"/>
                      <a:chExt cx="558141" cy="89292"/>
                    </a:xfrm>
                  </p:grpSpPr>
                  <p:cxnSp>
                    <p:nvCxnSpPr>
                      <p:cNvPr id="8165" name="Google Shape;8165;p97"/>
                      <p:cNvCxnSpPr/>
                      <p:nvPr/>
                    </p:nvCxnSpPr>
                    <p:spPr>
                      <a:xfrm flipH="1" rot="10800000">
                        <a:off x="7027238" y="2845502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6" name="Google Shape;8166;p97"/>
                      <p:cNvCxnSpPr/>
                      <p:nvPr/>
                    </p:nvCxnSpPr>
                    <p:spPr>
                      <a:xfrm>
                        <a:off x="6582516" y="293479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67" name="Google Shape;8167;p97"/>
                    <p:cNvGrpSpPr/>
                    <p:nvPr/>
                  </p:nvGrpSpPr>
                  <p:grpSpPr>
                    <a:xfrm>
                      <a:off x="6399349" y="3400228"/>
                      <a:ext cx="558142" cy="89292"/>
                      <a:chOff x="6582995" y="2845433"/>
                      <a:chExt cx="558142" cy="89292"/>
                    </a:xfrm>
                  </p:grpSpPr>
                  <p:cxnSp>
                    <p:nvCxnSpPr>
                      <p:cNvPr id="8168" name="Google Shape;8168;p97"/>
                      <p:cNvCxnSpPr/>
                      <p:nvPr/>
                    </p:nvCxnSpPr>
                    <p:spPr>
                      <a:xfrm flipH="1" rot="10800000">
                        <a:off x="7027718" y="2845433"/>
                        <a:ext cx="113419" cy="892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69" name="Google Shape;8169;p97"/>
                      <p:cNvCxnSpPr/>
                      <p:nvPr/>
                    </p:nvCxnSpPr>
                    <p:spPr>
                      <a:xfrm>
                        <a:off x="6582995" y="2934724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0" name="Google Shape;8170;p97"/>
                    <p:cNvGrpSpPr/>
                    <p:nvPr/>
                  </p:nvGrpSpPr>
                  <p:grpSpPr>
                    <a:xfrm>
                      <a:off x="6399351" y="3466022"/>
                      <a:ext cx="558141" cy="93992"/>
                      <a:chOff x="6583477" y="2845363"/>
                      <a:chExt cx="558141" cy="93992"/>
                    </a:xfrm>
                  </p:grpSpPr>
                  <p:cxnSp>
                    <p:nvCxnSpPr>
                      <p:cNvPr id="8171" name="Google Shape;8171;p97"/>
                      <p:cNvCxnSpPr/>
                      <p:nvPr/>
                    </p:nvCxnSpPr>
                    <p:spPr>
                      <a:xfrm flipH="1" rot="10800000">
                        <a:off x="7028199" y="2845363"/>
                        <a:ext cx="113419" cy="93992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72" name="Google Shape;8172;p97"/>
                      <p:cNvCxnSpPr/>
                      <p:nvPr/>
                    </p:nvCxnSpPr>
                    <p:spPr>
                      <a:xfrm>
                        <a:off x="6583477" y="2939355"/>
                        <a:ext cx="450692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3" name="Google Shape;8173;p97"/>
                    <p:cNvGrpSpPr/>
                    <p:nvPr/>
                  </p:nvGrpSpPr>
                  <p:grpSpPr>
                    <a:xfrm>
                      <a:off x="6396366" y="3528683"/>
                      <a:ext cx="561126" cy="97125"/>
                      <a:chOff x="6580972" y="2842160"/>
                      <a:chExt cx="561126" cy="97125"/>
                    </a:xfrm>
                  </p:grpSpPr>
                  <p:cxnSp>
                    <p:nvCxnSpPr>
                      <p:cNvPr id="8174" name="Google Shape;8174;p97"/>
                      <p:cNvCxnSpPr/>
                      <p:nvPr/>
                    </p:nvCxnSpPr>
                    <p:spPr>
                      <a:xfrm flipH="1" rot="10800000">
                        <a:off x="7028679" y="284216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75" name="Google Shape;8175;p97"/>
                      <p:cNvCxnSpPr/>
                      <p:nvPr/>
                    </p:nvCxnSpPr>
                    <p:spPr>
                      <a:xfrm>
                        <a:off x="6580972" y="2939284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6" name="Google Shape;8176;p97"/>
                    <p:cNvGrpSpPr/>
                    <p:nvPr/>
                  </p:nvGrpSpPr>
                  <p:grpSpPr>
                    <a:xfrm>
                      <a:off x="6396366" y="3594477"/>
                      <a:ext cx="561125" cy="97125"/>
                      <a:chOff x="6581452" y="2842090"/>
                      <a:chExt cx="561125" cy="97125"/>
                    </a:xfrm>
                  </p:grpSpPr>
                  <p:cxnSp>
                    <p:nvCxnSpPr>
                      <p:cNvPr id="8177" name="Google Shape;8177;p97"/>
                      <p:cNvCxnSpPr/>
                      <p:nvPr/>
                    </p:nvCxnSpPr>
                    <p:spPr>
                      <a:xfrm flipH="1" rot="10800000">
                        <a:off x="7029158" y="2842090"/>
                        <a:ext cx="113419" cy="97125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78" name="Google Shape;8178;p97"/>
                      <p:cNvCxnSpPr/>
                      <p:nvPr/>
                    </p:nvCxnSpPr>
                    <p:spPr>
                      <a:xfrm>
                        <a:off x="6581452" y="2939215"/>
                        <a:ext cx="453676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79" name="Google Shape;8179;p97"/>
                    <p:cNvGrpSpPr/>
                    <p:nvPr/>
                  </p:nvGrpSpPr>
                  <p:grpSpPr>
                    <a:xfrm>
                      <a:off x="6396367" y="3664970"/>
                      <a:ext cx="558140" cy="92426"/>
                      <a:chOff x="6581933" y="2846719"/>
                      <a:chExt cx="558140" cy="92426"/>
                    </a:xfrm>
                  </p:grpSpPr>
                  <p:cxnSp>
                    <p:nvCxnSpPr>
                      <p:cNvPr id="8180" name="Google Shape;8180;p97"/>
                      <p:cNvCxnSpPr/>
                      <p:nvPr/>
                    </p:nvCxnSpPr>
                    <p:spPr>
                      <a:xfrm flipH="1" rot="10800000">
                        <a:off x="7026654" y="2846719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81" name="Google Shape;8181;p97"/>
                      <p:cNvCxnSpPr/>
                      <p:nvPr/>
                    </p:nvCxnSpPr>
                    <p:spPr>
                      <a:xfrm>
                        <a:off x="6581933" y="2939145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  <p:grpSp>
                  <p:nvGrpSpPr>
                    <p:cNvPr id="8182" name="Google Shape;8182;p97"/>
                    <p:cNvGrpSpPr/>
                    <p:nvPr/>
                  </p:nvGrpSpPr>
                  <p:grpSpPr>
                    <a:xfrm>
                      <a:off x="6396367" y="3730765"/>
                      <a:ext cx="558139" cy="92426"/>
                      <a:chOff x="6582413" y="2846650"/>
                      <a:chExt cx="558139" cy="92426"/>
                    </a:xfrm>
                  </p:grpSpPr>
                  <p:cxnSp>
                    <p:nvCxnSpPr>
                      <p:cNvPr id="8183" name="Google Shape;8183;p97"/>
                      <p:cNvCxnSpPr/>
                      <p:nvPr/>
                    </p:nvCxnSpPr>
                    <p:spPr>
                      <a:xfrm flipH="1" rot="10800000">
                        <a:off x="7027133" y="2846650"/>
                        <a:ext cx="113419" cy="92426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8184" name="Google Shape;8184;p97"/>
                      <p:cNvCxnSpPr/>
                      <p:nvPr/>
                    </p:nvCxnSpPr>
                    <p:spPr>
                      <a:xfrm>
                        <a:off x="6582413" y="2939076"/>
                        <a:ext cx="450690" cy="0"/>
                      </a:xfrm>
                      <a:prstGeom prst="straightConnector1">
                        <a:avLst/>
                      </a:prstGeom>
                      <a:noFill/>
                      <a:ln cap="flat" cmpd="sng" w="9525">
                        <a:solidFill>
                          <a:schemeClr val="dk1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cxnSp>
                <p:nvCxnSpPr>
                  <p:cNvPr id="8185" name="Google Shape;8185;p97"/>
                  <p:cNvCxnSpPr/>
                  <p:nvPr/>
                </p:nvCxnSpPr>
                <p:spPr>
                  <a:xfrm flipH="1">
                    <a:off x="6685171" y="4525377"/>
                    <a:ext cx="4763" cy="855662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6" name="Google Shape;8186;p97"/>
                  <p:cNvCxnSpPr/>
                  <p:nvPr/>
                </p:nvCxnSpPr>
                <p:spPr>
                  <a:xfrm>
                    <a:off x="6632784" y="4706352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7" name="Google Shape;8187;p97"/>
                  <p:cNvCxnSpPr/>
                  <p:nvPr/>
                </p:nvCxnSpPr>
                <p:spPr>
                  <a:xfrm>
                    <a:off x="6631196" y="477143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8" name="Google Shape;8188;p97"/>
                  <p:cNvCxnSpPr/>
                  <p:nvPr/>
                </p:nvCxnSpPr>
                <p:spPr>
                  <a:xfrm>
                    <a:off x="6631196" y="4849227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89" name="Google Shape;8189;p97"/>
                  <p:cNvCxnSpPr/>
                  <p:nvPr/>
                </p:nvCxnSpPr>
                <p:spPr>
                  <a:xfrm>
                    <a:off x="6629609" y="4914314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0" name="Google Shape;8190;p97"/>
                  <p:cNvCxnSpPr/>
                  <p:nvPr/>
                </p:nvCxnSpPr>
                <p:spPr>
                  <a:xfrm>
                    <a:off x="6628021" y="4976227"/>
                    <a:ext cx="60325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1" name="Google Shape;8191;p97"/>
                  <p:cNvCxnSpPr/>
                  <p:nvPr/>
                </p:nvCxnSpPr>
                <p:spPr>
                  <a:xfrm>
                    <a:off x="6628021" y="5044489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2" name="Google Shape;8192;p97"/>
                  <p:cNvCxnSpPr/>
                  <p:nvPr/>
                </p:nvCxnSpPr>
                <p:spPr>
                  <a:xfrm>
                    <a:off x="6626434" y="511433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3" name="Google Shape;8193;p97"/>
                  <p:cNvCxnSpPr/>
                  <p:nvPr/>
                </p:nvCxnSpPr>
                <p:spPr>
                  <a:xfrm>
                    <a:off x="6629609" y="51841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4" name="Google Shape;8194;p97"/>
                  <p:cNvCxnSpPr/>
                  <p:nvPr/>
                </p:nvCxnSpPr>
                <p:spPr>
                  <a:xfrm>
                    <a:off x="6631196" y="525245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5" name="Google Shape;8195;p97"/>
                  <p:cNvCxnSpPr/>
                  <p:nvPr/>
                </p:nvCxnSpPr>
                <p:spPr>
                  <a:xfrm>
                    <a:off x="6631196" y="5322302"/>
                    <a:ext cx="58738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6" name="Google Shape;8196;p97"/>
                  <p:cNvCxnSpPr/>
                  <p:nvPr/>
                </p:nvCxnSpPr>
                <p:spPr>
                  <a:xfrm>
                    <a:off x="6632784" y="5387389"/>
                    <a:ext cx="58737" cy="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197" name="Google Shape;8197;p97"/>
                  <p:cNvCxnSpPr/>
                  <p:nvPr/>
                </p:nvCxnSpPr>
                <p:spPr>
                  <a:xfrm rot="10800000">
                    <a:off x="6632784" y="4531727"/>
                    <a:ext cx="58737" cy="0"/>
                  </a:xfrm>
                  <a:prstGeom prst="straightConnector1">
                    <a:avLst/>
                  </a:prstGeom>
                  <a:noFill/>
                  <a:ln cap="flat" cmpd="sng" w="2222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</p:cxnSp>
              <p:grpSp>
                <p:nvGrpSpPr>
                  <p:cNvPr id="8198" name="Google Shape;8198;p97"/>
                  <p:cNvGrpSpPr/>
                  <p:nvPr/>
                </p:nvGrpSpPr>
                <p:grpSpPr>
                  <a:xfrm>
                    <a:off x="6434171" y="4488570"/>
                    <a:ext cx="224203" cy="179034"/>
                    <a:chOff x="3668110" y="2448910"/>
                    <a:chExt cx="3794234" cy="2165130"/>
                  </a:xfrm>
                </p:grpSpPr>
                <p:sp>
                  <p:nvSpPr>
                    <p:cNvPr id="8199" name="Google Shape;8199;p97"/>
                    <p:cNvSpPr/>
                    <p:nvPr/>
                  </p:nvSpPr>
                  <p:spPr>
                    <a:xfrm>
                      <a:off x="3668110" y="3741409"/>
                      <a:ext cx="3780587" cy="872631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lt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31538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200" name="Google Shape;8200;p97"/>
                    <p:cNvSpPr/>
                    <p:nvPr/>
                  </p:nvSpPr>
                  <p:spPr>
                    <a:xfrm>
                      <a:off x="3678620" y="2448910"/>
                      <a:ext cx="3783724" cy="1324303"/>
                    </a:xfrm>
                    <a:custGeom>
                      <a:rect b="b" l="l" r="r" t="t"/>
                      <a:pathLst>
                        <a:path extrusionOk="0" h="1324303" w="3783724">
                          <a:moveTo>
                            <a:pt x="0" y="1313793"/>
                          </a:moveTo>
                          <a:lnTo>
                            <a:pt x="0" y="1313793"/>
                          </a:lnTo>
                          <a:lnTo>
                            <a:pt x="252248" y="0"/>
                          </a:lnTo>
                          <a:lnTo>
                            <a:pt x="3415862" y="21020"/>
                          </a:lnTo>
                          <a:lnTo>
                            <a:pt x="3783724" y="1324303"/>
                          </a:lnTo>
                          <a:lnTo>
                            <a:pt x="0" y="1313793"/>
                          </a:lnTo>
                          <a:close/>
                        </a:path>
                      </a:pathLst>
                    </a:custGeom>
                    <a:solidFill>
                      <a:srgbClr val="B8C2C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8201" name="Google Shape;8201;p97"/>
                    <p:cNvGrpSpPr/>
                    <p:nvPr/>
                  </p:nvGrpSpPr>
                  <p:grpSpPr>
                    <a:xfrm>
                      <a:off x="3941378" y="2603243"/>
                      <a:ext cx="3202061" cy="1066110"/>
                      <a:chOff x="7939341" y="3037317"/>
                      <a:chExt cx="897649" cy="353919"/>
                    </a:xfrm>
                  </p:grpSpPr>
                  <p:sp>
                    <p:nvSpPr>
                      <p:cNvPr id="7966" name="Google Shape;7966;p97"/>
                      <p:cNvSpPr/>
                      <p:nvPr/>
                    </p:nvSpPr>
                    <p:spPr>
                      <a:xfrm>
                        <a:off x="7964170" y="3037317"/>
                        <a:ext cx="849158" cy="198115"/>
                      </a:xfrm>
                      <a:custGeom>
                        <a:rect b="b" l="l" r="r" t="t"/>
                        <a:pathLst>
                          <a:path extrusionOk="0" h="1049866" w="467301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02" name="Google Shape;8202;p97"/>
                      <p:cNvSpPr/>
                      <p:nvPr/>
                    </p:nvSpPr>
                    <p:spPr>
                      <a:xfrm>
                        <a:off x="8519948" y="3206783"/>
                        <a:ext cx="317042" cy="170569"/>
                      </a:xfrm>
                      <a:custGeom>
                        <a:rect b="b" l="l" r="r" t="t"/>
                        <a:pathLst>
                          <a:path extrusionOk="0" h="903890" w="1744718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0000A3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03" name="Google Shape;8203;p97"/>
                      <p:cNvSpPr/>
                      <p:nvPr/>
                    </p:nvSpPr>
                    <p:spPr>
                      <a:xfrm>
                        <a:off x="7939341" y="3206783"/>
                        <a:ext cx="311312" cy="168585"/>
                      </a:xfrm>
                      <a:custGeom>
                        <a:rect b="b" l="l" r="r" t="t"/>
                        <a:pathLst>
                          <a:path extrusionOk="0" h="893380" w="1713187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0000A8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04" name="Google Shape;8204;p97"/>
                      <p:cNvSpPr/>
                      <p:nvPr/>
                    </p:nvSpPr>
                    <p:spPr>
                      <a:xfrm>
                        <a:off x="8047413" y="3123483"/>
                        <a:ext cx="676892" cy="267753"/>
                      </a:xfrm>
                      <a:custGeom>
                        <a:rect b="b" l="l" r="r" t="t"/>
                        <a:pathLst>
                          <a:path extrusionOk="0" h="1418896" w="3725019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8DA9DB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ctr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lt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</p:grpSp>
            <p:sp>
              <p:nvSpPr>
                <p:cNvPr id="8205" name="Google Shape;8205;p97"/>
                <p:cNvSpPr txBox="1"/>
                <p:nvPr/>
              </p:nvSpPr>
              <p:spPr>
                <a:xfrm>
                  <a:off x="7327436" y="4173759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sp>
              <p:nvSpPr>
                <p:cNvPr id="8206" name="Google Shape;8206;p97"/>
                <p:cNvSpPr txBox="1"/>
                <p:nvPr/>
              </p:nvSpPr>
              <p:spPr>
                <a:xfrm>
                  <a:off x="7423103" y="4980255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</p:grpSp>
          <p:grpSp>
            <p:nvGrpSpPr>
              <p:cNvPr id="8207" name="Google Shape;8207;p97"/>
              <p:cNvGrpSpPr/>
              <p:nvPr/>
            </p:nvGrpSpPr>
            <p:grpSpPr>
              <a:xfrm>
                <a:off x="977155" y="355050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8208" name="Google Shape;8208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435" name="Google Shape;7435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09" name="Google Shape;8209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8210" name="Google Shape;8210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1" name="Google Shape;8211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2" name="Google Shape;8212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3" name="Google Shape;8213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214" name="Google Shape;8214;p97"/>
              <p:cNvGrpSpPr/>
              <p:nvPr/>
            </p:nvGrpSpPr>
            <p:grpSpPr>
              <a:xfrm>
                <a:off x="2554943" y="356495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8215" name="Google Shape;8215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6" name="Google Shape;8216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17" name="Google Shape;8217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8218" name="Google Shape;8218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19" name="Google Shape;8219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0" name="Google Shape;8220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1" name="Google Shape;8221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222" name="Google Shape;8222;p97"/>
              <p:cNvGrpSpPr/>
              <p:nvPr/>
            </p:nvGrpSpPr>
            <p:grpSpPr>
              <a:xfrm>
                <a:off x="4132731" y="3579403"/>
                <a:ext cx="914400" cy="479686"/>
                <a:chOff x="3668110" y="2448910"/>
                <a:chExt cx="3794234" cy="2165130"/>
              </a:xfrm>
            </p:grpSpPr>
            <p:sp>
              <p:nvSpPr>
                <p:cNvPr id="8223" name="Google Shape;8223;p9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4" name="Google Shape;8224;p9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25" name="Google Shape;8225;p9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8226" name="Google Shape;8226;p9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7" name="Google Shape;8227;p9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8" name="Google Shape;8228;p9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29" name="Google Shape;8229;p9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8230" name="Google Shape;8230;p9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application-layer routing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1" name="Google Shape;8231;p9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232" name="Google Shape;8232;p97"/>
          <p:cNvGrpSpPr/>
          <p:nvPr/>
        </p:nvGrpSpPr>
        <p:grpSpPr>
          <a:xfrm>
            <a:off x="7891541" y="2857967"/>
            <a:ext cx="381267" cy="609600"/>
            <a:chOff x="4140" y="429"/>
            <a:chExt cx="1426" cy="2396"/>
          </a:xfrm>
        </p:grpSpPr>
        <p:sp>
          <p:nvSpPr>
            <p:cNvPr id="8233" name="Google Shape;8233;p97"/>
            <p:cNvSpPr/>
            <p:nvPr/>
          </p:nvSpPr>
          <p:spPr>
            <a:xfrm>
              <a:off x="5268" y="435"/>
              <a:ext cx="285" cy="2284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4" name="Google Shape;8234;p97"/>
            <p:cNvSpPr/>
            <p:nvPr/>
          </p:nvSpPr>
          <p:spPr>
            <a:xfrm>
              <a:off x="4205" y="429"/>
              <a:ext cx="1045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5" name="Google Shape;8235;p97"/>
            <p:cNvSpPr/>
            <p:nvPr/>
          </p:nvSpPr>
          <p:spPr>
            <a:xfrm>
              <a:off x="5322" y="573"/>
              <a:ext cx="166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6" name="Google Shape;8236;p97"/>
            <p:cNvSpPr/>
            <p:nvPr/>
          </p:nvSpPr>
          <p:spPr>
            <a:xfrm>
              <a:off x="5286" y="1639"/>
              <a:ext cx="261" cy="187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7" name="Google Shape;8237;p97"/>
            <p:cNvSpPr/>
            <p:nvPr/>
          </p:nvSpPr>
          <p:spPr>
            <a:xfrm>
              <a:off x="4211" y="691"/>
              <a:ext cx="600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38" name="Google Shape;8238;p97"/>
            <p:cNvGrpSpPr/>
            <p:nvPr/>
          </p:nvGrpSpPr>
          <p:grpSpPr>
            <a:xfrm>
              <a:off x="4751" y="666"/>
              <a:ext cx="576" cy="163"/>
              <a:chOff x="617" y="2566"/>
              <a:chExt cx="719" cy="156"/>
            </a:xfrm>
          </p:grpSpPr>
          <p:sp>
            <p:nvSpPr>
              <p:cNvPr id="8239" name="Google Shape;8239;p97"/>
              <p:cNvSpPr/>
              <p:nvPr/>
            </p:nvSpPr>
            <p:spPr>
              <a:xfrm>
                <a:off x="617" y="2566"/>
                <a:ext cx="719" cy="15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0" name="Google Shape;8240;p97"/>
              <p:cNvSpPr/>
              <p:nvPr/>
            </p:nvSpPr>
            <p:spPr>
              <a:xfrm>
                <a:off x="632" y="2584"/>
                <a:ext cx="689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41" name="Google Shape;8241;p97"/>
            <p:cNvSpPr/>
            <p:nvPr/>
          </p:nvSpPr>
          <p:spPr>
            <a:xfrm>
              <a:off x="4223" y="1022"/>
              <a:ext cx="600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42" name="Google Shape;8242;p97"/>
            <p:cNvGrpSpPr/>
            <p:nvPr/>
          </p:nvGrpSpPr>
          <p:grpSpPr>
            <a:xfrm>
              <a:off x="4745" y="997"/>
              <a:ext cx="582" cy="131"/>
              <a:chOff x="612" y="2571"/>
              <a:chExt cx="726" cy="136"/>
            </a:xfrm>
          </p:grpSpPr>
          <p:sp>
            <p:nvSpPr>
              <p:cNvPr id="8243" name="Google Shape;8243;p97"/>
              <p:cNvSpPr/>
              <p:nvPr/>
            </p:nvSpPr>
            <p:spPr>
              <a:xfrm>
                <a:off x="612" y="2571"/>
                <a:ext cx="726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4" name="Google Shape;8244;p97"/>
              <p:cNvSpPr/>
              <p:nvPr/>
            </p:nvSpPr>
            <p:spPr>
              <a:xfrm>
                <a:off x="627" y="2584"/>
                <a:ext cx="696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45" name="Google Shape;8245;p97"/>
            <p:cNvSpPr/>
            <p:nvPr/>
          </p:nvSpPr>
          <p:spPr>
            <a:xfrm>
              <a:off x="4217" y="1359"/>
              <a:ext cx="594" cy="44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6" name="Google Shape;8246;p97"/>
            <p:cNvSpPr/>
            <p:nvPr/>
          </p:nvSpPr>
          <p:spPr>
            <a:xfrm>
              <a:off x="4229" y="1652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47" name="Google Shape;8247;p97"/>
            <p:cNvGrpSpPr/>
            <p:nvPr/>
          </p:nvGrpSpPr>
          <p:grpSpPr>
            <a:xfrm>
              <a:off x="4733" y="1627"/>
              <a:ext cx="582" cy="150"/>
              <a:chOff x="612" y="2568"/>
              <a:chExt cx="725" cy="138"/>
            </a:xfrm>
          </p:grpSpPr>
          <p:sp>
            <p:nvSpPr>
              <p:cNvPr id="8248" name="Google Shape;8248;p97"/>
              <p:cNvSpPr/>
              <p:nvPr/>
            </p:nvSpPr>
            <p:spPr>
              <a:xfrm>
                <a:off x="612" y="2568"/>
                <a:ext cx="72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9" name="Google Shape;8249;p97"/>
              <p:cNvSpPr/>
              <p:nvPr/>
            </p:nvSpPr>
            <p:spPr>
              <a:xfrm>
                <a:off x="627" y="2585"/>
                <a:ext cx="695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50" name="Google Shape;8250;p97"/>
            <p:cNvSpPr/>
            <p:nvPr/>
          </p:nvSpPr>
          <p:spPr>
            <a:xfrm>
              <a:off x="5286" y="1352"/>
              <a:ext cx="267" cy="187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251" name="Google Shape;8251;p97"/>
            <p:cNvGrpSpPr/>
            <p:nvPr/>
          </p:nvGrpSpPr>
          <p:grpSpPr>
            <a:xfrm>
              <a:off x="4740" y="1327"/>
              <a:ext cx="582" cy="137"/>
              <a:chOff x="615" y="2568"/>
              <a:chExt cx="725" cy="137"/>
            </a:xfrm>
          </p:grpSpPr>
          <p:sp>
            <p:nvSpPr>
              <p:cNvPr id="8252" name="Google Shape;8252;p97"/>
              <p:cNvSpPr/>
              <p:nvPr/>
            </p:nvSpPr>
            <p:spPr>
              <a:xfrm>
                <a:off x="615" y="2568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3" name="Google Shape;8253;p97"/>
              <p:cNvSpPr/>
              <p:nvPr/>
            </p:nvSpPr>
            <p:spPr>
              <a:xfrm>
                <a:off x="630" y="2587"/>
                <a:ext cx="695" cy="10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54" name="Google Shape;8254;p97"/>
            <p:cNvSpPr/>
            <p:nvPr/>
          </p:nvSpPr>
          <p:spPr>
            <a:xfrm>
              <a:off x="5250" y="429"/>
              <a:ext cx="65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5" name="Google Shape;8255;p97"/>
            <p:cNvSpPr/>
            <p:nvPr/>
          </p:nvSpPr>
          <p:spPr>
            <a:xfrm>
              <a:off x="5310" y="1009"/>
              <a:ext cx="238" cy="212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6" name="Google Shape;8256;p97"/>
            <p:cNvSpPr/>
            <p:nvPr/>
          </p:nvSpPr>
          <p:spPr>
            <a:xfrm>
              <a:off x="5316" y="679"/>
              <a:ext cx="243" cy="243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7" name="Google Shape;8257;p97"/>
            <p:cNvSpPr/>
            <p:nvPr/>
          </p:nvSpPr>
          <p:spPr>
            <a:xfrm>
              <a:off x="5518" y="2613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8" name="Google Shape;8258;p97"/>
            <p:cNvSpPr/>
            <p:nvPr/>
          </p:nvSpPr>
          <p:spPr>
            <a:xfrm>
              <a:off x="5304" y="2613"/>
              <a:ext cx="243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9" name="Google Shape;8259;p97"/>
            <p:cNvSpPr/>
            <p:nvPr/>
          </p:nvSpPr>
          <p:spPr>
            <a:xfrm>
              <a:off x="4140" y="2675"/>
              <a:ext cx="1199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0" name="Google Shape;8260;p97"/>
            <p:cNvSpPr/>
            <p:nvPr/>
          </p:nvSpPr>
          <p:spPr>
            <a:xfrm>
              <a:off x="4205" y="2713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1" name="Google Shape;8261;p97"/>
            <p:cNvSpPr/>
            <p:nvPr/>
          </p:nvSpPr>
          <p:spPr>
            <a:xfrm>
              <a:off x="4306" y="2382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2" name="Google Shape;8262;p97"/>
            <p:cNvSpPr/>
            <p:nvPr/>
          </p:nvSpPr>
          <p:spPr>
            <a:xfrm>
              <a:off x="4484" y="2382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3" name="Google Shape;8263;p97"/>
            <p:cNvSpPr/>
            <p:nvPr/>
          </p:nvSpPr>
          <p:spPr>
            <a:xfrm>
              <a:off x="4663" y="2382"/>
              <a:ext cx="160" cy="13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4" name="Google Shape;8264;p97"/>
            <p:cNvSpPr/>
            <p:nvPr/>
          </p:nvSpPr>
          <p:spPr>
            <a:xfrm>
              <a:off x="5060" y="1833"/>
              <a:ext cx="89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65" name="Google Shape;8265;p97"/>
          <p:cNvSpPr txBox="1"/>
          <p:nvPr/>
        </p:nvSpPr>
        <p:spPr>
          <a:xfrm>
            <a:off x="7774253" y="3492967"/>
            <a:ext cx="159226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Load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balancer</a:t>
            </a:r>
            <a:endParaRPr/>
          </a:p>
        </p:txBody>
      </p:sp>
      <p:sp>
        <p:nvSpPr>
          <p:cNvPr id="8266" name="Google Shape;8266;p97"/>
          <p:cNvSpPr/>
          <p:nvPr/>
        </p:nvSpPr>
        <p:spPr>
          <a:xfrm>
            <a:off x="6407215" y="3615204"/>
            <a:ext cx="1154125" cy="1366816"/>
          </a:xfrm>
          <a:custGeom>
            <a:rect b="b" l="l" r="r" t="t"/>
            <a:pathLst>
              <a:path extrusionOk="0" h="1366192" w="1350356">
                <a:moveTo>
                  <a:pt x="1350356" y="1359734"/>
                </a:moveTo>
                <a:lnTo>
                  <a:pt x="1350356" y="564418"/>
                </a:lnTo>
                <a:lnTo>
                  <a:pt x="895526" y="178"/>
                </a:lnTo>
                <a:lnTo>
                  <a:pt x="516459" y="0"/>
                </a:lnTo>
                <a:lnTo>
                  <a:pt x="16121" y="615729"/>
                </a:lnTo>
                <a:cubicBezTo>
                  <a:pt x="3292" y="868007"/>
                  <a:pt x="12829" y="1113914"/>
                  <a:pt x="0" y="1366192"/>
                </a:cubicBezTo>
              </a:path>
            </a:pathLst>
          </a:custGeom>
          <a:noFill/>
          <a:ln cap="flat" cmpd="sng" w="63500">
            <a:solidFill>
              <a:srgbClr val="33CC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67" name="Google Shape;8267;p97"/>
          <p:cNvSpPr/>
          <p:nvPr/>
        </p:nvSpPr>
        <p:spPr>
          <a:xfrm>
            <a:off x="1519518" y="1397561"/>
            <a:ext cx="3321423" cy="603250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8268" name="Google Shape;8268;p97"/>
          <p:cNvSpPr/>
          <p:nvPr/>
        </p:nvSpPr>
        <p:spPr>
          <a:xfrm>
            <a:off x="4084716" y="1597492"/>
            <a:ext cx="3976688" cy="3333750"/>
          </a:xfrm>
          <a:custGeom>
            <a:rect b="b" l="l" r="r" t="t"/>
            <a:pathLst>
              <a:path extrusionOk="0" h="3333910" w="3975437">
                <a:moveTo>
                  <a:pt x="3691005" y="3333910"/>
                </a:moveTo>
                <a:lnTo>
                  <a:pt x="3704234" y="2533507"/>
                </a:lnTo>
                <a:lnTo>
                  <a:pt x="3261049" y="1997700"/>
                </a:lnTo>
                <a:lnTo>
                  <a:pt x="3975437" y="1653725"/>
                </a:lnTo>
                <a:lnTo>
                  <a:pt x="3955593" y="1316365"/>
                </a:lnTo>
                <a:lnTo>
                  <a:pt x="3069223" y="1733104"/>
                </a:lnTo>
                <a:lnTo>
                  <a:pt x="3049378" y="1303135"/>
                </a:lnTo>
                <a:lnTo>
                  <a:pt x="0" y="0"/>
                </a:lnTo>
              </a:path>
            </a:pathLst>
          </a:custGeom>
          <a:noFill/>
          <a:ln cap="flat" cmpd="sng" w="5715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69" name="Google Shape;8269;p97"/>
          <p:cNvSpPr/>
          <p:nvPr/>
        </p:nvSpPr>
        <p:spPr>
          <a:xfrm>
            <a:off x="3637041" y="1570504"/>
            <a:ext cx="4329113" cy="3430588"/>
          </a:xfrm>
          <a:custGeom>
            <a:rect b="b" l="l" r="r" t="t"/>
            <a:pathLst>
              <a:path extrusionOk="0" h="3430803" w="4329650">
                <a:moveTo>
                  <a:pt x="0" y="0"/>
                </a:moveTo>
                <a:lnTo>
                  <a:pt x="3351218" y="1413056"/>
                </a:lnTo>
                <a:lnTo>
                  <a:pt x="3370261" y="1933583"/>
                </a:lnTo>
                <a:lnTo>
                  <a:pt x="4329650" y="1478400"/>
                </a:lnTo>
                <a:lnTo>
                  <a:pt x="4323035" y="1626924"/>
                </a:lnTo>
                <a:lnTo>
                  <a:pt x="3554085" y="1989096"/>
                </a:lnTo>
                <a:lnTo>
                  <a:pt x="4054422" y="2622658"/>
                </a:lnTo>
                <a:lnTo>
                  <a:pt x="4041594" y="3430803"/>
                </a:lnTo>
              </a:path>
            </a:pathLst>
          </a:custGeom>
          <a:noFill/>
          <a:ln cap="flat" cmpd="sng" w="4762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270" name="Google Shape;8270;p97"/>
          <p:cNvSpPr txBox="1"/>
          <p:nvPr/>
        </p:nvSpPr>
        <p:spPr>
          <a:xfrm>
            <a:off x="8861612" y="1906215"/>
            <a:ext cx="3065929" cy="266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load balancer: application-layer routing</a:t>
            </a:r>
            <a:endParaRPr/>
          </a:p>
          <a:p>
            <a:pPr indent="-256032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receives external client requests</a:t>
            </a:r>
            <a:endParaRPr/>
          </a:p>
          <a:p>
            <a:pPr indent="-256032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directs workload within data center</a:t>
            </a:r>
            <a:endParaRPr/>
          </a:p>
        </p:txBody>
      </p:sp>
      <p:sp>
        <p:nvSpPr>
          <p:cNvPr id="8271" name="Google Shape;8271;p97"/>
          <p:cNvSpPr txBox="1"/>
          <p:nvPr/>
        </p:nvSpPr>
        <p:spPr>
          <a:xfrm>
            <a:off x="8874312" y="4509125"/>
            <a:ext cx="306592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56032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returns results to external client </a:t>
            </a:r>
            <a:r>
              <a:rPr i="0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(hiding data center internals from client)</a:t>
            </a:r>
            <a:endParaRPr i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6" name="Shape 8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7" name="Google Shape;8277;p9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016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link layer: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RoCE: remote DMA (RDMA) over Converged Ethernet</a:t>
            </a:r>
            <a:endParaRPr/>
          </a:p>
          <a:p>
            <a:pPr indent="-301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transport layer: </a:t>
            </a:r>
            <a:endParaRPr/>
          </a:p>
          <a:p>
            <a:pPr indent="-18732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ECN (explicit congestion notification) used in transport-layer congestion control (DCTCP, DCQCN)</a:t>
            </a:r>
            <a:endParaRPr/>
          </a:p>
          <a:p>
            <a:pPr indent="-18732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experimentation with hop-by-hop (backpressure) congestion control</a:t>
            </a:r>
            <a:endParaRPr/>
          </a:p>
          <a:p>
            <a:pPr indent="-3016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0000A8"/>
                </a:solidFill>
              </a:rPr>
              <a:t>routing, management</a:t>
            </a:r>
            <a:r>
              <a:rPr lang="en-US" sz="3200"/>
              <a:t>:</a:t>
            </a:r>
            <a:endParaRPr/>
          </a:p>
          <a:p>
            <a:pPr indent="-228600" lvl="1" marL="736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SDN widely used within/among organizations’ datacenters</a:t>
            </a:r>
            <a:endParaRPr/>
          </a:p>
          <a:p>
            <a:pPr indent="-228600" lvl="1" marL="736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place related services, data as close as possible (e.g., in same rack or nearby rack) to minimize tier-2, tier-1 communication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278" name="Google Shape;8278;p9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Datacenter networks: protocol innovations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9" name="Google Shape;8279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4" name="Shape 8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5" name="Google Shape;8285;p9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8286" name="Google Shape;828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8287" name="Google Shape;8287;p99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8" name="Google Shape;8288;p99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9" name="Google Shape;8289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4" name="Shape 8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5" name="Google Shape;8295;p10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6" name="Google Shape;8296;p10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97" name="Google Shape;8297;p100"/>
          <p:cNvSpPr txBox="1"/>
          <p:nvPr/>
        </p:nvSpPr>
        <p:spPr>
          <a:xfrm>
            <a:off x="533400" y="1338263"/>
            <a:ext cx="1127311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journey down the protocol stack is now complete!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transport, network, link</a:t>
            </a:r>
            <a:endParaRPr/>
          </a:p>
          <a:p>
            <a:pPr indent="-269875" lvl="0" marL="4000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putting-it-all-together: synthesis!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identify, review, understand protocols (at all layers) involved in seemingly simple scenario: requesting www page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attaches laptop to campus network, requests/receives www.google.com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1" name="Shape 8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2" name="Google Shape;8302;p10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scenario</a:t>
            </a:r>
            <a:endParaRPr/>
          </a:p>
        </p:txBody>
      </p:sp>
      <p:sp>
        <p:nvSpPr>
          <p:cNvPr id="8303" name="Google Shape;8303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4" name="Google Shape;8304;p101"/>
          <p:cNvSpPr/>
          <p:nvPr/>
        </p:nvSpPr>
        <p:spPr>
          <a:xfrm>
            <a:off x="5037166" y="1832733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5" name="Google Shape;8305;p101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6" name="Google Shape;8306;p101"/>
          <p:cNvSpPr txBox="1"/>
          <p:nvPr/>
        </p:nvSpPr>
        <p:spPr>
          <a:xfrm>
            <a:off x="5108669" y="2394135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8307" name="Google Shape;8307;p101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8" name="Google Shape;8308;p101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9" name="Google Shape;8309;p101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10" name="Google Shape;8310;p101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1" name="Google Shape;8311;p101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2" name="Google Shape;8312;p101"/>
          <p:cNvCxnSpPr/>
          <p:nvPr/>
        </p:nvCxnSpPr>
        <p:spPr>
          <a:xfrm flipH="1">
            <a:off x="7205382" y="2772055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3" name="Google Shape;8313;p101"/>
          <p:cNvSpPr/>
          <p:nvPr/>
        </p:nvSpPr>
        <p:spPr>
          <a:xfrm>
            <a:off x="1169707" y="47516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4" name="Google Shape;8314;p101"/>
          <p:cNvCxnSpPr/>
          <p:nvPr/>
        </p:nvCxnSpPr>
        <p:spPr>
          <a:xfrm flipH="1" rot="10800000">
            <a:off x="4560607" y="36801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5" name="Google Shape;8315;p101"/>
          <p:cNvSpPr txBox="1"/>
          <p:nvPr/>
        </p:nvSpPr>
        <p:spPr>
          <a:xfrm>
            <a:off x="5438495" y="5623205"/>
            <a:ext cx="1809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Google’s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64.233.160.0/19 </a:t>
            </a:r>
            <a:endParaRPr/>
          </a:p>
        </p:txBody>
      </p:sp>
      <p:cxnSp>
        <p:nvCxnSpPr>
          <p:cNvPr id="8316" name="Google Shape;8316;p101"/>
          <p:cNvCxnSpPr/>
          <p:nvPr/>
        </p:nvCxnSpPr>
        <p:spPr>
          <a:xfrm flipH="1" rot="10800000">
            <a:off x="3139795" y="54993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7" name="Google Shape;8317;p101"/>
          <p:cNvSpPr txBox="1"/>
          <p:nvPr/>
        </p:nvSpPr>
        <p:spPr>
          <a:xfrm>
            <a:off x="2052357" y="58914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8318" name="Google Shape;8318;p101"/>
          <p:cNvSpPr txBox="1"/>
          <p:nvPr/>
        </p:nvSpPr>
        <p:spPr>
          <a:xfrm>
            <a:off x="2020607" y="5597805"/>
            <a:ext cx="1177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sp>
        <p:nvSpPr>
          <p:cNvPr id="8319" name="Google Shape;8319;p101"/>
          <p:cNvSpPr txBox="1"/>
          <p:nvPr/>
        </p:nvSpPr>
        <p:spPr>
          <a:xfrm>
            <a:off x="6124855" y="1962523"/>
            <a:ext cx="12334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20" name="Google Shape;8320;p101"/>
          <p:cNvGrpSpPr/>
          <p:nvPr/>
        </p:nvGrpSpPr>
        <p:grpSpPr>
          <a:xfrm flipH="1">
            <a:off x="5890932" y="3667405"/>
            <a:ext cx="400050" cy="152400"/>
            <a:chOff x="3228" y="1776"/>
            <a:chExt cx="252" cy="96"/>
          </a:xfrm>
        </p:grpSpPr>
        <p:cxnSp>
          <p:nvCxnSpPr>
            <p:cNvPr id="8321" name="Google Shape;8321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2" name="Google Shape;8322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3" name="Google Shape;8323;p101"/>
          <p:cNvGrpSpPr/>
          <p:nvPr/>
        </p:nvGrpSpPr>
        <p:grpSpPr>
          <a:xfrm rot="10800000">
            <a:off x="6043332" y="3143530"/>
            <a:ext cx="400050" cy="152400"/>
            <a:chOff x="3228" y="1776"/>
            <a:chExt cx="252" cy="96"/>
          </a:xfrm>
        </p:grpSpPr>
        <p:cxnSp>
          <p:nvCxnSpPr>
            <p:cNvPr id="8324" name="Google Shape;8324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5" name="Google Shape;8325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6" name="Google Shape;8326;p101"/>
          <p:cNvGrpSpPr/>
          <p:nvPr/>
        </p:nvGrpSpPr>
        <p:grpSpPr>
          <a:xfrm rot="10800000">
            <a:off x="8143595" y="3834092"/>
            <a:ext cx="400050" cy="152400"/>
            <a:chOff x="3228" y="1776"/>
            <a:chExt cx="252" cy="96"/>
          </a:xfrm>
        </p:grpSpPr>
        <p:cxnSp>
          <p:nvCxnSpPr>
            <p:cNvPr id="8327" name="Google Shape;8327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28" name="Google Shape;8328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29" name="Google Shape;8329;p101"/>
          <p:cNvGrpSpPr/>
          <p:nvPr/>
        </p:nvGrpSpPr>
        <p:grpSpPr>
          <a:xfrm flipH="1" rot="10800000">
            <a:off x="7319682" y="3853142"/>
            <a:ext cx="295275" cy="114300"/>
            <a:chOff x="3228" y="1776"/>
            <a:chExt cx="252" cy="96"/>
          </a:xfrm>
        </p:grpSpPr>
        <p:cxnSp>
          <p:nvCxnSpPr>
            <p:cNvPr id="8330" name="Google Shape;8330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1" name="Google Shape;8331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32" name="Google Shape;8332;p101"/>
          <p:cNvGrpSpPr/>
          <p:nvPr/>
        </p:nvGrpSpPr>
        <p:grpSpPr>
          <a:xfrm rot="-10390311">
            <a:off x="7591145" y="3195917"/>
            <a:ext cx="452437" cy="57150"/>
            <a:chOff x="3228" y="1776"/>
            <a:chExt cx="252" cy="96"/>
          </a:xfrm>
        </p:grpSpPr>
        <p:cxnSp>
          <p:nvCxnSpPr>
            <p:cNvPr id="8333" name="Google Shape;8333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4" name="Google Shape;8334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35" name="Google Shape;8335;p101"/>
          <p:cNvGrpSpPr/>
          <p:nvPr/>
        </p:nvGrpSpPr>
        <p:grpSpPr>
          <a:xfrm>
            <a:off x="6733895" y="3400705"/>
            <a:ext cx="295275" cy="114300"/>
            <a:chOff x="3228" y="1776"/>
            <a:chExt cx="252" cy="96"/>
          </a:xfrm>
        </p:grpSpPr>
        <p:cxnSp>
          <p:nvCxnSpPr>
            <p:cNvPr id="8336" name="Google Shape;8336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7" name="Google Shape;8337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38" name="Google Shape;8338;p101"/>
          <p:cNvGrpSpPr/>
          <p:nvPr/>
        </p:nvGrpSpPr>
        <p:grpSpPr>
          <a:xfrm flipH="1">
            <a:off x="7372070" y="3400705"/>
            <a:ext cx="295275" cy="114300"/>
            <a:chOff x="3228" y="1776"/>
            <a:chExt cx="252" cy="96"/>
          </a:xfrm>
        </p:grpSpPr>
        <p:cxnSp>
          <p:nvCxnSpPr>
            <p:cNvPr id="8339" name="Google Shape;8339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0" name="Google Shape;8340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41" name="Google Shape;8341;p101"/>
          <p:cNvGrpSpPr/>
          <p:nvPr/>
        </p:nvGrpSpPr>
        <p:grpSpPr>
          <a:xfrm>
            <a:off x="5786157" y="5348567"/>
            <a:ext cx="295275" cy="114300"/>
            <a:chOff x="3228" y="1776"/>
            <a:chExt cx="252" cy="96"/>
          </a:xfrm>
        </p:grpSpPr>
        <p:cxnSp>
          <p:nvCxnSpPr>
            <p:cNvPr id="8342" name="Google Shape;8342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3" name="Google Shape;8343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44" name="Google Shape;8344;p101"/>
          <p:cNvGrpSpPr/>
          <p:nvPr/>
        </p:nvGrpSpPr>
        <p:grpSpPr>
          <a:xfrm flipH="1">
            <a:off x="6424332" y="5348567"/>
            <a:ext cx="295275" cy="114300"/>
            <a:chOff x="3228" y="1776"/>
            <a:chExt cx="252" cy="96"/>
          </a:xfrm>
        </p:grpSpPr>
        <p:cxnSp>
          <p:nvCxnSpPr>
            <p:cNvPr id="8345" name="Google Shape;8345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6" name="Google Shape;8346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47" name="Google Shape;8347;p101"/>
          <p:cNvGrpSpPr/>
          <p:nvPr/>
        </p:nvGrpSpPr>
        <p:grpSpPr>
          <a:xfrm>
            <a:off x="4019270" y="5705755"/>
            <a:ext cx="295275" cy="114300"/>
            <a:chOff x="3228" y="1776"/>
            <a:chExt cx="252" cy="96"/>
          </a:xfrm>
        </p:grpSpPr>
        <p:cxnSp>
          <p:nvCxnSpPr>
            <p:cNvPr id="8348" name="Google Shape;8348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9" name="Google Shape;8349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50" name="Google Shape;8350;p101"/>
          <p:cNvGrpSpPr/>
          <p:nvPr/>
        </p:nvGrpSpPr>
        <p:grpSpPr>
          <a:xfrm flipH="1">
            <a:off x="4657445" y="5705755"/>
            <a:ext cx="295275" cy="114300"/>
            <a:chOff x="3228" y="1776"/>
            <a:chExt cx="252" cy="96"/>
          </a:xfrm>
        </p:grpSpPr>
        <p:cxnSp>
          <p:nvCxnSpPr>
            <p:cNvPr id="8351" name="Google Shape;8351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2" name="Google Shape;8352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53" name="Google Shape;8353;p101"/>
          <p:cNvGrpSpPr/>
          <p:nvPr/>
        </p:nvGrpSpPr>
        <p:grpSpPr>
          <a:xfrm rot="10800000">
            <a:off x="4862232" y="5410480"/>
            <a:ext cx="295275" cy="114300"/>
            <a:chOff x="3228" y="1776"/>
            <a:chExt cx="252" cy="96"/>
          </a:xfrm>
        </p:grpSpPr>
        <p:cxnSp>
          <p:nvCxnSpPr>
            <p:cNvPr id="8354" name="Google Shape;8354;p101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5" name="Google Shape;8355;p101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8356" name="Google Shape;8356;p101"/>
          <p:cNvSpPr txBox="1"/>
          <p:nvPr/>
        </p:nvSpPr>
        <p:spPr>
          <a:xfrm>
            <a:off x="881342" y="3666845"/>
            <a:ext cx="15954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68.80.2.0/24</a:t>
            </a:r>
            <a:endParaRPr/>
          </a:p>
        </p:txBody>
      </p:sp>
      <p:grpSp>
        <p:nvGrpSpPr>
          <p:cNvPr id="8357" name="Google Shape;8357;p101"/>
          <p:cNvGrpSpPr/>
          <p:nvPr/>
        </p:nvGrpSpPr>
        <p:grpSpPr>
          <a:xfrm>
            <a:off x="849686" y="1873155"/>
            <a:ext cx="1473201" cy="1119188"/>
            <a:chOff x="135" y="833"/>
            <a:chExt cx="928" cy="705"/>
          </a:xfrm>
        </p:grpSpPr>
        <p:grpSp>
          <p:nvGrpSpPr>
            <p:cNvPr id="8358" name="Google Shape;8358;p101"/>
            <p:cNvGrpSpPr/>
            <p:nvPr/>
          </p:nvGrpSpPr>
          <p:grpSpPr>
            <a:xfrm>
              <a:off x="135" y="833"/>
              <a:ext cx="928" cy="705"/>
              <a:chOff x="135" y="833"/>
              <a:chExt cx="928" cy="705"/>
            </a:xfrm>
          </p:grpSpPr>
          <p:sp>
            <p:nvSpPr>
              <p:cNvPr id="8359" name="Google Shape;8359;p101"/>
              <p:cNvSpPr/>
              <p:nvPr/>
            </p:nvSpPr>
            <p:spPr>
              <a:xfrm>
                <a:off x="135" y="836"/>
                <a:ext cx="928" cy="702"/>
              </a:xfrm>
              <a:custGeom>
                <a:rect b="b" l="l" r="r" t="t"/>
                <a:pathLst>
                  <a:path extrusionOk="0" h="10000" w="10000">
                    <a:moveTo>
                      <a:pt x="9330" y="10000"/>
                    </a:moveTo>
                    <a:cubicBezTo>
                      <a:pt x="6768" y="8563"/>
                      <a:pt x="6152" y="7769"/>
                      <a:pt x="0" y="6170"/>
                    </a:cubicBezTo>
                    <a:lnTo>
                      <a:pt x="7582" y="6096"/>
                    </a:lnTo>
                    <a:cubicBezTo>
                      <a:pt x="7547" y="3488"/>
                      <a:pt x="7633" y="2608"/>
                      <a:pt x="7597" y="0"/>
                    </a:cubicBezTo>
                    <a:cubicBezTo>
                      <a:pt x="8698" y="5472"/>
                      <a:pt x="8887" y="5795"/>
                      <a:pt x="9987" y="7243"/>
                    </a:cubicBezTo>
                    <a:cubicBezTo>
                      <a:pt x="10122" y="8001"/>
                      <a:pt x="9194" y="9242"/>
                      <a:pt x="9330" y="1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BFBFBF"/>
                  </a:gs>
                </a:gsLst>
                <a:lin ang="12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60" name="Google Shape;8360;p101"/>
              <p:cNvGrpSpPr/>
              <p:nvPr/>
            </p:nvGrpSpPr>
            <p:grpSpPr>
              <a:xfrm>
                <a:off x="148" y="840"/>
                <a:ext cx="694" cy="432"/>
                <a:chOff x="2579" y="1533"/>
                <a:chExt cx="1078" cy="507"/>
              </a:xfrm>
            </p:grpSpPr>
            <p:pic>
              <p:nvPicPr>
                <p:cNvPr id="8361" name="Google Shape;8361;p10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2579" y="1533"/>
                  <a:ext cx="1078" cy="50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62" name="Google Shape;8362;p101"/>
                <p:cNvSpPr/>
                <p:nvPr/>
              </p:nvSpPr>
              <p:spPr>
                <a:xfrm>
                  <a:off x="2633" y="1580"/>
                  <a:ext cx="957" cy="41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63" name="Google Shape;8363;p101"/>
              <p:cNvSpPr/>
              <p:nvPr/>
            </p:nvSpPr>
            <p:spPr>
              <a:xfrm>
                <a:off x="146" y="833"/>
                <a:ext cx="696" cy="439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64" name="Google Shape;8364;p101"/>
            <p:cNvSpPr txBox="1"/>
            <p:nvPr/>
          </p:nvSpPr>
          <p:spPr>
            <a:xfrm>
              <a:off x="233" y="938"/>
              <a:ext cx="513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browser</a:t>
              </a:r>
              <a:endParaRPr/>
            </a:p>
          </p:txBody>
        </p:sp>
      </p:grpSp>
      <p:grpSp>
        <p:nvGrpSpPr>
          <p:cNvPr id="8365" name="Google Shape;8365;p101"/>
          <p:cNvGrpSpPr/>
          <p:nvPr/>
        </p:nvGrpSpPr>
        <p:grpSpPr>
          <a:xfrm>
            <a:off x="7299045" y="2164042"/>
            <a:ext cx="358775" cy="623888"/>
            <a:chOff x="4140" y="429"/>
            <a:chExt cx="1425" cy="2396"/>
          </a:xfrm>
        </p:grpSpPr>
        <p:sp>
          <p:nvSpPr>
            <p:cNvPr id="8366" name="Google Shape;8366;p10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7" name="Google Shape;8367;p101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8" name="Google Shape;8368;p10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9" name="Google Shape;8369;p10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0" name="Google Shape;8370;p101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1" name="Google Shape;8371;p10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372" name="Google Shape;8372;p10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3" name="Google Shape;8373;p101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74" name="Google Shape;8374;p101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75" name="Google Shape;8375;p101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376" name="Google Shape;8376;p101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7" name="Google Shape;8377;p101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78" name="Google Shape;8378;p101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9" name="Google Shape;8379;p10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80" name="Google Shape;8380;p101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381" name="Google Shape;8381;p101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2" name="Google Shape;8382;p101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3" name="Google Shape;8383;p10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84" name="Google Shape;8384;p10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385" name="Google Shape;8385;p10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6" name="Google Shape;8386;p101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87" name="Google Shape;8387;p101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8" name="Google Shape;8388;p10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9" name="Google Shape;8389;p10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0" name="Google Shape;8390;p101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1" name="Google Shape;8391;p10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2" name="Google Shape;8392;p10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3" name="Google Shape;8393;p101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4" name="Google Shape;8394;p101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5" name="Google Shape;8395;p101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6" name="Google Shape;8396;p101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7" name="Google Shape;8397;p101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8" name="Google Shape;8398;p101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399" name="Google Shape;8399;p10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0" name="Google Shape;8400;p10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01" name="Google Shape;8401;p101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402" name="Google Shape;8402;p10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3" name="Google Shape;8403;p10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4" name="Google Shape;8404;p10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5" name="Google Shape;8405;p10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06" name="Google Shape;8406;p101"/>
          <p:cNvGrpSpPr/>
          <p:nvPr/>
        </p:nvGrpSpPr>
        <p:grpSpPr>
          <a:xfrm>
            <a:off x="5430426" y="3270309"/>
            <a:ext cx="853832" cy="472456"/>
            <a:chOff x="7493876" y="2774731"/>
            <a:chExt cx="1481958" cy="894622"/>
          </a:xfrm>
        </p:grpSpPr>
        <p:sp>
          <p:nvSpPr>
            <p:cNvPr id="8407" name="Google Shape;8407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08" name="Google Shape;8408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09" name="Google Shape;8409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0" name="Google Shape;8410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1" name="Google Shape;8411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2" name="Google Shape;8412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3" name="Google Shape;8413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14" name="Google Shape;8414;p101"/>
          <p:cNvGrpSpPr/>
          <p:nvPr/>
        </p:nvGrpSpPr>
        <p:grpSpPr>
          <a:xfrm>
            <a:off x="6752719" y="3019298"/>
            <a:ext cx="853832" cy="472456"/>
            <a:chOff x="7493876" y="2774731"/>
            <a:chExt cx="1481958" cy="894622"/>
          </a:xfrm>
        </p:grpSpPr>
        <p:sp>
          <p:nvSpPr>
            <p:cNvPr id="8415" name="Google Shape;8415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16" name="Google Shape;8416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17" name="Google Shape;8417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8" name="Google Shape;8418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9" name="Google Shape;8419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0" name="Google Shape;8420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1" name="Google Shape;8421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22" name="Google Shape;8422;p101"/>
          <p:cNvGrpSpPr/>
          <p:nvPr/>
        </p:nvGrpSpPr>
        <p:grpSpPr>
          <a:xfrm>
            <a:off x="7496789" y="3749923"/>
            <a:ext cx="853832" cy="472456"/>
            <a:chOff x="7493876" y="2774731"/>
            <a:chExt cx="1481958" cy="894622"/>
          </a:xfrm>
        </p:grpSpPr>
        <p:sp>
          <p:nvSpPr>
            <p:cNvPr id="8423" name="Google Shape;8423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24" name="Google Shape;8424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25" name="Google Shape;8425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26" name="Google Shape;8426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7" name="Google Shape;8427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8" name="Google Shape;8428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9" name="Google Shape;8429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30" name="Google Shape;8430;p101"/>
          <p:cNvGrpSpPr/>
          <p:nvPr/>
        </p:nvGrpSpPr>
        <p:grpSpPr>
          <a:xfrm>
            <a:off x="4139507" y="5298141"/>
            <a:ext cx="809010" cy="502026"/>
            <a:chOff x="7493876" y="2774731"/>
            <a:chExt cx="1481958" cy="894622"/>
          </a:xfrm>
        </p:grpSpPr>
        <p:sp>
          <p:nvSpPr>
            <p:cNvPr id="8431" name="Google Shape;8431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32" name="Google Shape;8432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33" name="Google Shape;8433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34" name="Google Shape;8434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5" name="Google Shape;8435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6" name="Google Shape;8436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7" name="Google Shape;8437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38" name="Google Shape;8438;p101"/>
          <p:cNvGrpSpPr/>
          <p:nvPr/>
        </p:nvGrpSpPr>
        <p:grpSpPr>
          <a:xfrm>
            <a:off x="5872016" y="4978459"/>
            <a:ext cx="809010" cy="502026"/>
            <a:chOff x="7493876" y="2774731"/>
            <a:chExt cx="1481958" cy="894622"/>
          </a:xfrm>
        </p:grpSpPr>
        <p:sp>
          <p:nvSpPr>
            <p:cNvPr id="8439" name="Google Shape;8439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40" name="Google Shape;8440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41" name="Google Shape;8441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42" name="Google Shape;8442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3" name="Google Shape;8443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4" name="Google Shape;8444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5" name="Google Shape;8445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46" name="Google Shape;8446;p101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447" name="Google Shape;8447;p101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448" name="Google Shape;8448;p101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449" name="Google Shape;8449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50" name="Google Shape;8450;p101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451" name="Google Shape;8451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52" name="Google Shape;8452;p101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3" name="Google Shape;8453;p101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4" name="Google Shape;8454;p101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5" name="Google Shape;8455;p101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6" name="Google Shape;8456;p101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7" name="Google Shape;8457;p101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58" name="Google Shape;8458;p101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459" name="Google Shape;8459;p101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0" name="Google Shape;8460;p101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1" name="Google Shape;8461;p101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2" name="Google Shape;8462;p101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3" name="Google Shape;8463;p10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4" name="Google Shape;8464;p101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65" name="Google Shape;8465;p101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6" name="Google Shape;8466;p101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7" name="Google Shape;8467;p101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8" name="Google Shape;8468;p101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9" name="Google Shape;8469;p101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0" name="Google Shape;8470;p101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71" name="Google Shape;8471;p101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472" name="Google Shape;8472;p101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473" name="Google Shape;8473;p10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74" name="Google Shape;8474;p10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75" name="Google Shape;8475;p10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76" name="Google Shape;8476;p10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7" name="Google Shape;8477;p10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8" name="Google Shape;8478;p10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9" name="Google Shape;8479;p10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80" name="Google Shape;8480;p101"/>
          <p:cNvSpPr/>
          <p:nvPr/>
        </p:nvSpPr>
        <p:spPr>
          <a:xfrm>
            <a:off x="685800" y="2756646"/>
            <a:ext cx="1313330" cy="511526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FFFFF">
                  <a:alpha val="66666"/>
                </a:srgbClr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81" name="Google Shape;8481;p101"/>
          <p:cNvGrpSpPr/>
          <p:nvPr/>
        </p:nvGrpSpPr>
        <p:grpSpPr>
          <a:xfrm>
            <a:off x="1373964" y="4541734"/>
            <a:ext cx="1607995" cy="1127080"/>
            <a:chOff x="1373964" y="4541734"/>
            <a:chExt cx="1607995" cy="1127080"/>
          </a:xfrm>
        </p:grpSpPr>
        <p:sp>
          <p:nvSpPr>
            <p:cNvPr id="8482" name="Google Shape;8482;p101"/>
            <p:cNvSpPr txBox="1"/>
            <p:nvPr/>
          </p:nvSpPr>
          <p:spPr>
            <a:xfrm>
              <a:off x="1373964" y="4541734"/>
              <a:ext cx="8901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web page</a:t>
              </a:r>
              <a:endParaRPr/>
            </a:p>
          </p:txBody>
        </p:sp>
        <p:sp>
          <p:nvSpPr>
            <p:cNvPr id="8483" name="Google Shape;8483;p101"/>
            <p:cNvSpPr/>
            <p:nvPr/>
          </p:nvSpPr>
          <p:spPr>
            <a:xfrm>
              <a:off x="1450329" y="4799922"/>
              <a:ext cx="1531630" cy="868892"/>
            </a:xfrm>
            <a:custGeom>
              <a:rect b="b" l="l" r="r" t="t"/>
              <a:pathLst>
                <a:path extrusionOk="0" h="10000" w="10000">
                  <a:moveTo>
                    <a:pt x="9927" y="10000"/>
                  </a:moveTo>
                  <a:cubicBezTo>
                    <a:pt x="7231" y="9836"/>
                    <a:pt x="6474" y="9595"/>
                    <a:pt x="0" y="9182"/>
                  </a:cubicBezTo>
                  <a:lnTo>
                    <a:pt x="8245" y="8883"/>
                  </a:lnTo>
                  <a:cubicBezTo>
                    <a:pt x="8212" y="5538"/>
                    <a:pt x="8387" y="3345"/>
                    <a:pt x="8352" y="0"/>
                  </a:cubicBezTo>
                  <a:cubicBezTo>
                    <a:pt x="8852" y="3416"/>
                    <a:pt x="8942" y="4239"/>
                    <a:pt x="10000" y="6096"/>
                  </a:cubicBezTo>
                  <a:cubicBezTo>
                    <a:pt x="9991" y="7928"/>
                    <a:pt x="9934" y="8700"/>
                    <a:pt x="9927" y="10000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BFBFBF"/>
                </a:gs>
              </a:gsLst>
              <a:lin ang="129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84" name="Google Shape;8484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84743" y="4817138"/>
              <a:ext cx="1243012" cy="768350"/>
            </a:xfrm>
            <a:prstGeom prst="rect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485" name="Google Shape;8485;p101"/>
          <p:cNvGrpSpPr/>
          <p:nvPr/>
        </p:nvGrpSpPr>
        <p:grpSpPr>
          <a:xfrm>
            <a:off x="2957232" y="5059642"/>
            <a:ext cx="358775" cy="623888"/>
            <a:chOff x="4140" y="429"/>
            <a:chExt cx="1425" cy="2396"/>
          </a:xfrm>
        </p:grpSpPr>
        <p:sp>
          <p:nvSpPr>
            <p:cNvPr id="8486" name="Google Shape;8486;p10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7" name="Google Shape;8487;p101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8" name="Google Shape;8488;p10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9" name="Google Shape;8489;p10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0" name="Google Shape;8490;p101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1" name="Google Shape;8491;p10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492" name="Google Shape;8492;p10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3" name="Google Shape;8493;p101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4" name="Google Shape;8494;p101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95" name="Google Shape;8495;p101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496" name="Google Shape;8496;p101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7" name="Google Shape;8497;p101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8" name="Google Shape;8498;p101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9" name="Google Shape;8499;p10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0" name="Google Shape;8500;p101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501" name="Google Shape;8501;p101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2" name="Google Shape;8502;p101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03" name="Google Shape;8503;p10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4" name="Google Shape;8504;p10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505" name="Google Shape;8505;p10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6" name="Google Shape;8506;p101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07" name="Google Shape;8507;p101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8" name="Google Shape;8508;p10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9" name="Google Shape;8509;p10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0" name="Google Shape;8510;p101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1" name="Google Shape;8511;p10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2" name="Google Shape;8512;p10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3" name="Google Shape;8513;p101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4" name="Google Shape;8514;p101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5" name="Google Shape;8515;p101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6" name="Google Shape;8516;p101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7" name="Google Shape;8517;p101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18" name="Google Shape;8518;p101"/>
          <p:cNvSpPr txBox="1"/>
          <p:nvPr/>
        </p:nvSpPr>
        <p:spPr>
          <a:xfrm>
            <a:off x="8877300" y="18335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client attaches to network …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19" name="Google Shape;8519;p101"/>
          <p:cNvSpPr txBox="1"/>
          <p:nvPr/>
        </p:nvSpPr>
        <p:spPr>
          <a:xfrm>
            <a:off x="8877300" y="3179763"/>
            <a:ext cx="2878418" cy="1316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69875" lvl="0" marL="4000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requests web page: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www.google.com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78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20" name="Google Shape;8520;p101"/>
          <p:cNvSpPr txBox="1"/>
          <p:nvPr/>
        </p:nvSpPr>
        <p:spPr>
          <a:xfrm>
            <a:off x="8737600" y="1181100"/>
            <a:ext cx="1651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scenario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8521" name="Google Shape;8521;p101"/>
          <p:cNvGrpSpPr/>
          <p:nvPr/>
        </p:nvGrpSpPr>
        <p:grpSpPr>
          <a:xfrm>
            <a:off x="9296400" y="4451350"/>
            <a:ext cx="2425700" cy="1612900"/>
            <a:chOff x="9296400" y="4451350"/>
            <a:chExt cx="2425700" cy="1612900"/>
          </a:xfrm>
        </p:grpSpPr>
        <p:pic>
          <p:nvPicPr>
            <p:cNvPr descr="A picture containing table, drawing&#10;&#10;Description automatically generated" id="8522" name="Google Shape;8522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09200" y="4451350"/>
              <a:ext cx="1612900" cy="1612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23" name="Google Shape;8523;p101"/>
            <p:cNvSpPr txBox="1"/>
            <p:nvPr/>
          </p:nvSpPr>
          <p:spPr>
            <a:xfrm>
              <a:off x="9296400" y="4744591"/>
              <a:ext cx="1492716" cy="1077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Sounds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simple!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7" name="Shape 8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8" name="Google Shape;8528;p102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8529" name="Google Shape;852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30" name="Google Shape;8530;p102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31" name="Google Shape;8531;p102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2" name="Google Shape;8532;p102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3" name="Google Shape;8533;p102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34" name="Google Shape;8534;p102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35" name="Google Shape;8535;p102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36" name="Google Shape;8536;p102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537" name="Google Shape;8537;p10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8" name="Google Shape;8538;p10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39" name="Google Shape;8539;p10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540" name="Google Shape;8540;p10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1" name="Google Shape;8541;p10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2" name="Google Shape;8542;p10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3" name="Google Shape;8543;p10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44" name="Google Shape;8544;p102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545" name="Google Shape;8545;p102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546" name="Google Shape;8546;p102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547" name="Google Shape;8547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8" name="Google Shape;8548;p102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549" name="Google Shape;8549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0" name="Google Shape;8550;p102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1" name="Google Shape;8551;p102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2" name="Google Shape;8552;p102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3" name="Google Shape;8553;p102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4" name="Google Shape;8554;p102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5" name="Google Shape;8555;p102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56" name="Google Shape;8556;p102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557" name="Google Shape;8557;p102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8" name="Google Shape;8558;p102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9" name="Google Shape;8559;p102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0" name="Google Shape;8560;p102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1" name="Google Shape;8561;p102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2" name="Google Shape;8562;p102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563" name="Google Shape;8563;p102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4" name="Google Shape;8564;p102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5" name="Google Shape;8565;p102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6" name="Google Shape;8566;p102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7" name="Google Shape;8567;p102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8" name="Google Shape;8568;p102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69" name="Google Shape;8569;p102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570" name="Google Shape;8570;p102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571" name="Google Shape;857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72" name="Google Shape;857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73" name="Google Shape;857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74" name="Google Shape;857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5" name="Google Shape;857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6" name="Google Shape;857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7" name="Google Shape;857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578" name="Google Shape;8578;p102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8579" name="Google Shape;8579;p102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sp>
        <p:nvSpPr>
          <p:cNvPr id="8580" name="Google Shape;8580;p102"/>
          <p:cNvSpPr txBox="1"/>
          <p:nvPr/>
        </p:nvSpPr>
        <p:spPr>
          <a:xfrm>
            <a:off x="5158160" y="1377950"/>
            <a:ext cx="6691630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connecting laptop needs to get its own IP address, addr of first-hop router, addr of DNS server: use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</a:t>
            </a:r>
            <a:endParaRPr/>
          </a:p>
        </p:txBody>
      </p:sp>
      <p:grpSp>
        <p:nvGrpSpPr>
          <p:cNvPr id="8581" name="Google Shape;8581;p102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8582" name="Google Shape;8582;p102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83" name="Google Shape;8583;p102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584" name="Google Shape;8584;p102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5" name="Google Shape;8585;p102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586" name="Google Shape;8586;p102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7" name="Google Shape;8587;p102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8" name="Google Shape;8588;p102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589" name="Google Shape;8589;p102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590" name="Google Shape;8590;p102"/>
          <p:cNvGrpSpPr/>
          <p:nvPr/>
        </p:nvGrpSpPr>
        <p:grpSpPr>
          <a:xfrm>
            <a:off x="641723" y="1411287"/>
            <a:ext cx="544513" cy="244475"/>
            <a:chOff x="844" y="3337"/>
            <a:chExt cx="343" cy="154"/>
          </a:xfrm>
        </p:grpSpPr>
        <p:sp>
          <p:nvSpPr>
            <p:cNvPr id="8591" name="Google Shape;8591;p102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2" name="Google Shape;8592;p102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grpSp>
        <p:nvGrpSpPr>
          <p:cNvPr id="8593" name="Google Shape;8593;p102"/>
          <p:cNvGrpSpPr/>
          <p:nvPr/>
        </p:nvGrpSpPr>
        <p:grpSpPr>
          <a:xfrm>
            <a:off x="187698" y="1430337"/>
            <a:ext cx="1081088" cy="1166813"/>
            <a:chOff x="42" y="744"/>
            <a:chExt cx="681" cy="735"/>
          </a:xfrm>
        </p:grpSpPr>
        <p:grpSp>
          <p:nvGrpSpPr>
            <p:cNvPr id="8594" name="Google Shape;8594;p102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8595" name="Google Shape;8595;p102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596" name="Google Shape;8596;p102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597" name="Google Shape;8597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8" name="Google Shape;8598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599" name="Google Shape;8599;p102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0" name="Google Shape;8600;p102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01" name="Google Shape;8601;p102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602" name="Google Shape;8602;p10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603" name="Google Shape;8603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4" name="Google Shape;8604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605" name="Google Shape;8605;p10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606" name="Google Shape;8606;p10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7" name="Google Shape;8607;p10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08" name="Google Shape;8608;p10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609" name="Google Shape;8609;p102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0" name="Google Shape;8610;p102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11" name="Google Shape;8611;p102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612" name="Google Shape;8612;p102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613" name="Google Shape;8613;p102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614" name="Google Shape;8614;p102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615" name="Google Shape;8615;p102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16" name="Google Shape;8616;p102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617" name="Google Shape;8617;p102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618" name="Google Shape;8618;p10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19" name="Google Shape;8619;p102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620" name="Google Shape;8620;p102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1" name="Google Shape;8621;p102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22" name="Google Shape;8622;p10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3" name="Google Shape;8623;p102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4" name="Google Shape;8624;p102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25" name="Google Shape;8625;p102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6" name="Google Shape;8626;p102"/>
          <p:cNvGrpSpPr/>
          <p:nvPr/>
        </p:nvGrpSpPr>
        <p:grpSpPr>
          <a:xfrm>
            <a:off x="771898" y="2638425"/>
            <a:ext cx="1081088" cy="244475"/>
            <a:chOff x="504" y="3523"/>
            <a:chExt cx="681" cy="154"/>
          </a:xfrm>
        </p:grpSpPr>
        <p:grpSp>
          <p:nvGrpSpPr>
            <p:cNvPr id="8627" name="Google Shape;8627;p102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8628" name="Google Shape;8628;p102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8629" name="Google Shape;8629;p10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630" name="Google Shape;8630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1" name="Google Shape;8631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632" name="Google Shape;8632;p10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633" name="Google Shape;8633;p10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4" name="Google Shape;8634;p10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635" name="Google Shape;8635;p102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6" name="Google Shape;8636;p102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37" name="Google Shape;8637;p102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8" name="Google Shape;8638;p102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9" name="Google Shape;8639;p102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0" name="Google Shape;8640;p102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8641" name="Google Shape;8641;p102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42" name="Google Shape;8642;p102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643" name="Google Shape;8643;p102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4" name="Google Shape;8644;p102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645" name="Google Shape;8645;p102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6" name="Google Shape;8646;p102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7" name="Google Shape;8647;p102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648" name="Google Shape;8648;p102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649" name="Google Shape;8649;p102"/>
          <p:cNvGrpSpPr/>
          <p:nvPr/>
        </p:nvGrpSpPr>
        <p:grpSpPr>
          <a:xfrm>
            <a:off x="460748" y="3230562"/>
            <a:ext cx="1081088" cy="1217613"/>
            <a:chOff x="1404" y="3105"/>
            <a:chExt cx="681" cy="767"/>
          </a:xfrm>
        </p:grpSpPr>
        <p:grpSp>
          <p:nvGrpSpPr>
            <p:cNvPr id="8650" name="Google Shape;8650;p102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8651" name="Google Shape;8651;p102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652" name="Google Shape;8652;p102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653" name="Google Shape;8653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4" name="Google Shape;8654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655" name="Google Shape;8655;p102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6" name="Google Shape;8656;p102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57" name="Google Shape;8657;p102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658" name="Google Shape;8658;p102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659" name="Google Shape;8659;p102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0" name="Google Shape;8660;p102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661" name="Google Shape;8661;p102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662" name="Google Shape;8662;p102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3" name="Google Shape;8663;p102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664" name="Google Shape;8664;p102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665" name="Google Shape;8665;p102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66" name="Google Shape;8666;p102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67" name="Google Shape;8667;p102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668" name="Google Shape;8668;p102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669" name="Google Shape;8669;p102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670" name="Google Shape;8670;p102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671" name="Google Shape;8671;p102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72" name="Google Shape;8672;p102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673" name="Google Shape;8673;p102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674" name="Google Shape;8674;p102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675" name="Google Shape;8675;p102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676" name="Google Shape;8676;p102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7" name="Google Shape;8677;p102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78" name="Google Shape;8678;p102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79" name="Google Shape;8679;p102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80" name="Google Shape;8680;p102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81" name="Google Shape;8681;p102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82" name="Google Shape;8682;p102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683" name="Google Shape;8683;p102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84" name="Google Shape;8684;p102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8685" name="Google Shape;8685;p102"/>
          <p:cNvGrpSpPr/>
          <p:nvPr/>
        </p:nvGrpSpPr>
        <p:grpSpPr>
          <a:xfrm>
            <a:off x="924298" y="3427412"/>
            <a:ext cx="544513" cy="244475"/>
            <a:chOff x="844" y="3337"/>
            <a:chExt cx="343" cy="154"/>
          </a:xfrm>
        </p:grpSpPr>
        <p:sp>
          <p:nvSpPr>
            <p:cNvPr id="8686" name="Google Shape;8686;p102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7" name="Google Shape;8687;p102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8688" name="Google Shape;8688;p102"/>
          <p:cNvSpPr/>
          <p:nvPr/>
        </p:nvSpPr>
        <p:spPr>
          <a:xfrm>
            <a:off x="5158161" y="2817812"/>
            <a:ext cx="6365968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request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encapsulated</a:t>
            </a:r>
            <a:r>
              <a:rPr lang="en-US" sz="2800">
                <a:solidFill>
                  <a:srgbClr val="3333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IP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encapsulated in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802.3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9" name="Google Shape;8689;p102"/>
          <p:cNvSpPr/>
          <p:nvPr/>
        </p:nvSpPr>
        <p:spPr>
          <a:xfrm>
            <a:off x="5156572" y="4229100"/>
            <a:ext cx="6573673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frame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(dest: FFFFFFFFFFFF) on LAN, received at router running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8690" name="Google Shape;8690;p102"/>
          <p:cNvSpPr/>
          <p:nvPr/>
        </p:nvSpPr>
        <p:spPr>
          <a:xfrm>
            <a:off x="5154985" y="5565775"/>
            <a:ext cx="6541416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demuxed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IP demuxed, UDP demuxed to DHCP </a:t>
            </a:r>
            <a:endParaRPr/>
          </a:p>
        </p:txBody>
      </p:sp>
      <p:grpSp>
        <p:nvGrpSpPr>
          <p:cNvPr id="8691" name="Google Shape;8691;p102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8692" name="Google Shape;8692;p10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3" name="Google Shape;8693;p102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4" name="Google Shape;8694;p10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5" name="Google Shape;8695;p10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6" name="Google Shape;8696;p102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697" name="Google Shape;8697;p102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698" name="Google Shape;8698;p102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9" name="Google Shape;8699;p102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00" name="Google Shape;8700;p102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1" name="Google Shape;8701;p102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702" name="Google Shape;8702;p102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3" name="Google Shape;8703;p102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04" name="Google Shape;8704;p102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5" name="Google Shape;8705;p102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6" name="Google Shape;8706;p102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707" name="Google Shape;8707;p102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8" name="Google Shape;8708;p102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09" name="Google Shape;8709;p10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10" name="Google Shape;8710;p102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711" name="Google Shape;8711;p102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2" name="Google Shape;8712;p102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713" name="Google Shape;8713;p102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4" name="Google Shape;8714;p10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5" name="Google Shape;8715;p10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6" name="Google Shape;8716;p102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7" name="Google Shape;8717;p10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8" name="Google Shape;8718;p102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9" name="Google Shape;8719;p102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0" name="Google Shape;8720;p102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1" name="Google Shape;8721;p102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2" name="Google Shape;8722;p102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3" name="Google Shape;8723;p102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7" name="Shape 8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8" name="Google Shape;8728;p103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day in the life: connecting to the Internet</a:t>
            </a:r>
            <a:endParaRPr/>
          </a:p>
        </p:txBody>
      </p:sp>
      <p:sp>
        <p:nvSpPr>
          <p:cNvPr id="8729" name="Google Shape;8729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30" name="Google Shape;8730;p103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31" name="Google Shape;8731;p103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2" name="Google Shape;8732;p103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3" name="Google Shape;8733;p103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34" name="Google Shape;8734;p103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5" name="Google Shape;8735;p103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736" name="Google Shape;8736;p103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737" name="Google Shape;8737;p10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8" name="Google Shape;8738;p10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39" name="Google Shape;8739;p103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740" name="Google Shape;8740;p10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1" name="Google Shape;8741;p10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2" name="Google Shape;8742;p10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3" name="Google Shape;8743;p10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44" name="Google Shape;8744;p103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45" name="Google Shape;8745;p103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746" name="Google Shape;8746;p103"/>
          <p:cNvGrpSpPr/>
          <p:nvPr/>
        </p:nvGrpSpPr>
        <p:grpSpPr>
          <a:xfrm>
            <a:off x="1905000" y="2501153"/>
            <a:ext cx="954696" cy="842220"/>
            <a:chOff x="7432700" y="2327293"/>
            <a:chExt cx="534987" cy="414882"/>
          </a:xfrm>
        </p:grpSpPr>
        <p:pic>
          <p:nvPicPr>
            <p:cNvPr descr="antenna_stylized" id="8747" name="Google Shape;8747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8748" name="Google Shape;8748;p10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49" name="Google Shape;8749;p103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750" name="Google Shape;8750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1" name="Google Shape;8751;p103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2" name="Google Shape;8752;p103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3" name="Google Shape;8753;p103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4" name="Google Shape;8754;p103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5" name="Google Shape;8755;p103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6" name="Google Shape;8756;p103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57" name="Google Shape;8757;p103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758" name="Google Shape;8758;p103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9" name="Google Shape;8759;p103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0" name="Google Shape;8760;p103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1" name="Google Shape;8761;p103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2" name="Google Shape;8762;p103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3" name="Google Shape;8763;p103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64" name="Google Shape;8764;p103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5" name="Google Shape;8765;p103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6" name="Google Shape;8766;p103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7" name="Google Shape;8767;p103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8" name="Google Shape;8768;p103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9" name="Google Shape;8769;p103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70" name="Google Shape;8770;p103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771" name="Google Shape;8771;p103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772" name="Google Shape;8772;p10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73" name="Google Shape;8773;p10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74" name="Google Shape;8774;p10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75" name="Google Shape;8775;p10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6" name="Google Shape;8776;p10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7" name="Google Shape;8777;p10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8" name="Google Shape;8778;p10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779" name="Google Shape;8779;p103"/>
          <p:cNvSpPr txBox="1"/>
          <p:nvPr/>
        </p:nvSpPr>
        <p:spPr>
          <a:xfrm>
            <a:off x="2528047" y="4464423"/>
            <a:ext cx="1351524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</a:t>
            </a:r>
            <a:endParaRPr/>
          </a:p>
        </p:txBody>
      </p:sp>
      <p:sp>
        <p:nvSpPr>
          <p:cNvPr id="8780" name="Google Shape;8780;p103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client</a:t>
            </a:r>
            <a:endParaRPr/>
          </a:p>
        </p:txBody>
      </p:sp>
      <p:grpSp>
        <p:nvGrpSpPr>
          <p:cNvPr id="8781" name="Google Shape;8781;p103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8782" name="Google Shape;8782;p103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83" name="Google Shape;8783;p103"/>
            <p:cNvGrpSpPr/>
            <p:nvPr/>
          </p:nvGrpSpPr>
          <p:grpSpPr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8784" name="Google Shape;8784;p103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5" name="Google Shape;8785;p103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786" name="Google Shape;8786;p103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7" name="Google Shape;8787;p103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8" name="Google Shape;8788;p103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9" name="Google Shape;8789;p103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790" name="Google Shape;8790;p103"/>
          <p:cNvGrpSpPr/>
          <p:nvPr/>
        </p:nvGrpSpPr>
        <p:grpSpPr>
          <a:xfrm>
            <a:off x="1598986" y="3330575"/>
            <a:ext cx="1316037" cy="1314450"/>
            <a:chOff x="931" y="1941"/>
            <a:chExt cx="829" cy="828"/>
          </a:xfrm>
        </p:grpSpPr>
        <p:sp>
          <p:nvSpPr>
            <p:cNvPr id="8791" name="Google Shape;8791;p103"/>
            <p:cNvSpPr/>
            <p:nvPr/>
          </p:nvSpPr>
          <p:spPr>
            <a:xfrm>
              <a:off x="1424" y="1965"/>
              <a:ext cx="336" cy="801"/>
            </a:xfrm>
            <a:custGeom>
              <a:rect b="b" l="l" r="r" t="t"/>
              <a:pathLst>
                <a:path extrusionOk="0" h="801" w="55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92" name="Google Shape;8792;p103"/>
            <p:cNvGrpSpPr/>
            <p:nvPr/>
          </p:nvGrpSpPr>
          <p:grpSpPr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8793" name="Google Shape;8793;p103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4" name="Google Shape;8794;p103"/>
              <p:cNvSpPr txBox="1"/>
              <p:nvPr/>
            </p:nvSpPr>
            <p:spPr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795" name="Google Shape;8795;p103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6" name="Google Shape;8796;p103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7" name="Google Shape;8797;p103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8" name="Google Shape;8798;p103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799" name="Google Shape;8799;p103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8800" name="Google Shape;8800;p10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1" name="Google Shape;8801;p103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2" name="Google Shape;8802;p10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3" name="Google Shape;8803;p10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4" name="Google Shape;8804;p103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05" name="Google Shape;8805;p103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806" name="Google Shape;8806;p103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7" name="Google Shape;8807;p103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08" name="Google Shape;8808;p103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09" name="Google Shape;8809;p103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8810" name="Google Shape;8810;p103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1" name="Google Shape;8811;p103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12" name="Google Shape;8812;p103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3" name="Google Shape;8813;p103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4" name="Google Shape;8814;p103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8815" name="Google Shape;8815;p103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6" name="Google Shape;8816;p103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17" name="Google Shape;8817;p10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8" name="Google Shape;8818;p103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8819" name="Google Shape;8819;p103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0" name="Google Shape;8820;p103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21" name="Google Shape;8821;p103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2" name="Google Shape;8822;p10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3" name="Google Shape;8823;p10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4" name="Google Shape;8824;p103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5" name="Google Shape;8825;p10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6" name="Google Shape;8826;p103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7" name="Google Shape;8827;p103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8" name="Google Shape;8828;p103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9" name="Google Shape;8829;p103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0" name="Google Shape;8830;p103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1" name="Google Shape;8831;p103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32" name="Google Shape;8832;p103"/>
          <p:cNvSpPr txBox="1"/>
          <p:nvPr/>
        </p:nvSpPr>
        <p:spPr>
          <a:xfrm>
            <a:off x="5231672" y="1504912"/>
            <a:ext cx="6548848" cy="1573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DHCP server formulates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DHCP ACK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containing client’s IP address, IP address of first-hop router for client, name &amp; IP address of DNS server</a:t>
            </a:r>
            <a:endParaRPr/>
          </a:p>
          <a:p>
            <a:pPr indent="-1651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33" name="Google Shape;8833;p103"/>
          <p:cNvGrpSpPr/>
          <p:nvPr/>
        </p:nvGrpSpPr>
        <p:grpSpPr>
          <a:xfrm>
            <a:off x="379319" y="3300692"/>
            <a:ext cx="1081088" cy="1166813"/>
            <a:chOff x="42" y="744"/>
            <a:chExt cx="681" cy="735"/>
          </a:xfrm>
        </p:grpSpPr>
        <p:grpSp>
          <p:nvGrpSpPr>
            <p:cNvPr id="8834" name="Google Shape;8834;p103"/>
            <p:cNvGrpSpPr/>
            <p:nvPr/>
          </p:nvGrpSpPr>
          <p:grpSpPr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8835" name="Google Shape;8835;p103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836" name="Google Shape;8836;p103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37" name="Google Shape;8837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38" name="Google Shape;8838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839" name="Google Shape;8839;p103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40" name="Google Shape;8840;p103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41" name="Google Shape;8841;p103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842" name="Google Shape;8842;p103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43" name="Google Shape;8843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44" name="Google Shape;8844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845" name="Google Shape;8845;p103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46" name="Google Shape;8846;p10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47" name="Google Shape;8847;p10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848" name="Google Shape;8848;p103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49" name="Google Shape;8849;p103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50" name="Google Shape;8850;p103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51" name="Google Shape;8851;p103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852" name="Google Shape;8852;p103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853" name="Google Shape;8853;p103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854" name="Google Shape;8854;p103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855" name="Google Shape;8855;p103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56" name="Google Shape;8856;p103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857" name="Google Shape;8857;p103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858" name="Google Shape;8858;p103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859" name="Google Shape;8859;p103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860" name="Google Shape;8860;p103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61" name="Google Shape;8861;p103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862" name="Google Shape;8862;p103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3" name="Google Shape;8863;p103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64" name="Google Shape;8864;p103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865" name="Google Shape;8865;p103"/>
            <p:cNvSpPr/>
            <p:nvPr/>
          </p:nvSpPr>
          <p:spPr>
            <a:xfrm>
              <a:off x="384" y="744"/>
              <a:ext cx="240" cy="735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66" name="Google Shape;8866;p103"/>
          <p:cNvGrpSpPr/>
          <p:nvPr/>
        </p:nvGrpSpPr>
        <p:grpSpPr>
          <a:xfrm>
            <a:off x="476157" y="4386542"/>
            <a:ext cx="1081087" cy="244475"/>
            <a:chOff x="504" y="3523"/>
            <a:chExt cx="681" cy="154"/>
          </a:xfrm>
        </p:grpSpPr>
        <p:grpSp>
          <p:nvGrpSpPr>
            <p:cNvPr id="8867" name="Google Shape;8867;p103"/>
            <p:cNvGrpSpPr/>
            <p:nvPr/>
          </p:nvGrpSpPr>
          <p:grpSpPr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8868" name="Google Shape;8868;p103"/>
              <p:cNvGrpSpPr/>
              <p:nvPr/>
            </p:nvGrpSpPr>
            <p:grpSpPr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8869" name="Google Shape;8869;p103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70" name="Google Shape;8870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71" name="Google Shape;8871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872" name="Google Shape;8872;p103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73" name="Google Shape;8873;p10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74" name="Google Shape;8874;p10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875" name="Google Shape;8875;p103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6" name="Google Shape;8876;p103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77" name="Google Shape;8877;p103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8" name="Google Shape;8878;p103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9" name="Google Shape;8879;p103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0" name="Google Shape;8880;p103"/>
          <p:cNvGrpSpPr/>
          <p:nvPr/>
        </p:nvGrpSpPr>
        <p:grpSpPr>
          <a:xfrm>
            <a:off x="179014" y="1480949"/>
            <a:ext cx="1081087" cy="1217612"/>
            <a:chOff x="1404" y="3105"/>
            <a:chExt cx="681" cy="767"/>
          </a:xfrm>
        </p:grpSpPr>
        <p:grpSp>
          <p:nvGrpSpPr>
            <p:cNvPr id="8881" name="Google Shape;8881;p103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8882" name="Google Shape;8882;p103"/>
              <p:cNvGrpSpPr/>
              <p:nvPr/>
            </p:nvGrpSpPr>
            <p:grpSpPr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8883" name="Google Shape;8883;p103"/>
                <p:cNvGrpSpPr/>
                <p:nvPr/>
              </p:nvGrpSpPr>
              <p:grpSpPr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8884" name="Google Shape;8884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85" name="Google Shape;8885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sp>
              <p:nvSpPr>
                <p:cNvPr id="8886" name="Google Shape;8886;p103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87" name="Google Shape;8887;p103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88" name="Google Shape;8888;p103"/>
              <p:cNvGrpSpPr/>
              <p:nvPr/>
            </p:nvGrpSpPr>
            <p:grpSpPr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8889" name="Google Shape;8889;p103"/>
                <p:cNvGrpSpPr/>
                <p:nvPr/>
              </p:nvGrpSpPr>
              <p:grpSpPr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8890" name="Google Shape;8890;p103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91" name="Google Shape;8891;p103"/>
                  <p:cNvSpPr txBox="1"/>
                  <p:nvPr/>
                </p:nvSpPr>
                <p:spPr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DHCP</a:t>
                    </a:r>
                    <a:endParaRPr/>
                  </a:p>
                </p:txBody>
              </p:sp>
            </p:grpSp>
            <p:grpSp>
              <p:nvGrpSpPr>
                <p:cNvPr id="8892" name="Google Shape;8892;p103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8893" name="Google Shape;8893;p103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94" name="Google Shape;8894;p103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8895" name="Google Shape;8895;p103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8896" name="Google Shape;8896;p103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897" name="Google Shape;8897;p103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98" name="Google Shape;8898;p103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8899" name="Google Shape;8899;p103"/>
                <p:cNvGrpSpPr/>
                <p:nvPr/>
              </p:nvGrpSpPr>
              <p:grpSpPr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8900" name="Google Shape;8900;p103"/>
                  <p:cNvGrpSpPr/>
                  <p:nvPr/>
                </p:nvGrpSpPr>
                <p:grpSpPr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8901" name="Google Shape;8901;p103"/>
                    <p:cNvGrpSpPr/>
                    <p:nvPr/>
                  </p:nvGrpSpPr>
                  <p:grpSpPr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8902" name="Google Shape;8902;p103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903" name="Google Shape;8903;p103"/>
                      <p:cNvSpPr txBox="1"/>
                      <p:nvPr/>
                    </p:nvSpPr>
                    <p:spPr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DHCP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8904" name="Google Shape;8904;p103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8905" name="Google Shape;8905;p103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8906" name="Google Shape;8906;p103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8907" name="Google Shape;8907;p103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08" name="Google Shape;8908;p103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909" name="Google Shape;8909;p103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0" name="Google Shape;8910;p103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11" name="Google Shape;8911;p103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912" name="Google Shape;8912;p103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13" name="Google Shape;8913;p103"/>
            <p:cNvGrpSpPr/>
            <p:nvPr/>
          </p:nvGrpSpPr>
          <p:grpSpPr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8914" name="Google Shape;8914;p103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5" name="Google Shape;8915;p103"/>
              <p:cNvSpPr txBox="1"/>
              <p:nvPr/>
            </p:nvSpPr>
            <p:spPr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DHCP</a:t>
                </a:r>
                <a:endParaRPr/>
              </a:p>
            </p:txBody>
          </p:sp>
        </p:grpSp>
      </p:grpSp>
      <p:grpSp>
        <p:nvGrpSpPr>
          <p:cNvPr id="8916" name="Google Shape;8916;p103"/>
          <p:cNvGrpSpPr/>
          <p:nvPr/>
        </p:nvGrpSpPr>
        <p:grpSpPr>
          <a:xfrm>
            <a:off x="830169" y="3326092"/>
            <a:ext cx="544513" cy="244475"/>
            <a:chOff x="844" y="3337"/>
            <a:chExt cx="343" cy="154"/>
          </a:xfrm>
        </p:grpSpPr>
        <p:sp>
          <p:nvSpPr>
            <p:cNvPr id="8917" name="Google Shape;8917;p103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8" name="Google Shape;8918;p103"/>
            <p:cNvSpPr txBox="1"/>
            <p:nvPr/>
          </p:nvSpPr>
          <p:spPr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DHCP</a:t>
              </a:r>
              <a:endParaRPr/>
            </a:p>
          </p:txBody>
        </p:sp>
      </p:grpSp>
      <p:sp>
        <p:nvSpPr>
          <p:cNvPr id="8919" name="Google Shape;8919;p103"/>
          <p:cNvSpPr/>
          <p:nvPr/>
        </p:nvSpPr>
        <p:spPr>
          <a:xfrm>
            <a:off x="5207223" y="3162580"/>
            <a:ext cx="6530667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encapsulation at DHCP server, frame forwarded (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 learning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through LAN, demultiplexing at client</a:t>
            </a:r>
            <a:endParaRPr/>
          </a:p>
          <a:p>
            <a:pPr indent="-24384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0" name="Google Shape;8920;p103"/>
          <p:cNvSpPr txBox="1"/>
          <p:nvPr/>
        </p:nvSpPr>
        <p:spPr>
          <a:xfrm>
            <a:off x="1998687" y="5515572"/>
            <a:ext cx="811093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Client now has IP address, knows name &amp; addr of DNS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server, IP address of its first-hop router</a:t>
            </a:r>
            <a:endParaRPr/>
          </a:p>
        </p:txBody>
      </p:sp>
      <p:sp>
        <p:nvSpPr>
          <p:cNvPr id="8921" name="Google Shape;8921;p103"/>
          <p:cNvSpPr/>
          <p:nvPr/>
        </p:nvSpPr>
        <p:spPr>
          <a:xfrm>
            <a:off x="5229766" y="4655782"/>
            <a:ext cx="653066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DHCP client receives DHCP ACK reply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5" name="Shape 8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6" name="Google Shape;8926;p104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900"/>
              <a:t>A day in the life… ARP  </a:t>
            </a:r>
            <a:r>
              <a:rPr lang="en-US" sz="4000"/>
              <a:t>(before DNS, before HTTP)</a:t>
            </a:r>
            <a:endParaRPr/>
          </a:p>
        </p:txBody>
      </p:sp>
      <p:sp>
        <p:nvSpPr>
          <p:cNvPr id="8927" name="Google Shape;8927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28" name="Google Shape;8928;p104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29" name="Google Shape;8929;p104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0" name="Google Shape;8930;p104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1" name="Google Shape;8931;p104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32" name="Google Shape;8932;p104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3" name="Google Shape;8933;p104"/>
          <p:cNvCxnSpPr/>
          <p:nvPr/>
        </p:nvCxnSpPr>
        <p:spPr>
          <a:xfrm flipH="1" rot="10800000">
            <a:off x="3670020" y="4087905"/>
            <a:ext cx="512015" cy="18116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934" name="Google Shape;8934;p104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8935" name="Google Shape;8935;p10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6" name="Google Shape;8936;p10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37" name="Google Shape;8937;p10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938" name="Google Shape;8938;p10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9" name="Google Shape;8939;p10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0" name="Google Shape;8940;p10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1" name="Google Shape;8941;p10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42" name="Google Shape;8942;p104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943" name="Google Shape;8943;p104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944" name="Google Shape;8944;p104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8945" name="Google Shape;8945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6" name="Google Shape;8946;p104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8947" name="Google Shape;8947;p10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48" name="Google Shape;8948;p104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9" name="Google Shape;8949;p104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0" name="Google Shape;8950;p104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1" name="Google Shape;8951;p104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2" name="Google Shape;8952;p104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3" name="Google Shape;8953;p104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54" name="Google Shape;8954;p104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8955" name="Google Shape;8955;p104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6" name="Google Shape;8956;p104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7" name="Google Shape;8957;p104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8" name="Google Shape;8958;p104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9" name="Google Shape;8959;p104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0" name="Google Shape;8960;p104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961" name="Google Shape;8961;p104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2" name="Google Shape;8962;p104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3" name="Google Shape;8963;p104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4" name="Google Shape;8964;p104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5" name="Google Shape;8965;p104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6" name="Google Shape;8966;p104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67" name="Google Shape;8967;p104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968" name="Google Shape;8968;p104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8969" name="Google Shape;8969;p10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70" name="Google Shape;8970;p10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71" name="Google Shape;8971;p10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72" name="Google Shape;8972;p10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3" name="Google Shape;8973;p10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4" name="Google Shape;8974;p10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5" name="Google Shape;8975;p10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976" name="Google Shape;8976;p104"/>
          <p:cNvSpPr txBox="1"/>
          <p:nvPr/>
        </p:nvSpPr>
        <p:spPr>
          <a:xfrm>
            <a:off x="2528047" y="4464423"/>
            <a:ext cx="1202765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has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server</a:t>
            </a:r>
            <a:endParaRPr/>
          </a:p>
        </p:txBody>
      </p:sp>
      <p:sp>
        <p:nvSpPr>
          <p:cNvPr id="8977" name="Google Shape;8977;p104"/>
          <p:cNvSpPr txBox="1"/>
          <p:nvPr/>
        </p:nvSpPr>
        <p:spPr>
          <a:xfrm>
            <a:off x="2236695" y="2034987"/>
            <a:ext cx="1661032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ARP client</a:t>
            </a:r>
            <a:endParaRPr/>
          </a:p>
        </p:txBody>
      </p:sp>
      <p:grpSp>
        <p:nvGrpSpPr>
          <p:cNvPr id="8978" name="Google Shape;8978;p104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8979" name="Google Shape;8979;p104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980" name="Google Shape;8980;p104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8981" name="Google Shape;8981;p104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2" name="Google Shape;8982;p104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8983" name="Google Shape;8983;p104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4" name="Google Shape;8984;p104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5" name="Google Shape;8985;p104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86" name="Google Shape;8986;p104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8987" name="Google Shape;8987;p104"/>
          <p:cNvGrpSpPr/>
          <p:nvPr/>
        </p:nvGrpSpPr>
        <p:grpSpPr>
          <a:xfrm>
            <a:off x="1603750" y="3853801"/>
            <a:ext cx="1195388" cy="808687"/>
            <a:chOff x="1603750" y="3853801"/>
            <a:chExt cx="1195388" cy="808687"/>
          </a:xfrm>
        </p:grpSpPr>
        <p:grpSp>
          <p:nvGrpSpPr>
            <p:cNvPr id="8988" name="Google Shape;8988;p104"/>
            <p:cNvGrpSpPr/>
            <p:nvPr/>
          </p:nvGrpSpPr>
          <p:grpSpPr>
            <a:xfrm>
              <a:off x="1603750" y="3883240"/>
              <a:ext cx="1195388" cy="779248"/>
              <a:chOff x="934" y="2316"/>
              <a:chExt cx="753" cy="464"/>
            </a:xfrm>
          </p:grpSpPr>
          <p:sp>
            <p:nvSpPr>
              <p:cNvPr id="8989" name="Google Shape;8989;p104"/>
              <p:cNvSpPr/>
              <p:nvPr/>
            </p:nvSpPr>
            <p:spPr>
              <a:xfrm>
                <a:off x="1424" y="2316"/>
                <a:ext cx="263" cy="441"/>
              </a:xfrm>
              <a:custGeom>
                <a:rect b="b" l="l" r="r" t="t"/>
                <a:pathLst>
                  <a:path extrusionOk="0" h="10000" w="10000">
                    <a:moveTo>
                      <a:pt x="324" y="0"/>
                    </a:moveTo>
                    <a:cubicBezTo>
                      <a:pt x="3883" y="2374"/>
                      <a:pt x="5856" y="3091"/>
                      <a:pt x="10000" y="4764"/>
                    </a:cubicBezTo>
                    <a:lnTo>
                      <a:pt x="139" y="10000"/>
                    </a:lnTo>
                    <a:cubicBezTo>
                      <a:pt x="93" y="8211"/>
                      <a:pt x="46" y="6421"/>
                      <a:pt x="0" y="4632"/>
                    </a:cubicBezTo>
                    <a:lnTo>
                      <a:pt x="324" y="0"/>
                    </a:lnTo>
                    <a:close/>
                  </a:path>
                </a:pathLst>
              </a:custGeom>
              <a:gradFill>
                <a:gsLst>
                  <a:gs pos="0">
                    <a:srgbClr val="BFBFBF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990" name="Google Shape;8990;p104"/>
              <p:cNvGrpSpPr/>
              <p:nvPr/>
            </p:nvGrpSpPr>
            <p:grpSpPr>
              <a:xfrm>
                <a:off x="934" y="2412"/>
                <a:ext cx="497" cy="368"/>
                <a:chOff x="572" y="3425"/>
                <a:chExt cx="497" cy="368"/>
              </a:xfrm>
            </p:grpSpPr>
            <p:sp>
              <p:nvSpPr>
                <p:cNvPr id="8991" name="Google Shape;8991;p104"/>
                <p:cNvSpPr/>
                <p:nvPr/>
              </p:nvSpPr>
              <p:spPr>
                <a:xfrm>
                  <a:off x="576" y="3446"/>
                  <a:ext cx="493" cy="317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92" name="Google Shape;8992;p104"/>
                <p:cNvSpPr txBox="1"/>
                <p:nvPr/>
              </p:nvSpPr>
              <p:spPr>
                <a:xfrm>
                  <a:off x="646" y="3425"/>
                  <a:ext cx="338" cy="3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Eth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Phy</a:t>
                  </a:r>
                  <a:endParaRPr/>
                </a:p>
              </p:txBody>
            </p:sp>
            <p:cxnSp>
              <p:nvCxnSpPr>
                <p:cNvPr id="8993" name="Google Shape;8993;p104"/>
                <p:cNvCxnSpPr/>
                <p:nvPr/>
              </p:nvCxnSpPr>
              <p:spPr>
                <a:xfrm>
                  <a:off x="572" y="3448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994" name="Google Shape;8994;p104"/>
                <p:cNvCxnSpPr/>
                <p:nvPr/>
              </p:nvCxnSpPr>
              <p:spPr>
                <a:xfrm>
                  <a:off x="575" y="3607"/>
                  <a:ext cx="48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8995" name="Google Shape;8995;p104"/>
            <p:cNvGrpSpPr/>
            <p:nvPr/>
          </p:nvGrpSpPr>
          <p:grpSpPr>
            <a:xfrm>
              <a:off x="1610474" y="3853801"/>
              <a:ext cx="850900" cy="261938"/>
              <a:chOff x="187" y="1352"/>
              <a:chExt cx="536" cy="165"/>
            </a:xfrm>
          </p:grpSpPr>
          <p:sp>
            <p:nvSpPr>
              <p:cNvPr id="8996" name="Google Shape;8996;p104"/>
              <p:cNvSpPr/>
              <p:nvPr/>
            </p:nvSpPr>
            <p:spPr>
              <a:xfrm>
                <a:off x="187" y="1365"/>
                <a:ext cx="492" cy="141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7" name="Google Shape;8997;p104"/>
              <p:cNvSpPr txBox="1"/>
              <p:nvPr/>
            </p:nvSpPr>
            <p:spPr>
              <a:xfrm>
                <a:off x="212" y="1352"/>
                <a:ext cx="511" cy="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0" lang="en-US" sz="10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</a:t>
                </a:r>
                <a:r>
                  <a:rPr i="0" lang="en-US" sz="11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ARP</a:t>
                </a:r>
                <a:endParaRPr i="0" sz="1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998" name="Google Shape;8998;p104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8999" name="Google Shape;8999;p10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0" name="Google Shape;9000;p104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1" name="Google Shape;9001;p10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2" name="Google Shape;9002;p10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3" name="Google Shape;9003;p104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04" name="Google Shape;9004;p104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005" name="Google Shape;9005;p104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6" name="Google Shape;9006;p104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07" name="Google Shape;9007;p104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08" name="Google Shape;9008;p104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009" name="Google Shape;9009;p104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0" name="Google Shape;9010;p104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11" name="Google Shape;9011;p104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2" name="Google Shape;9012;p104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13" name="Google Shape;9013;p104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014" name="Google Shape;9014;p104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5" name="Google Shape;9015;p104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16" name="Google Shape;9016;p10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17" name="Google Shape;9017;p104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018" name="Google Shape;9018;p104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9" name="Google Shape;9019;p104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20" name="Google Shape;9020;p104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1" name="Google Shape;9021;p10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2" name="Google Shape;9022;p10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3" name="Google Shape;9023;p104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4" name="Google Shape;9024;p10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5" name="Google Shape;9025;p104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6" name="Google Shape;9026;p104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7" name="Google Shape;9027;p104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8" name="Google Shape;9028;p104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9" name="Google Shape;9029;p104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0" name="Google Shape;9030;p104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31" name="Google Shape;9031;p104"/>
          <p:cNvSpPr txBox="1"/>
          <p:nvPr/>
        </p:nvSpPr>
        <p:spPr>
          <a:xfrm>
            <a:off x="5429671" y="1384207"/>
            <a:ext cx="6323058" cy="1262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sending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r>
              <a:rPr b="1" i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request, need IP address of www.google.com: 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</p:txBody>
      </p:sp>
      <p:grpSp>
        <p:nvGrpSpPr>
          <p:cNvPr id="9032" name="Google Shape;9032;p104"/>
          <p:cNvGrpSpPr/>
          <p:nvPr/>
        </p:nvGrpSpPr>
        <p:grpSpPr>
          <a:xfrm>
            <a:off x="188913" y="1412782"/>
            <a:ext cx="762000" cy="876300"/>
            <a:chOff x="177" y="729"/>
            <a:chExt cx="480" cy="552"/>
          </a:xfrm>
        </p:grpSpPr>
        <p:grpSp>
          <p:nvGrpSpPr>
            <p:cNvPr id="9033" name="Google Shape;9033;p104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034" name="Google Shape;9034;p104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5" name="Google Shape;9035;p104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036" name="Google Shape;9036;p104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037" name="Google Shape;9037;p104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038" name="Google Shape;9038;p104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9" name="Google Shape;9039;p104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040" name="Google Shape;9040;p104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1" name="Google Shape;9041;p104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2" name="Google Shape;9042;p104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043" name="Google Shape;9043;p104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044" name="Google Shape;9044;p104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5" name="Google Shape;9045;p104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046" name="Google Shape;9046;p104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047" name="Google Shape;9047;p104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8" name="Google Shape;9048;p104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049" name="Google Shape;9049;p104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050" name="Google Shape;9050;p104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1" name="Google Shape;9051;p104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052" name="Google Shape;9052;p104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3" name="Google Shape;9053;p104"/>
          <p:cNvSpPr/>
          <p:nvPr/>
        </p:nvSpPr>
        <p:spPr>
          <a:xfrm>
            <a:off x="5426495" y="2279650"/>
            <a:ext cx="6213373" cy="1306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query created, encapsulated in UDP, encapsulated in IP, encapsulated in Eth.  To send frame to router, need MAC address of router interface: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4" name="Google Shape;9054;p104"/>
          <p:cNvSpPr/>
          <p:nvPr/>
        </p:nvSpPr>
        <p:spPr>
          <a:xfrm>
            <a:off x="5417905" y="3769753"/>
            <a:ext cx="6509636" cy="1563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query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broadcast, received by router, which replies with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ARP reply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giving MAC address of router interface</a:t>
            </a:r>
            <a:endParaRPr/>
          </a:p>
        </p:txBody>
      </p:sp>
      <p:sp>
        <p:nvSpPr>
          <p:cNvPr id="9055" name="Google Shape;9055;p104"/>
          <p:cNvSpPr/>
          <p:nvPr/>
        </p:nvSpPr>
        <p:spPr>
          <a:xfrm>
            <a:off x="5403056" y="4906495"/>
            <a:ext cx="5806890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 now knows MAC address of first hop router, so can now send frame containing DNS query </a:t>
            </a:r>
            <a:endParaRPr/>
          </a:p>
        </p:txBody>
      </p:sp>
      <p:grpSp>
        <p:nvGrpSpPr>
          <p:cNvPr id="9056" name="Google Shape;9056;p104"/>
          <p:cNvGrpSpPr/>
          <p:nvPr/>
        </p:nvGrpSpPr>
        <p:grpSpPr>
          <a:xfrm>
            <a:off x="0" y="2123982"/>
            <a:ext cx="1081088" cy="244475"/>
            <a:chOff x="76" y="2296"/>
            <a:chExt cx="681" cy="154"/>
          </a:xfrm>
        </p:grpSpPr>
        <p:sp>
          <p:nvSpPr>
            <p:cNvPr id="9057" name="Google Shape;9057;p104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8" name="Google Shape;9058;p104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9" name="Google Shape;9059;p104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0" name="Google Shape;9060;p104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1" name="Google Shape;9061;p104"/>
            <p:cNvSpPr txBox="1"/>
            <p:nvPr/>
          </p:nvSpPr>
          <p:spPr>
            <a:xfrm>
              <a:off x="182" y="2296"/>
              <a:ext cx="501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query</a:t>
              </a:r>
              <a:endParaRPr/>
            </a:p>
          </p:txBody>
        </p:sp>
      </p:grpSp>
      <p:grpSp>
        <p:nvGrpSpPr>
          <p:cNvPr id="9062" name="Google Shape;9062;p104"/>
          <p:cNvGrpSpPr/>
          <p:nvPr/>
        </p:nvGrpSpPr>
        <p:grpSpPr>
          <a:xfrm>
            <a:off x="1271961" y="1949449"/>
            <a:ext cx="444500" cy="244475"/>
            <a:chOff x="161" y="1354"/>
            <a:chExt cx="280" cy="154"/>
          </a:xfrm>
        </p:grpSpPr>
        <p:sp>
          <p:nvSpPr>
            <p:cNvPr id="9063" name="Google Shape;9063;p104"/>
            <p:cNvSpPr/>
            <p:nvPr/>
          </p:nvSpPr>
          <p:spPr>
            <a:xfrm>
              <a:off x="192" y="1365"/>
              <a:ext cx="228" cy="14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4" name="Google Shape;9064;p104"/>
            <p:cNvSpPr txBox="1"/>
            <p:nvPr/>
          </p:nvSpPr>
          <p:spPr>
            <a:xfrm>
              <a:off x="161" y="1354"/>
              <a:ext cx="280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</a:t>
              </a:r>
              <a:endParaRPr/>
            </a:p>
          </p:txBody>
        </p:sp>
      </p:grpSp>
      <p:grpSp>
        <p:nvGrpSpPr>
          <p:cNvPr id="9065" name="Google Shape;9065;p104"/>
          <p:cNvGrpSpPr/>
          <p:nvPr/>
        </p:nvGrpSpPr>
        <p:grpSpPr>
          <a:xfrm>
            <a:off x="478678" y="4075206"/>
            <a:ext cx="1081088" cy="244475"/>
            <a:chOff x="76" y="2296"/>
            <a:chExt cx="681" cy="154"/>
          </a:xfrm>
        </p:grpSpPr>
        <p:sp>
          <p:nvSpPr>
            <p:cNvPr id="9066" name="Google Shape;9066;p104"/>
            <p:cNvSpPr/>
            <p:nvPr/>
          </p:nvSpPr>
          <p:spPr>
            <a:xfrm>
              <a:off x="76" y="2305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7" name="Google Shape;9067;p104"/>
            <p:cNvSpPr/>
            <p:nvPr/>
          </p:nvSpPr>
          <p:spPr>
            <a:xfrm>
              <a:off x="89" y="2321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8" name="Google Shape;9068;p104"/>
            <p:cNvSpPr/>
            <p:nvPr/>
          </p:nvSpPr>
          <p:spPr>
            <a:xfrm>
              <a:off x="687" y="2320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9" name="Google Shape;9069;p104"/>
            <p:cNvSpPr/>
            <p:nvPr/>
          </p:nvSpPr>
          <p:spPr>
            <a:xfrm>
              <a:off x="195" y="2319"/>
              <a:ext cx="480" cy="112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F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0" name="Google Shape;9070;p104"/>
            <p:cNvSpPr txBox="1"/>
            <p:nvPr/>
          </p:nvSpPr>
          <p:spPr>
            <a:xfrm>
              <a:off x="182" y="2296"/>
              <a:ext cx="47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ARP reply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4" name="Shape 9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5" name="Google Shape;9075;p105"/>
          <p:cNvSpPr txBox="1"/>
          <p:nvPr>
            <p:ph type="title"/>
          </p:nvPr>
        </p:nvSpPr>
        <p:spPr>
          <a:xfrm>
            <a:off x="811306" y="30390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900"/>
              <a:buFont typeface="Calibri"/>
              <a:buNone/>
            </a:pPr>
            <a:r>
              <a:rPr lang="en-US" sz="4900"/>
              <a:t>A day in the life… using DNS</a:t>
            </a:r>
            <a:endParaRPr/>
          </a:p>
        </p:txBody>
      </p:sp>
      <p:sp>
        <p:nvSpPr>
          <p:cNvPr id="9076" name="Google Shape;9076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7" name="Google Shape;9077;p105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8" name="Google Shape;9078;p105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79" name="Google Shape;9079;p105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80" name="Google Shape;9080;p105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081" name="Google Shape;9081;p105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082" name="Google Shape;9082;p105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9083" name="Google Shape;9083;p10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4" name="Google Shape;9084;p10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85" name="Google Shape;9085;p10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086" name="Google Shape;9086;p10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7" name="Google Shape;9087;p10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8" name="Google Shape;9088;p10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89" name="Google Shape;9089;p10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90" name="Google Shape;9090;p105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091" name="Google Shape;9091;p105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092" name="Google Shape;9092;p105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9093" name="Google Shape;9093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4" name="Google Shape;9094;p105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95" name="Google Shape;9095;p10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6" name="Google Shape;9096;p105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7" name="Google Shape;9097;p105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8" name="Google Shape;9098;p105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9" name="Google Shape;9099;p105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0" name="Google Shape;9100;p105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1" name="Google Shape;9101;p105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02" name="Google Shape;9102;p105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103" name="Google Shape;9103;p105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4" name="Google Shape;9104;p105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5" name="Google Shape;9105;p105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6" name="Google Shape;9106;p105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7" name="Google Shape;9107;p105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8" name="Google Shape;9108;p105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09" name="Google Shape;9109;p105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0" name="Google Shape;9110;p105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1" name="Google Shape;9111;p105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2" name="Google Shape;9112;p105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3" name="Google Shape;9113;p105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4" name="Google Shape;9114;p105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15" name="Google Shape;9115;p105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116" name="Google Shape;9116;p105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9117" name="Google Shape;9117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118" name="Google Shape;9118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119" name="Google Shape;9119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120" name="Google Shape;9120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1" name="Google Shape;9121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2" name="Google Shape;9122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3" name="Google Shape;9123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124" name="Google Shape;9124;p105"/>
          <p:cNvGrpSpPr/>
          <p:nvPr/>
        </p:nvGrpSpPr>
        <p:grpSpPr>
          <a:xfrm>
            <a:off x="1316411" y="1330325"/>
            <a:ext cx="1014412" cy="1665288"/>
            <a:chOff x="651" y="681"/>
            <a:chExt cx="639" cy="1049"/>
          </a:xfrm>
        </p:grpSpPr>
        <p:sp>
          <p:nvSpPr>
            <p:cNvPr id="9125" name="Google Shape;9125;p105"/>
            <p:cNvSpPr/>
            <p:nvPr/>
          </p:nvSpPr>
          <p:spPr>
            <a:xfrm>
              <a:off x="662" y="698"/>
              <a:ext cx="628" cy="1032"/>
            </a:xfrm>
            <a:custGeom>
              <a:rect b="b" l="l" r="r" t="t"/>
              <a:pathLst>
                <a:path extrusionOk="0" h="11424" w="10394">
                  <a:moveTo>
                    <a:pt x="8212" y="0"/>
                  </a:moveTo>
                  <a:cubicBezTo>
                    <a:pt x="8939" y="3099"/>
                    <a:pt x="9142" y="6462"/>
                    <a:pt x="10394" y="9298"/>
                  </a:cubicBezTo>
                  <a:lnTo>
                    <a:pt x="9142" y="11424"/>
                  </a:lnTo>
                  <a:cubicBezTo>
                    <a:pt x="6926" y="10028"/>
                    <a:pt x="3047" y="9625"/>
                    <a:pt x="0" y="8726"/>
                  </a:cubicBezTo>
                  <a:lnTo>
                    <a:pt x="7550" y="8306"/>
                  </a:lnTo>
                  <a:cubicBezTo>
                    <a:pt x="7771" y="5537"/>
                    <a:pt x="7991" y="276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/>
                </a:gs>
              </a:gsLst>
              <a:lin ang="72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26" name="Google Shape;9126;p105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127" name="Google Shape;9127;p105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8" name="Google Shape;9128;p105"/>
              <p:cNvSpPr txBox="1"/>
              <p:nvPr/>
            </p:nvSpPr>
            <p:spPr>
              <a:xfrm>
                <a:off x="638" y="2954"/>
                <a:ext cx="388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129" name="Google Shape;9129;p105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0" name="Google Shape;9130;p105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1" name="Google Shape;9131;p105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132" name="Google Shape;9132;p105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133" name="Google Shape;9133;p105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134" name="Google Shape;9134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5" name="Google Shape;9135;p10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6" name="Google Shape;9136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7" name="Google Shape;9137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8" name="Google Shape;9138;p10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39" name="Google Shape;9139;p10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140" name="Google Shape;9140;p10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1" name="Google Shape;9141;p10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2" name="Google Shape;9142;p10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3" name="Google Shape;9143;p10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144" name="Google Shape;9144;p10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5" name="Google Shape;9145;p10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46" name="Google Shape;9146;p10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7" name="Google Shape;9147;p10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48" name="Google Shape;9148;p10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149" name="Google Shape;9149;p10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0" name="Google Shape;9150;p10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1" name="Google Shape;9151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2" name="Google Shape;9152;p10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153" name="Google Shape;9153;p10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4" name="Google Shape;9154;p10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55" name="Google Shape;9155;p10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6" name="Google Shape;9156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7" name="Google Shape;9157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8" name="Google Shape;9158;p10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9" name="Google Shape;9159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0" name="Google Shape;9160;p10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1" name="Google Shape;9161;p10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2" name="Google Shape;9162;p10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3" name="Google Shape;9163;p10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4" name="Google Shape;9164;p10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5" name="Google Shape;9165;p10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6" name="Google Shape;9166;p105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167" name="Google Shape;9167;p105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168" name="Google Shape;9168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9" name="Google Shape;9169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170" name="Google Shape;9170;p105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171" name="Google Shape;9171;p105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172" name="Google Shape;9172;p105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3" name="Google Shape;9173;p105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174" name="Google Shape;9174;p105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5" name="Google Shape;9175;p105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76" name="Google Shape;9176;p105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177" name="Google Shape;9177;p105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178" name="Google Shape;9178;p105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9" name="Google Shape;9179;p105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180" name="Google Shape;9180;p105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181" name="Google Shape;9181;p105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2" name="Google Shape;9182;p105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183" name="Google Shape;9183;p105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184" name="Google Shape;9184;p105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5" name="Google Shape;9185;p105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186" name="Google Shape;9186;p105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87" name="Google Shape;9187;p105"/>
          <p:cNvSpPr/>
          <p:nvPr/>
        </p:nvSpPr>
        <p:spPr>
          <a:xfrm>
            <a:off x="4781672" y="1792392"/>
            <a:ext cx="3494531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8" name="Google Shape;9188;p105"/>
          <p:cNvSpPr txBox="1"/>
          <p:nvPr/>
        </p:nvSpPr>
        <p:spPr>
          <a:xfrm>
            <a:off x="5524500" y="36716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189" name="Google Shape;9189;p105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90" name="Google Shape;9190;p105"/>
          <p:cNvCxnSpPr/>
          <p:nvPr/>
        </p:nvCxnSpPr>
        <p:spPr>
          <a:xfrm flipH="1">
            <a:off x="6949888" y="2731714"/>
            <a:ext cx="260350" cy="2587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1" name="Google Shape;9191;p105"/>
          <p:cNvSpPr txBox="1"/>
          <p:nvPr/>
        </p:nvSpPr>
        <p:spPr>
          <a:xfrm>
            <a:off x="7402326" y="2150782"/>
            <a:ext cx="755335" cy="78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92" name="Google Shape;9192;p105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193" name="Google Shape;9193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4" name="Google Shape;9194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95" name="Google Shape;9195;p105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196" name="Google Shape;9196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97" name="Google Shape;9197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198" name="Google Shape;9198;p105"/>
          <p:cNvGrpSpPr/>
          <p:nvPr/>
        </p:nvGrpSpPr>
        <p:grpSpPr>
          <a:xfrm rot="10800000">
            <a:off x="7888101" y="3793751"/>
            <a:ext cx="400050" cy="152400"/>
            <a:chOff x="3228" y="1776"/>
            <a:chExt cx="252" cy="96"/>
          </a:xfrm>
        </p:grpSpPr>
        <p:cxnSp>
          <p:nvCxnSpPr>
            <p:cNvPr id="9199" name="Google Shape;9199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0" name="Google Shape;9200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01" name="Google Shape;9201;p105"/>
          <p:cNvGrpSpPr/>
          <p:nvPr/>
        </p:nvGrpSpPr>
        <p:grpSpPr>
          <a:xfrm flipH="1" rot="10800000">
            <a:off x="7064188" y="3812801"/>
            <a:ext cx="295275" cy="114300"/>
            <a:chOff x="3228" y="1776"/>
            <a:chExt cx="252" cy="96"/>
          </a:xfrm>
        </p:grpSpPr>
        <p:cxnSp>
          <p:nvCxnSpPr>
            <p:cNvPr id="9202" name="Google Shape;9202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3" name="Google Shape;9203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04" name="Google Shape;9204;p105"/>
          <p:cNvGrpSpPr/>
          <p:nvPr/>
        </p:nvGrpSpPr>
        <p:grpSpPr>
          <a:xfrm rot="-10390311">
            <a:off x="7335651" y="3155576"/>
            <a:ext cx="452437" cy="57150"/>
            <a:chOff x="3228" y="1776"/>
            <a:chExt cx="252" cy="96"/>
          </a:xfrm>
        </p:grpSpPr>
        <p:cxnSp>
          <p:nvCxnSpPr>
            <p:cNvPr id="9205" name="Google Shape;9205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6" name="Google Shape;9206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07" name="Google Shape;9207;p105"/>
          <p:cNvGrpSpPr/>
          <p:nvPr/>
        </p:nvGrpSpPr>
        <p:grpSpPr>
          <a:xfrm>
            <a:off x="6478401" y="3360364"/>
            <a:ext cx="295275" cy="114300"/>
            <a:chOff x="3228" y="1776"/>
            <a:chExt cx="252" cy="96"/>
          </a:xfrm>
        </p:grpSpPr>
        <p:cxnSp>
          <p:nvCxnSpPr>
            <p:cNvPr id="9208" name="Google Shape;9208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09" name="Google Shape;9209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10" name="Google Shape;9210;p105"/>
          <p:cNvGrpSpPr/>
          <p:nvPr/>
        </p:nvGrpSpPr>
        <p:grpSpPr>
          <a:xfrm flipH="1">
            <a:off x="7116576" y="3360364"/>
            <a:ext cx="295275" cy="114300"/>
            <a:chOff x="3228" y="1776"/>
            <a:chExt cx="252" cy="96"/>
          </a:xfrm>
        </p:grpSpPr>
        <p:cxnSp>
          <p:nvCxnSpPr>
            <p:cNvPr id="9211" name="Google Shape;9211;p105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12" name="Google Shape;9212;p105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213" name="Google Shape;9213;p105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214" name="Google Shape;9214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15" name="Google Shape;9215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16" name="Google Shape;9216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17" name="Google Shape;9217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8" name="Google Shape;9218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9" name="Google Shape;9219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0" name="Google Shape;9220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21" name="Google Shape;9221;p105"/>
          <p:cNvGrpSpPr/>
          <p:nvPr/>
        </p:nvGrpSpPr>
        <p:grpSpPr>
          <a:xfrm>
            <a:off x="6497225" y="2978957"/>
            <a:ext cx="853832" cy="472456"/>
            <a:chOff x="7493876" y="2774731"/>
            <a:chExt cx="1481958" cy="894622"/>
          </a:xfrm>
        </p:grpSpPr>
        <p:sp>
          <p:nvSpPr>
            <p:cNvPr id="9222" name="Google Shape;9222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23" name="Google Shape;9223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24" name="Google Shape;9224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25" name="Google Shape;9225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6" name="Google Shape;9226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7" name="Google Shape;9227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8" name="Google Shape;9228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29" name="Google Shape;9229;p105"/>
          <p:cNvGrpSpPr/>
          <p:nvPr/>
        </p:nvGrpSpPr>
        <p:grpSpPr>
          <a:xfrm>
            <a:off x="7241295" y="3709582"/>
            <a:ext cx="853832" cy="472456"/>
            <a:chOff x="7493876" y="2774731"/>
            <a:chExt cx="1481958" cy="894622"/>
          </a:xfrm>
        </p:grpSpPr>
        <p:sp>
          <p:nvSpPr>
            <p:cNvPr id="9230" name="Google Shape;9230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231" name="Google Shape;9231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232" name="Google Shape;9232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233" name="Google Shape;9233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4" name="Google Shape;9234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5" name="Google Shape;9235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6" name="Google Shape;9236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37" name="Google Shape;9237;p105"/>
          <p:cNvGrpSpPr/>
          <p:nvPr/>
        </p:nvGrpSpPr>
        <p:grpSpPr>
          <a:xfrm>
            <a:off x="605761" y="1183316"/>
            <a:ext cx="460375" cy="244475"/>
            <a:chOff x="844" y="3337"/>
            <a:chExt cx="290" cy="154"/>
          </a:xfrm>
        </p:grpSpPr>
        <p:sp>
          <p:nvSpPr>
            <p:cNvPr id="9238" name="Google Shape;9238;p105"/>
            <p:cNvSpPr/>
            <p:nvPr/>
          </p:nvSpPr>
          <p:spPr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9" name="Google Shape;9239;p105"/>
            <p:cNvSpPr txBox="1"/>
            <p:nvPr/>
          </p:nvSpPr>
          <p:spPr>
            <a:xfrm>
              <a:off x="844" y="3337"/>
              <a:ext cx="285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0" i="0" lang="en-US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DNS</a:t>
              </a:r>
              <a:endParaRPr/>
            </a:p>
          </p:txBody>
        </p:sp>
      </p:grpSp>
      <p:grpSp>
        <p:nvGrpSpPr>
          <p:cNvPr id="9240" name="Google Shape;9240;p105"/>
          <p:cNvGrpSpPr/>
          <p:nvPr/>
        </p:nvGrpSpPr>
        <p:grpSpPr>
          <a:xfrm>
            <a:off x="545436" y="1408741"/>
            <a:ext cx="561975" cy="244475"/>
            <a:chOff x="740" y="3209"/>
            <a:chExt cx="354" cy="154"/>
          </a:xfrm>
        </p:grpSpPr>
        <p:grpSp>
          <p:nvGrpSpPr>
            <p:cNvPr id="9241" name="Google Shape;9241;p105"/>
            <p:cNvGrpSpPr/>
            <p:nvPr/>
          </p:nvGrpSpPr>
          <p:grpSpPr>
            <a:xfrm>
              <a:off x="794" y="3209"/>
              <a:ext cx="290" cy="154"/>
              <a:chOff x="844" y="3337"/>
              <a:chExt cx="290" cy="154"/>
            </a:xfrm>
          </p:grpSpPr>
          <p:sp>
            <p:nvSpPr>
              <p:cNvPr id="9242" name="Google Shape;9242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3" name="Google Shape;9243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9244" name="Google Shape;9244;p105"/>
            <p:cNvSpPr/>
            <p:nvPr/>
          </p:nvSpPr>
          <p:spPr>
            <a:xfrm>
              <a:off x="750" y="3244"/>
              <a:ext cx="88" cy="8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5" name="Google Shape;9245;p105"/>
            <p:cNvSpPr/>
            <p:nvPr/>
          </p:nvSpPr>
          <p:spPr>
            <a:xfrm>
              <a:off x="740" y="3238"/>
              <a:ext cx="354" cy="94"/>
            </a:xfrm>
            <a:prstGeom prst="rect">
              <a:avLst/>
            </a:prstGeom>
            <a:noFill/>
            <a:ln cap="flat" cmpd="sng" w="9525">
              <a:solidFill>
                <a:srgbClr val="00CC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46" name="Google Shape;9246;p105"/>
          <p:cNvGrpSpPr/>
          <p:nvPr/>
        </p:nvGrpSpPr>
        <p:grpSpPr>
          <a:xfrm>
            <a:off x="545436" y="1643691"/>
            <a:ext cx="561975" cy="244475"/>
            <a:chOff x="836" y="3305"/>
            <a:chExt cx="354" cy="154"/>
          </a:xfrm>
        </p:grpSpPr>
        <p:grpSp>
          <p:nvGrpSpPr>
            <p:cNvPr id="9247" name="Google Shape;9247;p105"/>
            <p:cNvGrpSpPr/>
            <p:nvPr/>
          </p:nvGrpSpPr>
          <p:grpSpPr>
            <a:xfrm>
              <a:off x="890" y="3305"/>
              <a:ext cx="290" cy="154"/>
              <a:chOff x="844" y="3337"/>
              <a:chExt cx="290" cy="154"/>
            </a:xfrm>
          </p:grpSpPr>
          <p:sp>
            <p:nvSpPr>
              <p:cNvPr id="9248" name="Google Shape;9248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9" name="Google Shape;9249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250" name="Google Shape;9250;p105"/>
            <p:cNvGrpSpPr/>
            <p:nvPr/>
          </p:nvGrpSpPr>
          <p:grpSpPr>
            <a:xfrm>
              <a:off x="836" y="3334"/>
              <a:ext cx="354" cy="94"/>
              <a:chOff x="836" y="3334"/>
              <a:chExt cx="354" cy="94"/>
            </a:xfrm>
          </p:grpSpPr>
          <p:sp>
            <p:nvSpPr>
              <p:cNvPr id="9251" name="Google Shape;9251;p105"/>
              <p:cNvSpPr/>
              <p:nvPr/>
            </p:nvSpPr>
            <p:spPr>
              <a:xfrm>
                <a:off x="846" y="3340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2" name="Google Shape;9252;p105"/>
              <p:cNvSpPr/>
              <p:nvPr/>
            </p:nvSpPr>
            <p:spPr>
              <a:xfrm>
                <a:off x="836" y="333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253" name="Google Shape;9253;p105"/>
          <p:cNvGrpSpPr/>
          <p:nvPr/>
        </p:nvGrpSpPr>
        <p:grpSpPr>
          <a:xfrm>
            <a:off x="366049" y="1675441"/>
            <a:ext cx="762000" cy="177800"/>
            <a:chOff x="627" y="3377"/>
            <a:chExt cx="480" cy="112"/>
          </a:xfrm>
        </p:grpSpPr>
        <p:sp>
          <p:nvSpPr>
            <p:cNvPr id="9254" name="Google Shape;9254;p105"/>
            <p:cNvSpPr/>
            <p:nvPr/>
          </p:nvSpPr>
          <p:spPr>
            <a:xfrm>
              <a:off x="636" y="3388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5" name="Google Shape;9255;p105"/>
            <p:cNvSpPr/>
            <p:nvPr/>
          </p:nvSpPr>
          <p:spPr>
            <a:xfrm>
              <a:off x="627" y="3377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6" name="Google Shape;9256;p105"/>
          <p:cNvGrpSpPr/>
          <p:nvPr/>
        </p:nvGrpSpPr>
        <p:grpSpPr>
          <a:xfrm>
            <a:off x="170786" y="1907216"/>
            <a:ext cx="1081088" cy="244475"/>
            <a:chOff x="504" y="3523"/>
            <a:chExt cx="681" cy="154"/>
          </a:xfrm>
        </p:grpSpPr>
        <p:grpSp>
          <p:nvGrpSpPr>
            <p:cNvPr id="9257" name="Google Shape;9257;p105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9258" name="Google Shape;9258;p105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9259" name="Google Shape;9259;p105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260" name="Google Shape;9260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61" name="Google Shape;9261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9262" name="Google Shape;9262;p10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263" name="Google Shape;9263;p10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64" name="Google Shape;9264;p10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265" name="Google Shape;9265;p105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6" name="Google Shape;9266;p105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67" name="Google Shape;9267;p105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8" name="Google Shape;9268;p105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9" name="Google Shape;9269;p105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70" name="Google Shape;9270;p105"/>
          <p:cNvSpPr/>
          <p:nvPr/>
        </p:nvSpPr>
        <p:spPr>
          <a:xfrm>
            <a:off x="713711" y="1183316"/>
            <a:ext cx="381000" cy="1166813"/>
          </a:xfrm>
          <a:prstGeom prst="downArrow">
            <a:avLst>
              <a:gd fmla="val 54167" name="adj1"/>
              <a:gd fmla="val 49170" name="adj2"/>
            </a:avLst>
          </a:prstGeom>
          <a:gradFill>
            <a:gsLst>
              <a:gs pos="0">
                <a:srgbClr val="FF0000">
                  <a:alpha val="24705"/>
                </a:srgbClr>
              </a:gs>
              <a:gs pos="100000">
                <a:srgbClr val="FF0000">
                  <a:alpha val="2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71" name="Google Shape;9271;p105"/>
          <p:cNvGrpSpPr/>
          <p:nvPr/>
        </p:nvGrpSpPr>
        <p:grpSpPr>
          <a:xfrm>
            <a:off x="185921" y="2355452"/>
            <a:ext cx="1081088" cy="244475"/>
            <a:chOff x="504" y="3523"/>
            <a:chExt cx="681" cy="154"/>
          </a:xfrm>
        </p:grpSpPr>
        <p:grpSp>
          <p:nvGrpSpPr>
            <p:cNvPr id="9272" name="Google Shape;9272;p105"/>
            <p:cNvGrpSpPr/>
            <p:nvPr/>
          </p:nvGrpSpPr>
          <p:grpSpPr>
            <a:xfrm>
              <a:off x="623" y="3523"/>
              <a:ext cx="480" cy="154"/>
              <a:chOff x="723" y="3453"/>
              <a:chExt cx="480" cy="154"/>
            </a:xfrm>
          </p:grpSpPr>
          <p:grpSp>
            <p:nvGrpSpPr>
              <p:cNvPr id="9273" name="Google Shape;9273;p105"/>
              <p:cNvGrpSpPr/>
              <p:nvPr/>
            </p:nvGrpSpPr>
            <p:grpSpPr>
              <a:xfrm>
                <a:off x="836" y="3453"/>
                <a:ext cx="354" cy="154"/>
                <a:chOff x="836" y="3305"/>
                <a:chExt cx="354" cy="154"/>
              </a:xfrm>
            </p:grpSpPr>
            <p:grpSp>
              <p:nvGrpSpPr>
                <p:cNvPr id="9274" name="Google Shape;9274;p105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275" name="Google Shape;9275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76" name="Google Shape;9276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9277" name="Google Shape;9277;p10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278" name="Google Shape;9278;p10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79" name="Google Shape;9279;p10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280" name="Google Shape;9280;p105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1" name="Google Shape;9281;p105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82" name="Google Shape;9282;p105"/>
            <p:cNvSpPr/>
            <p:nvPr/>
          </p:nvSpPr>
          <p:spPr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3" name="Google Shape;9283;p105"/>
            <p:cNvSpPr/>
            <p:nvPr/>
          </p:nvSpPr>
          <p:spPr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4" name="Google Shape;9284;p105"/>
            <p:cNvSpPr/>
            <p:nvPr/>
          </p:nvSpPr>
          <p:spPr>
            <a:xfrm>
              <a:off x="504" y="3529"/>
              <a:ext cx="681" cy="138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85" name="Google Shape;9285;p105"/>
          <p:cNvSpPr/>
          <p:nvPr/>
        </p:nvSpPr>
        <p:spPr>
          <a:xfrm>
            <a:off x="402783" y="4451462"/>
            <a:ext cx="3216717" cy="130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DNS query forwarded via LAN switch from client to 1</a:t>
            </a:r>
            <a:r>
              <a:rPr baseline="30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hop router</a:t>
            </a:r>
            <a:endParaRPr/>
          </a:p>
        </p:txBody>
      </p:sp>
      <p:sp>
        <p:nvSpPr>
          <p:cNvPr id="9286" name="Google Shape;9286;p105"/>
          <p:cNvSpPr/>
          <p:nvPr/>
        </p:nvSpPr>
        <p:spPr>
          <a:xfrm>
            <a:off x="4396562" y="4626361"/>
            <a:ext cx="5141138" cy="1482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forwarded from campus network into Comcast network, routed (tables created by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RIP, OSPF, IS-IS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and/or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BGP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routing protocols) to DNS server</a:t>
            </a:r>
            <a:endParaRPr/>
          </a:p>
        </p:txBody>
      </p:sp>
      <p:sp>
        <p:nvSpPr>
          <p:cNvPr id="9287" name="Google Shape;9287;p105"/>
          <p:cNvSpPr/>
          <p:nvPr/>
        </p:nvSpPr>
        <p:spPr>
          <a:xfrm>
            <a:off x="8631237" y="1456182"/>
            <a:ext cx="3230563" cy="1292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demuxed to DNS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 replies to client with IP address of www.google.com </a:t>
            </a:r>
            <a:endParaRPr/>
          </a:p>
        </p:txBody>
      </p:sp>
      <p:grpSp>
        <p:nvGrpSpPr>
          <p:cNvPr id="9288" name="Google Shape;9288;p105"/>
          <p:cNvGrpSpPr/>
          <p:nvPr/>
        </p:nvGrpSpPr>
        <p:grpSpPr>
          <a:xfrm>
            <a:off x="5809991" y="1480142"/>
            <a:ext cx="1317624" cy="1314450"/>
            <a:chOff x="931" y="1941"/>
            <a:chExt cx="830" cy="828"/>
          </a:xfrm>
        </p:grpSpPr>
        <p:sp>
          <p:nvSpPr>
            <p:cNvPr id="9289" name="Google Shape;9289;p105"/>
            <p:cNvSpPr/>
            <p:nvPr/>
          </p:nvSpPr>
          <p:spPr>
            <a:xfrm>
              <a:off x="1424" y="1965"/>
              <a:ext cx="337" cy="801"/>
            </a:xfrm>
            <a:custGeom>
              <a:rect b="b" l="l" r="r" t="t"/>
              <a:pathLst>
                <a:path extrusionOk="0" h="10000" w="10024">
                  <a:moveTo>
                    <a:pt x="254" y="0"/>
                  </a:moveTo>
                  <a:cubicBezTo>
                    <a:pt x="3503" y="1673"/>
                    <a:pt x="6158" y="3657"/>
                    <a:pt x="10000" y="5019"/>
                  </a:cubicBezTo>
                  <a:lnTo>
                    <a:pt x="10024" y="6921"/>
                  </a:lnTo>
                  <a:cubicBezTo>
                    <a:pt x="4939" y="8134"/>
                    <a:pt x="3414" y="8974"/>
                    <a:pt x="109" y="10000"/>
                  </a:cubicBezTo>
                  <a:cubicBezTo>
                    <a:pt x="151" y="8893"/>
                    <a:pt x="194" y="7786"/>
                    <a:pt x="236" y="6679"/>
                  </a:cubicBezTo>
                  <a:cubicBezTo>
                    <a:pt x="157" y="5997"/>
                    <a:pt x="79" y="5314"/>
                    <a:pt x="0" y="4632"/>
                  </a:cubicBezTo>
                  <a:cubicBezTo>
                    <a:pt x="85" y="3088"/>
                    <a:pt x="169" y="1544"/>
                    <a:pt x="254" y="0"/>
                  </a:cubicBez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99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290" name="Google Shape;9290;p105"/>
            <p:cNvGrpSpPr/>
            <p:nvPr/>
          </p:nvGrpSpPr>
          <p:grpSpPr>
            <a:xfrm>
              <a:off x="931" y="1941"/>
              <a:ext cx="500" cy="828"/>
              <a:chOff x="569" y="2954"/>
              <a:chExt cx="500" cy="828"/>
            </a:xfrm>
          </p:grpSpPr>
          <p:sp>
            <p:nvSpPr>
              <p:cNvPr id="9291" name="Google Shape;9291;p105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2" name="Google Shape;9292;p105"/>
              <p:cNvSpPr txBox="1"/>
              <p:nvPr/>
            </p:nvSpPr>
            <p:spPr>
              <a:xfrm>
                <a:off x="639" y="2954"/>
                <a:ext cx="385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293" name="Google Shape;9293;p105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4" name="Google Shape;9294;p105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5" name="Google Shape;9295;p105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296" name="Google Shape;9296;p105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297" name="Google Shape;9297;p105"/>
          <p:cNvGrpSpPr/>
          <p:nvPr/>
        </p:nvGrpSpPr>
        <p:grpSpPr>
          <a:xfrm>
            <a:off x="4711442" y="1600792"/>
            <a:ext cx="1081087" cy="1217613"/>
            <a:chOff x="1404" y="3105"/>
            <a:chExt cx="681" cy="767"/>
          </a:xfrm>
        </p:grpSpPr>
        <p:grpSp>
          <p:nvGrpSpPr>
            <p:cNvPr id="9298" name="Google Shape;9298;p105"/>
            <p:cNvGrpSpPr/>
            <p:nvPr/>
          </p:nvGrpSpPr>
          <p:grpSpPr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9299" name="Google Shape;9299;p105"/>
              <p:cNvGrpSpPr/>
              <p:nvPr/>
            </p:nvGrpSpPr>
            <p:grpSpPr>
              <a:xfrm>
                <a:off x="278" y="886"/>
                <a:ext cx="354" cy="154"/>
                <a:chOff x="740" y="3209"/>
                <a:chExt cx="354" cy="154"/>
              </a:xfrm>
            </p:grpSpPr>
            <p:grpSp>
              <p:nvGrpSpPr>
                <p:cNvPr id="9300" name="Google Shape;9300;p105"/>
                <p:cNvGrpSpPr/>
                <p:nvPr/>
              </p:nvGrpSpPr>
              <p:grpSpPr>
                <a:xfrm>
                  <a:off x="794" y="3209"/>
                  <a:ext cx="290" cy="154"/>
                  <a:chOff x="844" y="3337"/>
                  <a:chExt cx="290" cy="154"/>
                </a:xfrm>
              </p:grpSpPr>
              <p:sp>
                <p:nvSpPr>
                  <p:cNvPr id="9301" name="Google Shape;9301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02" name="Google Shape;9302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sp>
              <p:nvSpPr>
                <p:cNvPr id="9303" name="Google Shape;9303;p105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4" name="Google Shape;9304;p105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05" name="Google Shape;9305;p105"/>
              <p:cNvGrpSpPr/>
              <p:nvPr/>
            </p:nvGrpSpPr>
            <p:grpSpPr>
              <a:xfrm>
                <a:off x="278" y="1034"/>
                <a:ext cx="354" cy="154"/>
                <a:chOff x="836" y="3305"/>
                <a:chExt cx="354" cy="154"/>
              </a:xfrm>
            </p:grpSpPr>
            <p:grpSp>
              <p:nvGrpSpPr>
                <p:cNvPr id="9306" name="Google Shape;9306;p105"/>
                <p:cNvGrpSpPr/>
                <p:nvPr/>
              </p:nvGrpSpPr>
              <p:grpSpPr>
                <a:xfrm>
                  <a:off x="890" y="3305"/>
                  <a:ext cx="290" cy="154"/>
                  <a:chOff x="844" y="3337"/>
                  <a:chExt cx="290" cy="154"/>
                </a:xfrm>
              </p:grpSpPr>
              <p:sp>
                <p:nvSpPr>
                  <p:cNvPr id="9307" name="Google Shape;9307;p105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08" name="Google Shape;9308;p105"/>
                  <p:cNvSpPr txBox="1"/>
                  <p:nvPr/>
                </p:nvSpPr>
                <p:spPr>
                  <a:xfrm>
                    <a:off x="844" y="3337"/>
                    <a:ext cx="28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DNS</a:t>
                    </a:r>
                    <a:endParaRPr/>
                  </a:p>
                </p:txBody>
              </p:sp>
            </p:grpSp>
            <p:grpSp>
              <p:nvGrpSpPr>
                <p:cNvPr id="9309" name="Google Shape;9309;p105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310" name="Google Shape;9310;p105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11" name="Google Shape;9311;p105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312" name="Google Shape;9312;p105"/>
              <p:cNvGrpSpPr/>
              <p:nvPr/>
            </p:nvGrpSpPr>
            <p:grpSpPr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9313" name="Google Shape;9313;p105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14" name="Google Shape;9314;p105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315" name="Google Shape;9315;p105"/>
              <p:cNvGrpSpPr/>
              <p:nvPr/>
            </p:nvGrpSpPr>
            <p:grpSpPr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9316" name="Google Shape;9316;p105"/>
                <p:cNvGrpSpPr/>
                <p:nvPr/>
              </p:nvGrpSpPr>
              <p:grpSpPr>
                <a:xfrm>
                  <a:off x="623" y="3523"/>
                  <a:ext cx="480" cy="154"/>
                  <a:chOff x="723" y="3453"/>
                  <a:chExt cx="480" cy="154"/>
                </a:xfrm>
              </p:grpSpPr>
              <p:grpSp>
                <p:nvGrpSpPr>
                  <p:cNvPr id="9317" name="Google Shape;9317;p105"/>
                  <p:cNvGrpSpPr/>
                  <p:nvPr/>
                </p:nvGrpSpPr>
                <p:grpSpPr>
                  <a:xfrm>
                    <a:off x="836" y="3453"/>
                    <a:ext cx="354" cy="154"/>
                    <a:chOff x="836" y="3305"/>
                    <a:chExt cx="354" cy="154"/>
                  </a:xfrm>
                </p:grpSpPr>
                <p:grpSp>
                  <p:nvGrpSpPr>
                    <p:cNvPr id="9318" name="Google Shape;9318;p105"/>
                    <p:cNvGrpSpPr/>
                    <p:nvPr/>
                  </p:nvGrpSpPr>
                  <p:grpSpPr>
                    <a:xfrm>
                      <a:off x="890" y="3305"/>
                      <a:ext cx="290" cy="154"/>
                      <a:chOff x="844" y="3337"/>
                      <a:chExt cx="290" cy="154"/>
                    </a:xfrm>
                  </p:grpSpPr>
                  <p:sp>
                    <p:nvSpPr>
                      <p:cNvPr id="9319" name="Google Shape;9319;p105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320" name="Google Shape;9320;p105"/>
                      <p:cNvSpPr txBox="1"/>
                      <p:nvPr/>
                    </p:nvSpPr>
                    <p:spPr>
                      <a:xfrm>
                        <a:off x="844" y="3337"/>
                        <a:ext cx="28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DNS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9321" name="Google Shape;9321;p105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322" name="Google Shape;9322;p105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323" name="Google Shape;9323;p105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9324" name="Google Shape;9324;p105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25" name="Google Shape;9325;p105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326" name="Google Shape;9326;p105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7" name="Google Shape;9327;p105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28" name="Google Shape;9328;p105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9329" name="Google Shape;9329;p105"/>
            <p:cNvSpPr/>
            <p:nvPr/>
          </p:nvSpPr>
          <p:spPr>
            <a:xfrm rot="10800000">
              <a:off x="1727" y="3105"/>
              <a:ext cx="240" cy="767"/>
            </a:xfrm>
            <a:prstGeom prst="downArrow">
              <a:avLst>
                <a:gd fmla="val 54167" name="adj1"/>
                <a:gd fmla="val 513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30" name="Google Shape;9330;p105"/>
            <p:cNvGrpSpPr/>
            <p:nvPr/>
          </p:nvGrpSpPr>
          <p:grpSpPr>
            <a:xfrm>
              <a:off x="1695" y="3227"/>
              <a:ext cx="290" cy="154"/>
              <a:chOff x="844" y="3337"/>
              <a:chExt cx="290" cy="154"/>
            </a:xfrm>
          </p:grpSpPr>
          <p:sp>
            <p:nvSpPr>
              <p:cNvPr id="9331" name="Google Shape;9331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2" name="Google Shape;9332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</p:grpSp>
      <p:grpSp>
        <p:nvGrpSpPr>
          <p:cNvPr id="9333" name="Google Shape;9333;p105"/>
          <p:cNvGrpSpPr/>
          <p:nvPr/>
        </p:nvGrpSpPr>
        <p:grpSpPr>
          <a:xfrm>
            <a:off x="7043551" y="2123701"/>
            <a:ext cx="358775" cy="623888"/>
            <a:chOff x="4140" y="429"/>
            <a:chExt cx="1425" cy="2396"/>
          </a:xfrm>
        </p:grpSpPr>
        <p:sp>
          <p:nvSpPr>
            <p:cNvPr id="9334" name="Google Shape;9334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5" name="Google Shape;9335;p105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6" name="Google Shape;9336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7" name="Google Shape;9337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8" name="Google Shape;9338;p105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39" name="Google Shape;9339;p105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340" name="Google Shape;9340;p105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1" name="Google Shape;9341;p105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42" name="Google Shape;9342;p105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43" name="Google Shape;9343;p105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344" name="Google Shape;9344;p105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5" name="Google Shape;9345;p105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46" name="Google Shape;9346;p105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7" name="Google Shape;9347;p105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48" name="Google Shape;9348;p105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349" name="Google Shape;9349;p105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0" name="Google Shape;9350;p105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51" name="Google Shape;9351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52" name="Google Shape;9352;p105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353" name="Google Shape;9353;p105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4" name="Google Shape;9354;p105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55" name="Google Shape;9355;p105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6" name="Google Shape;9356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7" name="Google Shape;9357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105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9" name="Google Shape;9359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0" name="Google Shape;9360;p105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1" name="Google Shape;9361;p105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2" name="Google Shape;9362;p105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105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4" name="Google Shape;9364;p105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5" name="Google Shape;9365;p105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66" name="Google Shape;9366;p105"/>
          <p:cNvGrpSpPr/>
          <p:nvPr/>
        </p:nvGrpSpPr>
        <p:grpSpPr>
          <a:xfrm>
            <a:off x="4395993" y="1490721"/>
            <a:ext cx="460375" cy="487292"/>
            <a:chOff x="4568161" y="1475417"/>
            <a:chExt cx="460375" cy="487292"/>
          </a:xfrm>
        </p:grpSpPr>
        <p:grpSp>
          <p:nvGrpSpPr>
            <p:cNvPr id="9367" name="Google Shape;9367;p105"/>
            <p:cNvGrpSpPr/>
            <p:nvPr/>
          </p:nvGrpSpPr>
          <p:grpSpPr>
            <a:xfrm>
              <a:off x="4568161" y="1500816"/>
              <a:ext cx="460375" cy="244475"/>
              <a:chOff x="844" y="3337"/>
              <a:chExt cx="290" cy="154"/>
            </a:xfrm>
          </p:grpSpPr>
          <p:sp>
            <p:nvSpPr>
              <p:cNvPr id="9368" name="Google Shape;9368;p105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9" name="Google Shape;9369;p105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sp>
          <p:nvSpPr>
            <p:cNvPr id="9370" name="Google Shape;9370;p105"/>
            <p:cNvSpPr/>
            <p:nvPr/>
          </p:nvSpPr>
          <p:spPr>
            <a:xfrm>
              <a:off x="4627915" y="1475417"/>
              <a:ext cx="381000" cy="487292"/>
            </a:xfrm>
            <a:prstGeom prst="downArrow">
              <a:avLst>
                <a:gd fmla="val 54167" name="adj1"/>
                <a:gd fmla="val 49170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5" name="Shape 9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6" name="Google Shape;9376;p106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life…TCP connection carrying HTTP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7" name="Google Shape;9377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78" name="Google Shape;9378;p106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9" name="Google Shape;9379;p106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0" name="Google Shape;9380;p106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1" name="Google Shape;9381;p106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82" name="Google Shape;9382;p106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383" name="Google Shape;9383;p106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9384" name="Google Shape;9384;p10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5" name="Google Shape;9385;p10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86" name="Google Shape;9386;p10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387" name="Google Shape;9387;p10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8" name="Google Shape;9388;p10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9" name="Google Shape;9389;p10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0" name="Google Shape;9390;p10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91" name="Google Shape;9391;p106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92" name="Google Shape;9392;p106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93" name="Google Shape;9393;p106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394" name="Google Shape;9394;p106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9395" name="Google Shape;9395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396" name="Google Shape;9396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397" name="Google Shape;9397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398" name="Google Shape;9398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9" name="Google Shape;9399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0" name="Google Shape;9400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1" name="Google Shape;9401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02" name="Google Shape;9402;p106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403" name="Google Shape;9403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4" name="Google Shape;9404;p106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5" name="Google Shape;9405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6" name="Google Shape;9406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7" name="Google Shape;9407;p106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08" name="Google Shape;9408;p10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409" name="Google Shape;9409;p10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0" name="Google Shape;9410;p106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1" name="Google Shape;9411;p106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2" name="Google Shape;9412;p106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413" name="Google Shape;9413;p106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4" name="Google Shape;9414;p106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15" name="Google Shape;9415;p106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6" name="Google Shape;9416;p10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7" name="Google Shape;9417;p106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418" name="Google Shape;9418;p106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9" name="Google Shape;9419;p106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20" name="Google Shape;9420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21" name="Google Shape;9421;p10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422" name="Google Shape;9422;p10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3" name="Google Shape;9423;p106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24" name="Google Shape;9424;p106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5" name="Google Shape;9425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6" name="Google Shape;9426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7" name="Google Shape;9427;p106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8" name="Google Shape;9428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9" name="Google Shape;9429;p10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0" name="Google Shape;9430;p106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1" name="Google Shape;9431;p106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2" name="Google Shape;9432;p106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3" name="Google Shape;9433;p106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4" name="Google Shape;9434;p106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35" name="Google Shape;9435;p106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436" name="Google Shape;9436;p106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437" name="Google Shape;9437;p106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8" name="Google Shape;9438;p106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439" name="Google Shape;9439;p106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440" name="Google Shape;9440;p106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441" name="Google Shape;9441;p106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2" name="Google Shape;9442;p106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443" name="Google Shape;9443;p106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4" name="Google Shape;9444;p106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45" name="Google Shape;9445;p106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446" name="Google Shape;9446;p106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447" name="Google Shape;9447;p106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48" name="Google Shape;9448;p106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449" name="Google Shape;9449;p106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450" name="Google Shape;9450;p106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51" name="Google Shape;9451;p106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452" name="Google Shape;9452;p106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453" name="Google Shape;9453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54" name="Google Shape;9454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55" name="Google Shape;9455;p106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6" name="Google Shape;9456;p106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7" name="Google Shape;9457;p106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458" name="Google Shape;9458;p106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459" name="Google Shape;9459;p106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460" name="Google Shape;9460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1" name="Google Shape;9461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62" name="Google Shape;9462;p106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463" name="Google Shape;9463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64" name="Google Shape;9464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65" name="Google Shape;9465;p106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466" name="Google Shape;9466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467" name="Google Shape;9467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468" name="Google Shape;9468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69" name="Google Shape;9469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0" name="Google Shape;9470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1" name="Google Shape;9471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2" name="Google Shape;9472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73" name="Google Shape;9473;p106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4" name="Google Shape;9474;p106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75" name="Google Shape;9475;p106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76" name="Google Shape;9476;p106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9477" name="Google Shape;9477;p106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9478" name="Google Shape;9478;p106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9479" name="Google Shape;9479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0" name="Google Shape;9480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81" name="Google Shape;9481;p106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9482" name="Google Shape;9482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3" name="Google Shape;9483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84" name="Google Shape;9484;p106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9485" name="Google Shape;9485;p106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86" name="Google Shape;9486;p106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487" name="Google Shape;9487;p106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9488" name="Google Shape;9488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489" name="Google Shape;9489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490" name="Google Shape;9490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491" name="Google Shape;9491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2" name="Google Shape;9492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3" name="Google Shape;9493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4" name="Google Shape;9494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495" name="Google Shape;9495;p106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9496" name="Google Shape;9496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7" name="Google Shape;9497;p106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8" name="Google Shape;9498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9" name="Google Shape;9499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0" name="Google Shape;9500;p106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01" name="Google Shape;9501;p106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502" name="Google Shape;9502;p106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3" name="Google Shape;9503;p106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04" name="Google Shape;9504;p106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05" name="Google Shape;9505;p106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506" name="Google Shape;9506;p106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7" name="Google Shape;9507;p106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08" name="Google Shape;9508;p106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9" name="Google Shape;9509;p106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10" name="Google Shape;9510;p106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511" name="Google Shape;9511;p106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2" name="Google Shape;9512;p106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13" name="Google Shape;9513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14" name="Google Shape;9514;p106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515" name="Google Shape;9515;p106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6" name="Google Shape;9516;p106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517" name="Google Shape;9517;p106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8" name="Google Shape;9518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9" name="Google Shape;9519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0" name="Google Shape;9520;p106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1" name="Google Shape;9521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2" name="Google Shape;9522;p106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3" name="Google Shape;9523;p106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4" name="Google Shape;9524;p106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5" name="Google Shape;9525;p106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6" name="Google Shape;9526;p106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7" name="Google Shape;9527;p106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8" name="Google Shape;9528;p106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9529" name="Google Shape;9529;p106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764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30" name="Google Shape;9530;p106"/>
            <p:cNvGrpSpPr/>
            <p:nvPr/>
          </p:nvGrpSpPr>
          <p:grpSpPr>
            <a:xfrm>
              <a:off x="651" y="681"/>
              <a:ext cx="500" cy="828"/>
              <a:chOff x="569" y="2954"/>
              <a:chExt cx="500" cy="828"/>
            </a:xfrm>
          </p:grpSpPr>
          <p:sp>
            <p:nvSpPr>
              <p:cNvPr id="9531" name="Google Shape;9531;p10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2" name="Google Shape;9532;p106"/>
              <p:cNvSpPr txBox="1"/>
              <p:nvPr/>
            </p:nvSpPr>
            <p:spPr>
              <a:xfrm>
                <a:off x="607" y="2954"/>
                <a:ext cx="449" cy="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533" name="Google Shape;9533;p10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4" name="Google Shape;9534;p10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5" name="Google Shape;9535;p10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36" name="Google Shape;9536;p10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537" name="Google Shape;9537;p106"/>
          <p:cNvGrpSpPr/>
          <p:nvPr/>
        </p:nvGrpSpPr>
        <p:grpSpPr>
          <a:xfrm>
            <a:off x="571500" y="1568450"/>
            <a:ext cx="515937" cy="333375"/>
            <a:chOff x="328" y="678"/>
            <a:chExt cx="325" cy="210"/>
          </a:xfrm>
        </p:grpSpPr>
        <p:grpSp>
          <p:nvGrpSpPr>
            <p:cNvPr id="9538" name="Google Shape;9538;p106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539" name="Google Shape;9539;p106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0" name="Google Shape;9540;p106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9541" name="Google Shape;9541;p106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42" name="Google Shape;9542;p106"/>
          <p:cNvSpPr/>
          <p:nvPr/>
        </p:nvSpPr>
        <p:spPr>
          <a:xfrm>
            <a:off x="7088188" y="1568450"/>
            <a:ext cx="4227512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send HTTP request, client first opens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socket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web server</a:t>
            </a:r>
            <a:endParaRPr/>
          </a:p>
        </p:txBody>
      </p:sp>
      <p:sp>
        <p:nvSpPr>
          <p:cNvPr id="9543" name="Google Shape;9543;p106"/>
          <p:cNvSpPr/>
          <p:nvPr/>
        </p:nvSpPr>
        <p:spPr>
          <a:xfrm>
            <a:off x="7040562" y="2924175"/>
            <a:ext cx="4783138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SYN segment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1 in TCP 3-way handshake)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inter-domain routed to web server</a:t>
            </a:r>
            <a:endParaRPr/>
          </a:p>
        </p:txBody>
      </p:sp>
      <p:sp>
        <p:nvSpPr>
          <p:cNvPr id="9544" name="Google Shape;9544;p106"/>
          <p:cNvSpPr/>
          <p:nvPr/>
        </p:nvSpPr>
        <p:spPr>
          <a:xfrm>
            <a:off x="7081837" y="5397500"/>
            <a:ext cx="4997745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established!</a:t>
            </a:r>
            <a:endParaRPr/>
          </a:p>
        </p:txBody>
      </p:sp>
      <p:grpSp>
        <p:nvGrpSpPr>
          <p:cNvPr id="9545" name="Google Shape;9545;p106"/>
          <p:cNvGrpSpPr/>
          <p:nvPr/>
        </p:nvGrpSpPr>
        <p:grpSpPr>
          <a:xfrm>
            <a:off x="207962" y="2414588"/>
            <a:ext cx="1081088" cy="244475"/>
            <a:chOff x="410" y="1508"/>
            <a:chExt cx="681" cy="154"/>
          </a:xfrm>
        </p:grpSpPr>
        <p:sp>
          <p:nvSpPr>
            <p:cNvPr id="9546" name="Google Shape;9546;p106"/>
            <p:cNvSpPr/>
            <p:nvPr/>
          </p:nvSpPr>
          <p:spPr>
            <a:xfrm>
              <a:off x="410" y="1511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7" name="Google Shape;9547;p106"/>
            <p:cNvSpPr/>
            <p:nvPr/>
          </p:nvSpPr>
          <p:spPr>
            <a:xfrm>
              <a:off x="538" y="1536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8" name="Google Shape;9548;p106"/>
            <p:cNvSpPr/>
            <p:nvPr/>
          </p:nvSpPr>
          <p:spPr>
            <a:xfrm>
              <a:off x="529" y="1525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9" name="Google Shape;9549;p106"/>
            <p:cNvSpPr/>
            <p:nvPr/>
          </p:nvSpPr>
          <p:spPr>
            <a:xfrm>
              <a:off x="423" y="1527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0" name="Google Shape;9550;p106"/>
            <p:cNvSpPr/>
            <p:nvPr/>
          </p:nvSpPr>
          <p:spPr>
            <a:xfrm>
              <a:off x="1021" y="1526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51" name="Google Shape;9551;p106"/>
            <p:cNvGrpSpPr/>
            <p:nvPr/>
          </p:nvGrpSpPr>
          <p:grpSpPr>
            <a:xfrm>
              <a:off x="647" y="1508"/>
              <a:ext cx="354" cy="154"/>
              <a:chOff x="290" y="875"/>
              <a:chExt cx="354" cy="154"/>
            </a:xfrm>
          </p:grpSpPr>
          <p:sp>
            <p:nvSpPr>
              <p:cNvPr id="9552" name="Google Shape;9552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3" name="Google Shape;9553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4" name="Google Shape;9554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</p:grpSp>
      <p:grpSp>
        <p:nvGrpSpPr>
          <p:cNvPr id="9555" name="Google Shape;9555;p106"/>
          <p:cNvGrpSpPr/>
          <p:nvPr/>
        </p:nvGrpSpPr>
        <p:grpSpPr>
          <a:xfrm>
            <a:off x="549275" y="4546600"/>
            <a:ext cx="1081088" cy="782638"/>
            <a:chOff x="59" y="863"/>
            <a:chExt cx="681" cy="493"/>
          </a:xfrm>
        </p:grpSpPr>
        <p:grpSp>
          <p:nvGrpSpPr>
            <p:cNvPr id="9556" name="Google Shape;9556;p106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557" name="Google Shape;9557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8" name="Google Shape;9558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59" name="Google Shape;9559;p106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560" name="Google Shape;9560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1" name="Google Shape;9561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2" name="Google Shape;9562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63" name="Google Shape;9563;p106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564" name="Google Shape;9564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5" name="Google Shape;9565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6" name="Google Shape;9566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67" name="Google Shape;9567;p106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568" name="Google Shape;9568;p106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9" name="Google Shape;9569;p106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0" name="Google Shape;9570;p106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1" name="Google Shape;9571;p106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2" name="Google Shape;9572;p106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73" name="Google Shape;9573;p106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574" name="Google Shape;9574;p106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5" name="Google Shape;9575;p106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6" name="Google Shape;9576;p106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grpSp>
        <p:nvGrpSpPr>
          <p:cNvPr id="9577" name="Google Shape;9577;p106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9578" name="Google Shape;9578;p106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0"/>
                  </a:srgbClr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79" name="Google Shape;9579;p106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9580" name="Google Shape;9580;p106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1" name="Google Shape;9581;p106"/>
              <p:cNvSpPr txBox="1"/>
              <p:nvPr/>
            </p:nvSpPr>
            <p:spPr>
              <a:xfrm>
                <a:off x="645" y="2954"/>
                <a:ext cx="374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omic Sans MS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582" name="Google Shape;9582;p106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3" name="Google Shape;9583;p106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4" name="Google Shape;9584;p106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585" name="Google Shape;9585;p106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586" name="Google Shape;9586;p106"/>
          <p:cNvGrpSpPr/>
          <p:nvPr/>
        </p:nvGrpSpPr>
        <p:grpSpPr>
          <a:xfrm>
            <a:off x="207962" y="1870075"/>
            <a:ext cx="1081088" cy="782638"/>
            <a:chOff x="59" y="863"/>
            <a:chExt cx="681" cy="493"/>
          </a:xfrm>
        </p:grpSpPr>
        <p:grpSp>
          <p:nvGrpSpPr>
            <p:cNvPr id="9587" name="Google Shape;9587;p106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588" name="Google Shape;9588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9" name="Google Shape;9589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90" name="Google Shape;9590;p106"/>
            <p:cNvGrpSpPr/>
            <p:nvPr/>
          </p:nvGrpSpPr>
          <p:grpSpPr>
            <a:xfrm>
              <a:off x="290" y="863"/>
              <a:ext cx="354" cy="154"/>
              <a:chOff x="290" y="875"/>
              <a:chExt cx="354" cy="154"/>
            </a:xfrm>
          </p:grpSpPr>
          <p:sp>
            <p:nvSpPr>
              <p:cNvPr id="9591" name="Google Shape;9591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2" name="Google Shape;9592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3" name="Google Shape;9593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94" name="Google Shape;9594;p106"/>
            <p:cNvGrpSpPr/>
            <p:nvPr/>
          </p:nvGrpSpPr>
          <p:grpSpPr>
            <a:xfrm>
              <a:off x="284" y="1022"/>
              <a:ext cx="354" cy="154"/>
              <a:chOff x="290" y="875"/>
              <a:chExt cx="354" cy="154"/>
            </a:xfrm>
          </p:grpSpPr>
          <p:sp>
            <p:nvSpPr>
              <p:cNvPr id="9595" name="Google Shape;9595;p106"/>
              <p:cNvSpPr/>
              <p:nvPr/>
            </p:nvSpPr>
            <p:spPr>
              <a:xfrm>
                <a:off x="306" y="909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6" name="Google Shape;9596;p106"/>
              <p:cNvSpPr/>
              <p:nvPr/>
            </p:nvSpPr>
            <p:spPr>
              <a:xfrm>
                <a:off x="290" y="903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7" name="Google Shape;9597;p106"/>
              <p:cNvSpPr txBox="1"/>
              <p:nvPr/>
            </p:nvSpPr>
            <p:spPr>
              <a:xfrm>
                <a:off x="332" y="875"/>
                <a:ext cx="280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</a:t>
                </a:r>
                <a:endParaRPr/>
              </a:p>
            </p:txBody>
          </p:sp>
        </p:grpSp>
        <p:grpSp>
          <p:nvGrpSpPr>
            <p:cNvPr id="9598" name="Google Shape;9598;p106"/>
            <p:cNvGrpSpPr/>
            <p:nvPr/>
          </p:nvGrpSpPr>
          <p:grpSpPr>
            <a:xfrm>
              <a:off x="59" y="1202"/>
              <a:ext cx="681" cy="154"/>
              <a:chOff x="410" y="1508"/>
              <a:chExt cx="681" cy="154"/>
            </a:xfrm>
          </p:grpSpPr>
          <p:sp>
            <p:nvSpPr>
              <p:cNvPr id="9599" name="Google Shape;9599;p106"/>
              <p:cNvSpPr/>
              <p:nvPr/>
            </p:nvSpPr>
            <p:spPr>
              <a:xfrm>
                <a:off x="410" y="1511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0" name="Google Shape;9600;p106"/>
              <p:cNvSpPr/>
              <p:nvPr/>
            </p:nvSpPr>
            <p:spPr>
              <a:xfrm>
                <a:off x="538" y="1536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106"/>
              <p:cNvSpPr/>
              <p:nvPr/>
            </p:nvSpPr>
            <p:spPr>
              <a:xfrm>
                <a:off x="529" y="1525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2" name="Google Shape;9602;p106"/>
              <p:cNvSpPr/>
              <p:nvPr/>
            </p:nvSpPr>
            <p:spPr>
              <a:xfrm>
                <a:off x="423" y="1527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3" name="Google Shape;9603;p106"/>
              <p:cNvSpPr/>
              <p:nvPr/>
            </p:nvSpPr>
            <p:spPr>
              <a:xfrm>
                <a:off x="1021" y="1526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4" name="Google Shape;9604;p106"/>
              <p:cNvGrpSpPr/>
              <p:nvPr/>
            </p:nvGrpSpPr>
            <p:grpSpPr>
              <a:xfrm>
                <a:off x="647" y="1508"/>
                <a:ext cx="354" cy="154"/>
                <a:chOff x="290" y="875"/>
                <a:chExt cx="354" cy="154"/>
              </a:xfrm>
            </p:grpSpPr>
            <p:sp>
              <p:nvSpPr>
                <p:cNvPr id="9605" name="Google Shape;9605;p106"/>
                <p:cNvSpPr/>
                <p:nvPr/>
              </p:nvSpPr>
              <p:spPr>
                <a:xfrm>
                  <a:off x="306" y="909"/>
                  <a:ext cx="32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6" name="Google Shape;9606;p106"/>
                <p:cNvSpPr/>
                <p:nvPr/>
              </p:nvSpPr>
              <p:spPr>
                <a:xfrm>
                  <a:off x="290" y="903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7" name="Google Shape;9607;p106"/>
                <p:cNvSpPr txBox="1"/>
                <p:nvPr/>
              </p:nvSpPr>
              <p:spPr>
                <a:xfrm>
                  <a:off x="332" y="875"/>
                  <a:ext cx="280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SYN</a:t>
                  </a:r>
                  <a:endParaRPr/>
                </a:p>
              </p:txBody>
            </p:sp>
          </p:grpSp>
        </p:grpSp>
      </p:grpSp>
      <p:sp>
        <p:nvSpPr>
          <p:cNvPr id="9608" name="Google Shape;9608;p106"/>
          <p:cNvSpPr/>
          <p:nvPr/>
        </p:nvSpPr>
        <p:spPr>
          <a:xfrm>
            <a:off x="1220788" y="4757738"/>
            <a:ext cx="1841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09" name="Google Shape;9609;p106"/>
          <p:cNvGrpSpPr/>
          <p:nvPr/>
        </p:nvGrpSpPr>
        <p:grpSpPr>
          <a:xfrm>
            <a:off x="547688" y="4546600"/>
            <a:ext cx="1081087" cy="782638"/>
            <a:chOff x="2675" y="3676"/>
            <a:chExt cx="681" cy="493"/>
          </a:xfrm>
        </p:grpSpPr>
        <p:grpSp>
          <p:nvGrpSpPr>
            <p:cNvPr id="9610" name="Google Shape;9610;p106"/>
            <p:cNvGrpSpPr/>
            <p:nvPr/>
          </p:nvGrpSpPr>
          <p:grpSpPr>
            <a:xfrm>
              <a:off x="2793" y="3855"/>
              <a:ext cx="480" cy="112"/>
              <a:chOff x="627" y="3377"/>
              <a:chExt cx="480" cy="112"/>
            </a:xfrm>
          </p:grpSpPr>
          <p:sp>
            <p:nvSpPr>
              <p:cNvPr id="9611" name="Google Shape;9611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2" name="Google Shape;9612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13" name="Google Shape;9613;p106"/>
            <p:cNvGrpSpPr/>
            <p:nvPr/>
          </p:nvGrpSpPr>
          <p:grpSpPr>
            <a:xfrm>
              <a:off x="2855" y="3676"/>
              <a:ext cx="444" cy="154"/>
              <a:chOff x="2717" y="3676"/>
              <a:chExt cx="444" cy="154"/>
            </a:xfrm>
          </p:grpSpPr>
          <p:sp>
            <p:nvSpPr>
              <p:cNvPr id="9614" name="Google Shape;9614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5" name="Google Shape;9615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6" name="Google Shape;9616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9617" name="Google Shape;9617;p106"/>
            <p:cNvSpPr/>
            <p:nvPr/>
          </p:nvSpPr>
          <p:spPr>
            <a:xfrm>
              <a:off x="2675" y="401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8" name="Google Shape;9618;p106"/>
            <p:cNvSpPr/>
            <p:nvPr/>
          </p:nvSpPr>
          <p:spPr>
            <a:xfrm>
              <a:off x="2803" y="4043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9" name="Google Shape;9619;p106"/>
            <p:cNvSpPr/>
            <p:nvPr/>
          </p:nvSpPr>
          <p:spPr>
            <a:xfrm>
              <a:off x="2794" y="4032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0" name="Google Shape;9620;p106"/>
            <p:cNvSpPr/>
            <p:nvPr/>
          </p:nvSpPr>
          <p:spPr>
            <a:xfrm>
              <a:off x="2688" y="403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1" name="Google Shape;9621;p106"/>
            <p:cNvSpPr/>
            <p:nvPr/>
          </p:nvSpPr>
          <p:spPr>
            <a:xfrm>
              <a:off x="3286" y="403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22" name="Google Shape;9622;p106"/>
            <p:cNvGrpSpPr/>
            <p:nvPr/>
          </p:nvGrpSpPr>
          <p:grpSpPr>
            <a:xfrm>
              <a:off x="2864" y="3835"/>
              <a:ext cx="444" cy="154"/>
              <a:chOff x="2717" y="3676"/>
              <a:chExt cx="444" cy="154"/>
            </a:xfrm>
          </p:grpSpPr>
          <p:sp>
            <p:nvSpPr>
              <p:cNvPr id="9623" name="Google Shape;9623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4" name="Google Shape;9624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5" name="Google Shape;9625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9626" name="Google Shape;9626;p106"/>
            <p:cNvGrpSpPr/>
            <p:nvPr/>
          </p:nvGrpSpPr>
          <p:grpSpPr>
            <a:xfrm>
              <a:off x="2867" y="4015"/>
              <a:ext cx="444" cy="154"/>
              <a:chOff x="2717" y="3676"/>
              <a:chExt cx="444" cy="154"/>
            </a:xfrm>
          </p:grpSpPr>
          <p:sp>
            <p:nvSpPr>
              <p:cNvPr id="9627" name="Google Shape;9627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8" name="Google Shape;9628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9" name="Google Shape;9629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9630" name="Google Shape;9630;p106"/>
          <p:cNvGrpSpPr/>
          <p:nvPr/>
        </p:nvGrpSpPr>
        <p:grpSpPr>
          <a:xfrm>
            <a:off x="211137" y="1868488"/>
            <a:ext cx="1081088" cy="782637"/>
            <a:chOff x="2613" y="3554"/>
            <a:chExt cx="681" cy="493"/>
          </a:xfrm>
        </p:grpSpPr>
        <p:grpSp>
          <p:nvGrpSpPr>
            <p:cNvPr id="9631" name="Google Shape;9631;p106"/>
            <p:cNvGrpSpPr/>
            <p:nvPr/>
          </p:nvGrpSpPr>
          <p:grpSpPr>
            <a:xfrm>
              <a:off x="2731" y="3733"/>
              <a:ext cx="480" cy="112"/>
              <a:chOff x="627" y="3377"/>
              <a:chExt cx="480" cy="112"/>
            </a:xfrm>
          </p:grpSpPr>
          <p:sp>
            <p:nvSpPr>
              <p:cNvPr id="9632" name="Google Shape;9632;p106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3" name="Google Shape;9633;p106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634" name="Google Shape;9634;p106"/>
            <p:cNvGrpSpPr/>
            <p:nvPr/>
          </p:nvGrpSpPr>
          <p:grpSpPr>
            <a:xfrm>
              <a:off x="2793" y="3554"/>
              <a:ext cx="444" cy="154"/>
              <a:chOff x="2717" y="3676"/>
              <a:chExt cx="444" cy="154"/>
            </a:xfrm>
          </p:grpSpPr>
          <p:sp>
            <p:nvSpPr>
              <p:cNvPr id="9635" name="Google Shape;9635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6" name="Google Shape;9636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37" name="Google Shape;9637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sp>
          <p:nvSpPr>
            <p:cNvPr id="9638" name="Google Shape;9638;p106"/>
            <p:cNvSpPr/>
            <p:nvPr/>
          </p:nvSpPr>
          <p:spPr>
            <a:xfrm>
              <a:off x="2613" y="389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9" name="Google Shape;9639;p106"/>
            <p:cNvSpPr/>
            <p:nvPr/>
          </p:nvSpPr>
          <p:spPr>
            <a:xfrm>
              <a:off x="2741" y="3921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0" name="Google Shape;9640;p106"/>
            <p:cNvSpPr/>
            <p:nvPr/>
          </p:nvSpPr>
          <p:spPr>
            <a:xfrm>
              <a:off x="2732" y="3910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1" name="Google Shape;9641;p106"/>
            <p:cNvSpPr/>
            <p:nvPr/>
          </p:nvSpPr>
          <p:spPr>
            <a:xfrm>
              <a:off x="2626" y="391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2" name="Google Shape;9642;p106"/>
            <p:cNvSpPr/>
            <p:nvPr/>
          </p:nvSpPr>
          <p:spPr>
            <a:xfrm>
              <a:off x="3224" y="391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43" name="Google Shape;9643;p106"/>
            <p:cNvGrpSpPr/>
            <p:nvPr/>
          </p:nvGrpSpPr>
          <p:grpSpPr>
            <a:xfrm>
              <a:off x="2802" y="3713"/>
              <a:ext cx="444" cy="154"/>
              <a:chOff x="2717" y="3676"/>
              <a:chExt cx="444" cy="154"/>
            </a:xfrm>
          </p:grpSpPr>
          <p:sp>
            <p:nvSpPr>
              <p:cNvPr id="9644" name="Google Shape;9644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5" name="Google Shape;9645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6" name="Google Shape;9646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  <p:grpSp>
          <p:nvGrpSpPr>
            <p:cNvPr id="9647" name="Google Shape;9647;p106"/>
            <p:cNvGrpSpPr/>
            <p:nvPr/>
          </p:nvGrpSpPr>
          <p:grpSpPr>
            <a:xfrm>
              <a:off x="2805" y="3893"/>
              <a:ext cx="444" cy="154"/>
              <a:chOff x="2717" y="3676"/>
              <a:chExt cx="444" cy="154"/>
            </a:xfrm>
          </p:grpSpPr>
          <p:sp>
            <p:nvSpPr>
              <p:cNvPr id="9648" name="Google Shape;9648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49" name="Google Shape;9649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0" name="Google Shape;9650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grpSp>
        <p:nvGrpSpPr>
          <p:cNvPr id="9651" name="Google Shape;9651;p106"/>
          <p:cNvGrpSpPr/>
          <p:nvPr/>
        </p:nvGrpSpPr>
        <p:grpSpPr>
          <a:xfrm>
            <a:off x="552450" y="5076825"/>
            <a:ext cx="1081088" cy="244475"/>
            <a:chOff x="2709" y="3989"/>
            <a:chExt cx="681" cy="154"/>
          </a:xfrm>
        </p:grpSpPr>
        <p:sp>
          <p:nvSpPr>
            <p:cNvPr id="9652" name="Google Shape;9652;p106"/>
            <p:cNvSpPr/>
            <p:nvPr/>
          </p:nvSpPr>
          <p:spPr>
            <a:xfrm>
              <a:off x="2709" y="3992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3" name="Google Shape;9653;p106"/>
            <p:cNvSpPr/>
            <p:nvPr/>
          </p:nvSpPr>
          <p:spPr>
            <a:xfrm>
              <a:off x="2837" y="4017"/>
              <a:ext cx="96" cy="93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4" name="Google Shape;9654;p106"/>
            <p:cNvSpPr/>
            <p:nvPr/>
          </p:nvSpPr>
          <p:spPr>
            <a:xfrm>
              <a:off x="2828" y="4006"/>
              <a:ext cx="480" cy="112"/>
            </a:xfrm>
            <a:prstGeom prst="rect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5" name="Google Shape;9655;p106"/>
            <p:cNvSpPr/>
            <p:nvPr/>
          </p:nvSpPr>
          <p:spPr>
            <a:xfrm>
              <a:off x="2722" y="4008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6" name="Google Shape;9656;p106"/>
            <p:cNvSpPr/>
            <p:nvPr/>
          </p:nvSpPr>
          <p:spPr>
            <a:xfrm>
              <a:off x="3320" y="4007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57" name="Google Shape;9657;p106"/>
            <p:cNvGrpSpPr/>
            <p:nvPr/>
          </p:nvGrpSpPr>
          <p:grpSpPr>
            <a:xfrm>
              <a:off x="2901" y="3989"/>
              <a:ext cx="444" cy="154"/>
              <a:chOff x="2717" y="3676"/>
              <a:chExt cx="444" cy="154"/>
            </a:xfrm>
          </p:grpSpPr>
          <p:sp>
            <p:nvSpPr>
              <p:cNvPr id="9658" name="Google Shape;9658;p106"/>
              <p:cNvSpPr/>
              <p:nvPr/>
            </p:nvSpPr>
            <p:spPr>
              <a:xfrm>
                <a:off x="2775" y="3710"/>
                <a:ext cx="32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9" name="Google Shape;9659;p106"/>
              <p:cNvSpPr/>
              <p:nvPr/>
            </p:nvSpPr>
            <p:spPr>
              <a:xfrm>
                <a:off x="2759" y="3704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60" name="Google Shape;9660;p106"/>
              <p:cNvSpPr txBox="1"/>
              <p:nvPr/>
            </p:nvSpPr>
            <p:spPr>
              <a:xfrm>
                <a:off x="2717" y="3676"/>
                <a:ext cx="44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SYNACK</a:t>
                </a:r>
                <a:endParaRPr/>
              </a:p>
            </p:txBody>
          </p:sp>
        </p:grpSp>
      </p:grpSp>
      <p:sp>
        <p:nvSpPr>
          <p:cNvPr id="9661" name="Google Shape;9661;p106"/>
          <p:cNvSpPr/>
          <p:nvPr/>
        </p:nvSpPr>
        <p:spPr>
          <a:xfrm>
            <a:off x="7037388" y="4141788"/>
            <a:ext cx="465260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 SYNACK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(step 2 in TCP 3-way handshake)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62" name="Google Shape;9662;p106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9663" name="Google Shape;9663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4" name="Google Shape;9664;p106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665" name="Google Shape;9665;p10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6" name="Google Shape;9666;p106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7" name="Google Shape;9667;p106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8" name="Google Shape;9668;p106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9" name="Google Shape;9669;p106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0" name="Google Shape;9670;p106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1" name="Google Shape;9671;p106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72" name="Google Shape;9672;p106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673" name="Google Shape;9673;p106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4" name="Google Shape;9674;p106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5" name="Google Shape;9675;p106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6" name="Google Shape;9676;p106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7" name="Google Shape;9677;p106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8" name="Google Shape;9678;p106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679" name="Google Shape;9679;p106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0" name="Google Shape;9680;p106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1" name="Google Shape;9681;p106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2" name="Google Shape;9682;p106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3" name="Google Shape;9683;p106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4" name="Google Shape;9684;p106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6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9" name="Shape 9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0" name="Google Shape;9690;p107"/>
          <p:cNvSpPr txBox="1"/>
          <p:nvPr>
            <p:ph type="title"/>
          </p:nvPr>
        </p:nvSpPr>
        <p:spPr>
          <a:xfrm>
            <a:off x="811306" y="303903"/>
            <a:ext cx="10999694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 day in the life… HTTP request/reply </a:t>
            </a:r>
            <a:endParaRPr b="0"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1" name="Google Shape;9691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92" name="Google Shape;9692;p107"/>
          <p:cNvSpPr/>
          <p:nvPr/>
        </p:nvSpPr>
        <p:spPr>
          <a:xfrm>
            <a:off x="691870" y="1878292"/>
            <a:ext cx="3554412" cy="2754313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3" name="Google Shape;9693;p107"/>
          <p:cNvCxnSpPr/>
          <p:nvPr/>
        </p:nvCxnSpPr>
        <p:spPr>
          <a:xfrm flipH="1" rot="10800000">
            <a:off x="3693832" y="2949855"/>
            <a:ext cx="155575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4" name="Google Shape;9694;p107"/>
          <p:cNvCxnSpPr/>
          <p:nvPr/>
        </p:nvCxnSpPr>
        <p:spPr>
          <a:xfrm>
            <a:off x="2584170" y="3122892"/>
            <a:ext cx="6953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95" name="Google Shape;9695;p107"/>
          <p:cNvCxnSpPr/>
          <p:nvPr/>
        </p:nvCxnSpPr>
        <p:spPr>
          <a:xfrm flipH="1" rot="10800000">
            <a:off x="3843057" y="2806980"/>
            <a:ext cx="138113" cy="1428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96" name="Google Shape;9696;p107"/>
          <p:cNvCxnSpPr/>
          <p:nvPr/>
        </p:nvCxnSpPr>
        <p:spPr>
          <a:xfrm flipH="1" rot="10800000">
            <a:off x="3198532" y="3341967"/>
            <a:ext cx="512763" cy="612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697" name="Google Shape;9697;p107"/>
          <p:cNvGrpSpPr/>
          <p:nvPr/>
        </p:nvGrpSpPr>
        <p:grpSpPr>
          <a:xfrm>
            <a:off x="3087416" y="2965438"/>
            <a:ext cx="960147" cy="436668"/>
            <a:chOff x="3668110" y="2448910"/>
            <a:chExt cx="3794234" cy="2165130"/>
          </a:xfrm>
        </p:grpSpPr>
        <p:sp>
          <p:nvSpPr>
            <p:cNvPr id="9698" name="Google Shape;9698;p10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9" name="Google Shape;9699;p10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700" name="Google Shape;9700;p10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9701" name="Google Shape;9701;p10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2" name="Google Shape;9702;p10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3" name="Google Shape;9703;p10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4" name="Google Shape;9704;p10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705" name="Google Shape;9705;p107"/>
          <p:cNvSpPr/>
          <p:nvPr/>
        </p:nvSpPr>
        <p:spPr>
          <a:xfrm rot="5400000">
            <a:off x="2648281" y="3003260"/>
            <a:ext cx="13416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06" name="Google Shape;9706;p107"/>
          <p:cNvSpPr/>
          <p:nvPr/>
        </p:nvSpPr>
        <p:spPr>
          <a:xfrm rot="5400000">
            <a:off x="3522564" y="4176324"/>
            <a:ext cx="140795" cy="179874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07" name="Google Shape;9707;p107"/>
          <p:cNvSpPr/>
          <p:nvPr/>
        </p:nvSpPr>
        <p:spPr>
          <a:xfrm rot="2603620">
            <a:off x="3123075" y="3881648"/>
            <a:ext cx="140795" cy="23552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708" name="Google Shape;9708;p107"/>
          <p:cNvGrpSpPr/>
          <p:nvPr/>
        </p:nvGrpSpPr>
        <p:grpSpPr>
          <a:xfrm>
            <a:off x="2647027" y="4019872"/>
            <a:ext cx="853832" cy="472456"/>
            <a:chOff x="7493876" y="2774731"/>
            <a:chExt cx="1481958" cy="894622"/>
          </a:xfrm>
        </p:grpSpPr>
        <p:sp>
          <p:nvSpPr>
            <p:cNvPr id="9709" name="Google Shape;9709;p10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710" name="Google Shape;9710;p10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711" name="Google Shape;9711;p10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12" name="Google Shape;9712;p10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3" name="Google Shape;9713;p10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4" name="Google Shape;9714;p10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5" name="Google Shape;9715;p10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716" name="Google Shape;9716;p107"/>
          <p:cNvGrpSpPr/>
          <p:nvPr/>
        </p:nvGrpSpPr>
        <p:grpSpPr>
          <a:xfrm>
            <a:off x="2606022" y="3858371"/>
            <a:ext cx="358775" cy="623888"/>
            <a:chOff x="4140" y="429"/>
            <a:chExt cx="1425" cy="2396"/>
          </a:xfrm>
        </p:grpSpPr>
        <p:sp>
          <p:nvSpPr>
            <p:cNvPr id="9717" name="Google Shape;9717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8" name="Google Shape;9718;p107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9" name="Google Shape;9719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0" name="Google Shape;9720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1" name="Google Shape;9721;p107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2" name="Google Shape;9722;p107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723" name="Google Shape;9723;p107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4" name="Google Shape;9724;p107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25" name="Google Shape;9725;p107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26" name="Google Shape;9726;p107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727" name="Google Shape;9727;p107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28" name="Google Shape;9728;p107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29" name="Google Shape;9729;p107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0" name="Google Shape;9730;p107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1" name="Google Shape;9731;p107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732" name="Google Shape;9732;p107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3" name="Google Shape;9733;p107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4" name="Google Shape;9734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35" name="Google Shape;9735;p107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736" name="Google Shape;9736;p107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7" name="Google Shape;9737;p107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38" name="Google Shape;9738;p107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9" name="Google Shape;9739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0" name="Google Shape;9740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1" name="Google Shape;9741;p107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2" name="Google Shape;9742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3" name="Google Shape;9743;p107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4" name="Google Shape;9744;p107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5" name="Google Shape;9745;p107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6" name="Google Shape;9746;p107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7" name="Google Shape;9747;p107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107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9" name="Google Shape;9749;p107"/>
          <p:cNvGrpSpPr/>
          <p:nvPr/>
        </p:nvGrpSpPr>
        <p:grpSpPr>
          <a:xfrm>
            <a:off x="0" y="-1181562"/>
            <a:ext cx="762000" cy="876300"/>
            <a:chOff x="177" y="729"/>
            <a:chExt cx="480" cy="552"/>
          </a:xfrm>
        </p:grpSpPr>
        <p:grpSp>
          <p:nvGrpSpPr>
            <p:cNvPr id="9750" name="Google Shape;9750;p107"/>
            <p:cNvGrpSpPr/>
            <p:nvPr/>
          </p:nvGrpSpPr>
          <p:grpSpPr>
            <a:xfrm>
              <a:off x="343" y="732"/>
              <a:ext cx="290" cy="154"/>
              <a:chOff x="844" y="3337"/>
              <a:chExt cx="290" cy="154"/>
            </a:xfrm>
          </p:grpSpPr>
          <p:sp>
            <p:nvSpPr>
              <p:cNvPr id="9751" name="Google Shape;9751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2" name="Google Shape;9752;p107"/>
              <p:cNvSpPr txBox="1"/>
              <p:nvPr/>
            </p:nvSpPr>
            <p:spPr>
              <a:xfrm>
                <a:off x="844" y="3337"/>
                <a:ext cx="28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DNS</a:t>
                </a:r>
                <a:endParaRPr/>
              </a:p>
            </p:txBody>
          </p:sp>
        </p:grpSp>
        <p:grpSp>
          <p:nvGrpSpPr>
            <p:cNvPr id="9753" name="Google Shape;9753;p107"/>
            <p:cNvGrpSpPr/>
            <p:nvPr/>
          </p:nvGrpSpPr>
          <p:grpSpPr>
            <a:xfrm>
              <a:off x="290" y="874"/>
              <a:ext cx="354" cy="154"/>
              <a:chOff x="740" y="3209"/>
              <a:chExt cx="354" cy="154"/>
            </a:xfrm>
          </p:grpSpPr>
          <p:grpSp>
            <p:nvGrpSpPr>
              <p:cNvPr id="9754" name="Google Shape;9754;p107"/>
              <p:cNvGrpSpPr/>
              <p:nvPr/>
            </p:nvGrpSpPr>
            <p:grpSpPr>
              <a:xfrm>
                <a:off x="794" y="3209"/>
                <a:ext cx="290" cy="154"/>
                <a:chOff x="844" y="3337"/>
                <a:chExt cx="290" cy="154"/>
              </a:xfrm>
            </p:grpSpPr>
            <p:sp>
              <p:nvSpPr>
                <p:cNvPr id="9755" name="Google Shape;9755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56" name="Google Shape;9756;p107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sp>
            <p:nvSpPr>
              <p:cNvPr id="9757" name="Google Shape;9757;p10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58" name="Google Shape;9758;p10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59" name="Google Shape;9759;p107"/>
            <p:cNvGrpSpPr/>
            <p:nvPr/>
          </p:nvGrpSpPr>
          <p:grpSpPr>
            <a:xfrm>
              <a:off x="290" y="1022"/>
              <a:ext cx="354" cy="154"/>
              <a:chOff x="836" y="3305"/>
              <a:chExt cx="354" cy="154"/>
            </a:xfrm>
          </p:grpSpPr>
          <p:grpSp>
            <p:nvGrpSpPr>
              <p:cNvPr id="9760" name="Google Shape;9760;p107"/>
              <p:cNvGrpSpPr/>
              <p:nvPr/>
            </p:nvGrpSpPr>
            <p:grpSpPr>
              <a:xfrm>
                <a:off x="890" y="3305"/>
                <a:ext cx="290" cy="154"/>
                <a:chOff x="844" y="3337"/>
                <a:chExt cx="290" cy="154"/>
              </a:xfrm>
            </p:grpSpPr>
            <p:sp>
              <p:nvSpPr>
                <p:cNvPr id="9761" name="Google Shape;9761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62" name="Google Shape;9762;p107"/>
                <p:cNvSpPr txBox="1"/>
                <p:nvPr/>
              </p:nvSpPr>
              <p:spPr>
                <a:xfrm>
                  <a:off x="844" y="3337"/>
                  <a:ext cx="28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DNS</a:t>
                  </a:r>
                  <a:endParaRPr/>
                </a:p>
              </p:txBody>
            </p:sp>
          </p:grpSp>
          <p:grpSp>
            <p:nvGrpSpPr>
              <p:cNvPr id="9763" name="Google Shape;9763;p10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764" name="Google Shape;9764;p10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65" name="Google Shape;9765;p10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766" name="Google Shape;9766;p107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767" name="Google Shape;9767;p10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8" name="Google Shape;9768;p10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69" name="Google Shape;9769;p107"/>
            <p:cNvSpPr/>
            <p:nvPr/>
          </p:nvSpPr>
          <p:spPr>
            <a:xfrm>
              <a:off x="393" y="729"/>
              <a:ext cx="240" cy="552"/>
            </a:xfrm>
            <a:prstGeom prst="downArrow">
              <a:avLst>
                <a:gd fmla="val 54167" name="adj1"/>
                <a:gd fmla="val 36928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70" name="Google Shape;9770;p107"/>
          <p:cNvSpPr/>
          <p:nvPr/>
        </p:nvSpPr>
        <p:spPr>
          <a:xfrm>
            <a:off x="4781673" y="1792392"/>
            <a:ext cx="3486028" cy="2590938"/>
          </a:xfrm>
          <a:custGeom>
            <a:rect b="b" l="l" r="r" t="t"/>
            <a:pathLst>
              <a:path extrusionOk="0" h="9973" w="10000">
                <a:moveTo>
                  <a:pt x="334" y="2010"/>
                </a:moveTo>
                <a:cubicBezTo>
                  <a:pt x="-90" y="2671"/>
                  <a:pt x="-7" y="4166"/>
                  <a:pt x="38" y="4952"/>
                </a:cubicBezTo>
                <a:cubicBezTo>
                  <a:pt x="83" y="5738"/>
                  <a:pt x="308" y="6246"/>
                  <a:pt x="608" y="6726"/>
                </a:cubicBezTo>
                <a:cubicBezTo>
                  <a:pt x="906" y="7207"/>
                  <a:pt x="1176" y="7528"/>
                  <a:pt x="1830" y="7834"/>
                </a:cubicBezTo>
                <a:cubicBezTo>
                  <a:pt x="2484" y="8140"/>
                  <a:pt x="3678" y="8218"/>
                  <a:pt x="4532" y="8562"/>
                </a:cubicBezTo>
                <a:cubicBezTo>
                  <a:pt x="5384" y="8905"/>
                  <a:pt x="6078" y="9738"/>
                  <a:pt x="6946" y="9897"/>
                </a:cubicBezTo>
                <a:cubicBezTo>
                  <a:pt x="7814" y="10056"/>
                  <a:pt x="9200" y="9984"/>
                  <a:pt x="9743" y="9519"/>
                </a:cubicBezTo>
                <a:cubicBezTo>
                  <a:pt x="10214" y="8840"/>
                  <a:pt x="9709" y="6896"/>
                  <a:pt x="9752" y="5816"/>
                </a:cubicBezTo>
                <a:cubicBezTo>
                  <a:pt x="9796" y="4736"/>
                  <a:pt x="9959" y="3695"/>
                  <a:pt x="10000" y="3042"/>
                </a:cubicBezTo>
                <a:cubicBezTo>
                  <a:pt x="9911" y="2184"/>
                  <a:pt x="9932" y="1181"/>
                  <a:pt x="9226" y="676"/>
                </a:cubicBezTo>
                <a:cubicBezTo>
                  <a:pt x="8522" y="170"/>
                  <a:pt x="6876" y="-44"/>
                  <a:pt x="5768" y="7"/>
                </a:cubicBezTo>
                <a:cubicBezTo>
                  <a:pt x="4662" y="58"/>
                  <a:pt x="3493" y="270"/>
                  <a:pt x="2580" y="982"/>
                </a:cubicBezTo>
                <a:cubicBezTo>
                  <a:pt x="1535" y="1383"/>
                  <a:pt x="757" y="1348"/>
                  <a:pt x="334" y="2010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1" name="Google Shape;9771;p107"/>
          <p:cNvSpPr txBox="1"/>
          <p:nvPr/>
        </p:nvSpPr>
        <p:spPr>
          <a:xfrm>
            <a:off x="4838700" y="2566706"/>
            <a:ext cx="181133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Comcast network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68.80.0.0/13</a:t>
            </a:r>
            <a:endParaRPr/>
          </a:p>
        </p:txBody>
      </p:sp>
      <p:cxnSp>
        <p:nvCxnSpPr>
          <p:cNvPr id="9772" name="Google Shape;9772;p107"/>
          <p:cNvCxnSpPr/>
          <p:nvPr/>
        </p:nvCxnSpPr>
        <p:spPr>
          <a:xfrm flipH="1" rot="10800000">
            <a:off x="3670020" y="3535642"/>
            <a:ext cx="1819275" cy="733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773" name="Google Shape;9773;p107"/>
          <p:cNvGrpSpPr/>
          <p:nvPr/>
        </p:nvGrpSpPr>
        <p:grpSpPr>
          <a:xfrm flipH="1">
            <a:off x="5635438" y="3627064"/>
            <a:ext cx="400050" cy="152400"/>
            <a:chOff x="3228" y="1776"/>
            <a:chExt cx="252" cy="96"/>
          </a:xfrm>
        </p:grpSpPr>
        <p:cxnSp>
          <p:nvCxnSpPr>
            <p:cNvPr id="9774" name="Google Shape;9774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5" name="Google Shape;9775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76" name="Google Shape;9776;p107"/>
          <p:cNvGrpSpPr/>
          <p:nvPr/>
        </p:nvGrpSpPr>
        <p:grpSpPr>
          <a:xfrm rot="10800000">
            <a:off x="5787838" y="3103189"/>
            <a:ext cx="400050" cy="152400"/>
            <a:chOff x="3228" y="1776"/>
            <a:chExt cx="252" cy="96"/>
          </a:xfrm>
        </p:grpSpPr>
        <p:cxnSp>
          <p:nvCxnSpPr>
            <p:cNvPr id="9777" name="Google Shape;9777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78" name="Google Shape;9778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79" name="Google Shape;9779;p107"/>
          <p:cNvGrpSpPr/>
          <p:nvPr/>
        </p:nvGrpSpPr>
        <p:grpSpPr>
          <a:xfrm>
            <a:off x="5174932" y="3229968"/>
            <a:ext cx="853832" cy="472456"/>
            <a:chOff x="7493876" y="2774731"/>
            <a:chExt cx="1481958" cy="894622"/>
          </a:xfrm>
        </p:grpSpPr>
        <p:sp>
          <p:nvSpPr>
            <p:cNvPr id="9780" name="Google Shape;9780;p10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781" name="Google Shape;9781;p10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782" name="Google Shape;9782;p10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783" name="Google Shape;9783;p10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4" name="Google Shape;9784;p10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5" name="Google Shape;9785;p10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6" name="Google Shape;9786;p10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787" name="Google Shape;9787;p107"/>
          <p:cNvSpPr/>
          <p:nvPr/>
        </p:nvSpPr>
        <p:spPr>
          <a:xfrm>
            <a:off x="915707" y="4764367"/>
            <a:ext cx="6419850" cy="1620838"/>
          </a:xfrm>
          <a:custGeom>
            <a:rect b="b" l="l" r="r" t="t"/>
            <a:pathLst>
              <a:path extrusionOk="0" h="958" w="2406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65000">
                <a:schemeClr val="lt1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88" name="Google Shape;9788;p107"/>
          <p:cNvCxnSpPr/>
          <p:nvPr/>
        </p:nvCxnSpPr>
        <p:spPr>
          <a:xfrm flipH="1" rot="10800000">
            <a:off x="4306607" y="3692805"/>
            <a:ext cx="1174750" cy="165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9" name="Google Shape;9789;p107"/>
          <p:cNvCxnSpPr/>
          <p:nvPr/>
        </p:nvCxnSpPr>
        <p:spPr>
          <a:xfrm flipH="1" rot="10800000">
            <a:off x="2885795" y="5512080"/>
            <a:ext cx="94297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0" name="Google Shape;9790;p107"/>
          <p:cNvSpPr txBox="1"/>
          <p:nvPr/>
        </p:nvSpPr>
        <p:spPr>
          <a:xfrm>
            <a:off x="1798357" y="5904192"/>
            <a:ext cx="15954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64.233.169.105</a:t>
            </a:r>
            <a:endParaRPr/>
          </a:p>
        </p:txBody>
      </p:sp>
      <p:sp>
        <p:nvSpPr>
          <p:cNvPr id="9791" name="Google Shape;9791;p107"/>
          <p:cNvSpPr txBox="1"/>
          <p:nvPr/>
        </p:nvSpPr>
        <p:spPr>
          <a:xfrm>
            <a:off x="1779307" y="5648605"/>
            <a:ext cx="190629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web server</a:t>
            </a:r>
            <a:endParaRPr/>
          </a:p>
        </p:txBody>
      </p:sp>
      <p:grpSp>
        <p:nvGrpSpPr>
          <p:cNvPr id="9792" name="Google Shape;9792;p107"/>
          <p:cNvGrpSpPr/>
          <p:nvPr/>
        </p:nvGrpSpPr>
        <p:grpSpPr>
          <a:xfrm>
            <a:off x="3765270" y="5718455"/>
            <a:ext cx="295275" cy="114300"/>
            <a:chOff x="3228" y="1776"/>
            <a:chExt cx="252" cy="96"/>
          </a:xfrm>
        </p:grpSpPr>
        <p:cxnSp>
          <p:nvCxnSpPr>
            <p:cNvPr id="9793" name="Google Shape;9793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4" name="Google Shape;9794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95" name="Google Shape;9795;p107"/>
          <p:cNvGrpSpPr/>
          <p:nvPr/>
        </p:nvGrpSpPr>
        <p:grpSpPr>
          <a:xfrm flipH="1">
            <a:off x="4403445" y="5718455"/>
            <a:ext cx="295275" cy="114300"/>
            <a:chOff x="3228" y="1776"/>
            <a:chExt cx="252" cy="96"/>
          </a:xfrm>
        </p:grpSpPr>
        <p:cxnSp>
          <p:nvCxnSpPr>
            <p:cNvPr id="9796" name="Google Shape;9796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97" name="Google Shape;9797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798" name="Google Shape;9798;p107"/>
          <p:cNvGrpSpPr/>
          <p:nvPr/>
        </p:nvGrpSpPr>
        <p:grpSpPr>
          <a:xfrm rot="10800000">
            <a:off x="4608232" y="5423180"/>
            <a:ext cx="295275" cy="114300"/>
            <a:chOff x="3228" y="1776"/>
            <a:chExt cx="252" cy="96"/>
          </a:xfrm>
        </p:grpSpPr>
        <p:cxnSp>
          <p:nvCxnSpPr>
            <p:cNvPr id="9799" name="Google Shape;9799;p107"/>
            <p:cNvCxnSpPr/>
            <p:nvPr/>
          </p:nvCxnSpPr>
          <p:spPr>
            <a:xfrm flipH="1" rot="10800000">
              <a:off x="3339" y="1776"/>
              <a:ext cx="141" cy="5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00" name="Google Shape;9800;p107"/>
            <p:cNvCxnSpPr/>
            <p:nvPr/>
          </p:nvCxnSpPr>
          <p:spPr>
            <a:xfrm flipH="1" rot="10800000">
              <a:off x="3228" y="1833"/>
              <a:ext cx="102" cy="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01" name="Google Shape;9801;p107"/>
          <p:cNvGrpSpPr/>
          <p:nvPr/>
        </p:nvGrpSpPr>
        <p:grpSpPr>
          <a:xfrm>
            <a:off x="3885507" y="5310841"/>
            <a:ext cx="809010" cy="502026"/>
            <a:chOff x="7493876" y="2774731"/>
            <a:chExt cx="1481958" cy="894622"/>
          </a:xfrm>
        </p:grpSpPr>
        <p:sp>
          <p:nvSpPr>
            <p:cNvPr id="9802" name="Google Shape;9802;p10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9803" name="Google Shape;9803;p10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9804" name="Google Shape;9804;p10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805" name="Google Shape;9805;p10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6" name="Google Shape;9806;p10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7" name="Google Shape;9807;p10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8" name="Google Shape;9808;p10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809" name="Google Shape;9809;p107"/>
          <p:cNvGrpSpPr/>
          <p:nvPr/>
        </p:nvGrpSpPr>
        <p:grpSpPr>
          <a:xfrm>
            <a:off x="2703232" y="5072342"/>
            <a:ext cx="358775" cy="623888"/>
            <a:chOff x="4140" y="429"/>
            <a:chExt cx="1425" cy="2396"/>
          </a:xfrm>
        </p:grpSpPr>
        <p:sp>
          <p:nvSpPr>
            <p:cNvPr id="9810" name="Google Shape;9810;p10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1" name="Google Shape;9811;p107"/>
            <p:cNvSpPr/>
            <p:nvPr/>
          </p:nvSpPr>
          <p:spPr>
            <a:xfrm>
              <a:off x="4203" y="429"/>
              <a:ext cx="1053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2" name="Google Shape;9812;p10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3" name="Google Shape;9813;p10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4" name="Google Shape;9814;p107"/>
            <p:cNvSpPr/>
            <p:nvPr/>
          </p:nvSpPr>
          <p:spPr>
            <a:xfrm>
              <a:off x="4209" y="691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15" name="Google Shape;9815;p107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9816" name="Google Shape;9816;p107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7" name="Google Shape;9817;p107"/>
              <p:cNvSpPr/>
              <p:nvPr/>
            </p:nvSpPr>
            <p:spPr>
              <a:xfrm>
                <a:off x="633" y="2584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18" name="Google Shape;9818;p107"/>
            <p:cNvSpPr/>
            <p:nvPr/>
          </p:nvSpPr>
          <p:spPr>
            <a:xfrm>
              <a:off x="4222" y="1020"/>
              <a:ext cx="599" cy="43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19" name="Google Shape;9819;p107"/>
            <p:cNvGrpSpPr/>
            <p:nvPr/>
          </p:nvGrpSpPr>
          <p:grpSpPr>
            <a:xfrm>
              <a:off x="4745" y="996"/>
              <a:ext cx="580" cy="134"/>
              <a:chOff x="612" y="2570"/>
              <a:chExt cx="724" cy="139"/>
            </a:xfrm>
          </p:grpSpPr>
          <p:sp>
            <p:nvSpPr>
              <p:cNvPr id="9820" name="Google Shape;9820;p107"/>
              <p:cNvSpPr/>
              <p:nvPr/>
            </p:nvSpPr>
            <p:spPr>
              <a:xfrm>
                <a:off x="612" y="2570"/>
                <a:ext cx="724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1" name="Google Shape;9821;p107"/>
              <p:cNvSpPr/>
              <p:nvPr/>
            </p:nvSpPr>
            <p:spPr>
              <a:xfrm>
                <a:off x="628" y="2589"/>
                <a:ext cx="692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2" name="Google Shape;9822;p107"/>
            <p:cNvSpPr/>
            <p:nvPr/>
          </p:nvSpPr>
          <p:spPr>
            <a:xfrm>
              <a:off x="4216" y="1356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3" name="Google Shape;9823;p107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24" name="Google Shape;9824;p107"/>
            <p:cNvGrpSpPr/>
            <p:nvPr/>
          </p:nvGrpSpPr>
          <p:grpSpPr>
            <a:xfrm>
              <a:off x="4733" y="1636"/>
              <a:ext cx="586" cy="140"/>
              <a:chOff x="611" y="2576"/>
              <a:chExt cx="730" cy="129"/>
            </a:xfrm>
          </p:grpSpPr>
          <p:sp>
            <p:nvSpPr>
              <p:cNvPr id="9825" name="Google Shape;9825;p107"/>
              <p:cNvSpPr/>
              <p:nvPr/>
            </p:nvSpPr>
            <p:spPr>
              <a:xfrm>
                <a:off x="611" y="2576"/>
                <a:ext cx="730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6" name="Google Shape;9826;p107"/>
              <p:cNvSpPr/>
              <p:nvPr/>
            </p:nvSpPr>
            <p:spPr>
              <a:xfrm>
                <a:off x="627" y="2588"/>
                <a:ext cx="699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27" name="Google Shape;9827;p10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28" name="Google Shape;9828;p107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829" name="Google Shape;9829;p107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30" name="Google Shape;9830;p107"/>
              <p:cNvSpPr/>
              <p:nvPr/>
            </p:nvSpPr>
            <p:spPr>
              <a:xfrm>
                <a:off x="630" y="2585"/>
                <a:ext cx="691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31" name="Google Shape;9831;p107"/>
            <p:cNvSpPr/>
            <p:nvPr/>
          </p:nvSpPr>
          <p:spPr>
            <a:xfrm>
              <a:off x="5250" y="429"/>
              <a:ext cx="69" cy="2286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2" name="Google Shape;9832;p10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3" name="Google Shape;9833;p10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4" name="Google Shape;9834;p107"/>
            <p:cNvSpPr/>
            <p:nvPr/>
          </p:nvSpPr>
          <p:spPr>
            <a:xfrm>
              <a:off x="5515" y="2612"/>
              <a:ext cx="50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5" name="Google Shape;9835;p10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6" name="Google Shape;9836;p107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7" name="Google Shape;9837;p107"/>
            <p:cNvSpPr/>
            <p:nvPr/>
          </p:nvSpPr>
          <p:spPr>
            <a:xfrm>
              <a:off x="4203" y="2709"/>
              <a:ext cx="1072" cy="85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8" name="Google Shape;9838;p107"/>
            <p:cNvSpPr/>
            <p:nvPr/>
          </p:nvSpPr>
          <p:spPr>
            <a:xfrm>
              <a:off x="4310" y="2386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9" name="Google Shape;9839;p107"/>
            <p:cNvSpPr/>
            <p:nvPr/>
          </p:nvSpPr>
          <p:spPr>
            <a:xfrm>
              <a:off x="4487" y="2386"/>
              <a:ext cx="158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0" name="Google Shape;9840;p107"/>
            <p:cNvSpPr/>
            <p:nvPr/>
          </p:nvSpPr>
          <p:spPr>
            <a:xfrm>
              <a:off x="4663" y="2380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1" name="Google Shape;9841;p107"/>
            <p:cNvSpPr/>
            <p:nvPr/>
          </p:nvSpPr>
          <p:spPr>
            <a:xfrm>
              <a:off x="5061" y="1837"/>
              <a:ext cx="88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2" name="Google Shape;9842;p107"/>
          <p:cNvGrpSpPr/>
          <p:nvPr/>
        </p:nvGrpSpPr>
        <p:grpSpPr>
          <a:xfrm>
            <a:off x="1323975" y="1595438"/>
            <a:ext cx="976312" cy="1460500"/>
            <a:chOff x="651" y="681"/>
            <a:chExt cx="615" cy="920"/>
          </a:xfrm>
        </p:grpSpPr>
        <p:sp>
          <p:nvSpPr>
            <p:cNvPr id="9843" name="Google Shape;9843;p107"/>
            <p:cNvSpPr/>
            <p:nvPr/>
          </p:nvSpPr>
          <p:spPr>
            <a:xfrm>
              <a:off x="662" y="698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7951" y="8723"/>
                  </a:lnTo>
                  <a:lnTo>
                    <a:pt x="8212" y="0"/>
                  </a:ln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rgbClr val="FFFFFF">
                    <a:alpha val="77647"/>
                  </a:srgbClr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44" name="Google Shape;9844;p107"/>
            <p:cNvGrpSpPr/>
            <p:nvPr/>
          </p:nvGrpSpPr>
          <p:grpSpPr>
            <a:xfrm>
              <a:off x="651" y="681"/>
              <a:ext cx="500" cy="834"/>
              <a:chOff x="569" y="2954"/>
              <a:chExt cx="500" cy="834"/>
            </a:xfrm>
          </p:grpSpPr>
          <p:sp>
            <p:nvSpPr>
              <p:cNvPr id="9845" name="Google Shape;9845;p10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46" name="Google Shape;9846;p107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847" name="Google Shape;9847;p10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8" name="Google Shape;9848;p10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49" name="Google Shape;9849;p10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0" name="Google Shape;9850;p10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851" name="Google Shape;9851;p107"/>
          <p:cNvGrpSpPr/>
          <p:nvPr/>
        </p:nvGrpSpPr>
        <p:grpSpPr>
          <a:xfrm>
            <a:off x="1751013" y="4270375"/>
            <a:ext cx="973137" cy="1416050"/>
            <a:chOff x="4000" y="1895"/>
            <a:chExt cx="613" cy="892"/>
          </a:xfrm>
        </p:grpSpPr>
        <p:sp>
          <p:nvSpPr>
            <p:cNvPr id="9852" name="Google Shape;9852;p107"/>
            <p:cNvSpPr/>
            <p:nvPr/>
          </p:nvSpPr>
          <p:spPr>
            <a:xfrm>
              <a:off x="4011" y="1912"/>
              <a:ext cx="602" cy="875"/>
            </a:xfrm>
            <a:custGeom>
              <a:rect b="b" l="l" r="r" t="t"/>
              <a:pathLst>
                <a:path extrusionOk="0" h="10000" w="10000">
                  <a:moveTo>
                    <a:pt x="8239" y="0"/>
                  </a:moveTo>
                  <a:cubicBezTo>
                    <a:pt x="8793" y="2137"/>
                    <a:pt x="8981" y="4731"/>
                    <a:pt x="9900" y="6411"/>
                  </a:cubicBezTo>
                  <a:cubicBezTo>
                    <a:pt x="10055" y="7271"/>
                    <a:pt x="9844" y="9139"/>
                    <a:pt x="10000" y="10000"/>
                  </a:cubicBezTo>
                  <a:cubicBezTo>
                    <a:pt x="6733" y="9577"/>
                    <a:pt x="3333" y="9337"/>
                    <a:pt x="0" y="9005"/>
                  </a:cubicBezTo>
                  <a:lnTo>
                    <a:pt x="7575" y="8572"/>
                  </a:lnTo>
                  <a:cubicBezTo>
                    <a:pt x="7797" y="5714"/>
                    <a:pt x="8017" y="2858"/>
                    <a:pt x="8239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99000">
                  <a:srgbClr val="FFFFFF">
                    <a:alpha val="81960"/>
                  </a:srgbClr>
                </a:gs>
                <a:gs pos="100000">
                  <a:srgbClr val="FFFFFF">
                    <a:alpha val="8196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53" name="Google Shape;9853;p107"/>
            <p:cNvGrpSpPr/>
            <p:nvPr/>
          </p:nvGrpSpPr>
          <p:grpSpPr>
            <a:xfrm>
              <a:off x="4000" y="1895"/>
              <a:ext cx="500" cy="834"/>
              <a:chOff x="569" y="2954"/>
              <a:chExt cx="500" cy="834"/>
            </a:xfrm>
          </p:grpSpPr>
          <p:sp>
            <p:nvSpPr>
              <p:cNvPr id="9854" name="Google Shape;9854;p107"/>
              <p:cNvSpPr/>
              <p:nvPr/>
            </p:nvSpPr>
            <p:spPr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5" name="Google Shape;9855;p107"/>
              <p:cNvSpPr txBox="1"/>
              <p:nvPr/>
            </p:nvSpPr>
            <p:spPr>
              <a:xfrm>
                <a:off x="606" y="2954"/>
                <a:ext cx="453" cy="8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Eth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Phy</a:t>
                </a:r>
                <a:endParaRPr/>
              </a:p>
            </p:txBody>
          </p:sp>
          <p:cxnSp>
            <p:nvCxnSpPr>
              <p:cNvPr id="9856" name="Google Shape;9856;p107"/>
              <p:cNvCxnSpPr/>
              <p:nvPr/>
            </p:nvCxnSpPr>
            <p:spPr>
              <a:xfrm>
                <a:off x="578" y="3130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7" name="Google Shape;9857;p107"/>
              <p:cNvCxnSpPr/>
              <p:nvPr/>
            </p:nvCxnSpPr>
            <p:spPr>
              <a:xfrm>
                <a:off x="575" y="3289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8" name="Google Shape;9858;p107"/>
              <p:cNvCxnSpPr/>
              <p:nvPr/>
            </p:nvCxnSpPr>
            <p:spPr>
              <a:xfrm>
                <a:off x="572" y="3448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59" name="Google Shape;9859;p107"/>
              <p:cNvCxnSpPr/>
              <p:nvPr/>
            </p:nvCxnSpPr>
            <p:spPr>
              <a:xfrm>
                <a:off x="569" y="3607"/>
                <a:ext cx="4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9860" name="Google Shape;9860;p107"/>
          <p:cNvGrpSpPr/>
          <p:nvPr/>
        </p:nvGrpSpPr>
        <p:grpSpPr>
          <a:xfrm>
            <a:off x="1946552" y="2678242"/>
            <a:ext cx="913139" cy="665131"/>
            <a:chOff x="7455987" y="2414528"/>
            <a:chExt cx="511700" cy="327647"/>
          </a:xfrm>
        </p:grpSpPr>
        <p:pic>
          <p:nvPicPr>
            <p:cNvPr descr="laptop_keyboard" id="9861" name="Google Shape;9861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2" name="Google Shape;9862;p107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863" name="Google Shape;9863;p10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4" name="Google Shape;9864;p107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5" name="Google Shape;9865;p107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6" name="Google Shape;9866;p107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7" name="Google Shape;9867;p107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8" name="Google Shape;9868;p107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9" name="Google Shape;9869;p107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70" name="Google Shape;9870;p107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871" name="Google Shape;9871;p10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2" name="Google Shape;9872;p107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3" name="Google Shape;9873;p107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4" name="Google Shape;9874;p107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107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6" name="Google Shape;9876;p107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877" name="Google Shape;9877;p107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8" name="Google Shape;9878;p107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9" name="Google Shape;9879;p107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0" name="Google Shape;9880;p107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1" name="Google Shape;9881;p107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2" name="Google Shape;9882;p107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3" name="Google Shape;9883;p107"/>
          <p:cNvGrpSpPr/>
          <p:nvPr/>
        </p:nvGrpSpPr>
        <p:grpSpPr>
          <a:xfrm>
            <a:off x="544513" y="1574800"/>
            <a:ext cx="515937" cy="333375"/>
            <a:chOff x="328" y="678"/>
            <a:chExt cx="325" cy="210"/>
          </a:xfrm>
        </p:grpSpPr>
        <p:grpSp>
          <p:nvGrpSpPr>
            <p:cNvPr id="9884" name="Google Shape;9884;p107"/>
            <p:cNvGrpSpPr/>
            <p:nvPr/>
          </p:nvGrpSpPr>
          <p:grpSpPr>
            <a:xfrm>
              <a:off x="328" y="693"/>
              <a:ext cx="325" cy="154"/>
              <a:chOff x="844" y="3337"/>
              <a:chExt cx="325" cy="154"/>
            </a:xfrm>
          </p:grpSpPr>
          <p:sp>
            <p:nvSpPr>
              <p:cNvPr id="9885" name="Google Shape;9885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6" name="Google Shape;9886;p107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sp>
          <p:nvSpPr>
            <p:cNvPr id="9887" name="Google Shape;9887;p107"/>
            <p:cNvSpPr/>
            <p:nvPr/>
          </p:nvSpPr>
          <p:spPr>
            <a:xfrm>
              <a:off x="396" y="678"/>
              <a:ext cx="240" cy="210"/>
            </a:xfrm>
            <a:prstGeom prst="downArrow">
              <a:avLst>
                <a:gd fmla="val 49167" name="adj1"/>
                <a:gd fmla="val 24292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88" name="Google Shape;9888;p107"/>
          <p:cNvSpPr/>
          <p:nvPr/>
        </p:nvSpPr>
        <p:spPr>
          <a:xfrm>
            <a:off x="7289800" y="1581150"/>
            <a:ext cx="4383088" cy="950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request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sent into TCP socket</a:t>
            </a:r>
            <a:endParaRPr/>
          </a:p>
        </p:txBody>
      </p:sp>
      <p:sp>
        <p:nvSpPr>
          <p:cNvPr id="9889" name="Google Shape;9889;p107"/>
          <p:cNvSpPr/>
          <p:nvPr/>
        </p:nvSpPr>
        <p:spPr>
          <a:xfrm>
            <a:off x="7264991" y="2527300"/>
            <a:ext cx="4558710" cy="985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request routed to www.google.com</a:t>
            </a:r>
            <a:endParaRPr/>
          </a:p>
        </p:txBody>
      </p:sp>
      <p:sp>
        <p:nvSpPr>
          <p:cNvPr id="9890" name="Google Shape;9890;p107"/>
          <p:cNvSpPr/>
          <p:nvPr/>
        </p:nvSpPr>
        <p:spPr>
          <a:xfrm>
            <a:off x="7269114" y="5168900"/>
            <a:ext cx="4364086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datagram containing HTTP reply routed back to client</a:t>
            </a:r>
            <a:endParaRPr/>
          </a:p>
        </p:txBody>
      </p:sp>
      <p:sp>
        <p:nvSpPr>
          <p:cNvPr id="9891" name="Google Shape;9891;p107"/>
          <p:cNvSpPr/>
          <p:nvPr/>
        </p:nvSpPr>
        <p:spPr>
          <a:xfrm>
            <a:off x="7271340" y="3859213"/>
            <a:ext cx="4823823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server responds with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HTTP reply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(containing web page)</a:t>
            </a:r>
            <a:endParaRPr/>
          </a:p>
        </p:txBody>
      </p:sp>
      <p:grpSp>
        <p:nvGrpSpPr>
          <p:cNvPr id="9892" name="Google Shape;9892;p107"/>
          <p:cNvGrpSpPr/>
          <p:nvPr/>
        </p:nvGrpSpPr>
        <p:grpSpPr>
          <a:xfrm>
            <a:off x="190500" y="1884363"/>
            <a:ext cx="1081088" cy="1058862"/>
            <a:chOff x="56" y="859"/>
            <a:chExt cx="681" cy="667"/>
          </a:xfrm>
        </p:grpSpPr>
        <p:grpSp>
          <p:nvGrpSpPr>
            <p:cNvPr id="9893" name="Google Shape;9893;p107"/>
            <p:cNvGrpSpPr/>
            <p:nvPr/>
          </p:nvGrpSpPr>
          <p:grpSpPr>
            <a:xfrm>
              <a:off x="290" y="874"/>
              <a:ext cx="379" cy="154"/>
              <a:chOff x="740" y="3209"/>
              <a:chExt cx="379" cy="154"/>
            </a:xfrm>
          </p:grpSpPr>
          <p:grpSp>
            <p:nvGrpSpPr>
              <p:cNvPr id="9894" name="Google Shape;9894;p107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895" name="Google Shape;9895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96" name="Google Shape;9896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9897" name="Google Shape;9897;p10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8" name="Google Shape;9898;p10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99" name="Google Shape;9899;p107"/>
            <p:cNvGrpSpPr/>
            <p:nvPr/>
          </p:nvGrpSpPr>
          <p:grpSpPr>
            <a:xfrm>
              <a:off x="290" y="1022"/>
              <a:ext cx="379" cy="154"/>
              <a:chOff x="836" y="3305"/>
              <a:chExt cx="379" cy="154"/>
            </a:xfrm>
          </p:grpSpPr>
          <p:grpSp>
            <p:nvGrpSpPr>
              <p:cNvPr id="9900" name="Google Shape;9900;p107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901" name="Google Shape;9901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2" name="Google Shape;9902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9903" name="Google Shape;9903;p10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904" name="Google Shape;9904;p10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05" name="Google Shape;9905;p10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06" name="Google Shape;9906;p107"/>
            <p:cNvGrpSpPr/>
            <p:nvPr/>
          </p:nvGrpSpPr>
          <p:grpSpPr>
            <a:xfrm>
              <a:off x="177" y="1042"/>
              <a:ext cx="480" cy="112"/>
              <a:chOff x="627" y="3377"/>
              <a:chExt cx="480" cy="112"/>
            </a:xfrm>
          </p:grpSpPr>
          <p:sp>
            <p:nvSpPr>
              <p:cNvPr id="9907" name="Google Shape;9907;p10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8" name="Google Shape;9908;p10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09" name="Google Shape;9909;p107"/>
            <p:cNvGrpSpPr/>
            <p:nvPr/>
          </p:nvGrpSpPr>
          <p:grpSpPr>
            <a:xfrm>
              <a:off x="56" y="1189"/>
              <a:ext cx="681" cy="154"/>
              <a:chOff x="504" y="3523"/>
              <a:chExt cx="681" cy="154"/>
            </a:xfrm>
          </p:grpSpPr>
          <p:grpSp>
            <p:nvGrpSpPr>
              <p:cNvPr id="9910" name="Google Shape;9910;p107"/>
              <p:cNvGrpSpPr/>
              <p:nvPr/>
            </p:nvGrpSpPr>
            <p:grpSpPr>
              <a:xfrm>
                <a:off x="623" y="3523"/>
                <a:ext cx="492" cy="154"/>
                <a:chOff x="723" y="3453"/>
                <a:chExt cx="492" cy="154"/>
              </a:xfrm>
            </p:grpSpPr>
            <p:grpSp>
              <p:nvGrpSpPr>
                <p:cNvPr id="9911" name="Google Shape;9911;p107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9912" name="Google Shape;9912;p107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913" name="Google Shape;9913;p107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914" name="Google Shape;9914;p107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9915" name="Google Shape;9915;p107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9916" name="Google Shape;9916;p107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917" name="Google Shape;9917;p107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9918" name="Google Shape;9918;p107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9" name="Google Shape;9919;p107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920" name="Google Shape;9920;p107"/>
              <p:cNvSpPr/>
              <p:nvPr/>
            </p:nvSpPr>
            <p:spPr>
              <a:xfrm>
                <a:off x="517" y="3545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1" name="Google Shape;9921;p107"/>
              <p:cNvSpPr/>
              <p:nvPr/>
            </p:nvSpPr>
            <p:spPr>
              <a:xfrm>
                <a:off x="1115" y="3544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22" name="Google Shape;9922;p107"/>
              <p:cNvSpPr/>
              <p:nvPr/>
            </p:nvSpPr>
            <p:spPr>
              <a:xfrm>
                <a:off x="504" y="3529"/>
                <a:ext cx="681" cy="138"/>
              </a:xfrm>
              <a:prstGeom prst="rect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23" name="Google Shape;9923;p107"/>
            <p:cNvSpPr/>
            <p:nvPr/>
          </p:nvSpPr>
          <p:spPr>
            <a:xfrm>
              <a:off x="341" y="859"/>
              <a:ext cx="240" cy="667"/>
            </a:xfrm>
            <a:prstGeom prst="downArrow">
              <a:avLst>
                <a:gd fmla="val 49167" name="adj1"/>
                <a:gd fmla="val 67511" name="adj2"/>
              </a:avLst>
            </a:prstGeom>
            <a:gradFill>
              <a:gsLst>
                <a:gs pos="0">
                  <a:srgbClr val="FF0000">
                    <a:alpha val="24705"/>
                  </a:srgbClr>
                </a:gs>
                <a:gs pos="100000">
                  <a:srgbClr val="FF0000">
                    <a:alpha val="24705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4" name="Google Shape;9924;p107"/>
          <p:cNvGrpSpPr/>
          <p:nvPr/>
        </p:nvGrpSpPr>
        <p:grpSpPr>
          <a:xfrm>
            <a:off x="193675" y="2411413"/>
            <a:ext cx="1081088" cy="244475"/>
            <a:chOff x="0" y="2762"/>
            <a:chExt cx="681" cy="154"/>
          </a:xfrm>
        </p:grpSpPr>
        <p:sp>
          <p:nvSpPr>
            <p:cNvPr id="9925" name="Google Shape;9925;p107"/>
            <p:cNvSpPr/>
            <p:nvPr/>
          </p:nvSpPr>
          <p:spPr>
            <a:xfrm>
              <a:off x="0" y="2768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26" name="Google Shape;9926;p107"/>
            <p:cNvGrpSpPr/>
            <p:nvPr/>
          </p:nvGrpSpPr>
          <p:grpSpPr>
            <a:xfrm>
              <a:off x="119" y="2762"/>
              <a:ext cx="492" cy="154"/>
              <a:chOff x="723" y="3453"/>
              <a:chExt cx="492" cy="154"/>
            </a:xfrm>
          </p:grpSpPr>
          <p:grpSp>
            <p:nvGrpSpPr>
              <p:cNvPr id="9927" name="Google Shape;9927;p107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9928" name="Google Shape;9928;p107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929" name="Google Shape;9929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0" name="Google Shape;9930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9931" name="Google Shape;9931;p10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932" name="Google Shape;9932;p10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33" name="Google Shape;9933;p10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934" name="Google Shape;9934;p107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35" name="Google Shape;9935;p107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36" name="Google Shape;9936;p107"/>
            <p:cNvSpPr/>
            <p:nvPr/>
          </p:nvSpPr>
          <p:spPr>
            <a:xfrm>
              <a:off x="13" y="2784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7" name="Google Shape;9937;p107"/>
            <p:cNvSpPr/>
            <p:nvPr/>
          </p:nvSpPr>
          <p:spPr>
            <a:xfrm>
              <a:off x="611" y="2783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8" name="Google Shape;9938;p107"/>
          <p:cNvGrpSpPr/>
          <p:nvPr/>
        </p:nvGrpSpPr>
        <p:grpSpPr>
          <a:xfrm>
            <a:off x="665163" y="4308475"/>
            <a:ext cx="1081087" cy="949325"/>
            <a:chOff x="2231" y="3555"/>
            <a:chExt cx="681" cy="598"/>
          </a:xfrm>
        </p:grpSpPr>
        <p:grpSp>
          <p:nvGrpSpPr>
            <p:cNvPr id="9939" name="Google Shape;9939;p107"/>
            <p:cNvGrpSpPr/>
            <p:nvPr/>
          </p:nvGrpSpPr>
          <p:grpSpPr>
            <a:xfrm>
              <a:off x="2231" y="3684"/>
              <a:ext cx="681" cy="469"/>
              <a:chOff x="152" y="970"/>
              <a:chExt cx="681" cy="469"/>
            </a:xfrm>
          </p:grpSpPr>
          <p:grpSp>
            <p:nvGrpSpPr>
              <p:cNvPr id="9940" name="Google Shape;9940;p107"/>
              <p:cNvGrpSpPr/>
              <p:nvPr/>
            </p:nvGrpSpPr>
            <p:grpSpPr>
              <a:xfrm>
                <a:off x="386" y="970"/>
                <a:ext cx="379" cy="154"/>
                <a:chOff x="740" y="3209"/>
                <a:chExt cx="379" cy="154"/>
              </a:xfrm>
            </p:grpSpPr>
            <p:grpSp>
              <p:nvGrpSpPr>
                <p:cNvPr id="9941" name="Google Shape;9941;p107"/>
                <p:cNvGrpSpPr/>
                <p:nvPr/>
              </p:nvGrpSpPr>
              <p:grpSpPr>
                <a:xfrm>
                  <a:off x="794" y="3209"/>
                  <a:ext cx="325" cy="154"/>
                  <a:chOff x="844" y="3337"/>
                  <a:chExt cx="325" cy="154"/>
                </a:xfrm>
              </p:grpSpPr>
              <p:sp>
                <p:nvSpPr>
                  <p:cNvPr id="9942" name="Google Shape;9942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3" name="Google Shape;9943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sp>
              <p:nvSpPr>
                <p:cNvPr id="9944" name="Google Shape;9944;p107"/>
                <p:cNvSpPr/>
                <p:nvPr/>
              </p:nvSpPr>
              <p:spPr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45" name="Google Shape;9945;p107"/>
                <p:cNvSpPr/>
                <p:nvPr/>
              </p:nvSpPr>
              <p:spPr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46" name="Google Shape;9946;p107"/>
              <p:cNvGrpSpPr/>
              <p:nvPr/>
            </p:nvGrpSpPr>
            <p:grpSpPr>
              <a:xfrm>
                <a:off x="386" y="1118"/>
                <a:ext cx="379" cy="154"/>
                <a:chOff x="836" y="3305"/>
                <a:chExt cx="379" cy="154"/>
              </a:xfrm>
            </p:grpSpPr>
            <p:grpSp>
              <p:nvGrpSpPr>
                <p:cNvPr id="9947" name="Google Shape;9947;p107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9948" name="Google Shape;9948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49" name="Google Shape;9949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9950" name="Google Shape;9950;p10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9951" name="Google Shape;9951;p10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52" name="Google Shape;9952;p10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953" name="Google Shape;9953;p107"/>
              <p:cNvGrpSpPr/>
              <p:nvPr/>
            </p:nvGrpSpPr>
            <p:grpSpPr>
              <a:xfrm>
                <a:off x="273" y="1138"/>
                <a:ext cx="480" cy="112"/>
                <a:chOff x="627" y="3377"/>
                <a:chExt cx="480" cy="112"/>
              </a:xfrm>
            </p:grpSpPr>
            <p:sp>
              <p:nvSpPr>
                <p:cNvPr id="9954" name="Google Shape;9954;p107"/>
                <p:cNvSpPr/>
                <p:nvPr/>
              </p:nvSpPr>
              <p:spPr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5" name="Google Shape;9955;p107"/>
                <p:cNvSpPr/>
                <p:nvPr/>
              </p:nvSpPr>
              <p:spPr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56" name="Google Shape;9956;p107"/>
              <p:cNvGrpSpPr/>
              <p:nvPr/>
            </p:nvGrpSpPr>
            <p:grpSpPr>
              <a:xfrm>
                <a:off x="152" y="1285"/>
                <a:ext cx="681" cy="154"/>
                <a:chOff x="504" y="3523"/>
                <a:chExt cx="681" cy="154"/>
              </a:xfrm>
            </p:grpSpPr>
            <p:grpSp>
              <p:nvGrpSpPr>
                <p:cNvPr id="9957" name="Google Shape;9957;p107"/>
                <p:cNvGrpSpPr/>
                <p:nvPr/>
              </p:nvGrpSpPr>
              <p:grpSpPr>
                <a:xfrm>
                  <a:off x="623" y="3523"/>
                  <a:ext cx="492" cy="154"/>
                  <a:chOff x="723" y="3453"/>
                  <a:chExt cx="492" cy="154"/>
                </a:xfrm>
              </p:grpSpPr>
              <p:grpSp>
                <p:nvGrpSpPr>
                  <p:cNvPr id="9958" name="Google Shape;9958;p107"/>
                  <p:cNvGrpSpPr/>
                  <p:nvPr/>
                </p:nvGrpSpPr>
                <p:grpSpPr>
                  <a:xfrm>
                    <a:off x="836" y="3453"/>
                    <a:ext cx="379" cy="154"/>
                    <a:chOff x="836" y="3305"/>
                    <a:chExt cx="379" cy="154"/>
                  </a:xfrm>
                </p:grpSpPr>
                <p:grpSp>
                  <p:nvGrpSpPr>
                    <p:cNvPr id="9959" name="Google Shape;9959;p107"/>
                    <p:cNvGrpSpPr/>
                    <p:nvPr/>
                  </p:nvGrpSpPr>
                  <p:grpSpPr>
                    <a:xfrm>
                      <a:off x="890" y="3305"/>
                      <a:ext cx="325" cy="154"/>
                      <a:chOff x="844" y="3337"/>
                      <a:chExt cx="325" cy="154"/>
                    </a:xfrm>
                  </p:grpSpPr>
                  <p:sp>
                    <p:nvSpPr>
                      <p:cNvPr id="9960" name="Google Shape;9960;p107"/>
                      <p:cNvSpPr/>
                      <p:nvPr/>
                    </p:nvSpPr>
                    <p:spPr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961" name="Google Shape;9961;p107"/>
                      <p:cNvSpPr txBox="1"/>
                      <p:nvPr/>
                    </p:nvSpPr>
                    <p:spPr>
                      <a:xfrm>
                        <a:off x="844" y="3337"/>
                        <a:ext cx="325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sp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FFFFFF"/>
                          </a:buClr>
                          <a:buSzPts val="1000"/>
                          <a:buFont typeface="Arial"/>
                          <a:buNone/>
                        </a:pPr>
                        <a:r>
                          <a:rPr b="0" i="0" lang="en-US" sz="1000" u="none" cap="none" strike="noStrike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HTTP</a:t>
                        </a:r>
                        <a:endParaRPr/>
                      </a:p>
                    </p:txBody>
                  </p:sp>
                </p:grpSp>
                <p:grpSp>
                  <p:nvGrpSpPr>
                    <p:cNvPr id="9962" name="Google Shape;9962;p107"/>
                    <p:cNvGrpSpPr/>
                    <p:nvPr/>
                  </p:nvGrpSpPr>
                  <p:grpSpPr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9963" name="Google Shape;9963;p107"/>
                      <p:cNvSpPr/>
                      <p:nvPr/>
                    </p:nvSpPr>
                    <p:spPr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cap="flat" cmpd="sng" w="9525">
                        <a:solidFill>
                          <a:srgbClr val="FFFFFF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sp>
                    <p:nvSpPr>
                      <p:cNvPr id="9964" name="Google Shape;9964;p107"/>
                      <p:cNvSpPr/>
                      <p:nvPr/>
                    </p:nvSpPr>
                    <p:spPr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cap="flat" cmpd="sng" w="9525">
                        <a:solidFill>
                          <a:srgbClr val="00CC99"/>
                        </a:solidFill>
                        <a:prstDash val="solid"/>
                        <a:miter lim="800000"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00"/>
                          <a:buFont typeface="Calibri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</p:grpSp>
              </p:grpSp>
              <p:sp>
                <p:nvSpPr>
                  <p:cNvPr id="9965" name="Google Shape;9965;p107"/>
                  <p:cNvSpPr/>
                  <p:nvPr/>
                </p:nvSpPr>
                <p:spPr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966" name="Google Shape;9966;p107"/>
                  <p:cNvSpPr/>
                  <p:nvPr/>
                </p:nvSpPr>
                <p:spPr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3333CC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967" name="Google Shape;9967;p107"/>
                <p:cNvSpPr/>
                <p:nvPr/>
              </p:nvSpPr>
              <p:spPr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8" name="Google Shape;9968;p107"/>
                <p:cNvSpPr/>
                <p:nvPr/>
              </p:nvSpPr>
              <p:spPr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9" name="Google Shape;9969;p107"/>
                <p:cNvSpPr/>
                <p:nvPr/>
              </p:nvSpPr>
              <p:spPr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70" name="Google Shape;9970;p107"/>
            <p:cNvGrpSpPr/>
            <p:nvPr/>
          </p:nvGrpSpPr>
          <p:grpSpPr>
            <a:xfrm>
              <a:off x="2517" y="3555"/>
              <a:ext cx="325" cy="154"/>
              <a:chOff x="844" y="3337"/>
              <a:chExt cx="325" cy="154"/>
            </a:xfrm>
          </p:grpSpPr>
          <p:sp>
            <p:nvSpPr>
              <p:cNvPr id="9971" name="Google Shape;9971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2" name="Google Shape;9972;p107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</p:grpSp>
      <p:grpSp>
        <p:nvGrpSpPr>
          <p:cNvPr id="9973" name="Google Shape;9973;p107"/>
          <p:cNvGrpSpPr/>
          <p:nvPr/>
        </p:nvGrpSpPr>
        <p:grpSpPr>
          <a:xfrm>
            <a:off x="177800" y="1639888"/>
            <a:ext cx="1081088" cy="1016000"/>
            <a:chOff x="2256" y="3531"/>
            <a:chExt cx="681" cy="640"/>
          </a:xfrm>
        </p:grpSpPr>
        <p:grpSp>
          <p:nvGrpSpPr>
            <p:cNvPr id="9974" name="Google Shape;9974;p107"/>
            <p:cNvGrpSpPr/>
            <p:nvPr/>
          </p:nvGrpSpPr>
          <p:grpSpPr>
            <a:xfrm>
              <a:off x="2482" y="3684"/>
              <a:ext cx="379" cy="154"/>
              <a:chOff x="740" y="3209"/>
              <a:chExt cx="379" cy="154"/>
            </a:xfrm>
          </p:grpSpPr>
          <p:grpSp>
            <p:nvGrpSpPr>
              <p:cNvPr id="9975" name="Google Shape;9975;p107"/>
              <p:cNvGrpSpPr/>
              <p:nvPr/>
            </p:nvGrpSpPr>
            <p:grpSpPr>
              <a:xfrm>
                <a:off x="794" y="3209"/>
                <a:ext cx="325" cy="154"/>
                <a:chOff x="844" y="3337"/>
                <a:chExt cx="325" cy="154"/>
              </a:xfrm>
            </p:grpSpPr>
            <p:sp>
              <p:nvSpPr>
                <p:cNvPr id="9976" name="Google Shape;9976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77" name="Google Shape;9977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sp>
            <p:nvSpPr>
              <p:cNvPr id="9978" name="Google Shape;9978;p107"/>
              <p:cNvSpPr/>
              <p:nvPr/>
            </p:nvSpPr>
            <p:spPr>
              <a:xfrm>
                <a:off x="750" y="3244"/>
                <a:ext cx="88" cy="8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79" name="Google Shape;9979;p107"/>
              <p:cNvSpPr/>
              <p:nvPr/>
            </p:nvSpPr>
            <p:spPr>
              <a:xfrm>
                <a:off x="740" y="3238"/>
                <a:ext cx="354" cy="94"/>
              </a:xfrm>
              <a:prstGeom prst="rect">
                <a:avLst/>
              </a:prstGeom>
              <a:noFill/>
              <a:ln cap="flat" cmpd="sng" w="9525">
                <a:solidFill>
                  <a:srgbClr val="00CC99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80" name="Google Shape;9980;p107"/>
            <p:cNvGrpSpPr/>
            <p:nvPr/>
          </p:nvGrpSpPr>
          <p:grpSpPr>
            <a:xfrm>
              <a:off x="2482" y="3844"/>
              <a:ext cx="379" cy="154"/>
              <a:chOff x="836" y="3305"/>
              <a:chExt cx="379" cy="154"/>
            </a:xfrm>
          </p:grpSpPr>
          <p:grpSp>
            <p:nvGrpSpPr>
              <p:cNvPr id="9981" name="Google Shape;9981;p107"/>
              <p:cNvGrpSpPr/>
              <p:nvPr/>
            </p:nvGrpSpPr>
            <p:grpSpPr>
              <a:xfrm>
                <a:off x="890" y="3305"/>
                <a:ext cx="325" cy="154"/>
                <a:chOff x="844" y="3337"/>
                <a:chExt cx="325" cy="154"/>
              </a:xfrm>
            </p:grpSpPr>
            <p:sp>
              <p:nvSpPr>
                <p:cNvPr id="9982" name="Google Shape;9982;p107"/>
                <p:cNvSpPr/>
                <p:nvPr/>
              </p:nvSpPr>
              <p:spPr>
                <a:xfrm>
                  <a:off x="889" y="3370"/>
                  <a:ext cx="245" cy="86"/>
                </a:xfrm>
                <a:prstGeom prst="rect">
                  <a:avLst/>
                </a:prstGeom>
                <a:solidFill>
                  <a:srgbClr val="FF0000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83" name="Google Shape;9983;p107"/>
                <p:cNvSpPr txBox="1"/>
                <p:nvPr/>
              </p:nvSpPr>
              <p:spPr>
                <a:xfrm>
                  <a:off x="844" y="3337"/>
                  <a:ext cx="325" cy="1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HTTP</a:t>
                  </a:r>
                  <a:endParaRPr/>
                </a:p>
              </p:txBody>
            </p:sp>
          </p:grpSp>
          <p:grpSp>
            <p:nvGrpSpPr>
              <p:cNvPr id="9984" name="Google Shape;9984;p107"/>
              <p:cNvGrpSpPr/>
              <p:nvPr/>
            </p:nvGrpSpPr>
            <p:grpSpPr>
              <a:xfrm>
                <a:off x="836" y="3334"/>
                <a:ext cx="354" cy="94"/>
                <a:chOff x="836" y="3334"/>
                <a:chExt cx="354" cy="94"/>
              </a:xfrm>
            </p:grpSpPr>
            <p:sp>
              <p:nvSpPr>
                <p:cNvPr id="9985" name="Google Shape;9985;p107"/>
                <p:cNvSpPr/>
                <p:nvPr/>
              </p:nvSpPr>
              <p:spPr>
                <a:xfrm>
                  <a:off x="846" y="3340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FFFFF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86" name="Google Shape;9986;p107"/>
                <p:cNvSpPr/>
                <p:nvPr/>
              </p:nvSpPr>
              <p:spPr>
                <a:xfrm>
                  <a:off x="836" y="3334"/>
                  <a:ext cx="354" cy="94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00CC99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987" name="Google Shape;9987;p107"/>
            <p:cNvGrpSpPr/>
            <p:nvPr/>
          </p:nvGrpSpPr>
          <p:grpSpPr>
            <a:xfrm>
              <a:off x="2369" y="3858"/>
              <a:ext cx="480" cy="112"/>
              <a:chOff x="627" y="3377"/>
              <a:chExt cx="480" cy="112"/>
            </a:xfrm>
          </p:grpSpPr>
          <p:sp>
            <p:nvSpPr>
              <p:cNvPr id="9988" name="Google Shape;9988;p107"/>
              <p:cNvSpPr/>
              <p:nvPr/>
            </p:nvSpPr>
            <p:spPr>
              <a:xfrm>
                <a:off x="636" y="3388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89" name="Google Shape;9989;p107"/>
              <p:cNvSpPr/>
              <p:nvPr/>
            </p:nvSpPr>
            <p:spPr>
              <a:xfrm>
                <a:off x="627" y="3377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990" name="Google Shape;9990;p107"/>
            <p:cNvGrpSpPr/>
            <p:nvPr/>
          </p:nvGrpSpPr>
          <p:grpSpPr>
            <a:xfrm>
              <a:off x="2534" y="3531"/>
              <a:ext cx="325" cy="154"/>
              <a:chOff x="844" y="3337"/>
              <a:chExt cx="325" cy="154"/>
            </a:xfrm>
          </p:grpSpPr>
          <p:sp>
            <p:nvSpPr>
              <p:cNvPr id="9991" name="Google Shape;9991;p107"/>
              <p:cNvSpPr/>
              <p:nvPr/>
            </p:nvSpPr>
            <p:spPr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cap="flat" cmpd="sng" w="9525">
                <a:solidFill>
                  <a:srgbClr val="FFFFF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2" name="Google Shape;9992;p107"/>
              <p:cNvSpPr txBox="1"/>
              <p:nvPr/>
            </p:nvSpPr>
            <p:spPr>
              <a:xfrm>
                <a:off x="844" y="3337"/>
                <a:ext cx="325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HTTP</a:t>
                </a:r>
                <a:endParaRPr/>
              </a:p>
            </p:txBody>
          </p:sp>
        </p:grpSp>
        <p:grpSp>
          <p:nvGrpSpPr>
            <p:cNvPr id="9993" name="Google Shape;9993;p107"/>
            <p:cNvGrpSpPr/>
            <p:nvPr/>
          </p:nvGrpSpPr>
          <p:grpSpPr>
            <a:xfrm>
              <a:off x="2256" y="4017"/>
              <a:ext cx="681" cy="154"/>
              <a:chOff x="-341" y="3180"/>
              <a:chExt cx="681" cy="154"/>
            </a:xfrm>
          </p:grpSpPr>
          <p:sp>
            <p:nvSpPr>
              <p:cNvPr id="9994" name="Google Shape;9994;p107"/>
              <p:cNvSpPr/>
              <p:nvPr/>
            </p:nvSpPr>
            <p:spPr>
              <a:xfrm>
                <a:off x="-341" y="3186"/>
                <a:ext cx="681" cy="13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995" name="Google Shape;9995;p107"/>
              <p:cNvGrpSpPr/>
              <p:nvPr/>
            </p:nvGrpSpPr>
            <p:grpSpPr>
              <a:xfrm>
                <a:off x="-222" y="3180"/>
                <a:ext cx="492" cy="154"/>
                <a:chOff x="723" y="3453"/>
                <a:chExt cx="492" cy="154"/>
              </a:xfrm>
            </p:grpSpPr>
            <p:grpSp>
              <p:nvGrpSpPr>
                <p:cNvPr id="9996" name="Google Shape;9996;p107"/>
                <p:cNvGrpSpPr/>
                <p:nvPr/>
              </p:nvGrpSpPr>
              <p:grpSpPr>
                <a:xfrm>
                  <a:off x="836" y="3453"/>
                  <a:ext cx="379" cy="154"/>
                  <a:chOff x="836" y="3305"/>
                  <a:chExt cx="379" cy="154"/>
                </a:xfrm>
              </p:grpSpPr>
              <p:grpSp>
                <p:nvGrpSpPr>
                  <p:cNvPr id="9997" name="Google Shape;9997;p107"/>
                  <p:cNvGrpSpPr/>
                  <p:nvPr/>
                </p:nvGrpSpPr>
                <p:grpSpPr>
                  <a:xfrm>
                    <a:off x="890" y="3305"/>
                    <a:ext cx="325" cy="154"/>
                    <a:chOff x="844" y="3337"/>
                    <a:chExt cx="325" cy="154"/>
                  </a:xfrm>
                </p:grpSpPr>
                <p:sp>
                  <p:nvSpPr>
                    <p:cNvPr id="9998" name="Google Shape;9998;p107"/>
                    <p:cNvSpPr/>
                    <p:nvPr/>
                  </p:nvSpPr>
                  <p:spPr>
                    <a:xfrm>
                      <a:off x="889" y="3370"/>
                      <a:ext cx="245" cy="8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9999" name="Google Shape;9999;p107"/>
                    <p:cNvSpPr txBox="1"/>
                    <p:nvPr/>
                  </p:nvSpPr>
                  <p:spPr>
                    <a:xfrm>
                      <a:off x="844" y="3337"/>
                      <a:ext cx="325" cy="15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</a:t>
                      </a:r>
                      <a:endParaRPr/>
                    </a:p>
                  </p:txBody>
                </p:sp>
              </p:grpSp>
              <p:grpSp>
                <p:nvGrpSpPr>
                  <p:cNvPr id="10000" name="Google Shape;10000;p107"/>
                  <p:cNvGrpSpPr/>
                  <p:nvPr/>
                </p:nvGrpSpPr>
                <p:grpSpPr>
                  <a:xfrm>
                    <a:off x="836" y="3334"/>
                    <a:ext cx="354" cy="94"/>
                    <a:chOff x="836" y="3334"/>
                    <a:chExt cx="354" cy="94"/>
                  </a:xfrm>
                </p:grpSpPr>
                <p:sp>
                  <p:nvSpPr>
                    <p:cNvPr id="10001" name="Google Shape;10001;p107"/>
                    <p:cNvSpPr/>
                    <p:nvPr/>
                  </p:nvSpPr>
                  <p:spPr>
                    <a:xfrm>
                      <a:off x="846" y="3340"/>
                      <a:ext cx="88" cy="82"/>
                    </a:xfrm>
                    <a:prstGeom prst="rect">
                      <a:avLst/>
                    </a:prstGeom>
                    <a:solidFill>
                      <a:srgbClr val="00CC99"/>
                    </a:solidFill>
                    <a:ln cap="flat" cmpd="sng" w="9525">
                      <a:solidFill>
                        <a:srgbClr val="FFFFFF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0002" name="Google Shape;10002;p107"/>
                    <p:cNvSpPr/>
                    <p:nvPr/>
                  </p:nvSpPr>
                  <p:spPr>
                    <a:xfrm>
                      <a:off x="836" y="3334"/>
                      <a:ext cx="354" cy="94"/>
                    </a:xfrm>
                    <a:prstGeom prst="rect">
                      <a:avLst/>
                    </a:prstGeom>
                    <a:noFill/>
                    <a:ln cap="flat" cmpd="sng" w="9525">
                      <a:solidFill>
                        <a:srgbClr val="00CC99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sp>
              <p:nvSpPr>
                <p:cNvPr id="10003" name="Google Shape;10003;p107"/>
                <p:cNvSpPr/>
                <p:nvPr/>
              </p:nvSpPr>
              <p:spPr>
                <a:xfrm>
                  <a:off x="732" y="3484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04" name="Google Shape;10004;p107"/>
                <p:cNvSpPr/>
                <p:nvPr/>
              </p:nvSpPr>
              <p:spPr>
                <a:xfrm>
                  <a:off x="723" y="3473"/>
                  <a:ext cx="480" cy="112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3333CC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005" name="Google Shape;10005;p107"/>
              <p:cNvSpPr/>
              <p:nvPr/>
            </p:nvSpPr>
            <p:spPr>
              <a:xfrm>
                <a:off x="-328" y="3202"/>
                <a:ext cx="94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06" name="Google Shape;10006;p107"/>
              <p:cNvSpPr/>
              <p:nvPr/>
            </p:nvSpPr>
            <p:spPr>
              <a:xfrm>
                <a:off x="270" y="3201"/>
                <a:ext cx="60" cy="10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007" name="Google Shape;10007;p107"/>
          <p:cNvGrpSpPr/>
          <p:nvPr/>
        </p:nvGrpSpPr>
        <p:grpSpPr>
          <a:xfrm>
            <a:off x="668338" y="5013325"/>
            <a:ext cx="1081087" cy="244475"/>
            <a:chOff x="-341" y="3180"/>
            <a:chExt cx="681" cy="154"/>
          </a:xfrm>
        </p:grpSpPr>
        <p:sp>
          <p:nvSpPr>
            <p:cNvPr id="10008" name="Google Shape;10008;p107"/>
            <p:cNvSpPr/>
            <p:nvPr/>
          </p:nvSpPr>
          <p:spPr>
            <a:xfrm>
              <a:off x="-341" y="3186"/>
              <a:ext cx="681" cy="138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09" name="Google Shape;10009;p107"/>
            <p:cNvGrpSpPr/>
            <p:nvPr/>
          </p:nvGrpSpPr>
          <p:grpSpPr>
            <a:xfrm>
              <a:off x="-222" y="3180"/>
              <a:ext cx="492" cy="154"/>
              <a:chOff x="723" y="3453"/>
              <a:chExt cx="492" cy="154"/>
            </a:xfrm>
          </p:grpSpPr>
          <p:grpSp>
            <p:nvGrpSpPr>
              <p:cNvPr id="10010" name="Google Shape;10010;p107"/>
              <p:cNvGrpSpPr/>
              <p:nvPr/>
            </p:nvGrpSpPr>
            <p:grpSpPr>
              <a:xfrm>
                <a:off x="836" y="3453"/>
                <a:ext cx="379" cy="154"/>
                <a:chOff x="836" y="3305"/>
                <a:chExt cx="379" cy="154"/>
              </a:xfrm>
            </p:grpSpPr>
            <p:grpSp>
              <p:nvGrpSpPr>
                <p:cNvPr id="10011" name="Google Shape;10011;p107"/>
                <p:cNvGrpSpPr/>
                <p:nvPr/>
              </p:nvGrpSpPr>
              <p:grpSpPr>
                <a:xfrm>
                  <a:off x="890" y="3305"/>
                  <a:ext cx="325" cy="154"/>
                  <a:chOff x="844" y="3337"/>
                  <a:chExt cx="325" cy="154"/>
                </a:xfrm>
              </p:grpSpPr>
              <p:sp>
                <p:nvSpPr>
                  <p:cNvPr id="10012" name="Google Shape;10012;p107"/>
                  <p:cNvSpPr/>
                  <p:nvPr/>
                </p:nvSpPr>
                <p:spPr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13" name="Google Shape;10013;p107"/>
                  <p:cNvSpPr txBox="1"/>
                  <p:nvPr/>
                </p:nvSpPr>
                <p:spPr>
                  <a:xfrm>
                    <a:off x="844" y="3337"/>
                    <a:ext cx="325" cy="1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FFFF"/>
                      </a:buClr>
                      <a:buSzPts val="1000"/>
                      <a:buFont typeface="Arial"/>
                      <a:buNone/>
                    </a:pPr>
                    <a:r>
                      <a:rPr b="0" i="0" lang="en-US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HTTP</a:t>
                    </a:r>
                    <a:endParaRPr/>
                  </a:p>
                </p:txBody>
              </p:sp>
            </p:grpSp>
            <p:grpSp>
              <p:nvGrpSpPr>
                <p:cNvPr id="10014" name="Google Shape;10014;p107"/>
                <p:cNvGrpSpPr/>
                <p:nvPr/>
              </p:nvGrpSpPr>
              <p:grpSpPr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0015" name="Google Shape;10015;p107"/>
                  <p:cNvSpPr/>
                  <p:nvPr/>
                </p:nvSpPr>
                <p:spPr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cap="flat" cmpd="sng" w="9525">
                    <a:solidFill>
                      <a:srgbClr val="FFFFFF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016" name="Google Shape;10016;p107"/>
                  <p:cNvSpPr/>
                  <p:nvPr/>
                </p:nvSpPr>
                <p:spPr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rgbClr val="00CC99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10017" name="Google Shape;10017;p107"/>
              <p:cNvSpPr/>
              <p:nvPr/>
            </p:nvSpPr>
            <p:spPr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8" name="Google Shape;10018;p107"/>
              <p:cNvSpPr/>
              <p:nvPr/>
            </p:nvSpPr>
            <p:spPr>
              <a:xfrm>
                <a:off x="723" y="3473"/>
                <a:ext cx="480" cy="112"/>
              </a:xfrm>
              <a:prstGeom prst="rect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019" name="Google Shape;10019;p107"/>
            <p:cNvSpPr/>
            <p:nvPr/>
          </p:nvSpPr>
          <p:spPr>
            <a:xfrm>
              <a:off x="-328" y="3202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0" name="Google Shape;10020;p107"/>
            <p:cNvSpPr/>
            <p:nvPr/>
          </p:nvSpPr>
          <p:spPr>
            <a:xfrm>
              <a:off x="270" y="3201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021" name="Google Shape;10021;p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44776" y="2632037"/>
            <a:ext cx="639182" cy="39510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0022" name="Google Shape;10022;p107"/>
          <p:cNvSpPr/>
          <p:nvPr/>
        </p:nvSpPr>
        <p:spPr>
          <a:xfrm>
            <a:off x="2344747" y="1988349"/>
            <a:ext cx="2595553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7325" lvl="0" marL="238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page </a:t>
            </a:r>
            <a:r>
              <a:rPr i="1"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finally (!!!) </a:t>
            </a: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displayed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0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7" name="Shape 10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8" name="Google Shape;10028;p10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Chapter 6: Summary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9" name="Google Shape;10029;p108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0" name="Google Shape;10030;p108"/>
          <p:cNvSpPr txBox="1"/>
          <p:nvPr/>
        </p:nvSpPr>
        <p:spPr>
          <a:xfrm>
            <a:off x="757518" y="1324816"/>
            <a:ext cx="11434482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behind data link layer services: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sharing a broadcast channel: multiple access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layer addressing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instantiation, implementation of various link layer technologies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switched LANS, VLANs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virtualized networks as a link layer: MPLS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synthesis: a day in the life of a web request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5" name="Shape 10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6" name="Google Shape;10036;p10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Chapter 6: let’s take a breath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7" name="Google Shape;10037;p10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8" name="Google Shape;10038;p109"/>
          <p:cNvSpPr txBox="1"/>
          <p:nvPr/>
        </p:nvSpPr>
        <p:spPr>
          <a:xfrm>
            <a:off x="1026459" y="1365157"/>
            <a:ext cx="10215282" cy="29379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journey down protocol stack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(except PHY)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solid understanding of networking principles, practice!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….. could stop here …. but 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interesting topics!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wireless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3" name="Shape 10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4" name="Google Shape;10044;p110"/>
          <p:cNvSpPr txBox="1"/>
          <p:nvPr>
            <p:ph type="title"/>
          </p:nvPr>
        </p:nvSpPr>
        <p:spPr>
          <a:xfrm>
            <a:off x="809033" y="267619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6 slides</a:t>
            </a:r>
            <a:endParaRPr sz="4400"/>
          </a:p>
        </p:txBody>
      </p:sp>
      <p:sp>
        <p:nvSpPr>
          <p:cNvPr id="10045" name="Google Shape;10045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0" name="Shape 10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1" name="Google Shape;10051;p11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Pure ALOHA efficiency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2" name="Google Shape;1005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53" name="Google Shape;10053;p111"/>
          <p:cNvSpPr txBox="1"/>
          <p:nvPr/>
        </p:nvSpPr>
        <p:spPr>
          <a:xfrm>
            <a:off x="1063487" y="1408251"/>
            <a:ext cx="1039964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P(success by given node) = P(node transmits)  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P(no other node transmits in [t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aseline="-25000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P(no other node transmits in [t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-1,t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= p </a:t>
            </a:r>
            <a:r>
              <a:rPr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(1-p)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</a:t>
            </a:r>
            <a:r>
              <a:rPr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(1-p)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N-1 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1"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(1-p)</a:t>
            </a:r>
            <a:r>
              <a:rPr b="1" baseline="30000"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2(N-1)</a:t>
            </a:r>
            <a:r>
              <a:rPr baseline="30000" i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aseline="30000"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aseline="30000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… choosing optimum p and then letting </a:t>
            </a:r>
            <a:r>
              <a:rPr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aseline="30000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                               </a:t>
            </a:r>
            <a:r>
              <a:rPr baseline="30000"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     </a:t>
            </a:r>
            <a:r>
              <a:rPr i="1"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= 1/(2e) = .18</a:t>
            </a:r>
            <a:r>
              <a:rPr baseline="30000" i="1"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	</a:t>
            </a:r>
            <a:endParaRPr b="1" i="1"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54" name="Google Shape;10054;p111"/>
          <p:cNvGrpSpPr/>
          <p:nvPr/>
        </p:nvGrpSpPr>
        <p:grpSpPr>
          <a:xfrm>
            <a:off x="6333008" y="4733274"/>
            <a:ext cx="736600" cy="90487"/>
            <a:chOff x="3242" y="3679"/>
            <a:chExt cx="464" cy="57"/>
          </a:xfrm>
        </p:grpSpPr>
        <p:cxnSp>
          <p:nvCxnSpPr>
            <p:cNvPr id="10055" name="Google Shape;10055;p111"/>
            <p:cNvCxnSpPr/>
            <p:nvPr/>
          </p:nvCxnSpPr>
          <p:spPr>
            <a:xfrm>
              <a:off x="3242" y="3711"/>
              <a:ext cx="207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056" name="Google Shape;10056;p111"/>
            <p:cNvSpPr/>
            <p:nvPr/>
          </p:nvSpPr>
          <p:spPr>
            <a:xfrm>
              <a:off x="3494" y="3680"/>
              <a:ext cx="107" cy="56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7" name="Google Shape;10057;p111"/>
            <p:cNvSpPr/>
            <p:nvPr/>
          </p:nvSpPr>
          <p:spPr>
            <a:xfrm>
              <a:off x="3599" y="3679"/>
              <a:ext cx="107" cy="56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58" name="Google Shape;10058;p111"/>
          <p:cNvSpPr txBox="1"/>
          <p:nvPr/>
        </p:nvSpPr>
        <p:spPr>
          <a:xfrm>
            <a:off x="10230679" y="201433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0059" name="Google Shape;10059;p111"/>
          <p:cNvSpPr txBox="1"/>
          <p:nvPr/>
        </p:nvSpPr>
        <p:spPr>
          <a:xfrm>
            <a:off x="10383079" y="2166730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0060" name="Google Shape;10060;p111"/>
          <p:cNvSpPr txBox="1"/>
          <p:nvPr/>
        </p:nvSpPr>
        <p:spPr>
          <a:xfrm>
            <a:off x="7752522" y="152399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  <p:sp>
        <p:nvSpPr>
          <p:cNvPr id="10061" name="Google Shape;10061;p111"/>
          <p:cNvSpPr/>
          <p:nvPr/>
        </p:nvSpPr>
        <p:spPr>
          <a:xfrm>
            <a:off x="3267186" y="5421004"/>
            <a:ext cx="4731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even worse than slotted Aloha!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