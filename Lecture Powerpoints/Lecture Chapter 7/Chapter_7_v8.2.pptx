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  <p:sldMasterId id="214748365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</p:sldIdLst>
  <p:sldSz cy="6858000" cx="12192000"/>
  <p:notesSz cx="6858000" cy="9144000"/>
  <p:embeddedFontLst>
    <p:embeddedFont>
      <p:font typeface="Tahoma"/>
      <p:regular r:id="rId100"/>
      <p:bold r:id="rId101"/>
    </p:embeddedFont>
    <p:embeddedFont>
      <p:font typeface="Noto Sans Symbols"/>
      <p:regular r:id="rId102"/>
      <p:bold r:id="rId103"/>
    </p:embeddedFont>
    <p:embeddedFont>
      <p:font typeface="Helvetica Neue"/>
      <p:regular r:id="rId104"/>
      <p:bold r:id="rId105"/>
      <p:italic r:id="rId106"/>
      <p:boldItalic r:id="rId107"/>
    </p:embeddedFont>
    <p:embeddedFont>
      <p:font typeface="Gill Sans"/>
      <p:regular r:id="rId108"/>
      <p:bold r:id="rId10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24">
          <p15:clr>
            <a:srgbClr val="A4A3A4"/>
          </p15:clr>
        </p15:guide>
        <p15:guide id="2" orient="horz" pos="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88281E-DF1B-4F5F-8FC2-E4726B717638}">
  <a:tblStyle styleId="{D788281E-DF1B-4F5F-8FC2-E4726B71763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24"/>
        <p:guide pos="8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font" Target="fonts/HelveticaNeue-boldItalic.fntdata"/><Relationship Id="rId106" Type="http://schemas.openxmlformats.org/officeDocument/2006/relationships/font" Target="fonts/HelveticaNeue-italic.fntdata"/><Relationship Id="rId105" Type="http://schemas.openxmlformats.org/officeDocument/2006/relationships/font" Target="fonts/HelveticaNeue-bold.fntdata"/><Relationship Id="rId104" Type="http://schemas.openxmlformats.org/officeDocument/2006/relationships/font" Target="fonts/HelveticaNeue-regular.fntdata"/><Relationship Id="rId109" Type="http://schemas.openxmlformats.org/officeDocument/2006/relationships/font" Target="fonts/GillSans-bold.fntdata"/><Relationship Id="rId108" Type="http://schemas.openxmlformats.org/officeDocument/2006/relationships/font" Target="fonts/GillSans-regular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font" Target="fonts/NotoSansSymbols-bold.fntdata"/><Relationship Id="rId102" Type="http://schemas.openxmlformats.org/officeDocument/2006/relationships/font" Target="fonts/NotoSansSymbols-regular.fntdata"/><Relationship Id="rId101" Type="http://schemas.openxmlformats.org/officeDocument/2006/relationships/font" Target="fonts/Tahoma-bold.fntdata"/><Relationship Id="rId100" Type="http://schemas.openxmlformats.org/officeDocument/2006/relationships/font" Target="fonts/Tahoma-regular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(May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4G/5G material completely updated; older 2/2.5/3G removed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8.2 (July 2023).  Changes from 8.0: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minor updates and additional, including removing master/slave Bluetooth language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expansion, better graphics on wireless link characteristics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expanded, significant revisions of 4G/5G material (but not mobility)</a:t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Wikipedia figure</a:t>
            </a:r>
            <a:endParaRPr/>
          </a:p>
        </p:txBody>
      </p:sp>
      <p:sp>
        <p:nvSpPr>
          <p:cNvPr id="896" name="Google Shape;8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" name="Google Shape;9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5" name="Google Shape;109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8" name="Google Shape;138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3" name="Google Shape;140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4" name="Google Shape;141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3" name="Google Shape;14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3" name="Google Shape;148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recall that 802.11 operates in the frequency range of 2.4 GHz to 2.4835 GHz. Within this 85 MHz band, 802.11 defines 11 partially overlapping channels.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4" name="Google Shape;149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1" name="Google Shape;152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3" name="Google Shape;16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0" name="Google Shape;165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7" name="Google Shape;167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5" name="Google Shape;168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3" name="Google Shape;173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9" name="Google Shape;177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2" name="Google Shape;187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6" name="Google Shape;195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4" name="Google Shape;202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0" name="Google Shape;207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8" name="Google Shape;207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8" name="Google Shape;208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4" name="Google Shape;213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8" name="Google Shape;218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9" name="Google Shape;219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7" name="Google Shape;220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6" name="Google Shape;221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2" name="Google Shape;240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7" name="Google Shape;257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G-defined subbands are narrow (e.g., 15 kHz)</a:t>
            </a:r>
            <a:endParaRPr/>
          </a:p>
        </p:txBody>
      </p:sp>
      <p:sp>
        <p:nvSpPr>
          <p:cNvPr id="2578" name="Google Shape;2578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2" name="Google Shape;264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orders of magnitude: 9 Khz to 300 Ghz</a:t>
            </a:r>
            <a:endParaRPr/>
          </a:p>
        </p:txBody>
      </p:sp>
      <p:sp>
        <p:nvSpPr>
          <p:cNvPr id="2643" name="Google Shape;2643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3" name="Google Shape;265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3" name="Google Shape;269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9" name="Google Shape;273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6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8" name="Google Shape;280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1" name="Shape 2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2" name="Google Shape;298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3" name="Google Shape;298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7" name="Shape 3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315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9" name="Google Shape;3159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4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6" name="Google Shape;333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7" name="Google Shape;3337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0" name="Shape 3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1" name="Google Shape;362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2" name="Google Shape;3622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3" name="Google Shape;3623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3" name="Shape 3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4" name="Google Shape;384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5" name="Google Shape;384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6" name="Google Shape;384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2" name="Shape 4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3" name="Google Shape;409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4" name="Google Shape;409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5" name="Google Shape;4095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0" name="Shape 4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" name="Google Shape;4311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2" name="Google Shape;4312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3" name="Google Shape;4313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6" name="Shape 4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7" name="Google Shape;449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8" name="Google Shape;449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9" name="Google Shape;4499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6" name="Shape 4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7" name="Google Shape;486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8" name="Google Shape;4868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9" name="Google Shape;4869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8" name="Shape 4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9" name="Google Shape;487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0" name="Google Shape;488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1" name="Google Shape;4881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2" name="Shape 4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3" name="Google Shape;4893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4" name="Google Shape;489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5" name="Google Shape;4895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9" name="Shape 4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0" name="Google Shape;491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1" name="Google Shape;491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2" name="Google Shape;491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7" name="Shape 4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8" name="Google Shape;491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9" name="Google Shape;491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 control transmission protocol (STCP)</a:t>
            </a:r>
            <a:endParaRPr/>
          </a:p>
        </p:txBody>
      </p:sp>
      <p:sp>
        <p:nvSpPr>
          <p:cNvPr id="4920" name="Google Shape;4920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2" name="Shape 4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3" name="Google Shape;4993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4" name="Google Shape;4994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5" name="Google Shape;4995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0" name="Shape 5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1" name="Google Shape;5491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2" name="Google Shape;5492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3" name="Google Shape;5493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2" name="Shape 6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3" name="Google Shape;6003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4" name="Google Shape;6004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5" name="Google Shape;6005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7" name="Shape 6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8" name="Google Shape;652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9" name="Google Shape;652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4" name="Shape 6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5" name="Google Shape;653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6" name="Google Shape;653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7" name="Google Shape;6537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5" name="Shape 6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6" name="Google Shape;6546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7" name="Google Shape;6547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8" name="Google Shape;6548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2" name="Shape 6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3" name="Google Shape;6573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4" name="Google Shape;6574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5" name="Google Shape;6575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9" name="Shape 6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0" name="Google Shape;674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1" name="Google Shape;674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2" name="Google Shape;6742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7" name="Shape 6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" name="Google Shape;6748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9" name="Google Shape;674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0" name="Google Shape;6750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0" name="Shape 6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1" name="Google Shape;676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2" name="Google Shape;6762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3" name="Google Shape;6763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2" name="Shape 6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3" name="Google Shape;6783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4" name="Google Shape;6784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5" name="Google Shape;6785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3" name="Shape 7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4" name="Google Shape;7154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5" name="Google Shape;715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6" name="Google Shape;7156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2" name="Shape 7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3" name="Google Shape;7313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4" name="Google Shape;7314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5" name="Google Shape;7315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4" name="Shape 7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5" name="Google Shape;7385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6" name="Google Shape;7386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7" name="Google Shape;7387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7" name="Shape 7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8" name="Google Shape;746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9" name="Google Shape;746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0" name="Google Shape;747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3" name="Shape 7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4" name="Google Shape;7584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5" name="Google Shape;7585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6" name="Google Shape;7586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7" name="Shape 7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" name="Google Shape;7608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9" name="Google Shape;7609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0" name="Google Shape;7610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0" name="Shape 7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1" name="Google Shape;7711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2" name="Google Shape;7712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3" name="Google Shape;7713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8" name="Shape 7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9" name="Google Shape;7719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0" name="Google Shape;7720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1" name="Google Shape;7721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9" name="Shape 7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0" name="Google Shape;7730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1" name="Google Shape;7731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2" name="Google Shape;7732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0" name="Shape 7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1" name="Google Shape;7931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2" name="Google Shape;7932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3" name="Google Shape;7933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2" name="Shape 8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3" name="Google Shape;8043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44" name="Google Shape;8044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5" name="Google Shape;8045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2" name="Shape 8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3" name="Google Shape;8223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4" name="Google Shape;8224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5" name="Google Shape;8225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0" name="Shape 8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1" name="Google Shape;8411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2" name="Google Shape;8412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3" name="Google Shape;8413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2" name="Shape 8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3" name="Google Shape;8613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4" name="Google Shape;861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5" name="Google Shape;8615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0" name="Shape 8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1" name="Google Shape;8621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2" name="Google Shape;8622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3" name="Google Shape;8623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8" name="Shape 8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9" name="Google Shape;8629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0" name="Google Shape;8630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1" name="Google Shape;8631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43.png"/><Relationship Id="rId21" Type="http://schemas.openxmlformats.org/officeDocument/2006/relationships/image" Target="../media/image27.png"/><Relationship Id="rId24" Type="http://schemas.openxmlformats.org/officeDocument/2006/relationships/image" Target="../media/image49.png"/><Relationship Id="rId23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25" Type="http://schemas.openxmlformats.org/officeDocument/2006/relationships/image" Target="../media/image4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4.png"/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13" Type="http://schemas.openxmlformats.org/officeDocument/2006/relationships/image" Target="../media/image13.png"/><Relationship Id="rId12" Type="http://schemas.openxmlformats.org/officeDocument/2006/relationships/image" Target="../media/image20.png"/><Relationship Id="rId15" Type="http://schemas.openxmlformats.org/officeDocument/2006/relationships/image" Target="../media/image6.png"/><Relationship Id="rId14" Type="http://schemas.openxmlformats.org/officeDocument/2006/relationships/image" Target="../media/image9.png"/><Relationship Id="rId17" Type="http://schemas.openxmlformats.org/officeDocument/2006/relationships/image" Target="../media/image12.png"/><Relationship Id="rId16" Type="http://schemas.openxmlformats.org/officeDocument/2006/relationships/image" Target="../media/image44.png"/><Relationship Id="rId19" Type="http://schemas.openxmlformats.org/officeDocument/2006/relationships/image" Target="../media/image46.png"/><Relationship Id="rId18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43.png"/><Relationship Id="rId21" Type="http://schemas.openxmlformats.org/officeDocument/2006/relationships/image" Target="../media/image27.png"/><Relationship Id="rId24" Type="http://schemas.openxmlformats.org/officeDocument/2006/relationships/image" Target="../media/image49.png"/><Relationship Id="rId23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26" Type="http://schemas.openxmlformats.org/officeDocument/2006/relationships/image" Target="../media/image63.png"/><Relationship Id="rId25" Type="http://schemas.openxmlformats.org/officeDocument/2006/relationships/image" Target="../media/image45.png"/><Relationship Id="rId28" Type="http://schemas.openxmlformats.org/officeDocument/2006/relationships/image" Target="../media/image68.png"/><Relationship Id="rId27" Type="http://schemas.openxmlformats.org/officeDocument/2006/relationships/image" Target="../media/image59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29" Type="http://schemas.openxmlformats.org/officeDocument/2006/relationships/image" Target="../media/image65.png"/><Relationship Id="rId7" Type="http://schemas.openxmlformats.org/officeDocument/2006/relationships/image" Target="../media/image1.png"/><Relationship Id="rId8" Type="http://schemas.openxmlformats.org/officeDocument/2006/relationships/image" Target="../media/image14.png"/><Relationship Id="rId31" Type="http://schemas.openxmlformats.org/officeDocument/2006/relationships/image" Target="../media/image57.png"/><Relationship Id="rId30" Type="http://schemas.openxmlformats.org/officeDocument/2006/relationships/image" Target="../media/image58.png"/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13" Type="http://schemas.openxmlformats.org/officeDocument/2006/relationships/image" Target="../media/image13.png"/><Relationship Id="rId12" Type="http://schemas.openxmlformats.org/officeDocument/2006/relationships/image" Target="../media/image20.png"/><Relationship Id="rId15" Type="http://schemas.openxmlformats.org/officeDocument/2006/relationships/image" Target="../media/image6.png"/><Relationship Id="rId14" Type="http://schemas.openxmlformats.org/officeDocument/2006/relationships/image" Target="../media/image9.png"/><Relationship Id="rId17" Type="http://schemas.openxmlformats.org/officeDocument/2006/relationships/image" Target="../media/image12.png"/><Relationship Id="rId16" Type="http://schemas.openxmlformats.org/officeDocument/2006/relationships/image" Target="../media/image44.png"/><Relationship Id="rId19" Type="http://schemas.openxmlformats.org/officeDocument/2006/relationships/image" Target="../media/image46.png"/><Relationship Id="rId1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43.png"/><Relationship Id="rId21" Type="http://schemas.openxmlformats.org/officeDocument/2006/relationships/image" Target="../media/image27.png"/><Relationship Id="rId24" Type="http://schemas.openxmlformats.org/officeDocument/2006/relationships/image" Target="../media/image49.png"/><Relationship Id="rId23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26" Type="http://schemas.openxmlformats.org/officeDocument/2006/relationships/image" Target="../media/image71.png"/><Relationship Id="rId25" Type="http://schemas.openxmlformats.org/officeDocument/2006/relationships/image" Target="../media/image4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4.png"/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13" Type="http://schemas.openxmlformats.org/officeDocument/2006/relationships/image" Target="../media/image13.png"/><Relationship Id="rId12" Type="http://schemas.openxmlformats.org/officeDocument/2006/relationships/image" Target="../media/image20.png"/><Relationship Id="rId15" Type="http://schemas.openxmlformats.org/officeDocument/2006/relationships/image" Target="../media/image6.png"/><Relationship Id="rId14" Type="http://schemas.openxmlformats.org/officeDocument/2006/relationships/image" Target="../media/image9.png"/><Relationship Id="rId17" Type="http://schemas.openxmlformats.org/officeDocument/2006/relationships/image" Target="../media/image12.png"/><Relationship Id="rId16" Type="http://schemas.openxmlformats.org/officeDocument/2006/relationships/image" Target="../media/image44.png"/><Relationship Id="rId19" Type="http://schemas.openxmlformats.org/officeDocument/2006/relationships/image" Target="../media/image46.png"/><Relationship Id="rId1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43.png"/><Relationship Id="rId21" Type="http://schemas.openxmlformats.org/officeDocument/2006/relationships/image" Target="../media/image27.png"/><Relationship Id="rId24" Type="http://schemas.openxmlformats.org/officeDocument/2006/relationships/image" Target="../media/image49.png"/><Relationship Id="rId23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25" Type="http://schemas.openxmlformats.org/officeDocument/2006/relationships/image" Target="../media/image4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4.png"/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13" Type="http://schemas.openxmlformats.org/officeDocument/2006/relationships/image" Target="../media/image13.png"/><Relationship Id="rId12" Type="http://schemas.openxmlformats.org/officeDocument/2006/relationships/image" Target="../media/image20.png"/><Relationship Id="rId15" Type="http://schemas.openxmlformats.org/officeDocument/2006/relationships/image" Target="../media/image6.png"/><Relationship Id="rId14" Type="http://schemas.openxmlformats.org/officeDocument/2006/relationships/image" Target="../media/image9.png"/><Relationship Id="rId17" Type="http://schemas.openxmlformats.org/officeDocument/2006/relationships/image" Target="../media/image12.png"/><Relationship Id="rId16" Type="http://schemas.openxmlformats.org/officeDocument/2006/relationships/image" Target="../media/image44.png"/><Relationship Id="rId19" Type="http://schemas.openxmlformats.org/officeDocument/2006/relationships/image" Target="../media/image46.png"/><Relationship Id="rId1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43.png"/><Relationship Id="rId21" Type="http://schemas.openxmlformats.org/officeDocument/2006/relationships/image" Target="../media/image27.png"/><Relationship Id="rId24" Type="http://schemas.openxmlformats.org/officeDocument/2006/relationships/image" Target="../media/image49.png"/><Relationship Id="rId23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25" Type="http://schemas.openxmlformats.org/officeDocument/2006/relationships/image" Target="../media/image45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4.png"/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13" Type="http://schemas.openxmlformats.org/officeDocument/2006/relationships/image" Target="../media/image13.png"/><Relationship Id="rId12" Type="http://schemas.openxmlformats.org/officeDocument/2006/relationships/image" Target="../media/image20.png"/><Relationship Id="rId15" Type="http://schemas.openxmlformats.org/officeDocument/2006/relationships/image" Target="../media/image6.png"/><Relationship Id="rId14" Type="http://schemas.openxmlformats.org/officeDocument/2006/relationships/image" Target="../media/image9.png"/><Relationship Id="rId17" Type="http://schemas.openxmlformats.org/officeDocument/2006/relationships/image" Target="../media/image12.png"/><Relationship Id="rId16" Type="http://schemas.openxmlformats.org/officeDocument/2006/relationships/image" Target="../media/image44.png"/><Relationship Id="rId19" Type="http://schemas.openxmlformats.org/officeDocument/2006/relationships/image" Target="../media/image46.png"/><Relationship Id="rId1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6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0.png"/><Relationship Id="rId4" Type="http://schemas.openxmlformats.org/officeDocument/2006/relationships/image" Target="../media/image66.png"/><Relationship Id="rId5" Type="http://schemas.openxmlformats.org/officeDocument/2006/relationships/image" Target="../media/image1.png"/><Relationship Id="rId6" Type="http://schemas.openxmlformats.org/officeDocument/2006/relationships/image" Target="../media/image74.png"/><Relationship Id="rId7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7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77.png"/><Relationship Id="rId5" Type="http://schemas.openxmlformats.org/officeDocument/2006/relationships/image" Target="../media/image80.png"/><Relationship Id="rId6" Type="http://schemas.openxmlformats.org/officeDocument/2006/relationships/image" Target="../media/image84.png"/><Relationship Id="rId7" Type="http://schemas.openxmlformats.org/officeDocument/2006/relationships/image" Target="../media/image52.png"/><Relationship Id="rId8" Type="http://schemas.openxmlformats.org/officeDocument/2006/relationships/image" Target="../media/image27.png"/><Relationship Id="rId11" Type="http://schemas.openxmlformats.org/officeDocument/2006/relationships/image" Target="../media/image75.png"/><Relationship Id="rId10" Type="http://schemas.openxmlformats.org/officeDocument/2006/relationships/image" Target="../media/image7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77.png"/><Relationship Id="rId5" Type="http://schemas.openxmlformats.org/officeDocument/2006/relationships/image" Target="../media/image80.png"/><Relationship Id="rId6" Type="http://schemas.openxmlformats.org/officeDocument/2006/relationships/image" Target="../media/image84.png"/><Relationship Id="rId7" Type="http://schemas.openxmlformats.org/officeDocument/2006/relationships/image" Target="../media/image52.png"/><Relationship Id="rId8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80.png"/><Relationship Id="rId6" Type="http://schemas.openxmlformats.org/officeDocument/2006/relationships/image" Target="../media/image8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8.png"/><Relationship Id="rId4" Type="http://schemas.openxmlformats.org/officeDocument/2006/relationships/image" Target="../media/image97.png"/><Relationship Id="rId5" Type="http://schemas.openxmlformats.org/officeDocument/2006/relationships/image" Target="../media/image86.png"/><Relationship Id="rId6" Type="http://schemas.openxmlformats.org/officeDocument/2006/relationships/image" Target="../media/image9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33.png"/><Relationship Id="rId6" Type="http://schemas.openxmlformats.org/officeDocument/2006/relationships/image" Target="../media/image10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33.png"/><Relationship Id="rId6" Type="http://schemas.openxmlformats.org/officeDocument/2006/relationships/image" Target="../media/image10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5.png"/><Relationship Id="rId11" Type="http://schemas.openxmlformats.org/officeDocument/2006/relationships/image" Target="../media/image9.png"/><Relationship Id="rId10" Type="http://schemas.openxmlformats.org/officeDocument/2006/relationships/image" Target="../media/image13.png"/><Relationship Id="rId13" Type="http://schemas.openxmlformats.org/officeDocument/2006/relationships/image" Target="../media/image44.png"/><Relationship Id="rId12" Type="http://schemas.openxmlformats.org/officeDocument/2006/relationships/image" Target="../media/image6.png"/><Relationship Id="rId15" Type="http://schemas.openxmlformats.org/officeDocument/2006/relationships/image" Target="../media/image3.png"/><Relationship Id="rId14" Type="http://schemas.openxmlformats.org/officeDocument/2006/relationships/image" Target="../media/image12.png"/><Relationship Id="rId16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1.jpg"/><Relationship Id="rId4" Type="http://schemas.openxmlformats.org/officeDocument/2006/relationships/hyperlink" Target="https://www.macrumors.com/guide/exposure-notification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5" Type="http://schemas.openxmlformats.org/officeDocument/2006/relationships/image" Target="../media/image66.png"/><Relationship Id="rId6" Type="http://schemas.openxmlformats.org/officeDocument/2006/relationships/image" Target="../media/image94.png"/><Relationship Id="rId7" Type="http://schemas.openxmlformats.org/officeDocument/2006/relationships/image" Target="../media/image93.png"/><Relationship Id="rId8" Type="http://schemas.openxmlformats.org/officeDocument/2006/relationships/image" Target="../media/image60.png"/><Relationship Id="rId10" Type="http://schemas.openxmlformats.org/officeDocument/2006/relationships/image" Target="../media/image10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5" Type="http://schemas.openxmlformats.org/officeDocument/2006/relationships/image" Target="../media/image66.png"/><Relationship Id="rId6" Type="http://schemas.openxmlformats.org/officeDocument/2006/relationships/image" Target="../media/image94.png"/><Relationship Id="rId7" Type="http://schemas.openxmlformats.org/officeDocument/2006/relationships/image" Target="../media/image93.png"/><Relationship Id="rId8" Type="http://schemas.openxmlformats.org/officeDocument/2006/relationships/image" Target="../media/image60.png"/><Relationship Id="rId10" Type="http://schemas.openxmlformats.org/officeDocument/2006/relationships/image" Target="../media/image10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2.png"/><Relationship Id="rId4" Type="http://schemas.openxmlformats.org/officeDocument/2006/relationships/image" Target="../media/image11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5" Type="http://schemas.openxmlformats.org/officeDocument/2006/relationships/image" Target="../media/image66.png"/><Relationship Id="rId6" Type="http://schemas.openxmlformats.org/officeDocument/2006/relationships/image" Target="../media/image94.png"/><Relationship Id="rId7" Type="http://schemas.openxmlformats.org/officeDocument/2006/relationships/image" Target="../media/image93.png"/><Relationship Id="rId8" Type="http://schemas.openxmlformats.org/officeDocument/2006/relationships/image" Target="../media/image60.png"/><Relationship Id="rId10" Type="http://schemas.openxmlformats.org/officeDocument/2006/relationships/image" Target="../media/image10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5" Type="http://schemas.openxmlformats.org/officeDocument/2006/relationships/image" Target="../media/image66.png"/><Relationship Id="rId6" Type="http://schemas.openxmlformats.org/officeDocument/2006/relationships/image" Target="../media/image94.png"/><Relationship Id="rId7" Type="http://schemas.openxmlformats.org/officeDocument/2006/relationships/image" Target="../media/image93.png"/><Relationship Id="rId8" Type="http://schemas.openxmlformats.org/officeDocument/2006/relationships/image" Target="../media/image60.png"/><Relationship Id="rId10" Type="http://schemas.openxmlformats.org/officeDocument/2006/relationships/image" Target="../media/image10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5" Type="http://schemas.openxmlformats.org/officeDocument/2006/relationships/image" Target="../media/image66.png"/><Relationship Id="rId6" Type="http://schemas.openxmlformats.org/officeDocument/2006/relationships/image" Target="../media/image94.png"/><Relationship Id="rId7" Type="http://schemas.openxmlformats.org/officeDocument/2006/relationships/image" Target="../media/image93.png"/><Relationship Id="rId8" Type="http://schemas.openxmlformats.org/officeDocument/2006/relationships/image" Target="../media/image60.png"/><Relationship Id="rId10" Type="http://schemas.openxmlformats.org/officeDocument/2006/relationships/image" Target="../media/image10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Relationship Id="rId5" Type="http://schemas.openxmlformats.org/officeDocument/2006/relationships/image" Target="../media/image99.png"/><Relationship Id="rId6" Type="http://schemas.openxmlformats.org/officeDocument/2006/relationships/image" Target="../media/image142.png"/><Relationship Id="rId7" Type="http://schemas.openxmlformats.org/officeDocument/2006/relationships/image" Target="../media/image11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2.png"/><Relationship Id="rId4" Type="http://schemas.openxmlformats.org/officeDocument/2006/relationships/image" Target="../media/image117.png"/><Relationship Id="rId5" Type="http://schemas.openxmlformats.org/officeDocument/2006/relationships/image" Target="../media/image106.png"/><Relationship Id="rId6" Type="http://schemas.openxmlformats.org/officeDocument/2006/relationships/image" Target="../media/image9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42.png"/><Relationship Id="rId4" Type="http://schemas.openxmlformats.org/officeDocument/2006/relationships/image" Target="../media/image117.png"/><Relationship Id="rId5" Type="http://schemas.openxmlformats.org/officeDocument/2006/relationships/image" Target="../media/image106.png"/><Relationship Id="rId6" Type="http://schemas.openxmlformats.org/officeDocument/2006/relationships/image" Target="../media/image9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42.png"/><Relationship Id="rId4" Type="http://schemas.openxmlformats.org/officeDocument/2006/relationships/image" Target="../media/image117.png"/><Relationship Id="rId5" Type="http://schemas.openxmlformats.org/officeDocument/2006/relationships/image" Target="../media/image106.png"/><Relationship Id="rId6" Type="http://schemas.openxmlformats.org/officeDocument/2006/relationships/image" Target="../media/image9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2.png"/><Relationship Id="rId4" Type="http://schemas.openxmlformats.org/officeDocument/2006/relationships/image" Target="../media/image117.png"/><Relationship Id="rId5" Type="http://schemas.openxmlformats.org/officeDocument/2006/relationships/image" Target="../media/image106.png"/><Relationship Id="rId6" Type="http://schemas.openxmlformats.org/officeDocument/2006/relationships/image" Target="../media/image9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9.png"/><Relationship Id="rId4" Type="http://schemas.openxmlformats.org/officeDocument/2006/relationships/image" Target="../media/image106.png"/><Relationship Id="rId5" Type="http://schemas.openxmlformats.org/officeDocument/2006/relationships/image" Target="../media/image95.png"/><Relationship Id="rId6" Type="http://schemas.openxmlformats.org/officeDocument/2006/relationships/image" Target="../media/image11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4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1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1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38.png"/><Relationship Id="rId4" Type="http://schemas.openxmlformats.org/officeDocument/2006/relationships/image" Target="../media/image106.png"/><Relationship Id="rId9" Type="http://schemas.openxmlformats.org/officeDocument/2006/relationships/image" Target="../media/image134.png"/><Relationship Id="rId5" Type="http://schemas.openxmlformats.org/officeDocument/2006/relationships/image" Target="../media/image95.png"/><Relationship Id="rId6" Type="http://schemas.openxmlformats.org/officeDocument/2006/relationships/image" Target="../media/image118.png"/><Relationship Id="rId7" Type="http://schemas.openxmlformats.org/officeDocument/2006/relationships/image" Target="../media/image136.png"/><Relationship Id="rId8" Type="http://schemas.openxmlformats.org/officeDocument/2006/relationships/image" Target="../media/image99.png"/><Relationship Id="rId11" Type="http://schemas.openxmlformats.org/officeDocument/2006/relationships/image" Target="../media/image125.png"/><Relationship Id="rId10" Type="http://schemas.openxmlformats.org/officeDocument/2006/relationships/image" Target="../media/image123.png"/><Relationship Id="rId13" Type="http://schemas.openxmlformats.org/officeDocument/2006/relationships/image" Target="../media/image120.png"/><Relationship Id="rId12" Type="http://schemas.openxmlformats.org/officeDocument/2006/relationships/image" Target="../media/image128.png"/><Relationship Id="rId14" Type="http://schemas.openxmlformats.org/officeDocument/2006/relationships/image" Target="../media/image14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20.png"/><Relationship Id="rId4" Type="http://schemas.openxmlformats.org/officeDocument/2006/relationships/image" Target="../media/image106.png"/><Relationship Id="rId9" Type="http://schemas.openxmlformats.org/officeDocument/2006/relationships/image" Target="../media/image60.png"/><Relationship Id="rId5" Type="http://schemas.openxmlformats.org/officeDocument/2006/relationships/image" Target="../media/image95.png"/><Relationship Id="rId6" Type="http://schemas.openxmlformats.org/officeDocument/2006/relationships/image" Target="../media/image66.png"/><Relationship Id="rId7" Type="http://schemas.openxmlformats.org/officeDocument/2006/relationships/image" Target="../media/image94.png"/><Relationship Id="rId8" Type="http://schemas.openxmlformats.org/officeDocument/2006/relationships/image" Target="../media/image9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20.png"/><Relationship Id="rId4" Type="http://schemas.openxmlformats.org/officeDocument/2006/relationships/image" Target="../media/image106.png"/><Relationship Id="rId9" Type="http://schemas.openxmlformats.org/officeDocument/2006/relationships/image" Target="../media/image60.png"/><Relationship Id="rId5" Type="http://schemas.openxmlformats.org/officeDocument/2006/relationships/image" Target="../media/image95.png"/><Relationship Id="rId6" Type="http://schemas.openxmlformats.org/officeDocument/2006/relationships/image" Target="../media/image66.png"/><Relationship Id="rId7" Type="http://schemas.openxmlformats.org/officeDocument/2006/relationships/image" Target="../media/image94.png"/><Relationship Id="rId8" Type="http://schemas.openxmlformats.org/officeDocument/2006/relationships/image" Target="../media/image9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20.png"/><Relationship Id="rId4" Type="http://schemas.openxmlformats.org/officeDocument/2006/relationships/image" Target="../media/image106.png"/><Relationship Id="rId9" Type="http://schemas.openxmlformats.org/officeDocument/2006/relationships/image" Target="../media/image60.png"/><Relationship Id="rId5" Type="http://schemas.openxmlformats.org/officeDocument/2006/relationships/image" Target="../media/image95.png"/><Relationship Id="rId6" Type="http://schemas.openxmlformats.org/officeDocument/2006/relationships/image" Target="../media/image66.png"/><Relationship Id="rId7" Type="http://schemas.openxmlformats.org/officeDocument/2006/relationships/image" Target="../media/image94.png"/><Relationship Id="rId8" Type="http://schemas.openxmlformats.org/officeDocument/2006/relationships/image" Target="../media/image9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37.png"/><Relationship Id="rId4" Type="http://schemas.openxmlformats.org/officeDocument/2006/relationships/image" Target="../media/image126.png"/><Relationship Id="rId5" Type="http://schemas.openxmlformats.org/officeDocument/2006/relationships/image" Target="../media/image13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9.png"/><Relationship Id="rId4" Type="http://schemas.openxmlformats.org/officeDocument/2006/relationships/image" Target="../media/image106.png"/><Relationship Id="rId5" Type="http://schemas.openxmlformats.org/officeDocument/2006/relationships/image" Target="../media/image95.png"/><Relationship Id="rId6" Type="http://schemas.openxmlformats.org/officeDocument/2006/relationships/image" Target="../media/image11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99.png"/><Relationship Id="rId4" Type="http://schemas.openxmlformats.org/officeDocument/2006/relationships/image" Target="../media/image3.png"/><Relationship Id="rId9" Type="http://schemas.openxmlformats.org/officeDocument/2006/relationships/image" Target="../media/image27.png"/><Relationship Id="rId5" Type="http://schemas.openxmlformats.org/officeDocument/2006/relationships/image" Target="../media/image8.png"/><Relationship Id="rId6" Type="http://schemas.openxmlformats.org/officeDocument/2006/relationships/image" Target="../media/image33.png"/><Relationship Id="rId7" Type="http://schemas.openxmlformats.org/officeDocument/2006/relationships/image" Target="../media/image46.png"/><Relationship Id="rId8" Type="http://schemas.openxmlformats.org/officeDocument/2006/relationships/image" Target="../media/image52.png"/><Relationship Id="rId11" Type="http://schemas.openxmlformats.org/officeDocument/2006/relationships/image" Target="../media/image94.png"/><Relationship Id="rId10" Type="http://schemas.openxmlformats.org/officeDocument/2006/relationships/image" Target="../media/image66.png"/><Relationship Id="rId12" Type="http://schemas.openxmlformats.org/officeDocument/2006/relationships/image" Target="../media/image9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7.png"/><Relationship Id="rId4" Type="http://schemas.openxmlformats.org/officeDocument/2006/relationships/image" Target="../media/image99.png"/><Relationship Id="rId5" Type="http://schemas.openxmlformats.org/officeDocument/2006/relationships/image" Target="../media/image13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27.png"/><Relationship Id="rId4" Type="http://schemas.openxmlformats.org/officeDocument/2006/relationships/image" Target="../media/image9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27.png"/><Relationship Id="rId4" Type="http://schemas.openxmlformats.org/officeDocument/2006/relationships/image" Target="../media/image99.png"/><Relationship Id="rId5" Type="http://schemas.openxmlformats.org/officeDocument/2006/relationships/image" Target="../media/image13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27.png"/><Relationship Id="rId4" Type="http://schemas.openxmlformats.org/officeDocument/2006/relationships/image" Target="../media/image13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27.png"/><Relationship Id="rId4" Type="http://schemas.openxmlformats.org/officeDocument/2006/relationships/image" Target="../media/image99.png"/><Relationship Id="rId5" Type="http://schemas.openxmlformats.org/officeDocument/2006/relationships/image" Target="../media/image13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99.png"/><Relationship Id="rId4" Type="http://schemas.openxmlformats.org/officeDocument/2006/relationships/image" Target="../media/image106.png"/><Relationship Id="rId5" Type="http://schemas.openxmlformats.org/officeDocument/2006/relationships/image" Target="../media/image9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99.png"/><Relationship Id="rId4" Type="http://schemas.openxmlformats.org/officeDocument/2006/relationships/image" Target="../media/image106.png"/><Relationship Id="rId5" Type="http://schemas.openxmlformats.org/officeDocument/2006/relationships/image" Target="../media/image95.png"/><Relationship Id="rId6" Type="http://schemas.openxmlformats.org/officeDocument/2006/relationships/image" Target="../media/image11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9.png"/><Relationship Id="rId4" Type="http://schemas.openxmlformats.org/officeDocument/2006/relationships/image" Target="../media/image106.png"/><Relationship Id="rId5" Type="http://schemas.openxmlformats.org/officeDocument/2006/relationships/image" Target="../media/image95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7.png"/><Relationship Id="rId4" Type="http://schemas.openxmlformats.org/officeDocument/2006/relationships/image" Target="../media/image139.png"/><Relationship Id="rId5" Type="http://schemas.openxmlformats.org/officeDocument/2006/relationships/image" Target="../media/image99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7.png"/><Relationship Id="rId4" Type="http://schemas.openxmlformats.org/officeDocument/2006/relationships/image" Target="../media/image139.png"/><Relationship Id="rId5" Type="http://schemas.openxmlformats.org/officeDocument/2006/relationships/image" Target="../media/image99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7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 and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Mobile Networks</a:t>
            </a:r>
            <a:endParaRPr/>
          </a:p>
        </p:txBody>
      </p:sp>
      <p:sp>
        <p:nvSpPr>
          <p:cNvPr id="56" name="Google Shape;56;p11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1996-2023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58" name="Google Shape;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685800" y="38148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Wireless and Mobile Networks: context</a:t>
            </a:r>
            <a:endParaRPr/>
          </a:p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533400" y="1371600"/>
            <a:ext cx="11201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6225" lvl="0" marL="406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wireless (mobile) phone subscribers than fixed (wired) phone subscribers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(10-to-1 in 2019)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mobile-broadband-connected devices than fixed-broadband-connected devices devices (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5-1 in 2019)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cellular networks now embracing Internet protocol stack, including SDN</a:t>
            </a:r>
            <a:endParaRPr/>
          </a:p>
          <a:p>
            <a:pPr indent="-276225" lvl="0" marL="406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important (but different) challenges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wireless: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over wireless link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handling the mobile user who changes point of attachment to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7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73" name="Google Shape;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34" y="6599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74" name="Google Shape;74;p13"/>
          <p:cNvSpPr txBox="1"/>
          <p:nvPr/>
        </p:nvSpPr>
        <p:spPr>
          <a:xfrm>
            <a:off x="867338" y="2227006"/>
            <a:ext cx="5571867" cy="92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8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762000" y="3068638"/>
            <a:ext cx="4826000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Links and network characteristics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WiFi: 802.11 wireless LANs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Cellular networks: 4G and 5G</a:t>
            </a:r>
            <a:endParaRPr/>
          </a:p>
        </p:txBody>
      </p:sp>
      <p:sp>
        <p:nvSpPr>
          <p:cNvPr id="76" name="Google Shape;76;p13"/>
          <p:cNvSpPr txBox="1"/>
          <p:nvPr/>
        </p:nvSpPr>
        <p:spPr>
          <a:xfrm>
            <a:off x="6045200" y="3119438"/>
            <a:ext cx="5702300" cy="32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 management: principles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 management: practice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networks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IP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Mobility: impact on higher-layer protocols</a:t>
            </a:r>
            <a:endParaRPr/>
          </a:p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Elements of a wireless network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4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4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4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4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4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4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4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" name="Google Shape;95;p14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96" name="Google Shape;9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7" name="Google Shape;9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4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99" name="Google Shape;9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00" name="Google Shape;100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14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102" name="Google Shape;102;p14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103" name="Google Shape;103;p1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1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1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1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1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1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1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1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" name="Google Shape;113;p1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1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118" name="Google Shape;118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Google Shape;119;p14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120" name="Google Shape;120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21" name="Google Shape;121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4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123" name="Google Shape;123;p14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124" name="Google Shape;124;p1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1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1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1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139" name="Google Shape;139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14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141" name="Google Shape;141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2" name="Google Shape;142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14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144" name="Google Shape;144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5" name="Google Shape;145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14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147" name="Google Shape;147;p1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8" name="Google Shape;148;p1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14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150" name="Google Shape;150;p1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1" name="Google Shape;151;p1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14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153" name="Google Shape;153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4" name="Google Shape;154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4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156" name="Google Shape;156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7" name="Google Shape;157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" name="Google Shape;158;p14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159" name="Google Shape;159;p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60" name="Google Shape;160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" name="Google Shape;161;p14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162" name="Google Shape;162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63" name="Google Shape;163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4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165" name="Google Shape;165;p14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166" name="Google Shape;166;p1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" name="Google Shape;167;p1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" name="Google Shape;168;p1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1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" name="Google Shape;170;p1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1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" name="Google Shape;172;p1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1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" name="Google Shape;174;p1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1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1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" name="Google Shape;177;p1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1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1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" name="Google Shape;180;p1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181" name="Google Shape;181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" name="Google Shape;182;p14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183" name="Google Shape;183;p1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84" name="Google Shape;184;p1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14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186" name="Google Shape;18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87" name="Google Shape;18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14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189" name="Google Shape;189;p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0" name="Google Shape;190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14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192" name="Google Shape;192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3" name="Google Shape;193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14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195" name="Google Shape;195;p1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6" name="Google Shape;196;p1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14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198" name="Google Shape;198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9" name="Google Shape;199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00" name="Google Shape;200;p14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14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2" name="Google Shape;202;p14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203" name="Google Shape;203;p14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4"/>
            <p:cNvSpPr txBox="1"/>
            <p:nvPr/>
          </p:nvSpPr>
          <p:spPr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wired 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Elements of a wireless network</a:t>
            </a:r>
            <a:endParaRPr/>
          </a:p>
        </p:txBody>
      </p:sp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5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15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15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15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5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5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5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2" name="Google Shape;222;p15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223" name="Google Shape;22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24" name="Google Shape;22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15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226" name="Google Shape;226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27" name="Google Shape;227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" name="Google Shape;228;p15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229" name="Google Shape;229;p15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230" name="Google Shape;230;p1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" name="Google Shape;231;p1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1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1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" name="Google Shape;234;p1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" name="Google Shape;235;p1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1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" name="Google Shape;237;p1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1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" name="Google Shape;239;p1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" name="Google Shape;240;p1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" name="Google Shape;241;p1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2" name="Google Shape;242;p1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3" name="Google Shape;243;p1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1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45" name="Google Shape;245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6" name="Google Shape;246;p15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247" name="Google Shape;247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8" name="Google Shape;248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9" name="Google Shape;249;p15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250" name="Google Shape;250;p15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251" name="Google Shape;251;p1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2" name="Google Shape;252;p1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1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1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" name="Google Shape;255;p1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1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1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1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1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1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1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1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" name="Google Shape;263;p1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1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1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266" name="Google Shape;266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" name="Google Shape;267;p15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268" name="Google Shape;268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9" name="Google Shape;269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0" name="Google Shape;270;p15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271" name="Google Shape;271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2" name="Google Shape;272;p1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3" name="Google Shape;273;p15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274" name="Google Shape;274;p1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5" name="Google Shape;275;p1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277" name="Google Shape;277;p1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78" name="Google Shape;278;p1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" name="Google Shape;279;p15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280" name="Google Shape;280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81" name="Google Shape;281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2" name="Google Shape;282;p15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283" name="Google Shape;283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4" name="Google Shape;284;p1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" name="Google Shape;285;p15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286" name="Google Shape;286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7" name="Google Shape;287;p1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" name="Google Shape;288;p15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289" name="Google Shape;289;p1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90" name="Google Shape;290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" name="Google Shape;291;p15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292" name="Google Shape;292;p15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293" name="Google Shape;293;p1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" name="Google Shape;294;p1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1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1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1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1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9" name="Google Shape;299;p1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0" name="Google Shape;300;p1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" name="Google Shape;301;p1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" name="Google Shape;302;p1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3" name="Google Shape;303;p1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4" name="Google Shape;304;p1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" name="Google Shape;305;p1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" name="Google Shape;306;p1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7" name="Google Shape;307;p1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308" name="Google Shape;308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9" name="Google Shape;309;p15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310" name="Google Shape;310;p1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11" name="Google Shape;311;p1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2" name="Google Shape;312;p15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313" name="Google Shape;31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14" name="Google Shape;31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" name="Google Shape;315;p15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316" name="Google Shape;316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17" name="Google Shape;317;p1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" name="Google Shape;318;p15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319" name="Google Shape;319;p1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20" name="Google Shape;320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15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322" name="Google Shape;322;p1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23" name="Google Shape;323;p1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4" name="Google Shape;324;p15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325" name="Google Shape;325;p1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26" name="Google Shape;326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7" name="Google Shape;327;p15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15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29" name="Google Shape;329;p15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330" name="Google Shape;330;p15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5"/>
            <p:cNvSpPr txBox="1"/>
            <p:nvPr/>
          </p:nvSpPr>
          <p:spPr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wired 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  <p:sp>
        <p:nvSpPr>
          <p:cNvPr id="332" name="Google Shape;332;p15"/>
          <p:cNvSpPr/>
          <p:nvPr/>
        </p:nvSpPr>
        <p:spPr>
          <a:xfrm>
            <a:off x="5881688" y="1658938"/>
            <a:ext cx="5903912" cy="1897062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6029324" y="1587500"/>
            <a:ext cx="2212975" cy="223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6018212" y="1458913"/>
            <a:ext cx="5780087" cy="2084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hosts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laptop, smartphone, IoT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applications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be stationary (non-mobile) or mobile</a:t>
            </a:r>
            <a:endParaRPr/>
          </a:p>
          <a:p>
            <a:pPr indent="-177800" lvl="1" marL="635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does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always mean mobility! </a:t>
            </a:r>
            <a:endParaRPr/>
          </a:p>
        </p:txBody>
      </p:sp>
      <p:cxnSp>
        <p:nvCxnSpPr>
          <p:cNvPr id="335" name="Google Shape;335;p15"/>
          <p:cNvCxnSpPr/>
          <p:nvPr/>
        </p:nvCxnSpPr>
        <p:spPr>
          <a:xfrm flipH="1">
            <a:off x="6189662" y="3568700"/>
            <a:ext cx="960437" cy="2227263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15"/>
          <p:cNvCxnSpPr/>
          <p:nvPr/>
        </p:nvCxnSpPr>
        <p:spPr>
          <a:xfrm flipH="1">
            <a:off x="5257800" y="3568701"/>
            <a:ext cx="1866900" cy="1690688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37" name="Google Shape;337;p15"/>
          <p:cNvGrpSpPr/>
          <p:nvPr/>
        </p:nvGrpSpPr>
        <p:grpSpPr>
          <a:xfrm>
            <a:off x="10753725" y="1857375"/>
            <a:ext cx="762000" cy="771525"/>
            <a:chOff x="313" y="1497"/>
            <a:chExt cx="1152" cy="1014"/>
          </a:xfrm>
        </p:grpSpPr>
        <p:pic>
          <p:nvPicPr>
            <p:cNvPr descr="laptop_stylized_small" id="338" name="Google Shape;338;p1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39" name="Google Shape;339;p1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15"/>
          <p:cNvGrpSpPr/>
          <p:nvPr/>
        </p:nvGrpSpPr>
        <p:grpSpPr>
          <a:xfrm>
            <a:off x="9982200" y="1778000"/>
            <a:ext cx="598488" cy="514350"/>
            <a:chOff x="2751" y="1851"/>
            <a:chExt cx="462" cy="478"/>
          </a:xfrm>
        </p:grpSpPr>
        <p:pic>
          <p:nvPicPr>
            <p:cNvPr descr="iphone_stylized_small" id="341" name="Google Shape;341;p1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42" name="Google Shape;342;p15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" name="Google Shape;343;p15"/>
          <p:cNvGrpSpPr/>
          <p:nvPr/>
        </p:nvGrpSpPr>
        <p:grpSpPr>
          <a:xfrm>
            <a:off x="9429035" y="1895968"/>
            <a:ext cx="616665" cy="796431"/>
            <a:chOff x="7797061" y="3296104"/>
            <a:chExt cx="347997" cy="396620"/>
          </a:xfrm>
        </p:grpSpPr>
        <p:pic>
          <p:nvPicPr>
            <p:cNvPr descr="fridge2.png" id="344" name="Google Shape;344;p15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45" name="Google Shape;345;p15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Elements of a wireless network</a:t>
            </a:r>
            <a:endParaRPr/>
          </a:p>
        </p:txBody>
      </p:sp>
      <p:sp>
        <p:nvSpPr>
          <p:cNvPr id="352" name="Google Shape;352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16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16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16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16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16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16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16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3" name="Google Shape;363;p16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364" name="Google Shape;36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65" name="Google Shape;36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6" name="Google Shape;366;p16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367" name="Google Shape;36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68" name="Google Shape;368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9" name="Google Shape;369;p16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370" name="Google Shape;370;p16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371" name="Google Shape;371;p1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2" name="Google Shape;372;p1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" name="Google Shape;373;p1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" name="Google Shape;374;p1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5" name="Google Shape;375;p1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6" name="Google Shape;376;p1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7" name="Google Shape;377;p1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" name="Google Shape;378;p1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9" name="Google Shape;379;p1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0" name="Google Shape;380;p1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1" name="Google Shape;381;p1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2" name="Google Shape;382;p1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" name="Google Shape;383;p1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" name="Google Shape;384;p1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" name="Google Shape;385;p1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386" name="Google Shape;386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7" name="Google Shape;387;p16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388" name="Google Shape;388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89" name="Google Shape;389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0" name="Google Shape;390;p16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391" name="Google Shape;391;p16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392" name="Google Shape;392;p1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" name="Google Shape;393;p1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" name="Google Shape;394;p1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1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" name="Google Shape;396;p1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1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1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" name="Google Shape;399;p1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" name="Google Shape;400;p1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1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1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" name="Google Shape;403;p1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" name="Google Shape;404;p1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" name="Google Shape;405;p1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" name="Google Shape;406;p1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407" name="Google Shape;407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8" name="Google Shape;408;p16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409" name="Google Shape;409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0" name="Google Shape;410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1" name="Google Shape;411;p16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412" name="Google Shape;412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3" name="Google Shape;413;p1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4" name="Google Shape;414;p16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415" name="Google Shape;415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6" name="Google Shape;416;p1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7" name="Google Shape;417;p16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418" name="Google Shape;418;p1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19" name="Google Shape;419;p1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0" name="Google Shape;420;p16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421" name="Google Shape;421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22" name="Google Shape;422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3" name="Google Shape;423;p16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424" name="Google Shape;424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25" name="Google Shape;425;p1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6" name="Google Shape;426;p16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427" name="Google Shape;427;p1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28" name="Google Shape;428;p1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9" name="Google Shape;429;p16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430" name="Google Shape;430;p1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31" name="Google Shape;431;p1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2" name="Google Shape;432;p16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433" name="Google Shape;433;p16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434" name="Google Shape;434;p1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" name="Google Shape;435;p1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" name="Google Shape;436;p1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" name="Google Shape;437;p1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" name="Google Shape;438;p1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" name="Google Shape;439;p1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0" name="Google Shape;440;p1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1" name="Google Shape;441;p1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2" name="Google Shape;442;p1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1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4" name="Google Shape;444;p1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5" name="Google Shape;445;p1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" name="Google Shape;446;p1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7" name="Google Shape;447;p1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8" name="Google Shape;448;p1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449" name="Google Shape;449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0" name="Google Shape;450;p16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451" name="Google Shape;451;p1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52" name="Google Shape;452;p1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3" name="Google Shape;453;p16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454" name="Google Shape;45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55" name="Google Shape;45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6" name="Google Shape;456;p16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457" name="Google Shape;457;p1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58" name="Google Shape;458;p1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9" name="Google Shape;459;p16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460" name="Google Shape;460;p1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61" name="Google Shape;461;p1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2" name="Google Shape;462;p16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463" name="Google Shape;463;p1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64" name="Google Shape;464;p1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5" name="Google Shape;465;p16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466" name="Google Shape;466;p1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67" name="Google Shape;467;p1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68" name="Google Shape;468;p16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16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0" name="Google Shape;470;p16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471" name="Google Shape;471;p16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6"/>
            <p:cNvSpPr txBox="1"/>
            <p:nvPr/>
          </p:nvSpPr>
          <p:spPr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wired 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  <p:sp>
        <p:nvSpPr>
          <p:cNvPr id="473" name="Google Shape;473;p16"/>
          <p:cNvSpPr/>
          <p:nvPr/>
        </p:nvSpPr>
        <p:spPr>
          <a:xfrm>
            <a:off x="6121400" y="1621631"/>
            <a:ext cx="5486399" cy="2188369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6262688" y="1485900"/>
            <a:ext cx="2030412" cy="3127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6159500" y="1412875"/>
            <a:ext cx="5397500" cy="257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 station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 connected to wired network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relay - responsible for sending packets between wired network and wireless host(s) in its “area”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5080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cell towers,  802.11 access points </a:t>
            </a:r>
            <a:endParaRPr/>
          </a:p>
        </p:txBody>
      </p:sp>
      <p:cxnSp>
        <p:nvCxnSpPr>
          <p:cNvPr id="476" name="Google Shape;476;p16"/>
          <p:cNvCxnSpPr/>
          <p:nvPr/>
        </p:nvCxnSpPr>
        <p:spPr>
          <a:xfrm flipH="1">
            <a:off x="5930899" y="3794124"/>
            <a:ext cx="1770063" cy="1552575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7" name="Google Shape;477;p16"/>
          <p:cNvSpPr/>
          <p:nvPr/>
        </p:nvSpPr>
        <p:spPr>
          <a:xfrm>
            <a:off x="9525000" y="1587500"/>
            <a:ext cx="1358900" cy="3127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16"/>
          <p:cNvGrpSpPr/>
          <p:nvPr/>
        </p:nvGrpSpPr>
        <p:grpSpPr>
          <a:xfrm>
            <a:off x="10258425" y="1214438"/>
            <a:ext cx="458788" cy="620712"/>
            <a:chOff x="5955030" y="3031808"/>
            <a:chExt cx="914400" cy="1398587"/>
          </a:xfrm>
        </p:grpSpPr>
        <p:grpSp>
          <p:nvGrpSpPr>
            <p:cNvPr id="479" name="Google Shape;479;p16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480" name="Google Shape;480;p1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1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" name="Google Shape;482;p1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1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1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5" name="Google Shape;485;p1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6" name="Google Shape;486;p1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7" name="Google Shape;487;p1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1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" name="Google Shape;489;p1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0" name="Google Shape;490;p1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" name="Google Shape;491;p1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" name="Google Shape;492;p1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1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4" name="Google Shape;494;p1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495" name="Google Shape;495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6" name="Google Shape;496;p16"/>
          <p:cNvGrpSpPr/>
          <p:nvPr/>
        </p:nvGrpSpPr>
        <p:grpSpPr>
          <a:xfrm>
            <a:off x="9648825" y="1355725"/>
            <a:ext cx="590550" cy="501650"/>
            <a:chOff x="2967" y="478"/>
            <a:chExt cx="788" cy="625"/>
          </a:xfrm>
        </p:grpSpPr>
        <p:pic>
          <p:nvPicPr>
            <p:cNvPr descr="access_point_stylized_small" id="497" name="Google Shape;49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98" name="Google Shape;498;p1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99" name="Google Shape;499;p16"/>
          <p:cNvCxnSpPr/>
          <p:nvPr/>
        </p:nvCxnSpPr>
        <p:spPr>
          <a:xfrm flipH="1">
            <a:off x="2349498" y="3810000"/>
            <a:ext cx="5334001" cy="685799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7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Elements of a wireless network</a:t>
            </a:r>
            <a:endParaRPr/>
          </a:p>
        </p:txBody>
      </p:sp>
      <p:sp>
        <p:nvSpPr>
          <p:cNvPr id="506" name="Google Shape;506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p17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17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17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17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17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17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17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7" name="Google Shape;517;p17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518" name="Google Shape;51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19" name="Google Shape;51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0" name="Google Shape;520;p17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521" name="Google Shape;521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22" name="Google Shape;522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3" name="Google Shape;523;p17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524" name="Google Shape;524;p17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525" name="Google Shape;525;p1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" name="Google Shape;526;p1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" name="Google Shape;527;p1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1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" name="Google Shape;529;p1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1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1" name="Google Shape;531;p1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1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1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" name="Google Shape;534;p1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" name="Google Shape;535;p1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6" name="Google Shape;536;p1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7" name="Google Shape;537;p1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8" name="Google Shape;538;p1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9" name="Google Shape;539;p1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540" name="Google Shape;540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1" name="Google Shape;541;p17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542" name="Google Shape;542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43" name="Google Shape;543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4" name="Google Shape;544;p17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545" name="Google Shape;545;p17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546" name="Google Shape;546;p1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" name="Google Shape;547;p1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8" name="Google Shape;548;p1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" name="Google Shape;549;p1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" name="Google Shape;550;p1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1" name="Google Shape;551;p1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2" name="Google Shape;552;p1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" name="Google Shape;553;p1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" name="Google Shape;554;p1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5" name="Google Shape;555;p1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6" name="Google Shape;556;p1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7" name="Google Shape;557;p1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8" name="Google Shape;558;p1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" name="Google Shape;559;p1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" name="Google Shape;560;p1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561" name="Google Shape;56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2" name="Google Shape;562;p17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563" name="Google Shape;563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64" name="Google Shape;564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5" name="Google Shape;565;p17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566" name="Google Shape;566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67" name="Google Shape;567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8" name="Google Shape;568;p17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569" name="Google Shape;569;p1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70" name="Google Shape;570;p1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1" name="Google Shape;571;p17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572" name="Google Shape;572;p1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73" name="Google Shape;573;p1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4" name="Google Shape;574;p17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575" name="Google Shape;575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76" name="Google Shape;576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7" name="Google Shape;577;p17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578" name="Google Shape;578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79" name="Google Shape;579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0" name="Google Shape;580;p17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581" name="Google Shape;581;p1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82" name="Google Shape;582;p1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3" name="Google Shape;583;p17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584" name="Google Shape;584;p1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85" name="Google Shape;585;p1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6" name="Google Shape;586;p17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587" name="Google Shape;587;p17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588" name="Google Shape;588;p1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9" name="Google Shape;589;p1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0" name="Google Shape;590;p1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1" name="Google Shape;591;p1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2" name="Google Shape;592;p1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" name="Google Shape;593;p1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4" name="Google Shape;594;p1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5" name="Google Shape;595;p1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6" name="Google Shape;596;p1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7" name="Google Shape;597;p1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8" name="Google Shape;598;p1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" name="Google Shape;599;p1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" name="Google Shape;600;p1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1" name="Google Shape;601;p1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2" name="Google Shape;602;p1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603" name="Google Shape;603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4" name="Google Shape;604;p17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605" name="Google Shape;605;p1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06" name="Google Shape;606;p1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7" name="Google Shape;607;p17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608" name="Google Shape;60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09" name="Google Shape;60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0" name="Google Shape;610;p17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611" name="Google Shape;611;p1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12" name="Google Shape;612;p1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3" name="Google Shape;613;p17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614" name="Google Shape;614;p1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15" name="Google Shape;615;p1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6" name="Google Shape;616;p17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617" name="Google Shape;617;p1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18" name="Google Shape;618;p1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9" name="Google Shape;619;p17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620" name="Google Shape;620;p1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21" name="Google Shape;621;p1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22" name="Google Shape;622;p17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17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24" name="Google Shape;624;p17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625" name="Google Shape;625;p17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7"/>
            <p:cNvSpPr txBox="1"/>
            <p:nvPr/>
          </p:nvSpPr>
          <p:spPr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wired 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  <p:sp>
        <p:nvSpPr>
          <p:cNvPr id="627" name="Google Shape;627;p17"/>
          <p:cNvSpPr/>
          <p:nvPr/>
        </p:nvSpPr>
        <p:spPr>
          <a:xfrm>
            <a:off x="6121400" y="1329531"/>
            <a:ext cx="5740400" cy="2569369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6262688" y="1193800"/>
            <a:ext cx="2030412" cy="3127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9" name="Google Shape;629;p17"/>
          <p:cNvCxnSpPr/>
          <p:nvPr/>
        </p:nvCxnSpPr>
        <p:spPr>
          <a:xfrm flipH="1">
            <a:off x="6108699" y="3911600"/>
            <a:ext cx="533401" cy="1092201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0" name="Google Shape;630;p17"/>
          <p:cNvSpPr/>
          <p:nvPr/>
        </p:nvSpPr>
        <p:spPr>
          <a:xfrm>
            <a:off x="9525000" y="1295400"/>
            <a:ext cx="1358900" cy="3127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1" name="Google Shape;631;p17"/>
          <p:cNvCxnSpPr/>
          <p:nvPr/>
        </p:nvCxnSpPr>
        <p:spPr>
          <a:xfrm flipH="1">
            <a:off x="6568273" y="3898760"/>
            <a:ext cx="90435" cy="1446963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32" name="Google Shape;632;p17"/>
          <p:cNvGrpSpPr/>
          <p:nvPr/>
        </p:nvGrpSpPr>
        <p:grpSpPr>
          <a:xfrm>
            <a:off x="9740900" y="952500"/>
            <a:ext cx="955675" cy="508000"/>
            <a:chOff x="4750" y="264"/>
            <a:chExt cx="455" cy="191"/>
          </a:xfrm>
        </p:grpSpPr>
        <p:sp>
          <p:nvSpPr>
            <p:cNvPr id="633" name="Google Shape;633;p17"/>
            <p:cNvSpPr/>
            <p:nvPr/>
          </p:nvSpPr>
          <p:spPr>
            <a:xfrm>
              <a:off x="4872" y="298"/>
              <a:ext cx="82" cy="104"/>
            </a:xfrm>
            <a:custGeom>
              <a:rect b="b" l="l" r="r" t="t"/>
              <a:pathLst>
                <a:path extrusionOk="0" h="209" w="247">
                  <a:moveTo>
                    <a:pt x="87" y="27"/>
                  </a:moveTo>
                  <a:lnTo>
                    <a:pt x="68" y="35"/>
                  </a:lnTo>
                  <a:lnTo>
                    <a:pt x="52" y="46"/>
                  </a:lnTo>
                  <a:lnTo>
                    <a:pt x="37" y="57"/>
                  </a:lnTo>
                  <a:lnTo>
                    <a:pt x="24" y="69"/>
                  </a:lnTo>
                  <a:lnTo>
                    <a:pt x="14" y="83"/>
                  </a:lnTo>
                  <a:lnTo>
                    <a:pt x="7" y="97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2" y="150"/>
                  </a:lnTo>
                  <a:lnTo>
                    <a:pt x="14" y="167"/>
                  </a:lnTo>
                  <a:lnTo>
                    <a:pt x="32" y="183"/>
                  </a:lnTo>
                  <a:lnTo>
                    <a:pt x="55" y="194"/>
                  </a:lnTo>
                  <a:lnTo>
                    <a:pt x="81" y="203"/>
                  </a:lnTo>
                  <a:lnTo>
                    <a:pt x="109" y="208"/>
                  </a:lnTo>
                  <a:lnTo>
                    <a:pt x="138" y="209"/>
                  </a:lnTo>
                  <a:lnTo>
                    <a:pt x="165" y="206"/>
                  </a:lnTo>
                  <a:lnTo>
                    <a:pt x="171" y="206"/>
                  </a:lnTo>
                  <a:lnTo>
                    <a:pt x="177" y="203"/>
                  </a:lnTo>
                  <a:lnTo>
                    <a:pt x="181" y="200"/>
                  </a:lnTo>
                  <a:lnTo>
                    <a:pt x="183" y="196"/>
                  </a:lnTo>
                  <a:lnTo>
                    <a:pt x="180" y="191"/>
                  </a:lnTo>
                  <a:lnTo>
                    <a:pt x="174" y="187"/>
                  </a:lnTo>
                  <a:lnTo>
                    <a:pt x="167" y="183"/>
                  </a:lnTo>
                  <a:lnTo>
                    <a:pt x="159" y="181"/>
                  </a:lnTo>
                  <a:lnTo>
                    <a:pt x="145" y="178"/>
                  </a:lnTo>
                  <a:lnTo>
                    <a:pt x="130" y="176"/>
                  </a:lnTo>
                  <a:lnTo>
                    <a:pt x="116" y="174"/>
                  </a:lnTo>
                  <a:lnTo>
                    <a:pt x="103" y="171"/>
                  </a:lnTo>
                  <a:lnTo>
                    <a:pt x="90" y="168"/>
                  </a:lnTo>
                  <a:lnTo>
                    <a:pt x="77" y="164"/>
                  </a:lnTo>
                  <a:lnTo>
                    <a:pt x="65" y="159"/>
                  </a:lnTo>
                  <a:lnTo>
                    <a:pt x="53" y="151"/>
                  </a:lnTo>
                  <a:lnTo>
                    <a:pt x="49" y="116"/>
                  </a:lnTo>
                  <a:lnTo>
                    <a:pt x="61" y="87"/>
                  </a:lnTo>
                  <a:lnTo>
                    <a:pt x="84" y="64"/>
                  </a:lnTo>
                  <a:lnTo>
                    <a:pt x="116" y="46"/>
                  </a:lnTo>
                  <a:lnTo>
                    <a:pt x="151" y="31"/>
                  </a:lnTo>
                  <a:lnTo>
                    <a:pt x="187" y="20"/>
                  </a:lnTo>
                  <a:lnTo>
                    <a:pt x="220" y="12"/>
                  </a:lnTo>
                  <a:lnTo>
                    <a:pt x="247" y="5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5"/>
                  </a:lnTo>
                  <a:lnTo>
                    <a:pt x="149" y="10"/>
                  </a:lnTo>
                  <a:lnTo>
                    <a:pt x="127" y="15"/>
                  </a:lnTo>
                  <a:lnTo>
                    <a:pt x="106" y="21"/>
                  </a:lnTo>
                  <a:lnTo>
                    <a:pt x="87" y="2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7"/>
            <p:cNvSpPr/>
            <p:nvPr/>
          </p:nvSpPr>
          <p:spPr>
            <a:xfrm>
              <a:off x="5012" y="297"/>
              <a:ext cx="53" cy="81"/>
            </a:xfrm>
            <a:custGeom>
              <a:rect b="b" l="l" r="r" t="t"/>
              <a:pathLst>
                <a:path extrusionOk="0" h="162" w="158">
                  <a:moveTo>
                    <a:pt x="134" y="53"/>
                  </a:moveTo>
                  <a:lnTo>
                    <a:pt x="140" y="69"/>
                  </a:lnTo>
                  <a:lnTo>
                    <a:pt x="138" y="85"/>
                  </a:lnTo>
                  <a:lnTo>
                    <a:pt x="128" y="97"/>
                  </a:lnTo>
                  <a:lnTo>
                    <a:pt x="113" y="109"/>
                  </a:lnTo>
                  <a:lnTo>
                    <a:pt x="96" y="119"/>
                  </a:lnTo>
                  <a:lnTo>
                    <a:pt x="76" y="129"/>
                  </a:lnTo>
                  <a:lnTo>
                    <a:pt x="55" y="138"/>
                  </a:lnTo>
                  <a:lnTo>
                    <a:pt x="38" y="148"/>
                  </a:lnTo>
                  <a:lnTo>
                    <a:pt x="35" y="151"/>
                  </a:lnTo>
                  <a:lnTo>
                    <a:pt x="33" y="153"/>
                  </a:lnTo>
                  <a:lnTo>
                    <a:pt x="33" y="156"/>
                  </a:lnTo>
                  <a:lnTo>
                    <a:pt x="35" y="159"/>
                  </a:lnTo>
                  <a:lnTo>
                    <a:pt x="39" y="161"/>
                  </a:lnTo>
                  <a:lnTo>
                    <a:pt x="44" y="162"/>
                  </a:lnTo>
                  <a:lnTo>
                    <a:pt x="46" y="162"/>
                  </a:lnTo>
                  <a:lnTo>
                    <a:pt x="51" y="161"/>
                  </a:lnTo>
                  <a:lnTo>
                    <a:pt x="74" y="152"/>
                  </a:lnTo>
                  <a:lnTo>
                    <a:pt x="96" y="142"/>
                  </a:lnTo>
                  <a:lnTo>
                    <a:pt x="116" y="130"/>
                  </a:lnTo>
                  <a:lnTo>
                    <a:pt x="135" y="117"/>
                  </a:lnTo>
                  <a:lnTo>
                    <a:pt x="148" y="102"/>
                  </a:lnTo>
                  <a:lnTo>
                    <a:pt x="157" y="86"/>
                  </a:lnTo>
                  <a:lnTo>
                    <a:pt x="158" y="68"/>
                  </a:lnTo>
                  <a:lnTo>
                    <a:pt x="153" y="50"/>
                  </a:lnTo>
                  <a:lnTo>
                    <a:pt x="140" y="35"/>
                  </a:lnTo>
                  <a:lnTo>
                    <a:pt x="121" y="23"/>
                  </a:lnTo>
                  <a:lnTo>
                    <a:pt x="97" y="14"/>
                  </a:lnTo>
                  <a:lnTo>
                    <a:pt x="71" y="6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3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7" y="17"/>
                  </a:lnTo>
                  <a:lnTo>
                    <a:pt x="76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4" y="42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7"/>
            <p:cNvSpPr/>
            <p:nvPr/>
          </p:nvSpPr>
          <p:spPr>
            <a:xfrm>
              <a:off x="4820" y="278"/>
              <a:ext cx="133" cy="169"/>
            </a:xfrm>
            <a:custGeom>
              <a:rect b="b" l="l" r="r" t="t"/>
              <a:pathLst>
                <a:path extrusionOk="0" h="339" w="400">
                  <a:moveTo>
                    <a:pt x="156" y="44"/>
                  </a:moveTo>
                  <a:lnTo>
                    <a:pt x="125" y="63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6"/>
                  </a:lnTo>
                  <a:lnTo>
                    <a:pt x="22" y="150"/>
                  </a:lnTo>
                  <a:lnTo>
                    <a:pt x="7" y="175"/>
                  </a:lnTo>
                  <a:lnTo>
                    <a:pt x="0" y="203"/>
                  </a:lnTo>
                  <a:lnTo>
                    <a:pt x="2" y="232"/>
                  </a:lnTo>
                  <a:lnTo>
                    <a:pt x="4" y="239"/>
                  </a:lnTo>
                  <a:lnTo>
                    <a:pt x="7" y="248"/>
                  </a:lnTo>
                  <a:lnTo>
                    <a:pt x="12" y="254"/>
                  </a:lnTo>
                  <a:lnTo>
                    <a:pt x="18" y="261"/>
                  </a:lnTo>
                  <a:lnTo>
                    <a:pt x="25" y="267"/>
                  </a:lnTo>
                  <a:lnTo>
                    <a:pt x="33" y="273"/>
                  </a:lnTo>
                  <a:lnTo>
                    <a:pt x="41" y="278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4"/>
                  </a:lnTo>
                  <a:lnTo>
                    <a:pt x="128" y="309"/>
                  </a:lnTo>
                  <a:lnTo>
                    <a:pt x="148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09" y="326"/>
                  </a:lnTo>
                  <a:lnTo>
                    <a:pt x="231" y="329"/>
                  </a:lnTo>
                  <a:lnTo>
                    <a:pt x="251" y="331"/>
                  </a:lnTo>
                  <a:lnTo>
                    <a:pt x="273" y="333"/>
                  </a:lnTo>
                  <a:lnTo>
                    <a:pt x="295" y="335"/>
                  </a:lnTo>
                  <a:lnTo>
                    <a:pt x="315" y="336"/>
                  </a:lnTo>
                  <a:lnTo>
                    <a:pt x="337" y="337"/>
                  </a:lnTo>
                  <a:lnTo>
                    <a:pt x="359" y="338"/>
                  </a:lnTo>
                  <a:lnTo>
                    <a:pt x="379" y="339"/>
                  </a:lnTo>
                  <a:lnTo>
                    <a:pt x="387" y="339"/>
                  </a:lnTo>
                  <a:lnTo>
                    <a:pt x="392" y="337"/>
                  </a:lnTo>
                  <a:lnTo>
                    <a:pt x="397" y="333"/>
                  </a:lnTo>
                  <a:lnTo>
                    <a:pt x="400" y="329"/>
                  </a:lnTo>
                  <a:lnTo>
                    <a:pt x="400" y="324"/>
                  </a:lnTo>
                  <a:lnTo>
                    <a:pt x="397" y="320"/>
                  </a:lnTo>
                  <a:lnTo>
                    <a:pt x="391" y="317"/>
                  </a:lnTo>
                  <a:lnTo>
                    <a:pt x="384" y="315"/>
                  </a:lnTo>
                  <a:lnTo>
                    <a:pt x="365" y="311"/>
                  </a:lnTo>
                  <a:lnTo>
                    <a:pt x="346" y="309"/>
                  </a:lnTo>
                  <a:lnTo>
                    <a:pt x="327" y="306"/>
                  </a:lnTo>
                  <a:lnTo>
                    <a:pt x="307" y="304"/>
                  </a:lnTo>
                  <a:lnTo>
                    <a:pt x="288" y="302"/>
                  </a:lnTo>
                  <a:lnTo>
                    <a:pt x="269" y="300"/>
                  </a:lnTo>
                  <a:lnTo>
                    <a:pt x="249" y="298"/>
                  </a:lnTo>
                  <a:lnTo>
                    <a:pt x="230" y="295"/>
                  </a:lnTo>
                  <a:lnTo>
                    <a:pt x="211" y="293"/>
                  </a:lnTo>
                  <a:lnTo>
                    <a:pt x="192" y="290"/>
                  </a:lnTo>
                  <a:lnTo>
                    <a:pt x="173" y="286"/>
                  </a:lnTo>
                  <a:lnTo>
                    <a:pt x="154" y="283"/>
                  </a:lnTo>
                  <a:lnTo>
                    <a:pt x="137" y="277"/>
                  </a:lnTo>
                  <a:lnTo>
                    <a:pt x="118" y="272"/>
                  </a:lnTo>
                  <a:lnTo>
                    <a:pt x="100" y="267"/>
                  </a:lnTo>
                  <a:lnTo>
                    <a:pt x="83" y="260"/>
                  </a:lnTo>
                  <a:lnTo>
                    <a:pt x="68" y="253"/>
                  </a:lnTo>
                  <a:lnTo>
                    <a:pt x="57" y="243"/>
                  </a:lnTo>
                  <a:lnTo>
                    <a:pt x="48" y="233"/>
                  </a:lnTo>
                  <a:lnTo>
                    <a:pt x="44" y="221"/>
                  </a:lnTo>
                  <a:lnTo>
                    <a:pt x="42" y="208"/>
                  </a:lnTo>
                  <a:lnTo>
                    <a:pt x="44" y="194"/>
                  </a:lnTo>
                  <a:lnTo>
                    <a:pt x="48" y="180"/>
                  </a:lnTo>
                  <a:lnTo>
                    <a:pt x="54" y="168"/>
                  </a:lnTo>
                  <a:lnTo>
                    <a:pt x="64" y="153"/>
                  </a:lnTo>
                  <a:lnTo>
                    <a:pt x="76" y="137"/>
                  </a:lnTo>
                  <a:lnTo>
                    <a:pt x="89" y="124"/>
                  </a:lnTo>
                  <a:lnTo>
                    <a:pt x="103" y="111"/>
                  </a:lnTo>
                  <a:lnTo>
                    <a:pt x="118" y="99"/>
                  </a:lnTo>
                  <a:lnTo>
                    <a:pt x="134" y="87"/>
                  </a:lnTo>
                  <a:lnTo>
                    <a:pt x="153" y="74"/>
                  </a:lnTo>
                  <a:lnTo>
                    <a:pt x="172" y="62"/>
                  </a:lnTo>
                  <a:lnTo>
                    <a:pt x="190" y="52"/>
                  </a:lnTo>
                  <a:lnTo>
                    <a:pt x="215" y="42"/>
                  </a:lnTo>
                  <a:lnTo>
                    <a:pt x="243" y="34"/>
                  </a:lnTo>
                  <a:lnTo>
                    <a:pt x="270" y="26"/>
                  </a:lnTo>
                  <a:lnTo>
                    <a:pt x="295" y="19"/>
                  </a:lnTo>
                  <a:lnTo>
                    <a:pt x="315" y="13"/>
                  </a:lnTo>
                  <a:lnTo>
                    <a:pt x="328" y="6"/>
                  </a:lnTo>
                  <a:lnTo>
                    <a:pt x="333" y="2"/>
                  </a:lnTo>
                  <a:lnTo>
                    <a:pt x="318" y="0"/>
                  </a:lnTo>
                  <a:lnTo>
                    <a:pt x="298" y="1"/>
                  </a:lnTo>
                  <a:lnTo>
                    <a:pt x="275" y="4"/>
                  </a:lnTo>
                  <a:lnTo>
                    <a:pt x="250" y="9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4"/>
                  </a:lnTo>
                  <a:lnTo>
                    <a:pt x="156" y="4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5007" y="272"/>
              <a:ext cx="117" cy="113"/>
            </a:xfrm>
            <a:custGeom>
              <a:rect b="b" l="l" r="r" t="t"/>
              <a:pathLst>
                <a:path extrusionOk="0" h="226" w="351">
                  <a:moveTo>
                    <a:pt x="291" y="69"/>
                  </a:moveTo>
                  <a:lnTo>
                    <a:pt x="307" y="81"/>
                  </a:lnTo>
                  <a:lnTo>
                    <a:pt x="317" y="96"/>
                  </a:lnTo>
                  <a:lnTo>
                    <a:pt x="322" y="111"/>
                  </a:lnTo>
                  <a:lnTo>
                    <a:pt x="322" y="128"/>
                  </a:lnTo>
                  <a:lnTo>
                    <a:pt x="319" y="141"/>
                  </a:lnTo>
                  <a:lnTo>
                    <a:pt x="313" y="152"/>
                  </a:lnTo>
                  <a:lnTo>
                    <a:pt x="303" y="164"/>
                  </a:lnTo>
                  <a:lnTo>
                    <a:pt x="293" y="173"/>
                  </a:lnTo>
                  <a:lnTo>
                    <a:pt x="279" y="183"/>
                  </a:lnTo>
                  <a:lnTo>
                    <a:pt x="266" y="192"/>
                  </a:lnTo>
                  <a:lnTo>
                    <a:pt x="253" y="201"/>
                  </a:lnTo>
                  <a:lnTo>
                    <a:pt x="240" y="210"/>
                  </a:lnTo>
                  <a:lnTo>
                    <a:pt x="237" y="213"/>
                  </a:lnTo>
                  <a:lnTo>
                    <a:pt x="237" y="216"/>
                  </a:lnTo>
                  <a:lnTo>
                    <a:pt x="237" y="219"/>
                  </a:lnTo>
                  <a:lnTo>
                    <a:pt x="240" y="222"/>
                  </a:lnTo>
                  <a:lnTo>
                    <a:pt x="245" y="225"/>
                  </a:lnTo>
                  <a:lnTo>
                    <a:pt x="250" y="226"/>
                  </a:lnTo>
                  <a:lnTo>
                    <a:pt x="255" y="225"/>
                  </a:lnTo>
                  <a:lnTo>
                    <a:pt x="259" y="222"/>
                  </a:lnTo>
                  <a:lnTo>
                    <a:pt x="288" y="209"/>
                  </a:lnTo>
                  <a:lnTo>
                    <a:pt x="313" y="192"/>
                  </a:lnTo>
                  <a:lnTo>
                    <a:pt x="332" y="172"/>
                  </a:lnTo>
                  <a:lnTo>
                    <a:pt x="345" y="149"/>
                  </a:lnTo>
                  <a:lnTo>
                    <a:pt x="351" y="127"/>
                  </a:lnTo>
                  <a:lnTo>
                    <a:pt x="348" y="103"/>
                  </a:lnTo>
                  <a:lnTo>
                    <a:pt x="336" y="81"/>
                  </a:lnTo>
                  <a:lnTo>
                    <a:pt x="313" y="62"/>
                  </a:lnTo>
                  <a:lnTo>
                    <a:pt x="295" y="51"/>
                  </a:lnTo>
                  <a:lnTo>
                    <a:pt x="275" y="43"/>
                  </a:lnTo>
                  <a:lnTo>
                    <a:pt x="253" y="35"/>
                  </a:lnTo>
                  <a:lnTo>
                    <a:pt x="229" y="28"/>
                  </a:lnTo>
                  <a:lnTo>
                    <a:pt x="204" y="20"/>
                  </a:lnTo>
                  <a:lnTo>
                    <a:pt x="179" y="15"/>
                  </a:lnTo>
                  <a:lnTo>
                    <a:pt x="153" y="11"/>
                  </a:lnTo>
                  <a:lnTo>
                    <a:pt x="128" y="7"/>
                  </a:lnTo>
                  <a:lnTo>
                    <a:pt x="104" y="4"/>
                  </a:lnTo>
                  <a:lnTo>
                    <a:pt x="82" y="2"/>
                  </a:lnTo>
                  <a:lnTo>
                    <a:pt x="60" y="0"/>
                  </a:lnTo>
                  <a:lnTo>
                    <a:pt x="43" y="0"/>
                  </a:lnTo>
                  <a:lnTo>
                    <a:pt x="27" y="0"/>
                  </a:lnTo>
                  <a:lnTo>
                    <a:pt x="14" y="0"/>
                  </a:lnTo>
                  <a:lnTo>
                    <a:pt x="5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30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2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1" y="31"/>
                  </a:lnTo>
                  <a:lnTo>
                    <a:pt x="201" y="35"/>
                  </a:lnTo>
                  <a:lnTo>
                    <a:pt x="220" y="40"/>
                  </a:lnTo>
                  <a:lnTo>
                    <a:pt x="239" y="46"/>
                  </a:lnTo>
                  <a:lnTo>
                    <a:pt x="258" y="53"/>
                  </a:lnTo>
                  <a:lnTo>
                    <a:pt x="275" y="61"/>
                  </a:lnTo>
                  <a:lnTo>
                    <a:pt x="291" y="6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4769" y="324"/>
              <a:ext cx="48" cy="107"/>
            </a:xfrm>
            <a:custGeom>
              <a:rect b="b" l="l" r="r" t="t"/>
              <a:pathLst>
                <a:path extrusionOk="0" h="213" w="142">
                  <a:moveTo>
                    <a:pt x="0" y="116"/>
                  </a:moveTo>
                  <a:lnTo>
                    <a:pt x="0" y="134"/>
                  </a:lnTo>
                  <a:lnTo>
                    <a:pt x="6" y="150"/>
                  </a:lnTo>
                  <a:lnTo>
                    <a:pt x="16" y="166"/>
                  </a:lnTo>
                  <a:lnTo>
                    <a:pt x="30" y="179"/>
                  </a:lnTo>
                  <a:lnTo>
                    <a:pt x="48" y="191"/>
                  </a:lnTo>
                  <a:lnTo>
                    <a:pt x="68" y="201"/>
                  </a:lnTo>
                  <a:lnTo>
                    <a:pt x="91" y="208"/>
                  </a:lnTo>
                  <a:lnTo>
                    <a:pt x="115" y="212"/>
                  </a:lnTo>
                  <a:lnTo>
                    <a:pt x="122" y="213"/>
                  </a:lnTo>
                  <a:lnTo>
                    <a:pt x="129" y="211"/>
                  </a:lnTo>
                  <a:lnTo>
                    <a:pt x="135" y="208"/>
                  </a:lnTo>
                  <a:lnTo>
                    <a:pt x="138" y="204"/>
                  </a:lnTo>
                  <a:lnTo>
                    <a:pt x="138" y="199"/>
                  </a:lnTo>
                  <a:lnTo>
                    <a:pt x="137" y="194"/>
                  </a:lnTo>
                  <a:lnTo>
                    <a:pt x="132" y="190"/>
                  </a:lnTo>
                  <a:lnTo>
                    <a:pt x="125" y="188"/>
                  </a:lnTo>
                  <a:lnTo>
                    <a:pt x="102" y="181"/>
                  </a:lnTo>
                  <a:lnTo>
                    <a:pt x="80" y="173"/>
                  </a:lnTo>
                  <a:lnTo>
                    <a:pt x="62" y="162"/>
                  </a:lnTo>
                  <a:lnTo>
                    <a:pt x="49" y="149"/>
                  </a:lnTo>
                  <a:lnTo>
                    <a:pt x="41" y="134"/>
                  </a:lnTo>
                  <a:lnTo>
                    <a:pt x="36" y="117"/>
                  </a:lnTo>
                  <a:lnTo>
                    <a:pt x="36" y="100"/>
                  </a:lnTo>
                  <a:lnTo>
                    <a:pt x="44" y="81"/>
                  </a:lnTo>
                  <a:lnTo>
                    <a:pt x="52" y="68"/>
                  </a:lnTo>
                  <a:lnTo>
                    <a:pt x="64" y="56"/>
                  </a:lnTo>
                  <a:lnTo>
                    <a:pt x="77" y="44"/>
                  </a:lnTo>
                  <a:lnTo>
                    <a:pt x="91" y="34"/>
                  </a:lnTo>
                  <a:lnTo>
                    <a:pt x="105" y="25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70" y="32"/>
                  </a:lnTo>
                  <a:lnTo>
                    <a:pt x="46" y="51"/>
                  </a:lnTo>
                  <a:lnTo>
                    <a:pt x="25" y="72"/>
                  </a:lnTo>
                  <a:lnTo>
                    <a:pt x="9" y="95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5104" y="264"/>
              <a:ext cx="101" cy="139"/>
            </a:xfrm>
            <a:custGeom>
              <a:rect b="b" l="l" r="r" t="t"/>
              <a:pathLst>
                <a:path extrusionOk="0" h="279" w="305">
                  <a:moveTo>
                    <a:pt x="247" y="104"/>
                  </a:moveTo>
                  <a:lnTo>
                    <a:pt x="257" y="112"/>
                  </a:lnTo>
                  <a:lnTo>
                    <a:pt x="266" y="120"/>
                  </a:lnTo>
                  <a:lnTo>
                    <a:pt x="271" y="129"/>
                  </a:lnTo>
                  <a:lnTo>
                    <a:pt x="277" y="138"/>
                  </a:lnTo>
                  <a:lnTo>
                    <a:pt x="279" y="148"/>
                  </a:lnTo>
                  <a:lnTo>
                    <a:pt x="279" y="158"/>
                  </a:lnTo>
                  <a:lnTo>
                    <a:pt x="274" y="168"/>
                  </a:lnTo>
                  <a:lnTo>
                    <a:pt x="268" y="178"/>
                  </a:lnTo>
                  <a:lnTo>
                    <a:pt x="258" y="188"/>
                  </a:lnTo>
                  <a:lnTo>
                    <a:pt x="247" y="197"/>
                  </a:lnTo>
                  <a:lnTo>
                    <a:pt x="234" y="205"/>
                  </a:lnTo>
                  <a:lnTo>
                    <a:pt x="219" y="214"/>
                  </a:lnTo>
                  <a:lnTo>
                    <a:pt x="206" y="221"/>
                  </a:lnTo>
                  <a:lnTo>
                    <a:pt x="191" y="229"/>
                  </a:lnTo>
                  <a:lnTo>
                    <a:pt x="177" y="237"/>
                  </a:lnTo>
                  <a:lnTo>
                    <a:pt x="164" y="247"/>
                  </a:lnTo>
                  <a:lnTo>
                    <a:pt x="160" y="250"/>
                  </a:lnTo>
                  <a:lnTo>
                    <a:pt x="157" y="254"/>
                  </a:lnTo>
                  <a:lnTo>
                    <a:pt x="154" y="258"/>
                  </a:lnTo>
                  <a:lnTo>
                    <a:pt x="151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5"/>
                  </a:lnTo>
                  <a:lnTo>
                    <a:pt x="155" y="278"/>
                  </a:lnTo>
                  <a:lnTo>
                    <a:pt x="161" y="279"/>
                  </a:lnTo>
                  <a:lnTo>
                    <a:pt x="167" y="279"/>
                  </a:lnTo>
                  <a:lnTo>
                    <a:pt x="173" y="278"/>
                  </a:lnTo>
                  <a:lnTo>
                    <a:pt x="177" y="275"/>
                  </a:lnTo>
                  <a:lnTo>
                    <a:pt x="191" y="263"/>
                  </a:lnTo>
                  <a:lnTo>
                    <a:pt x="207" y="252"/>
                  </a:lnTo>
                  <a:lnTo>
                    <a:pt x="223" y="242"/>
                  </a:lnTo>
                  <a:lnTo>
                    <a:pt x="241" y="231"/>
                  </a:lnTo>
                  <a:lnTo>
                    <a:pt x="257" y="221"/>
                  </a:lnTo>
                  <a:lnTo>
                    <a:pt x="271" y="210"/>
                  </a:lnTo>
                  <a:lnTo>
                    <a:pt x="286" y="197"/>
                  </a:lnTo>
                  <a:lnTo>
                    <a:pt x="296" y="184"/>
                  </a:lnTo>
                  <a:lnTo>
                    <a:pt x="303" y="168"/>
                  </a:lnTo>
                  <a:lnTo>
                    <a:pt x="305" y="153"/>
                  </a:lnTo>
                  <a:lnTo>
                    <a:pt x="300" y="137"/>
                  </a:lnTo>
                  <a:lnTo>
                    <a:pt x="293" y="123"/>
                  </a:lnTo>
                  <a:lnTo>
                    <a:pt x="282" y="109"/>
                  </a:lnTo>
                  <a:lnTo>
                    <a:pt x="267" y="96"/>
                  </a:lnTo>
                  <a:lnTo>
                    <a:pt x="250" y="85"/>
                  </a:lnTo>
                  <a:lnTo>
                    <a:pt x="232" y="75"/>
                  </a:lnTo>
                  <a:lnTo>
                    <a:pt x="219" y="67"/>
                  </a:lnTo>
                  <a:lnTo>
                    <a:pt x="205" y="61"/>
                  </a:lnTo>
                  <a:lnTo>
                    <a:pt x="189" y="54"/>
                  </a:lnTo>
                  <a:lnTo>
                    <a:pt x="173" y="47"/>
                  </a:lnTo>
                  <a:lnTo>
                    <a:pt x="157" y="40"/>
                  </a:lnTo>
                  <a:lnTo>
                    <a:pt x="139" y="32"/>
                  </a:lnTo>
                  <a:lnTo>
                    <a:pt x="122" y="26"/>
                  </a:lnTo>
                  <a:lnTo>
                    <a:pt x="106" y="20"/>
                  </a:lnTo>
                  <a:lnTo>
                    <a:pt x="90" y="15"/>
                  </a:lnTo>
                  <a:lnTo>
                    <a:pt x="74" y="10"/>
                  </a:lnTo>
                  <a:lnTo>
                    <a:pt x="58" y="7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8" y="1"/>
                  </a:lnTo>
                  <a:lnTo>
                    <a:pt x="0" y="3"/>
                  </a:lnTo>
                  <a:lnTo>
                    <a:pt x="10" y="6"/>
                  </a:lnTo>
                  <a:lnTo>
                    <a:pt x="21" y="9"/>
                  </a:lnTo>
                  <a:lnTo>
                    <a:pt x="35" y="13"/>
                  </a:lnTo>
                  <a:lnTo>
                    <a:pt x="48" y="17"/>
                  </a:lnTo>
                  <a:lnTo>
                    <a:pt x="64" y="22"/>
                  </a:lnTo>
                  <a:lnTo>
                    <a:pt x="80" y="27"/>
                  </a:lnTo>
                  <a:lnTo>
                    <a:pt x="97" y="33"/>
                  </a:lnTo>
                  <a:lnTo>
                    <a:pt x="114" y="40"/>
                  </a:lnTo>
                  <a:lnTo>
                    <a:pt x="132" y="47"/>
                  </a:lnTo>
                  <a:lnTo>
                    <a:pt x="149" y="54"/>
                  </a:lnTo>
                  <a:lnTo>
                    <a:pt x="167" y="62"/>
                  </a:lnTo>
                  <a:lnTo>
                    <a:pt x="184" y="70"/>
                  </a:lnTo>
                  <a:lnTo>
                    <a:pt x="202" y="79"/>
                  </a:lnTo>
                  <a:lnTo>
                    <a:pt x="218" y="87"/>
                  </a:lnTo>
                  <a:lnTo>
                    <a:pt x="232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7"/>
            <p:cNvSpPr/>
            <p:nvPr/>
          </p:nvSpPr>
          <p:spPr>
            <a:xfrm>
              <a:off x="4976" y="382"/>
              <a:ext cx="18" cy="42"/>
            </a:xfrm>
            <a:custGeom>
              <a:rect b="b" l="l" r="r" t="t"/>
              <a:pathLst>
                <a:path extrusionOk="0" h="85" w="54">
                  <a:moveTo>
                    <a:pt x="28" y="10"/>
                  </a:moveTo>
                  <a:lnTo>
                    <a:pt x="27" y="6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2"/>
                  </a:lnTo>
                  <a:lnTo>
                    <a:pt x="5" y="34"/>
                  </a:lnTo>
                  <a:lnTo>
                    <a:pt x="11" y="47"/>
                  </a:lnTo>
                  <a:lnTo>
                    <a:pt x="18" y="59"/>
                  </a:lnTo>
                  <a:lnTo>
                    <a:pt x="27" y="70"/>
                  </a:lnTo>
                  <a:lnTo>
                    <a:pt x="35" y="79"/>
                  </a:lnTo>
                  <a:lnTo>
                    <a:pt x="46" y="84"/>
                  </a:lnTo>
                  <a:lnTo>
                    <a:pt x="53" y="85"/>
                  </a:lnTo>
                  <a:lnTo>
                    <a:pt x="54" y="68"/>
                  </a:lnTo>
                  <a:lnTo>
                    <a:pt x="47" y="49"/>
                  </a:lnTo>
                  <a:lnTo>
                    <a:pt x="38" y="29"/>
                  </a:lnTo>
                  <a:lnTo>
                    <a:pt x="28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4962" y="351"/>
              <a:ext cx="15" cy="24"/>
            </a:xfrm>
            <a:custGeom>
              <a:rect b="b" l="l" r="r" t="t"/>
              <a:pathLst>
                <a:path extrusionOk="0" h="48" w="46">
                  <a:moveTo>
                    <a:pt x="25" y="6"/>
                  </a:moveTo>
                  <a:lnTo>
                    <a:pt x="25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5"/>
                  </a:lnTo>
                  <a:lnTo>
                    <a:pt x="25" y="41"/>
                  </a:lnTo>
                  <a:lnTo>
                    <a:pt x="33" y="45"/>
                  </a:lnTo>
                  <a:lnTo>
                    <a:pt x="41" y="48"/>
                  </a:lnTo>
                  <a:lnTo>
                    <a:pt x="46" y="48"/>
                  </a:lnTo>
                  <a:lnTo>
                    <a:pt x="45" y="38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5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4949" y="331"/>
              <a:ext cx="21" cy="16"/>
            </a:xfrm>
            <a:custGeom>
              <a:rect b="b" l="l" r="r" t="t"/>
              <a:pathLst>
                <a:path extrusionOk="0" h="32" w="64">
                  <a:moveTo>
                    <a:pt x="50" y="24"/>
                  </a:moveTo>
                  <a:lnTo>
                    <a:pt x="56" y="22"/>
                  </a:lnTo>
                  <a:lnTo>
                    <a:pt x="62" y="19"/>
                  </a:lnTo>
                  <a:lnTo>
                    <a:pt x="64" y="15"/>
                  </a:lnTo>
                  <a:lnTo>
                    <a:pt x="64" y="11"/>
                  </a:lnTo>
                  <a:lnTo>
                    <a:pt x="61" y="6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26" y="3"/>
                  </a:lnTo>
                  <a:lnTo>
                    <a:pt x="16" y="8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4" y="30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21" y="32"/>
                  </a:lnTo>
                  <a:lnTo>
                    <a:pt x="29" y="30"/>
                  </a:lnTo>
                  <a:lnTo>
                    <a:pt x="36" y="29"/>
                  </a:lnTo>
                  <a:lnTo>
                    <a:pt x="43" y="27"/>
                  </a:lnTo>
                  <a:lnTo>
                    <a:pt x="50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4849" y="304"/>
              <a:ext cx="82" cy="106"/>
            </a:xfrm>
            <a:custGeom>
              <a:rect b="b" l="l" r="r" t="t"/>
              <a:pathLst>
                <a:path extrusionOk="0" h="211" w="246">
                  <a:moveTo>
                    <a:pt x="90" y="32"/>
                  </a:moveTo>
                  <a:lnTo>
                    <a:pt x="73" y="41"/>
                  </a:lnTo>
                  <a:lnTo>
                    <a:pt x="57" y="51"/>
                  </a:lnTo>
                  <a:lnTo>
                    <a:pt x="41" y="64"/>
                  </a:lnTo>
                  <a:lnTo>
                    <a:pt x="28" y="76"/>
                  </a:lnTo>
                  <a:lnTo>
                    <a:pt x="18" y="89"/>
                  </a:lnTo>
                  <a:lnTo>
                    <a:pt x="9" y="103"/>
                  </a:lnTo>
                  <a:lnTo>
                    <a:pt x="3" y="116"/>
                  </a:lnTo>
                  <a:lnTo>
                    <a:pt x="0" y="131"/>
                  </a:lnTo>
                  <a:lnTo>
                    <a:pt x="3" y="152"/>
                  </a:lnTo>
                  <a:lnTo>
                    <a:pt x="15" y="170"/>
                  </a:lnTo>
                  <a:lnTo>
                    <a:pt x="32" y="185"/>
                  </a:lnTo>
                  <a:lnTo>
                    <a:pt x="54" y="197"/>
                  </a:lnTo>
                  <a:lnTo>
                    <a:pt x="80" y="205"/>
                  </a:lnTo>
                  <a:lnTo>
                    <a:pt x="109" y="210"/>
                  </a:lnTo>
                  <a:lnTo>
                    <a:pt x="137" y="211"/>
                  </a:lnTo>
                  <a:lnTo>
                    <a:pt x="164" y="208"/>
                  </a:lnTo>
                  <a:lnTo>
                    <a:pt x="170" y="208"/>
                  </a:lnTo>
                  <a:lnTo>
                    <a:pt x="176" y="206"/>
                  </a:lnTo>
                  <a:lnTo>
                    <a:pt x="180" y="202"/>
                  </a:lnTo>
                  <a:lnTo>
                    <a:pt x="182" y="198"/>
                  </a:lnTo>
                  <a:lnTo>
                    <a:pt x="180" y="196"/>
                  </a:lnTo>
                  <a:lnTo>
                    <a:pt x="176" y="196"/>
                  </a:lnTo>
                  <a:lnTo>
                    <a:pt x="170" y="195"/>
                  </a:lnTo>
                  <a:lnTo>
                    <a:pt x="163" y="195"/>
                  </a:lnTo>
                  <a:lnTo>
                    <a:pt x="154" y="195"/>
                  </a:lnTo>
                  <a:lnTo>
                    <a:pt x="147" y="195"/>
                  </a:lnTo>
                  <a:lnTo>
                    <a:pt x="140" y="195"/>
                  </a:lnTo>
                  <a:lnTo>
                    <a:pt x="135" y="195"/>
                  </a:lnTo>
                  <a:lnTo>
                    <a:pt x="121" y="194"/>
                  </a:lnTo>
                  <a:lnTo>
                    <a:pt x="108" y="193"/>
                  </a:lnTo>
                  <a:lnTo>
                    <a:pt x="93" y="191"/>
                  </a:lnTo>
                  <a:lnTo>
                    <a:pt x="79" y="188"/>
                  </a:lnTo>
                  <a:lnTo>
                    <a:pt x="64" y="185"/>
                  </a:lnTo>
                  <a:lnTo>
                    <a:pt x="50" y="178"/>
                  </a:lnTo>
                  <a:lnTo>
                    <a:pt x="37" y="169"/>
                  </a:lnTo>
                  <a:lnTo>
                    <a:pt x="22" y="155"/>
                  </a:lnTo>
                  <a:lnTo>
                    <a:pt x="19" y="140"/>
                  </a:lnTo>
                  <a:lnTo>
                    <a:pt x="21" y="126"/>
                  </a:lnTo>
                  <a:lnTo>
                    <a:pt x="26" y="111"/>
                  </a:lnTo>
                  <a:lnTo>
                    <a:pt x="35" y="98"/>
                  </a:lnTo>
                  <a:lnTo>
                    <a:pt x="48" y="85"/>
                  </a:lnTo>
                  <a:lnTo>
                    <a:pt x="63" y="73"/>
                  </a:lnTo>
                  <a:lnTo>
                    <a:pt x="79" y="63"/>
                  </a:lnTo>
                  <a:lnTo>
                    <a:pt x="98" y="52"/>
                  </a:lnTo>
                  <a:lnTo>
                    <a:pt x="117" y="43"/>
                  </a:lnTo>
                  <a:lnTo>
                    <a:pt x="137" y="35"/>
                  </a:lnTo>
                  <a:lnTo>
                    <a:pt x="157" y="28"/>
                  </a:lnTo>
                  <a:lnTo>
                    <a:pt x="176" y="21"/>
                  </a:lnTo>
                  <a:lnTo>
                    <a:pt x="196" y="16"/>
                  </a:lnTo>
                  <a:lnTo>
                    <a:pt x="214" y="11"/>
                  </a:lnTo>
                  <a:lnTo>
                    <a:pt x="231" y="8"/>
                  </a:lnTo>
                  <a:lnTo>
                    <a:pt x="246" y="6"/>
                  </a:lnTo>
                  <a:lnTo>
                    <a:pt x="236" y="2"/>
                  </a:lnTo>
                  <a:lnTo>
                    <a:pt x="220" y="0"/>
                  </a:lnTo>
                  <a:lnTo>
                    <a:pt x="201" y="2"/>
                  </a:lnTo>
                  <a:lnTo>
                    <a:pt x="179" y="5"/>
                  </a:lnTo>
                  <a:lnTo>
                    <a:pt x="154" y="10"/>
                  </a:lnTo>
                  <a:lnTo>
                    <a:pt x="131" y="16"/>
                  </a:lnTo>
                  <a:lnTo>
                    <a:pt x="109" y="24"/>
                  </a:lnTo>
                  <a:lnTo>
                    <a:pt x="9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4989" y="303"/>
              <a:ext cx="53" cy="82"/>
            </a:xfrm>
            <a:custGeom>
              <a:rect b="b" l="l" r="r" t="t"/>
              <a:pathLst>
                <a:path extrusionOk="0" h="164" w="158">
                  <a:moveTo>
                    <a:pt x="133" y="54"/>
                  </a:moveTo>
                  <a:lnTo>
                    <a:pt x="138" y="72"/>
                  </a:lnTo>
                  <a:lnTo>
                    <a:pt x="135" y="86"/>
                  </a:lnTo>
                  <a:lnTo>
                    <a:pt x="125" y="99"/>
                  </a:lnTo>
                  <a:lnTo>
                    <a:pt x="110" y="110"/>
                  </a:lnTo>
                  <a:lnTo>
                    <a:pt x="93" y="120"/>
                  </a:lnTo>
                  <a:lnTo>
                    <a:pt x="74" y="130"/>
                  </a:lnTo>
                  <a:lnTo>
                    <a:pt x="53" y="140"/>
                  </a:lnTo>
                  <a:lnTo>
                    <a:pt x="36" y="149"/>
                  </a:lnTo>
                  <a:lnTo>
                    <a:pt x="33" y="152"/>
                  </a:lnTo>
                  <a:lnTo>
                    <a:pt x="32" y="154"/>
                  </a:lnTo>
                  <a:lnTo>
                    <a:pt x="32" y="157"/>
                  </a:lnTo>
                  <a:lnTo>
                    <a:pt x="35" y="160"/>
                  </a:lnTo>
                  <a:lnTo>
                    <a:pt x="37" y="163"/>
                  </a:lnTo>
                  <a:lnTo>
                    <a:pt x="42" y="164"/>
                  </a:lnTo>
                  <a:lnTo>
                    <a:pt x="46" y="164"/>
                  </a:lnTo>
                  <a:lnTo>
                    <a:pt x="51" y="163"/>
                  </a:lnTo>
                  <a:lnTo>
                    <a:pt x="72" y="153"/>
                  </a:lnTo>
                  <a:lnTo>
                    <a:pt x="94" y="143"/>
                  </a:lnTo>
                  <a:lnTo>
                    <a:pt x="114" y="132"/>
                  </a:lnTo>
                  <a:lnTo>
                    <a:pt x="133" y="118"/>
                  </a:lnTo>
                  <a:lnTo>
                    <a:pt x="146" y="104"/>
                  </a:lnTo>
                  <a:lnTo>
                    <a:pt x="155" y="87"/>
                  </a:lnTo>
                  <a:lnTo>
                    <a:pt x="158" y="70"/>
                  </a:lnTo>
                  <a:lnTo>
                    <a:pt x="152" y="51"/>
                  </a:lnTo>
                  <a:lnTo>
                    <a:pt x="139" y="37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5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1" y="1"/>
                  </a:lnTo>
                  <a:lnTo>
                    <a:pt x="0" y="5"/>
                  </a:lnTo>
                  <a:lnTo>
                    <a:pt x="20" y="9"/>
                  </a:lnTo>
                  <a:lnTo>
                    <a:pt x="40" y="12"/>
                  </a:lnTo>
                  <a:lnTo>
                    <a:pt x="59" y="15"/>
                  </a:lnTo>
                  <a:lnTo>
                    <a:pt x="78" y="19"/>
                  </a:lnTo>
                  <a:lnTo>
                    <a:pt x="96" y="24"/>
                  </a:lnTo>
                  <a:lnTo>
                    <a:pt x="112" y="32"/>
                  </a:lnTo>
                  <a:lnTo>
                    <a:pt x="125" y="41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4796" y="285"/>
              <a:ext cx="134" cy="170"/>
            </a:xfrm>
            <a:custGeom>
              <a:rect b="b" l="l" r="r" t="t"/>
              <a:pathLst>
                <a:path extrusionOk="0" h="340" w="400">
                  <a:moveTo>
                    <a:pt x="156" y="45"/>
                  </a:moveTo>
                  <a:lnTo>
                    <a:pt x="125" y="62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5"/>
                  </a:lnTo>
                  <a:lnTo>
                    <a:pt x="22" y="150"/>
                  </a:lnTo>
                  <a:lnTo>
                    <a:pt x="8" y="176"/>
                  </a:lnTo>
                  <a:lnTo>
                    <a:pt x="0" y="204"/>
                  </a:lnTo>
                  <a:lnTo>
                    <a:pt x="2" y="233"/>
                  </a:lnTo>
                  <a:lnTo>
                    <a:pt x="5" y="240"/>
                  </a:lnTo>
                  <a:lnTo>
                    <a:pt x="9" y="248"/>
                  </a:lnTo>
                  <a:lnTo>
                    <a:pt x="13" y="254"/>
                  </a:lnTo>
                  <a:lnTo>
                    <a:pt x="19" y="261"/>
                  </a:lnTo>
                  <a:lnTo>
                    <a:pt x="26" y="268"/>
                  </a:lnTo>
                  <a:lnTo>
                    <a:pt x="34" y="274"/>
                  </a:lnTo>
                  <a:lnTo>
                    <a:pt x="42" y="279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5"/>
                  </a:lnTo>
                  <a:lnTo>
                    <a:pt x="128" y="310"/>
                  </a:lnTo>
                  <a:lnTo>
                    <a:pt x="149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10" y="326"/>
                  </a:lnTo>
                  <a:lnTo>
                    <a:pt x="231" y="329"/>
                  </a:lnTo>
                  <a:lnTo>
                    <a:pt x="253" y="331"/>
                  </a:lnTo>
                  <a:lnTo>
                    <a:pt x="274" y="334"/>
                  </a:lnTo>
                  <a:lnTo>
                    <a:pt x="295" y="336"/>
                  </a:lnTo>
                  <a:lnTo>
                    <a:pt x="317" y="337"/>
                  </a:lnTo>
                  <a:lnTo>
                    <a:pt x="339" y="338"/>
                  </a:lnTo>
                  <a:lnTo>
                    <a:pt x="359" y="339"/>
                  </a:lnTo>
                  <a:lnTo>
                    <a:pt x="381" y="340"/>
                  </a:lnTo>
                  <a:lnTo>
                    <a:pt x="387" y="340"/>
                  </a:lnTo>
                  <a:lnTo>
                    <a:pt x="393" y="337"/>
                  </a:lnTo>
                  <a:lnTo>
                    <a:pt x="397" y="334"/>
                  </a:lnTo>
                  <a:lnTo>
                    <a:pt x="400" y="328"/>
                  </a:lnTo>
                  <a:lnTo>
                    <a:pt x="400" y="323"/>
                  </a:lnTo>
                  <a:lnTo>
                    <a:pt x="397" y="319"/>
                  </a:lnTo>
                  <a:lnTo>
                    <a:pt x="391" y="316"/>
                  </a:lnTo>
                  <a:lnTo>
                    <a:pt x="385" y="315"/>
                  </a:lnTo>
                  <a:lnTo>
                    <a:pt x="365" y="315"/>
                  </a:lnTo>
                  <a:lnTo>
                    <a:pt x="346" y="315"/>
                  </a:lnTo>
                  <a:lnTo>
                    <a:pt x="326" y="314"/>
                  </a:lnTo>
                  <a:lnTo>
                    <a:pt x="307" y="313"/>
                  </a:lnTo>
                  <a:lnTo>
                    <a:pt x="287" y="312"/>
                  </a:lnTo>
                  <a:lnTo>
                    <a:pt x="266" y="310"/>
                  </a:lnTo>
                  <a:lnTo>
                    <a:pt x="247" y="308"/>
                  </a:lnTo>
                  <a:lnTo>
                    <a:pt x="227" y="306"/>
                  </a:lnTo>
                  <a:lnTo>
                    <a:pt x="208" y="303"/>
                  </a:lnTo>
                  <a:lnTo>
                    <a:pt x="188" y="300"/>
                  </a:lnTo>
                  <a:lnTo>
                    <a:pt x="169" y="295"/>
                  </a:lnTo>
                  <a:lnTo>
                    <a:pt x="150" y="291"/>
                  </a:lnTo>
                  <a:lnTo>
                    <a:pt x="131" y="287"/>
                  </a:lnTo>
                  <a:lnTo>
                    <a:pt x="114" y="281"/>
                  </a:lnTo>
                  <a:lnTo>
                    <a:pt x="95" y="275"/>
                  </a:lnTo>
                  <a:lnTo>
                    <a:pt x="77" y="269"/>
                  </a:lnTo>
                  <a:lnTo>
                    <a:pt x="63" y="261"/>
                  </a:lnTo>
                  <a:lnTo>
                    <a:pt x="51" y="251"/>
                  </a:lnTo>
                  <a:lnTo>
                    <a:pt x="44" y="241"/>
                  </a:lnTo>
                  <a:lnTo>
                    <a:pt x="38" y="228"/>
                  </a:lnTo>
                  <a:lnTo>
                    <a:pt x="38" y="214"/>
                  </a:lnTo>
                  <a:lnTo>
                    <a:pt x="41" y="195"/>
                  </a:lnTo>
                  <a:lnTo>
                    <a:pt x="47" y="177"/>
                  </a:lnTo>
                  <a:lnTo>
                    <a:pt x="53" y="163"/>
                  </a:lnTo>
                  <a:lnTo>
                    <a:pt x="63" y="148"/>
                  </a:lnTo>
                  <a:lnTo>
                    <a:pt x="74" y="135"/>
                  </a:lnTo>
                  <a:lnTo>
                    <a:pt x="85" y="122"/>
                  </a:lnTo>
                  <a:lnTo>
                    <a:pt x="98" y="111"/>
                  </a:lnTo>
                  <a:lnTo>
                    <a:pt x="111" y="100"/>
                  </a:lnTo>
                  <a:lnTo>
                    <a:pt x="125" y="89"/>
                  </a:lnTo>
                  <a:lnTo>
                    <a:pt x="141" y="79"/>
                  </a:lnTo>
                  <a:lnTo>
                    <a:pt x="160" y="68"/>
                  </a:lnTo>
                  <a:lnTo>
                    <a:pt x="179" y="57"/>
                  </a:lnTo>
                  <a:lnTo>
                    <a:pt x="201" y="47"/>
                  </a:lnTo>
                  <a:lnTo>
                    <a:pt x="224" y="37"/>
                  </a:lnTo>
                  <a:lnTo>
                    <a:pt x="249" y="27"/>
                  </a:lnTo>
                  <a:lnTo>
                    <a:pt x="272" y="19"/>
                  </a:lnTo>
                  <a:lnTo>
                    <a:pt x="294" y="12"/>
                  </a:lnTo>
                  <a:lnTo>
                    <a:pt x="314" y="6"/>
                  </a:lnTo>
                  <a:lnTo>
                    <a:pt x="332" y="1"/>
                  </a:lnTo>
                  <a:lnTo>
                    <a:pt x="316" y="0"/>
                  </a:lnTo>
                  <a:lnTo>
                    <a:pt x="295" y="1"/>
                  </a:lnTo>
                  <a:lnTo>
                    <a:pt x="274" y="5"/>
                  </a:lnTo>
                  <a:lnTo>
                    <a:pt x="249" y="10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6" y="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4984" y="279"/>
              <a:ext cx="117" cy="114"/>
            </a:xfrm>
            <a:custGeom>
              <a:rect b="b" l="l" r="r" t="t"/>
              <a:pathLst>
                <a:path extrusionOk="0" h="227" w="349">
                  <a:moveTo>
                    <a:pt x="291" y="70"/>
                  </a:moveTo>
                  <a:lnTo>
                    <a:pt x="307" y="83"/>
                  </a:lnTo>
                  <a:lnTo>
                    <a:pt x="316" y="97"/>
                  </a:lnTo>
                  <a:lnTo>
                    <a:pt x="321" y="113"/>
                  </a:lnTo>
                  <a:lnTo>
                    <a:pt x="321" y="129"/>
                  </a:lnTo>
                  <a:lnTo>
                    <a:pt x="318" y="142"/>
                  </a:lnTo>
                  <a:lnTo>
                    <a:pt x="313" y="154"/>
                  </a:lnTo>
                  <a:lnTo>
                    <a:pt x="302" y="165"/>
                  </a:lnTo>
                  <a:lnTo>
                    <a:pt x="292" y="174"/>
                  </a:lnTo>
                  <a:lnTo>
                    <a:pt x="279" y="185"/>
                  </a:lnTo>
                  <a:lnTo>
                    <a:pt x="266" y="193"/>
                  </a:lnTo>
                  <a:lnTo>
                    <a:pt x="253" y="202"/>
                  </a:lnTo>
                  <a:lnTo>
                    <a:pt x="240" y="212"/>
                  </a:lnTo>
                  <a:lnTo>
                    <a:pt x="237" y="215"/>
                  </a:lnTo>
                  <a:lnTo>
                    <a:pt x="236" y="218"/>
                  </a:lnTo>
                  <a:lnTo>
                    <a:pt x="237" y="221"/>
                  </a:lnTo>
                  <a:lnTo>
                    <a:pt x="240" y="224"/>
                  </a:lnTo>
                  <a:lnTo>
                    <a:pt x="244" y="226"/>
                  </a:lnTo>
                  <a:lnTo>
                    <a:pt x="249" y="227"/>
                  </a:lnTo>
                  <a:lnTo>
                    <a:pt x="254" y="226"/>
                  </a:lnTo>
                  <a:lnTo>
                    <a:pt x="259" y="224"/>
                  </a:lnTo>
                  <a:lnTo>
                    <a:pt x="288" y="211"/>
                  </a:lnTo>
                  <a:lnTo>
                    <a:pt x="311" y="193"/>
                  </a:lnTo>
                  <a:lnTo>
                    <a:pt x="331" y="172"/>
                  </a:lnTo>
                  <a:lnTo>
                    <a:pt x="345" y="151"/>
                  </a:lnTo>
                  <a:lnTo>
                    <a:pt x="349" y="127"/>
                  </a:lnTo>
                  <a:lnTo>
                    <a:pt x="346" y="104"/>
                  </a:lnTo>
                  <a:lnTo>
                    <a:pt x="334" y="83"/>
                  </a:lnTo>
                  <a:lnTo>
                    <a:pt x="311" y="63"/>
                  </a:lnTo>
                  <a:lnTo>
                    <a:pt x="294" y="53"/>
                  </a:lnTo>
                  <a:lnTo>
                    <a:pt x="273" y="44"/>
                  </a:lnTo>
                  <a:lnTo>
                    <a:pt x="250" y="35"/>
                  </a:lnTo>
                  <a:lnTo>
                    <a:pt x="227" y="28"/>
                  </a:lnTo>
                  <a:lnTo>
                    <a:pt x="202" y="22"/>
                  </a:lnTo>
                  <a:lnTo>
                    <a:pt x="176" y="17"/>
                  </a:lnTo>
                  <a:lnTo>
                    <a:pt x="151" y="12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9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5" y="3"/>
                  </a:lnTo>
                  <a:lnTo>
                    <a:pt x="0" y="5"/>
                  </a:lnTo>
                  <a:lnTo>
                    <a:pt x="15" y="7"/>
                  </a:lnTo>
                  <a:lnTo>
                    <a:pt x="31" y="9"/>
                  </a:lnTo>
                  <a:lnTo>
                    <a:pt x="47" y="11"/>
                  </a:lnTo>
                  <a:lnTo>
                    <a:pt x="64" y="13"/>
                  </a:lnTo>
                  <a:lnTo>
                    <a:pt x="83" y="15"/>
                  </a:lnTo>
                  <a:lnTo>
                    <a:pt x="102" y="17"/>
                  </a:lnTo>
                  <a:lnTo>
                    <a:pt x="121" y="20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0" y="31"/>
                  </a:lnTo>
                  <a:lnTo>
                    <a:pt x="201" y="36"/>
                  </a:lnTo>
                  <a:lnTo>
                    <a:pt x="220" y="41"/>
                  </a:lnTo>
                  <a:lnTo>
                    <a:pt x="238" y="48"/>
                  </a:lnTo>
                  <a:lnTo>
                    <a:pt x="257" y="54"/>
                  </a:lnTo>
                  <a:lnTo>
                    <a:pt x="275" y="62"/>
                  </a:lnTo>
                  <a:lnTo>
                    <a:pt x="291" y="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7"/>
            <p:cNvSpPr/>
            <p:nvPr/>
          </p:nvSpPr>
          <p:spPr>
            <a:xfrm>
              <a:off x="4750" y="340"/>
              <a:ext cx="48" cy="107"/>
            </a:xfrm>
            <a:custGeom>
              <a:rect b="b" l="l" r="r" t="t"/>
              <a:pathLst>
                <a:path extrusionOk="0" h="212" w="143">
                  <a:moveTo>
                    <a:pt x="0" y="115"/>
                  </a:moveTo>
                  <a:lnTo>
                    <a:pt x="0" y="133"/>
                  </a:lnTo>
                  <a:lnTo>
                    <a:pt x="6" y="149"/>
                  </a:lnTo>
                  <a:lnTo>
                    <a:pt x="16" y="165"/>
                  </a:lnTo>
                  <a:lnTo>
                    <a:pt x="31" y="178"/>
                  </a:lnTo>
                  <a:lnTo>
                    <a:pt x="48" y="190"/>
                  </a:lnTo>
                  <a:lnTo>
                    <a:pt x="69" y="200"/>
                  </a:lnTo>
                  <a:lnTo>
                    <a:pt x="92" y="207"/>
                  </a:lnTo>
                  <a:lnTo>
                    <a:pt x="115" y="211"/>
                  </a:lnTo>
                  <a:lnTo>
                    <a:pt x="122" y="212"/>
                  </a:lnTo>
                  <a:lnTo>
                    <a:pt x="130" y="210"/>
                  </a:lnTo>
                  <a:lnTo>
                    <a:pt x="135" y="207"/>
                  </a:lnTo>
                  <a:lnTo>
                    <a:pt x="138" y="203"/>
                  </a:lnTo>
                  <a:lnTo>
                    <a:pt x="138" y="198"/>
                  </a:lnTo>
                  <a:lnTo>
                    <a:pt x="137" y="193"/>
                  </a:lnTo>
                  <a:lnTo>
                    <a:pt x="133" y="189"/>
                  </a:lnTo>
                  <a:lnTo>
                    <a:pt x="125" y="186"/>
                  </a:lnTo>
                  <a:lnTo>
                    <a:pt x="102" y="180"/>
                  </a:lnTo>
                  <a:lnTo>
                    <a:pt x="80" y="172"/>
                  </a:lnTo>
                  <a:lnTo>
                    <a:pt x="63" y="161"/>
                  </a:lnTo>
                  <a:lnTo>
                    <a:pt x="50" y="148"/>
                  </a:lnTo>
                  <a:lnTo>
                    <a:pt x="41" y="133"/>
                  </a:lnTo>
                  <a:lnTo>
                    <a:pt x="37" y="116"/>
                  </a:lnTo>
                  <a:lnTo>
                    <a:pt x="37" y="99"/>
                  </a:lnTo>
                  <a:lnTo>
                    <a:pt x="44" y="80"/>
                  </a:lnTo>
                  <a:lnTo>
                    <a:pt x="54" y="67"/>
                  </a:lnTo>
                  <a:lnTo>
                    <a:pt x="70" y="54"/>
                  </a:lnTo>
                  <a:lnTo>
                    <a:pt x="87" y="41"/>
                  </a:lnTo>
                  <a:lnTo>
                    <a:pt x="106" y="30"/>
                  </a:lnTo>
                  <a:lnTo>
                    <a:pt x="122" y="21"/>
                  </a:lnTo>
                  <a:lnTo>
                    <a:pt x="135" y="11"/>
                  </a:lnTo>
                  <a:lnTo>
                    <a:pt x="143" y="5"/>
                  </a:lnTo>
                  <a:lnTo>
                    <a:pt x="143" y="0"/>
                  </a:lnTo>
                  <a:lnTo>
                    <a:pt x="127" y="4"/>
                  </a:lnTo>
                  <a:lnTo>
                    <a:pt x="106" y="11"/>
                  </a:lnTo>
                  <a:lnTo>
                    <a:pt x="85" y="24"/>
                  </a:lnTo>
                  <a:lnTo>
                    <a:pt x="61" y="38"/>
                  </a:lnTo>
                  <a:lnTo>
                    <a:pt x="40" y="55"/>
                  </a:lnTo>
                  <a:lnTo>
                    <a:pt x="22" y="74"/>
                  </a:lnTo>
                  <a:lnTo>
                    <a:pt x="8" y="95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7"/>
            <p:cNvSpPr/>
            <p:nvPr/>
          </p:nvSpPr>
          <p:spPr>
            <a:xfrm>
              <a:off x="5081" y="272"/>
              <a:ext cx="101" cy="139"/>
            </a:xfrm>
            <a:custGeom>
              <a:rect b="b" l="l" r="r" t="t"/>
              <a:pathLst>
                <a:path extrusionOk="0" h="278" w="304">
                  <a:moveTo>
                    <a:pt x="247" y="104"/>
                  </a:moveTo>
                  <a:lnTo>
                    <a:pt x="258" y="111"/>
                  </a:lnTo>
                  <a:lnTo>
                    <a:pt x="265" y="119"/>
                  </a:lnTo>
                  <a:lnTo>
                    <a:pt x="272" y="129"/>
                  </a:lnTo>
                  <a:lnTo>
                    <a:pt x="276" y="138"/>
                  </a:lnTo>
                  <a:lnTo>
                    <a:pt x="279" y="147"/>
                  </a:lnTo>
                  <a:lnTo>
                    <a:pt x="278" y="158"/>
                  </a:lnTo>
                  <a:lnTo>
                    <a:pt x="275" y="168"/>
                  </a:lnTo>
                  <a:lnTo>
                    <a:pt x="268" y="177"/>
                  </a:lnTo>
                  <a:lnTo>
                    <a:pt x="258" y="187"/>
                  </a:lnTo>
                  <a:lnTo>
                    <a:pt x="246" y="197"/>
                  </a:lnTo>
                  <a:lnTo>
                    <a:pt x="233" y="205"/>
                  </a:lnTo>
                  <a:lnTo>
                    <a:pt x="220" y="213"/>
                  </a:lnTo>
                  <a:lnTo>
                    <a:pt x="205" y="220"/>
                  </a:lnTo>
                  <a:lnTo>
                    <a:pt x="191" y="229"/>
                  </a:lnTo>
                  <a:lnTo>
                    <a:pt x="176" y="237"/>
                  </a:lnTo>
                  <a:lnTo>
                    <a:pt x="163" y="246"/>
                  </a:lnTo>
                  <a:lnTo>
                    <a:pt x="159" y="249"/>
                  </a:lnTo>
                  <a:lnTo>
                    <a:pt x="156" y="253"/>
                  </a:lnTo>
                  <a:lnTo>
                    <a:pt x="153" y="258"/>
                  </a:lnTo>
                  <a:lnTo>
                    <a:pt x="150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4"/>
                  </a:lnTo>
                  <a:lnTo>
                    <a:pt x="156" y="277"/>
                  </a:lnTo>
                  <a:lnTo>
                    <a:pt x="162" y="278"/>
                  </a:lnTo>
                  <a:lnTo>
                    <a:pt x="167" y="278"/>
                  </a:lnTo>
                  <a:lnTo>
                    <a:pt x="172" y="277"/>
                  </a:lnTo>
                  <a:lnTo>
                    <a:pt x="176" y="274"/>
                  </a:lnTo>
                  <a:lnTo>
                    <a:pt x="191" y="262"/>
                  </a:lnTo>
                  <a:lnTo>
                    <a:pt x="207" y="251"/>
                  </a:lnTo>
                  <a:lnTo>
                    <a:pt x="223" y="241"/>
                  </a:lnTo>
                  <a:lnTo>
                    <a:pt x="240" y="231"/>
                  </a:lnTo>
                  <a:lnTo>
                    <a:pt x="256" y="220"/>
                  </a:lnTo>
                  <a:lnTo>
                    <a:pt x="272" y="209"/>
                  </a:lnTo>
                  <a:lnTo>
                    <a:pt x="285" y="197"/>
                  </a:lnTo>
                  <a:lnTo>
                    <a:pt x="295" y="183"/>
                  </a:lnTo>
                  <a:lnTo>
                    <a:pt x="303" y="167"/>
                  </a:lnTo>
                  <a:lnTo>
                    <a:pt x="304" y="151"/>
                  </a:lnTo>
                  <a:lnTo>
                    <a:pt x="301" y="136"/>
                  </a:lnTo>
                  <a:lnTo>
                    <a:pt x="294" y="120"/>
                  </a:lnTo>
                  <a:lnTo>
                    <a:pt x="282" y="107"/>
                  </a:lnTo>
                  <a:lnTo>
                    <a:pt x="269" y="94"/>
                  </a:lnTo>
                  <a:lnTo>
                    <a:pt x="252" y="83"/>
                  </a:lnTo>
                  <a:lnTo>
                    <a:pt x="233" y="74"/>
                  </a:lnTo>
                  <a:lnTo>
                    <a:pt x="218" y="68"/>
                  </a:lnTo>
                  <a:lnTo>
                    <a:pt x="202" y="62"/>
                  </a:lnTo>
                  <a:lnTo>
                    <a:pt x="186" y="54"/>
                  </a:lnTo>
                  <a:lnTo>
                    <a:pt x="169" y="48"/>
                  </a:lnTo>
                  <a:lnTo>
                    <a:pt x="151" y="41"/>
                  </a:lnTo>
                  <a:lnTo>
                    <a:pt x="133" y="35"/>
                  </a:lnTo>
                  <a:lnTo>
                    <a:pt x="115" y="28"/>
                  </a:lnTo>
                  <a:lnTo>
                    <a:pt x="98" y="21"/>
                  </a:lnTo>
                  <a:lnTo>
                    <a:pt x="82" y="16"/>
                  </a:lnTo>
                  <a:lnTo>
                    <a:pt x="66" y="11"/>
                  </a:lnTo>
                  <a:lnTo>
                    <a:pt x="50" y="7"/>
                  </a:lnTo>
                  <a:lnTo>
                    <a:pt x="37" y="4"/>
                  </a:lnTo>
                  <a:lnTo>
                    <a:pt x="25" y="1"/>
                  </a:lnTo>
                  <a:lnTo>
                    <a:pt x="15" y="0"/>
                  </a:lnTo>
                  <a:lnTo>
                    <a:pt x="6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8" y="12"/>
                  </a:lnTo>
                  <a:lnTo>
                    <a:pt x="44" y="17"/>
                  </a:lnTo>
                  <a:lnTo>
                    <a:pt x="58" y="23"/>
                  </a:lnTo>
                  <a:lnTo>
                    <a:pt x="74" y="28"/>
                  </a:lnTo>
                  <a:lnTo>
                    <a:pt x="90" y="33"/>
                  </a:lnTo>
                  <a:lnTo>
                    <a:pt x="106" y="39"/>
                  </a:lnTo>
                  <a:lnTo>
                    <a:pt x="122" y="45"/>
                  </a:lnTo>
                  <a:lnTo>
                    <a:pt x="140" y="51"/>
                  </a:lnTo>
                  <a:lnTo>
                    <a:pt x="156" y="58"/>
                  </a:lnTo>
                  <a:lnTo>
                    <a:pt x="172" y="64"/>
                  </a:lnTo>
                  <a:lnTo>
                    <a:pt x="188" y="71"/>
                  </a:lnTo>
                  <a:lnTo>
                    <a:pt x="204" y="79"/>
                  </a:lnTo>
                  <a:lnTo>
                    <a:pt x="218" y="86"/>
                  </a:lnTo>
                  <a:lnTo>
                    <a:pt x="233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8" name="Google Shape;648;p17"/>
          <p:cNvSpPr/>
          <p:nvPr/>
        </p:nvSpPr>
        <p:spPr>
          <a:xfrm>
            <a:off x="6239328" y="1080861"/>
            <a:ext cx="5635172" cy="257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link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 used to connect mobile(s) to base station, also used as backbone link 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access protocol coordinates link access </a:t>
            </a:r>
            <a:endParaRPr/>
          </a:p>
          <a:p>
            <a:pPr indent="-238125" lvl="0" marL="2381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various transmission rates and distances, frequency bands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9" name="Google Shape;649;p17"/>
          <p:cNvCxnSpPr/>
          <p:nvPr/>
        </p:nvCxnSpPr>
        <p:spPr>
          <a:xfrm flipH="1">
            <a:off x="2108198" y="3898759"/>
            <a:ext cx="4547160" cy="774841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8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Characteristics of selected wireless links</a:t>
            </a:r>
            <a:endParaRPr/>
          </a:p>
        </p:txBody>
      </p:sp>
      <p:sp>
        <p:nvSpPr>
          <p:cNvPr id="656" name="Google Shape;656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7" name="Google Shape;657;p18"/>
          <p:cNvSpPr/>
          <p:nvPr/>
        </p:nvSpPr>
        <p:spPr>
          <a:xfrm>
            <a:off x="2773087" y="1353412"/>
            <a:ext cx="7805489" cy="3730148"/>
          </a:xfrm>
          <a:prstGeom prst="rect">
            <a:avLst/>
          </a:prstGeom>
          <a:gradFill>
            <a:gsLst>
              <a:gs pos="0">
                <a:srgbClr val="DDEAF6"/>
              </a:gs>
              <a:gs pos="1000">
                <a:srgbClr val="DDEAF6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 txBox="1"/>
          <p:nvPr/>
        </p:nvSpPr>
        <p:spPr>
          <a:xfrm>
            <a:off x="3200852" y="5119273"/>
            <a:ext cx="809836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Indoor</a:t>
            </a:r>
            <a:endParaRPr/>
          </a:p>
        </p:txBody>
      </p:sp>
      <p:sp>
        <p:nvSpPr>
          <p:cNvPr id="659" name="Google Shape;659;p18"/>
          <p:cNvSpPr txBox="1"/>
          <p:nvPr/>
        </p:nvSpPr>
        <p:spPr>
          <a:xfrm>
            <a:off x="5121770" y="5118959"/>
            <a:ext cx="981358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Outdoor</a:t>
            </a:r>
            <a:endParaRPr/>
          </a:p>
        </p:txBody>
      </p:sp>
      <p:sp>
        <p:nvSpPr>
          <p:cNvPr id="660" name="Google Shape;660;p18"/>
          <p:cNvSpPr txBox="1"/>
          <p:nvPr/>
        </p:nvSpPr>
        <p:spPr>
          <a:xfrm>
            <a:off x="7150140" y="5118661"/>
            <a:ext cx="1093569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Midrange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outdoor</a:t>
            </a:r>
            <a:endParaRPr/>
          </a:p>
        </p:txBody>
      </p:sp>
      <p:sp>
        <p:nvSpPr>
          <p:cNvPr id="661" name="Google Shape;661;p18"/>
          <p:cNvSpPr txBox="1"/>
          <p:nvPr/>
        </p:nvSpPr>
        <p:spPr>
          <a:xfrm>
            <a:off x="9005314" y="5118343"/>
            <a:ext cx="1225015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 range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outdoor</a:t>
            </a:r>
            <a:endParaRPr/>
          </a:p>
        </p:txBody>
      </p:sp>
      <p:sp>
        <p:nvSpPr>
          <p:cNvPr id="662" name="Google Shape;662;p18"/>
          <p:cNvSpPr txBox="1"/>
          <p:nvPr/>
        </p:nvSpPr>
        <p:spPr>
          <a:xfrm>
            <a:off x="3155486" y="5700942"/>
            <a:ext cx="90762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10-30m</a:t>
            </a:r>
            <a:endParaRPr/>
          </a:p>
        </p:txBody>
      </p:sp>
      <p:sp>
        <p:nvSpPr>
          <p:cNvPr id="663" name="Google Shape;663;p18"/>
          <p:cNvSpPr txBox="1"/>
          <p:nvPr/>
        </p:nvSpPr>
        <p:spPr>
          <a:xfrm>
            <a:off x="5095454" y="5678478"/>
            <a:ext cx="1024640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50-200m</a:t>
            </a:r>
            <a:endParaRPr/>
          </a:p>
        </p:txBody>
      </p:sp>
      <p:sp>
        <p:nvSpPr>
          <p:cNvPr id="664" name="Google Shape;664;p18"/>
          <p:cNvSpPr txBox="1"/>
          <p:nvPr/>
        </p:nvSpPr>
        <p:spPr>
          <a:xfrm>
            <a:off x="7102508" y="5700266"/>
            <a:ext cx="121219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200m-4Km</a:t>
            </a:r>
            <a:endParaRPr/>
          </a:p>
        </p:txBody>
      </p:sp>
      <p:sp>
        <p:nvSpPr>
          <p:cNvPr id="665" name="Google Shape;665;p18"/>
          <p:cNvSpPr txBox="1"/>
          <p:nvPr/>
        </p:nvSpPr>
        <p:spPr>
          <a:xfrm>
            <a:off x="9028727" y="5700266"/>
            <a:ext cx="1215396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4Km-15Km</a:t>
            </a:r>
            <a:endParaRPr/>
          </a:p>
        </p:txBody>
      </p:sp>
      <p:cxnSp>
        <p:nvCxnSpPr>
          <p:cNvPr id="666" name="Google Shape;666;p18"/>
          <p:cNvCxnSpPr/>
          <p:nvPr/>
        </p:nvCxnSpPr>
        <p:spPr>
          <a:xfrm flipH="1" rot="10800000">
            <a:off x="2830067" y="5103388"/>
            <a:ext cx="8053833" cy="389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67" name="Google Shape;667;p18"/>
          <p:cNvSpPr txBox="1"/>
          <p:nvPr/>
        </p:nvSpPr>
        <p:spPr>
          <a:xfrm>
            <a:off x="1268349" y="4745282"/>
            <a:ext cx="885178" cy="6463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Mbps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2840676" y="3588594"/>
            <a:ext cx="4845968" cy="489381"/>
          </a:xfrm>
          <a:prstGeom prst="rect">
            <a:avLst/>
          </a:prstGeom>
          <a:solidFill>
            <a:srgbClr val="8CB3E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2840679" y="3683322"/>
            <a:ext cx="7045618" cy="299515"/>
          </a:xfrm>
          <a:prstGeom prst="rect">
            <a:avLst/>
          </a:prstGeom>
          <a:solidFill>
            <a:srgbClr val="8CB3E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 txBox="1"/>
          <p:nvPr/>
        </p:nvSpPr>
        <p:spPr>
          <a:xfrm>
            <a:off x="8729724" y="3654195"/>
            <a:ext cx="89159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4G LTE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18"/>
          <p:cNvGrpSpPr/>
          <p:nvPr/>
        </p:nvGrpSpPr>
        <p:grpSpPr>
          <a:xfrm>
            <a:off x="2826866" y="2958920"/>
            <a:ext cx="2502239" cy="400111"/>
            <a:chOff x="1532480" y="2933848"/>
            <a:chExt cx="1331008" cy="327410"/>
          </a:xfrm>
        </p:grpSpPr>
        <p:sp>
          <p:nvSpPr>
            <p:cNvPr id="672" name="Google Shape;672;p18"/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8"/>
            <p:cNvSpPr txBox="1"/>
            <p:nvPr/>
          </p:nvSpPr>
          <p:spPr>
            <a:xfrm>
              <a:off x="1770300" y="2933848"/>
              <a:ext cx="601310" cy="327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802.11ac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4" name="Google Shape;674;p18"/>
          <p:cNvGrpSpPr/>
          <p:nvPr/>
        </p:nvGrpSpPr>
        <p:grpSpPr>
          <a:xfrm>
            <a:off x="2826866" y="3430306"/>
            <a:ext cx="2502239" cy="400110"/>
            <a:chOff x="1532480" y="2929994"/>
            <a:chExt cx="1331008" cy="355992"/>
          </a:xfrm>
        </p:grpSpPr>
        <p:sp>
          <p:nvSpPr>
            <p:cNvPr id="675" name="Google Shape;675;p18"/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8"/>
            <p:cNvSpPr txBox="1"/>
            <p:nvPr/>
          </p:nvSpPr>
          <p:spPr>
            <a:xfrm>
              <a:off x="1876434" y="2929994"/>
              <a:ext cx="549297" cy="355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802.11n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7" name="Google Shape;677;p18"/>
          <p:cNvGrpSpPr/>
          <p:nvPr/>
        </p:nvGrpSpPr>
        <p:grpSpPr>
          <a:xfrm>
            <a:off x="2827930" y="4080433"/>
            <a:ext cx="1569608" cy="400110"/>
            <a:chOff x="1532480" y="2918323"/>
            <a:chExt cx="1331008" cy="355992"/>
          </a:xfrm>
        </p:grpSpPr>
        <p:sp>
          <p:nvSpPr>
            <p:cNvPr id="678" name="Google Shape;678;p18"/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8"/>
            <p:cNvSpPr txBox="1"/>
            <p:nvPr/>
          </p:nvSpPr>
          <p:spPr>
            <a:xfrm>
              <a:off x="1649067" y="2918323"/>
              <a:ext cx="863444" cy="355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802.11g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0" name="Google Shape;680;p18"/>
          <p:cNvGrpSpPr/>
          <p:nvPr/>
        </p:nvGrpSpPr>
        <p:grpSpPr>
          <a:xfrm>
            <a:off x="2827932" y="4377291"/>
            <a:ext cx="1578709" cy="400110"/>
            <a:chOff x="1532480" y="2921428"/>
            <a:chExt cx="917147" cy="355992"/>
          </a:xfrm>
        </p:grpSpPr>
        <p:sp>
          <p:nvSpPr>
            <p:cNvPr id="681" name="Google Shape;681;p18"/>
            <p:cNvSpPr/>
            <p:nvPr/>
          </p:nvSpPr>
          <p:spPr>
            <a:xfrm>
              <a:off x="1532480" y="2966630"/>
              <a:ext cx="917147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8"/>
            <p:cNvSpPr txBox="1"/>
            <p:nvPr/>
          </p:nvSpPr>
          <p:spPr>
            <a:xfrm>
              <a:off x="1614325" y="2921428"/>
              <a:ext cx="599918" cy="355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802.11b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3" name="Google Shape;683;p18"/>
          <p:cNvSpPr txBox="1"/>
          <p:nvPr/>
        </p:nvSpPr>
        <p:spPr>
          <a:xfrm>
            <a:off x="1303853" y="2947357"/>
            <a:ext cx="1008609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3.5 Gbps</a:t>
            </a:r>
            <a:endParaRPr/>
          </a:p>
        </p:txBody>
      </p:sp>
      <p:sp>
        <p:nvSpPr>
          <p:cNvPr id="684" name="Google Shape;684;p18"/>
          <p:cNvSpPr txBox="1"/>
          <p:nvPr/>
        </p:nvSpPr>
        <p:spPr>
          <a:xfrm>
            <a:off x="1291168" y="3433503"/>
            <a:ext cx="1119217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600 Mbps</a:t>
            </a:r>
            <a:endParaRPr/>
          </a:p>
        </p:txBody>
      </p:sp>
      <p:sp>
        <p:nvSpPr>
          <p:cNvPr id="685" name="Google Shape;685;p18"/>
          <p:cNvSpPr txBox="1"/>
          <p:nvPr/>
        </p:nvSpPr>
        <p:spPr>
          <a:xfrm>
            <a:off x="1265819" y="4077973"/>
            <a:ext cx="1002198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54 Mbps</a:t>
            </a:r>
            <a:endParaRPr/>
          </a:p>
        </p:txBody>
      </p:sp>
      <p:sp>
        <p:nvSpPr>
          <p:cNvPr id="686" name="Google Shape;686;p18"/>
          <p:cNvSpPr txBox="1"/>
          <p:nvPr/>
        </p:nvSpPr>
        <p:spPr>
          <a:xfrm>
            <a:off x="1265819" y="4380813"/>
            <a:ext cx="1002198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 Mbps</a:t>
            </a:r>
            <a:endParaRPr/>
          </a:p>
        </p:txBody>
      </p:sp>
      <p:grpSp>
        <p:nvGrpSpPr>
          <p:cNvPr id="687" name="Google Shape;687;p18"/>
          <p:cNvGrpSpPr/>
          <p:nvPr/>
        </p:nvGrpSpPr>
        <p:grpSpPr>
          <a:xfrm>
            <a:off x="2816146" y="4727041"/>
            <a:ext cx="1231538" cy="400110"/>
            <a:chOff x="1521586" y="2918342"/>
            <a:chExt cx="1138679" cy="355992"/>
          </a:xfrm>
        </p:grpSpPr>
        <p:sp>
          <p:nvSpPr>
            <p:cNvPr id="688" name="Google Shape;688;p18"/>
            <p:cNvSpPr/>
            <p:nvPr/>
          </p:nvSpPr>
          <p:spPr>
            <a:xfrm>
              <a:off x="1532480" y="2966630"/>
              <a:ext cx="1127785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8"/>
            <p:cNvSpPr txBox="1"/>
            <p:nvPr/>
          </p:nvSpPr>
          <p:spPr>
            <a:xfrm>
              <a:off x="1521586" y="2918342"/>
              <a:ext cx="1131169" cy="355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Bluetooth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18"/>
          <p:cNvGrpSpPr/>
          <p:nvPr/>
        </p:nvGrpSpPr>
        <p:grpSpPr>
          <a:xfrm>
            <a:off x="2840692" y="1990874"/>
            <a:ext cx="2488414" cy="400110"/>
            <a:chOff x="1532480" y="2933848"/>
            <a:chExt cx="1331008" cy="344437"/>
          </a:xfrm>
        </p:grpSpPr>
        <p:sp>
          <p:nvSpPr>
            <p:cNvPr id="691" name="Google Shape;691;p18"/>
            <p:cNvSpPr/>
            <p:nvPr/>
          </p:nvSpPr>
          <p:spPr>
            <a:xfrm>
              <a:off x="1532480" y="2966630"/>
              <a:ext cx="1331008" cy="254000"/>
            </a:xfrm>
            <a:prstGeom prst="rect">
              <a:avLst/>
            </a:prstGeom>
            <a:solidFill>
              <a:srgbClr val="8CB3E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8"/>
            <p:cNvSpPr txBox="1"/>
            <p:nvPr/>
          </p:nvSpPr>
          <p:spPr>
            <a:xfrm>
              <a:off x="1839189" y="2933848"/>
              <a:ext cx="605508" cy="344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802.11ax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3" name="Google Shape;693;p18"/>
          <p:cNvSpPr txBox="1"/>
          <p:nvPr/>
        </p:nvSpPr>
        <p:spPr>
          <a:xfrm>
            <a:off x="1317677" y="1990877"/>
            <a:ext cx="95090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 Gbps</a:t>
            </a:r>
            <a:endParaRPr/>
          </a:p>
        </p:txBody>
      </p:sp>
      <p:sp>
        <p:nvSpPr>
          <p:cNvPr id="694" name="Google Shape;694;p18"/>
          <p:cNvSpPr/>
          <p:nvPr/>
        </p:nvSpPr>
        <p:spPr>
          <a:xfrm>
            <a:off x="2840678" y="2348407"/>
            <a:ext cx="7045612" cy="280587"/>
          </a:xfrm>
          <a:prstGeom prst="rect">
            <a:avLst/>
          </a:prstGeom>
          <a:solidFill>
            <a:srgbClr val="8CB3E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 txBox="1"/>
          <p:nvPr/>
        </p:nvSpPr>
        <p:spPr>
          <a:xfrm>
            <a:off x="6658504" y="2297321"/>
            <a:ext cx="4764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 txBox="1"/>
          <p:nvPr/>
        </p:nvSpPr>
        <p:spPr>
          <a:xfrm>
            <a:off x="1311995" y="2301465"/>
            <a:ext cx="9509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Gbps</a:t>
            </a:r>
            <a:endParaRPr/>
          </a:p>
        </p:txBody>
      </p:sp>
      <p:sp>
        <p:nvSpPr>
          <p:cNvPr id="697" name="Google Shape;697;p18"/>
          <p:cNvSpPr txBox="1"/>
          <p:nvPr/>
        </p:nvSpPr>
        <p:spPr>
          <a:xfrm>
            <a:off x="6112771" y="3162137"/>
            <a:ext cx="14798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802.11 af,ah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8" name="Google Shape;698;p18"/>
          <p:cNvCxnSpPr/>
          <p:nvPr/>
        </p:nvCxnSpPr>
        <p:spPr>
          <a:xfrm flipH="1">
            <a:off x="6745831" y="3458924"/>
            <a:ext cx="2" cy="18064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18"/>
          <p:cNvCxnSpPr/>
          <p:nvPr/>
        </p:nvCxnSpPr>
        <p:spPr>
          <a:xfrm rot="10800000">
            <a:off x="2822750" y="1878388"/>
            <a:ext cx="0" cy="3230556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9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Elements of a wireless network</a:t>
            </a:r>
            <a:endParaRPr/>
          </a:p>
        </p:txBody>
      </p:sp>
      <p:sp>
        <p:nvSpPr>
          <p:cNvPr id="706" name="Google Shape;706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7" name="Google Shape;707;p19"/>
          <p:cNvSpPr/>
          <p:nvPr/>
        </p:nvSpPr>
        <p:spPr>
          <a:xfrm>
            <a:off x="4816475" y="4378325"/>
            <a:ext cx="2152650" cy="2093913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9"/>
          <p:cNvSpPr/>
          <p:nvPr/>
        </p:nvSpPr>
        <p:spPr>
          <a:xfrm>
            <a:off x="650875" y="1290638"/>
            <a:ext cx="2252663" cy="2286000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9" name="Google Shape;709;p19"/>
          <p:cNvCxnSpPr/>
          <p:nvPr/>
        </p:nvCxnSpPr>
        <p:spPr>
          <a:xfrm>
            <a:off x="1798638" y="2447925"/>
            <a:ext cx="1277937" cy="6556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19"/>
          <p:cNvSpPr/>
          <p:nvPr/>
        </p:nvSpPr>
        <p:spPr>
          <a:xfrm>
            <a:off x="1524000" y="4033838"/>
            <a:ext cx="1038225" cy="100488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9"/>
          <p:cNvSpPr/>
          <p:nvPr/>
        </p:nvSpPr>
        <p:spPr>
          <a:xfrm>
            <a:off x="3108325" y="4440238"/>
            <a:ext cx="2278063" cy="2052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p19"/>
          <p:cNvCxnSpPr/>
          <p:nvPr/>
        </p:nvCxnSpPr>
        <p:spPr>
          <a:xfrm>
            <a:off x="5360988" y="5424488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3" name="Google Shape;713;p19"/>
          <p:cNvCxnSpPr/>
          <p:nvPr/>
        </p:nvCxnSpPr>
        <p:spPr>
          <a:xfrm rot="10800000">
            <a:off x="4873625" y="53276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19"/>
          <p:cNvCxnSpPr/>
          <p:nvPr/>
        </p:nvCxnSpPr>
        <p:spPr>
          <a:xfrm rot="10800000">
            <a:off x="4887913" y="5403850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19"/>
          <p:cNvCxnSpPr/>
          <p:nvPr/>
        </p:nvCxnSpPr>
        <p:spPr>
          <a:xfrm rot="10800000">
            <a:off x="4830763" y="5470525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19"/>
          <p:cNvCxnSpPr/>
          <p:nvPr/>
        </p:nvCxnSpPr>
        <p:spPr>
          <a:xfrm flipH="1" rot="10800000">
            <a:off x="4308475" y="4144963"/>
            <a:ext cx="50800" cy="1117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19"/>
          <p:cNvGrpSpPr/>
          <p:nvPr/>
        </p:nvGrpSpPr>
        <p:grpSpPr>
          <a:xfrm>
            <a:off x="6442075" y="4867275"/>
            <a:ext cx="331788" cy="368300"/>
            <a:chOff x="313" y="1497"/>
            <a:chExt cx="1152" cy="1014"/>
          </a:xfrm>
        </p:grpSpPr>
        <p:pic>
          <p:nvPicPr>
            <p:cNvPr descr="laptop_stylized_small" id="718" name="Google Shape;71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719" name="Google Shape;71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0" name="Google Shape;720;p19"/>
          <p:cNvGrpSpPr/>
          <p:nvPr/>
        </p:nvGrpSpPr>
        <p:grpSpPr>
          <a:xfrm>
            <a:off x="2071688" y="4195763"/>
            <a:ext cx="396875" cy="388937"/>
            <a:chOff x="2967" y="478"/>
            <a:chExt cx="788" cy="625"/>
          </a:xfrm>
        </p:grpSpPr>
        <p:pic>
          <p:nvPicPr>
            <p:cNvPr descr="access_point_stylized_small" id="721" name="Google Shape;721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22" name="Google Shape;722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3" name="Google Shape;723;p19"/>
          <p:cNvGrpSpPr/>
          <p:nvPr/>
        </p:nvGrpSpPr>
        <p:grpSpPr>
          <a:xfrm>
            <a:off x="5668963" y="4957763"/>
            <a:ext cx="458787" cy="620712"/>
            <a:chOff x="5955030" y="3031808"/>
            <a:chExt cx="914400" cy="1398587"/>
          </a:xfrm>
        </p:grpSpPr>
        <p:grpSp>
          <p:nvGrpSpPr>
            <p:cNvPr id="724" name="Google Shape;724;p19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725" name="Google Shape;725;p19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19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" name="Google Shape;727;p19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19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19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19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19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19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19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" name="Google Shape;734;p19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" name="Google Shape;735;p19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" name="Google Shape;736;p19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" name="Google Shape;737;p19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" name="Google Shape;738;p19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" name="Google Shape;739;p19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40" name="Google Shape;740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1" name="Google Shape;741;p19"/>
          <p:cNvGrpSpPr/>
          <p:nvPr/>
        </p:nvGrpSpPr>
        <p:grpSpPr>
          <a:xfrm>
            <a:off x="3403600" y="5354638"/>
            <a:ext cx="527050" cy="392112"/>
            <a:chOff x="2751" y="1851"/>
            <a:chExt cx="462" cy="478"/>
          </a:xfrm>
        </p:grpSpPr>
        <p:pic>
          <p:nvPicPr>
            <p:cNvPr descr="iphone_stylized_small" id="742" name="Google Shape;742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43" name="Google Shape;743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4" name="Google Shape;744;p19"/>
          <p:cNvGrpSpPr/>
          <p:nvPr/>
        </p:nvGrpSpPr>
        <p:grpSpPr>
          <a:xfrm>
            <a:off x="4094163" y="4987925"/>
            <a:ext cx="458787" cy="620713"/>
            <a:chOff x="5955030" y="3031808"/>
            <a:chExt cx="914400" cy="1398587"/>
          </a:xfrm>
        </p:grpSpPr>
        <p:grpSp>
          <p:nvGrpSpPr>
            <p:cNvPr id="745" name="Google Shape;745;p19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746" name="Google Shape;746;p19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" name="Google Shape;747;p19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" name="Google Shape;748;p19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" name="Google Shape;749;p19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" name="Google Shape;750;p19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19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19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" name="Google Shape;753;p19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" name="Google Shape;754;p19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" name="Google Shape;755;p19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19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19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19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19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9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761" name="Google Shape;761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2" name="Google Shape;762;p19"/>
          <p:cNvGrpSpPr/>
          <p:nvPr/>
        </p:nvGrpSpPr>
        <p:grpSpPr>
          <a:xfrm>
            <a:off x="5781675" y="5791200"/>
            <a:ext cx="361950" cy="338138"/>
            <a:chOff x="313" y="1497"/>
            <a:chExt cx="1152" cy="1014"/>
          </a:xfrm>
        </p:grpSpPr>
        <p:pic>
          <p:nvPicPr>
            <p:cNvPr descr="laptop_stylized_small" id="763" name="Google Shape;763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764" name="Google Shape;764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5" name="Google Shape;765;p19"/>
          <p:cNvGrpSpPr/>
          <p:nvPr/>
        </p:nvGrpSpPr>
        <p:grpSpPr>
          <a:xfrm>
            <a:off x="4551363" y="5811838"/>
            <a:ext cx="376237" cy="347662"/>
            <a:chOff x="313" y="1497"/>
            <a:chExt cx="1152" cy="1014"/>
          </a:xfrm>
        </p:grpSpPr>
        <p:pic>
          <p:nvPicPr>
            <p:cNvPr descr="laptop_stylized_small" id="766" name="Google Shape;766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767" name="Google Shape;767;p1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8" name="Google Shape;768;p19"/>
          <p:cNvGrpSpPr/>
          <p:nvPr/>
        </p:nvGrpSpPr>
        <p:grpSpPr>
          <a:xfrm>
            <a:off x="3830638" y="5832475"/>
            <a:ext cx="382587" cy="436563"/>
            <a:chOff x="313" y="1497"/>
            <a:chExt cx="1152" cy="1014"/>
          </a:xfrm>
        </p:grpSpPr>
        <p:pic>
          <p:nvPicPr>
            <p:cNvPr descr="laptop_stylized_small" id="769" name="Google Shape;769;p1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770" name="Google Shape;770;p1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1" name="Google Shape;771;p19"/>
          <p:cNvGrpSpPr/>
          <p:nvPr/>
        </p:nvGrpSpPr>
        <p:grpSpPr>
          <a:xfrm>
            <a:off x="3729038" y="4673600"/>
            <a:ext cx="485775" cy="403225"/>
            <a:chOff x="2751" y="1851"/>
            <a:chExt cx="462" cy="478"/>
          </a:xfrm>
        </p:grpSpPr>
        <p:pic>
          <p:nvPicPr>
            <p:cNvPr descr="iphone_stylized_small" id="772" name="Google Shape;772;p1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73" name="Google Shape;773;p1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4" name="Google Shape;774;p19"/>
          <p:cNvGrpSpPr/>
          <p:nvPr/>
        </p:nvGrpSpPr>
        <p:grpSpPr>
          <a:xfrm>
            <a:off x="6289675" y="5334000"/>
            <a:ext cx="525463" cy="392113"/>
            <a:chOff x="2751" y="1851"/>
            <a:chExt cx="462" cy="478"/>
          </a:xfrm>
        </p:grpSpPr>
        <p:pic>
          <p:nvPicPr>
            <p:cNvPr descr="iphone_stylized_small" id="775" name="Google Shape;775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76" name="Google Shape;776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7" name="Google Shape;777;p19"/>
          <p:cNvGrpSpPr/>
          <p:nvPr/>
        </p:nvGrpSpPr>
        <p:grpSpPr>
          <a:xfrm>
            <a:off x="4987925" y="5191125"/>
            <a:ext cx="376238" cy="349250"/>
            <a:chOff x="313" y="1497"/>
            <a:chExt cx="1152" cy="1014"/>
          </a:xfrm>
        </p:grpSpPr>
        <p:pic>
          <p:nvPicPr>
            <p:cNvPr descr="laptop_stylized_small" id="778" name="Google Shape;778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779" name="Google Shape;779;p1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0" name="Google Shape;780;p19"/>
          <p:cNvGrpSpPr/>
          <p:nvPr/>
        </p:nvGrpSpPr>
        <p:grpSpPr>
          <a:xfrm>
            <a:off x="1909763" y="4643438"/>
            <a:ext cx="282575" cy="344487"/>
            <a:chOff x="313" y="1497"/>
            <a:chExt cx="1152" cy="1014"/>
          </a:xfrm>
        </p:grpSpPr>
        <p:pic>
          <p:nvPicPr>
            <p:cNvPr descr="laptop_stylized_small" id="781" name="Google Shape;781;p1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782" name="Google Shape;782;p1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3" name="Google Shape;783;p19"/>
          <p:cNvGrpSpPr/>
          <p:nvPr/>
        </p:nvGrpSpPr>
        <p:grpSpPr>
          <a:xfrm>
            <a:off x="1616075" y="4308475"/>
            <a:ext cx="444500" cy="381000"/>
            <a:chOff x="2751" y="1851"/>
            <a:chExt cx="462" cy="478"/>
          </a:xfrm>
        </p:grpSpPr>
        <p:pic>
          <p:nvPicPr>
            <p:cNvPr descr="iphone_stylized_small" id="784" name="Google Shape;784;p1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85" name="Google Shape;785;p1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6" name="Google Shape;786;p19"/>
          <p:cNvGrpSpPr/>
          <p:nvPr/>
        </p:nvGrpSpPr>
        <p:grpSpPr>
          <a:xfrm>
            <a:off x="1574800" y="1971675"/>
            <a:ext cx="458788" cy="619125"/>
            <a:chOff x="5955030" y="3031808"/>
            <a:chExt cx="914400" cy="1398587"/>
          </a:xfrm>
        </p:grpSpPr>
        <p:grpSp>
          <p:nvGrpSpPr>
            <p:cNvPr id="787" name="Google Shape;787;p19"/>
            <p:cNvGrpSpPr/>
            <p:nvPr/>
          </p:nvGrpSpPr>
          <p:grpSpPr>
            <a:xfrm>
              <a:off x="6097905" y="3403283"/>
              <a:ext cx="596900" cy="1027112"/>
              <a:chOff x="3130" y="3288"/>
              <a:chExt cx="410" cy="742"/>
            </a:xfrm>
          </p:grpSpPr>
          <p:cxnSp>
            <p:nvCxnSpPr>
              <p:cNvPr id="788" name="Google Shape;788;p19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9" name="Google Shape;789;p19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0" name="Google Shape;790;p19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1" name="Google Shape;791;p19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2" name="Google Shape;792;p19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3" name="Google Shape;793;p19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4" name="Google Shape;794;p19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" name="Google Shape;795;p19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" name="Google Shape;796;p19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7" name="Google Shape;797;p19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" name="Google Shape;798;p19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" name="Google Shape;799;p19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" name="Google Shape;800;p19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" name="Google Shape;801;p19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2" name="Google Shape;802;p19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cell_tower_radiation copy" id="803" name="Google Shape;803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955030" y="3031808"/>
              <a:ext cx="914400" cy="736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4" name="Google Shape;804;p19"/>
          <p:cNvGrpSpPr/>
          <p:nvPr/>
        </p:nvGrpSpPr>
        <p:grpSpPr>
          <a:xfrm>
            <a:off x="2112963" y="2103438"/>
            <a:ext cx="465137" cy="481012"/>
            <a:chOff x="313" y="1497"/>
            <a:chExt cx="1152" cy="1014"/>
          </a:xfrm>
        </p:grpSpPr>
        <p:pic>
          <p:nvPicPr>
            <p:cNvPr descr="laptop_stylized_small" id="805" name="Google Shape;805;p1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06" name="Google Shape;806;p1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7" name="Google Shape;807;p19"/>
          <p:cNvGrpSpPr/>
          <p:nvPr/>
        </p:nvGrpSpPr>
        <p:grpSpPr>
          <a:xfrm>
            <a:off x="2005013" y="2901950"/>
            <a:ext cx="333375" cy="368300"/>
            <a:chOff x="313" y="1497"/>
            <a:chExt cx="1152" cy="1014"/>
          </a:xfrm>
        </p:grpSpPr>
        <p:pic>
          <p:nvPicPr>
            <p:cNvPr descr="laptop_stylized_small" id="808" name="Google Shape;80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09" name="Google Shape;80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0" name="Google Shape;810;p19"/>
          <p:cNvGrpSpPr/>
          <p:nvPr/>
        </p:nvGrpSpPr>
        <p:grpSpPr>
          <a:xfrm>
            <a:off x="1482725" y="2987675"/>
            <a:ext cx="282575" cy="344488"/>
            <a:chOff x="313" y="1497"/>
            <a:chExt cx="1152" cy="1014"/>
          </a:xfrm>
        </p:grpSpPr>
        <p:pic>
          <p:nvPicPr>
            <p:cNvPr descr="laptop_stylized_small" id="811" name="Google Shape;811;p1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12" name="Google Shape;812;p1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3" name="Google Shape;813;p19"/>
          <p:cNvGrpSpPr/>
          <p:nvPr/>
        </p:nvGrpSpPr>
        <p:grpSpPr>
          <a:xfrm>
            <a:off x="1189038" y="2651125"/>
            <a:ext cx="444500" cy="382588"/>
            <a:chOff x="2751" y="1851"/>
            <a:chExt cx="462" cy="478"/>
          </a:xfrm>
        </p:grpSpPr>
        <p:pic>
          <p:nvPicPr>
            <p:cNvPr descr="iphone_stylized_small" id="814" name="Google Shape;814;p1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15" name="Google Shape;815;p1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6" name="Google Shape;816;p19"/>
          <p:cNvGrpSpPr/>
          <p:nvPr/>
        </p:nvGrpSpPr>
        <p:grpSpPr>
          <a:xfrm>
            <a:off x="1565275" y="1401763"/>
            <a:ext cx="446088" cy="385762"/>
            <a:chOff x="313" y="1497"/>
            <a:chExt cx="1152" cy="1014"/>
          </a:xfrm>
        </p:grpSpPr>
        <p:pic>
          <p:nvPicPr>
            <p:cNvPr descr="laptop_stylized_small" id="817" name="Google Shape;817;p19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18" name="Google Shape;818;p19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9" name="Google Shape;819;p19"/>
          <p:cNvGrpSpPr/>
          <p:nvPr/>
        </p:nvGrpSpPr>
        <p:grpSpPr>
          <a:xfrm>
            <a:off x="762000" y="2530475"/>
            <a:ext cx="446088" cy="381000"/>
            <a:chOff x="2751" y="1851"/>
            <a:chExt cx="462" cy="478"/>
          </a:xfrm>
        </p:grpSpPr>
        <p:pic>
          <p:nvPicPr>
            <p:cNvPr descr="iphone_stylized_small" id="820" name="Google Shape;820;p1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21" name="Google Shape;821;p1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22" name="Google Shape;822;p19"/>
          <p:cNvCxnSpPr/>
          <p:nvPr/>
        </p:nvCxnSpPr>
        <p:spPr>
          <a:xfrm rot="10800000">
            <a:off x="4867275" y="4105275"/>
            <a:ext cx="949325" cy="12938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19"/>
          <p:cNvCxnSpPr/>
          <p:nvPr/>
        </p:nvCxnSpPr>
        <p:spPr>
          <a:xfrm flipH="1" rot="10800000">
            <a:off x="2197100" y="3636963"/>
            <a:ext cx="1257300" cy="809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4" name="Google Shape;824;p19"/>
          <p:cNvGrpSpPr/>
          <p:nvPr/>
        </p:nvGrpSpPr>
        <p:grpSpPr>
          <a:xfrm>
            <a:off x="3038475" y="2557463"/>
            <a:ext cx="2362200" cy="1762125"/>
            <a:chOff x="3839" y="1737"/>
            <a:chExt cx="1488" cy="1110"/>
          </a:xfrm>
        </p:grpSpPr>
        <p:sp>
          <p:nvSpPr>
            <p:cNvPr id="825" name="Google Shape;825;p19"/>
            <p:cNvSpPr/>
            <p:nvPr/>
          </p:nvSpPr>
          <p:spPr>
            <a:xfrm>
              <a:off x="3839" y="1737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9"/>
            <p:cNvSpPr txBox="1"/>
            <p:nvPr/>
          </p:nvSpPr>
          <p:spPr>
            <a:xfrm>
              <a:off x="4086" y="2030"/>
              <a:ext cx="1086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wired network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infrastructure</a:t>
              </a:r>
              <a:endParaRPr/>
            </a:p>
          </p:txBody>
        </p:sp>
      </p:grpSp>
      <p:cxnSp>
        <p:nvCxnSpPr>
          <p:cNvPr id="827" name="Google Shape;827;p19"/>
          <p:cNvCxnSpPr/>
          <p:nvPr/>
        </p:nvCxnSpPr>
        <p:spPr>
          <a:xfrm flipH="1">
            <a:off x="5905500" y="3769102"/>
            <a:ext cx="1447800" cy="15240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8" name="Google Shape;828;p19"/>
          <p:cNvCxnSpPr/>
          <p:nvPr/>
        </p:nvCxnSpPr>
        <p:spPr>
          <a:xfrm flipH="1">
            <a:off x="5372097" y="3768025"/>
            <a:ext cx="1981202" cy="1447799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9" name="Google Shape;829;p19"/>
          <p:cNvCxnSpPr/>
          <p:nvPr/>
        </p:nvCxnSpPr>
        <p:spPr>
          <a:xfrm flipH="1">
            <a:off x="4386448" y="3764151"/>
            <a:ext cx="2959101" cy="14859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" name="Google Shape;830;p19"/>
          <p:cNvSpPr/>
          <p:nvPr/>
        </p:nvSpPr>
        <p:spPr>
          <a:xfrm>
            <a:off x="6284912" y="1582738"/>
            <a:ext cx="5462587" cy="2176462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9"/>
          <p:cNvSpPr/>
          <p:nvPr/>
        </p:nvSpPr>
        <p:spPr>
          <a:xfrm>
            <a:off x="6364289" y="1447800"/>
            <a:ext cx="3262312" cy="1825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9"/>
          <p:cNvSpPr/>
          <p:nvPr/>
        </p:nvSpPr>
        <p:spPr>
          <a:xfrm>
            <a:off x="6362699" y="1336675"/>
            <a:ext cx="5397501" cy="257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 mode</a:t>
            </a:r>
            <a:endParaRPr/>
          </a:p>
          <a:p>
            <a:pPr indent="-228600" lvl="0" marL="3937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station connects mobiles into wired network</a:t>
            </a:r>
            <a:endParaRPr/>
          </a:p>
          <a:p>
            <a:pPr indent="-228600" lvl="0" marL="3937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handoff: mobile changes base station providing connection into wired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0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Elements of a wireless network</a:t>
            </a:r>
            <a:endParaRPr/>
          </a:p>
        </p:txBody>
      </p:sp>
      <p:sp>
        <p:nvSpPr>
          <p:cNvPr id="839" name="Google Shape;839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0" name="Google Shape;840;p20"/>
          <p:cNvSpPr/>
          <p:nvPr/>
        </p:nvSpPr>
        <p:spPr>
          <a:xfrm>
            <a:off x="5345112" y="1595439"/>
            <a:ext cx="5132387" cy="3294062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0"/>
          <p:cNvSpPr/>
          <p:nvPr/>
        </p:nvSpPr>
        <p:spPr>
          <a:xfrm>
            <a:off x="5562600" y="1447800"/>
            <a:ext cx="2184400" cy="31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0"/>
          <p:cNvSpPr/>
          <p:nvPr/>
        </p:nvSpPr>
        <p:spPr>
          <a:xfrm>
            <a:off x="1460500" y="1438275"/>
            <a:ext cx="1755775" cy="1625600"/>
          </a:xfrm>
          <a:prstGeom prst="ellipse">
            <a:avLst/>
          </a:prstGeom>
          <a:gradFill>
            <a:gsLst>
              <a:gs pos="0">
                <a:srgbClr val="2E75B5"/>
              </a:gs>
              <a:gs pos="100000">
                <a:srgbClr val="DDEAF6">
                  <a:alpha val="49803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"/>
          <p:cNvSpPr/>
          <p:nvPr/>
        </p:nvSpPr>
        <p:spPr>
          <a:xfrm>
            <a:off x="5537200" y="1362075"/>
            <a:ext cx="4787900" cy="2579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 hoc mode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base stations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can only transmit to other nodes within link coverage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organize themselves into a network: route among themselves</a:t>
            </a:r>
            <a:endParaRPr/>
          </a:p>
        </p:txBody>
      </p:sp>
      <p:sp>
        <p:nvSpPr>
          <p:cNvPr id="844" name="Google Shape;844;p20"/>
          <p:cNvSpPr/>
          <p:nvPr/>
        </p:nvSpPr>
        <p:spPr>
          <a:xfrm>
            <a:off x="2740025" y="2749550"/>
            <a:ext cx="1755775" cy="1625600"/>
          </a:xfrm>
          <a:prstGeom prst="ellipse">
            <a:avLst/>
          </a:prstGeom>
          <a:gradFill>
            <a:gsLst>
              <a:gs pos="0">
                <a:srgbClr val="2E75B5"/>
              </a:gs>
              <a:gs pos="100000">
                <a:srgbClr val="DDEAF6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0"/>
          <p:cNvSpPr/>
          <p:nvPr/>
        </p:nvSpPr>
        <p:spPr>
          <a:xfrm>
            <a:off x="2492375" y="4457700"/>
            <a:ext cx="1755775" cy="1625600"/>
          </a:xfrm>
          <a:prstGeom prst="ellipse">
            <a:avLst/>
          </a:prstGeom>
          <a:gradFill>
            <a:gsLst>
              <a:gs pos="0">
                <a:srgbClr val="2E75B5"/>
              </a:gs>
              <a:gs pos="100000">
                <a:srgbClr val="DDEAF6">
                  <a:alpha val="38823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0"/>
          <p:cNvSpPr/>
          <p:nvPr/>
        </p:nvSpPr>
        <p:spPr>
          <a:xfrm>
            <a:off x="1581150" y="2139950"/>
            <a:ext cx="1755775" cy="1625600"/>
          </a:xfrm>
          <a:prstGeom prst="ellipse">
            <a:avLst/>
          </a:prstGeom>
          <a:gradFill>
            <a:gsLst>
              <a:gs pos="0">
                <a:srgbClr val="2E75B5"/>
              </a:gs>
              <a:gs pos="100000">
                <a:srgbClr val="DDEAF6">
                  <a:alpha val="49803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"/>
          <p:cNvSpPr/>
          <p:nvPr/>
        </p:nvSpPr>
        <p:spPr>
          <a:xfrm>
            <a:off x="2205038" y="2474913"/>
            <a:ext cx="1755775" cy="1625600"/>
          </a:xfrm>
          <a:prstGeom prst="ellipse">
            <a:avLst/>
          </a:prstGeom>
          <a:gradFill>
            <a:gsLst>
              <a:gs pos="0">
                <a:srgbClr val="2E75B5"/>
              </a:gs>
              <a:gs pos="100000">
                <a:srgbClr val="DDEAF6">
                  <a:alpha val="46666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8" name="Google Shape;848;p20"/>
          <p:cNvGrpSpPr/>
          <p:nvPr/>
        </p:nvGrpSpPr>
        <p:grpSpPr>
          <a:xfrm>
            <a:off x="2100263" y="1943100"/>
            <a:ext cx="465137" cy="481013"/>
            <a:chOff x="313" y="1497"/>
            <a:chExt cx="1152" cy="1014"/>
          </a:xfrm>
        </p:grpSpPr>
        <p:pic>
          <p:nvPicPr>
            <p:cNvPr descr="laptop_stylized_small" id="849" name="Google Shape;84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0" name="Google Shape;85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1" name="Google Shape;851;p20"/>
          <p:cNvGrpSpPr/>
          <p:nvPr/>
        </p:nvGrpSpPr>
        <p:grpSpPr>
          <a:xfrm>
            <a:off x="3076575" y="5032375"/>
            <a:ext cx="463550" cy="479425"/>
            <a:chOff x="313" y="1497"/>
            <a:chExt cx="1152" cy="1014"/>
          </a:xfrm>
        </p:grpSpPr>
        <p:pic>
          <p:nvPicPr>
            <p:cNvPr descr="laptop_stylized_small" id="852" name="Google Shape;85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3" name="Google Shape;85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4" name="Google Shape;854;p20"/>
          <p:cNvGrpSpPr/>
          <p:nvPr/>
        </p:nvGrpSpPr>
        <p:grpSpPr>
          <a:xfrm>
            <a:off x="3360738" y="3335338"/>
            <a:ext cx="465137" cy="481012"/>
            <a:chOff x="313" y="1497"/>
            <a:chExt cx="1152" cy="1014"/>
          </a:xfrm>
        </p:grpSpPr>
        <p:pic>
          <p:nvPicPr>
            <p:cNvPr descr="laptop_stylized_small" id="855" name="Google Shape;85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6" name="Google Shape;856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7" name="Google Shape;857;p20"/>
          <p:cNvGrpSpPr/>
          <p:nvPr/>
        </p:nvGrpSpPr>
        <p:grpSpPr>
          <a:xfrm>
            <a:off x="2201863" y="2695575"/>
            <a:ext cx="465137" cy="479425"/>
            <a:chOff x="313" y="1497"/>
            <a:chExt cx="1152" cy="1014"/>
          </a:xfrm>
        </p:grpSpPr>
        <p:pic>
          <p:nvPicPr>
            <p:cNvPr descr="laptop_stylized_small" id="858" name="Google Shape;85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59" name="Google Shape;85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0" name="Google Shape;860;p20"/>
          <p:cNvGrpSpPr/>
          <p:nvPr/>
        </p:nvGrpSpPr>
        <p:grpSpPr>
          <a:xfrm>
            <a:off x="2841625" y="3019425"/>
            <a:ext cx="465138" cy="481013"/>
            <a:chOff x="313" y="1497"/>
            <a:chExt cx="1152" cy="1014"/>
          </a:xfrm>
        </p:grpSpPr>
        <p:pic>
          <p:nvPicPr>
            <p:cNvPr descr="laptop_stylized_small" id="861" name="Google Shape;861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862" name="Google Shape;86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1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Wireless network taxonomy</a:t>
            </a:r>
            <a:endParaRPr/>
          </a:p>
        </p:txBody>
      </p:sp>
      <p:sp>
        <p:nvSpPr>
          <p:cNvPr id="869" name="Google Shape;869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0" name="Google Shape;870;p21"/>
          <p:cNvSpPr txBox="1"/>
          <p:nvPr/>
        </p:nvSpPr>
        <p:spPr>
          <a:xfrm>
            <a:off x="4378325" y="1546225"/>
            <a:ext cx="16738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single hop</a:t>
            </a:r>
            <a:endParaRPr/>
          </a:p>
        </p:txBody>
      </p:sp>
      <p:sp>
        <p:nvSpPr>
          <p:cNvPr id="871" name="Google Shape;871;p21"/>
          <p:cNvSpPr txBox="1"/>
          <p:nvPr/>
        </p:nvSpPr>
        <p:spPr>
          <a:xfrm>
            <a:off x="7505700" y="1565275"/>
            <a:ext cx="2181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multiple hops</a:t>
            </a:r>
            <a:endParaRPr/>
          </a:p>
        </p:txBody>
      </p:sp>
      <p:sp>
        <p:nvSpPr>
          <p:cNvPr id="872" name="Google Shape;872;p21"/>
          <p:cNvSpPr txBox="1"/>
          <p:nvPr/>
        </p:nvSpPr>
        <p:spPr>
          <a:xfrm>
            <a:off x="1118316" y="2387600"/>
            <a:ext cx="218297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(e.g., APs)</a:t>
            </a:r>
            <a:endParaRPr/>
          </a:p>
        </p:txBody>
      </p:sp>
      <p:sp>
        <p:nvSpPr>
          <p:cNvPr id="873" name="Google Shape;873;p21"/>
          <p:cNvSpPr txBox="1"/>
          <p:nvPr/>
        </p:nvSpPr>
        <p:spPr>
          <a:xfrm>
            <a:off x="1269963" y="4057650"/>
            <a:ext cx="189872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/>
          </a:p>
        </p:txBody>
      </p:sp>
      <p:sp>
        <p:nvSpPr>
          <p:cNvPr id="874" name="Google Shape;874;p21"/>
          <p:cNvSpPr txBox="1"/>
          <p:nvPr/>
        </p:nvSpPr>
        <p:spPr>
          <a:xfrm>
            <a:off x="3543300" y="2243138"/>
            <a:ext cx="3022599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connects to  base station (WiFi, cellular) which connects to  larger Internet</a:t>
            </a:r>
            <a:endParaRPr/>
          </a:p>
        </p:txBody>
      </p:sp>
      <p:sp>
        <p:nvSpPr>
          <p:cNvPr id="875" name="Google Shape;875;p21"/>
          <p:cNvSpPr txBox="1"/>
          <p:nvPr/>
        </p:nvSpPr>
        <p:spPr>
          <a:xfrm>
            <a:off x="3517900" y="3854450"/>
            <a:ext cx="3365500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base station, no connection to larger  Internet (Bluetooth, ad hoc nets)</a:t>
            </a:r>
            <a:endParaRPr/>
          </a:p>
        </p:txBody>
      </p:sp>
      <p:sp>
        <p:nvSpPr>
          <p:cNvPr id="876" name="Google Shape;876;p21"/>
          <p:cNvSpPr txBox="1"/>
          <p:nvPr/>
        </p:nvSpPr>
        <p:spPr>
          <a:xfrm>
            <a:off x="7083114" y="2247900"/>
            <a:ext cx="3826186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may have to relay through several wireless nodes to connect to larger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mesh net</a:t>
            </a:r>
            <a:endParaRPr/>
          </a:p>
        </p:txBody>
      </p:sp>
      <p:sp>
        <p:nvSpPr>
          <p:cNvPr id="877" name="Google Shape;877;p21"/>
          <p:cNvSpPr txBox="1"/>
          <p:nvPr/>
        </p:nvSpPr>
        <p:spPr>
          <a:xfrm>
            <a:off x="7082411" y="3856038"/>
            <a:ext cx="4004689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base station, no connection to larger  Internet. May have to relay to reach other  a given wireless node MANET, VANET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1"/>
          <p:cNvSpPr/>
          <p:nvPr/>
        </p:nvSpPr>
        <p:spPr>
          <a:xfrm>
            <a:off x="1041400" y="1568450"/>
            <a:ext cx="10172700" cy="3849688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9" name="Google Shape;879;p21"/>
          <p:cNvCxnSpPr/>
          <p:nvPr/>
        </p:nvCxnSpPr>
        <p:spPr>
          <a:xfrm>
            <a:off x="3390900" y="1592263"/>
            <a:ext cx="0" cy="3817937"/>
          </a:xfrm>
          <a:prstGeom prst="straightConnector1">
            <a:avLst/>
          </a:prstGeom>
          <a:noFill/>
          <a:ln cap="flat" cmpd="sng" w="19050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21"/>
          <p:cNvCxnSpPr/>
          <p:nvPr/>
        </p:nvCxnSpPr>
        <p:spPr>
          <a:xfrm>
            <a:off x="6916738" y="1592263"/>
            <a:ext cx="30162" cy="3843337"/>
          </a:xfrm>
          <a:prstGeom prst="straightConnector1">
            <a:avLst/>
          </a:prstGeom>
          <a:noFill/>
          <a:ln cap="flat" cmpd="sng" w="19050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21"/>
          <p:cNvCxnSpPr/>
          <p:nvPr/>
        </p:nvCxnSpPr>
        <p:spPr>
          <a:xfrm>
            <a:off x="1028700" y="2058194"/>
            <a:ext cx="10185400" cy="0"/>
          </a:xfrm>
          <a:prstGeom prst="straightConnector1">
            <a:avLst/>
          </a:prstGeom>
          <a:noFill/>
          <a:ln cap="flat" cmpd="sng" w="22225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2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7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888" name="Google Shape;8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34" y="6599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889" name="Google Shape;889;p22"/>
          <p:cNvSpPr txBox="1"/>
          <p:nvPr/>
        </p:nvSpPr>
        <p:spPr>
          <a:xfrm>
            <a:off x="916765" y="2251719"/>
            <a:ext cx="5571867" cy="92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8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890" name="Google Shape;890;p22"/>
          <p:cNvSpPr txBox="1"/>
          <p:nvPr/>
        </p:nvSpPr>
        <p:spPr>
          <a:xfrm>
            <a:off x="762000" y="3068638"/>
            <a:ext cx="4826000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links and network characteristics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WiFi: 802.11 wireless LANs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Cellular networks: 4G and 5G</a:t>
            </a:r>
            <a:endParaRPr/>
          </a:p>
        </p:txBody>
      </p:sp>
      <p:sp>
        <p:nvSpPr>
          <p:cNvPr id="891" name="Google Shape;891;p22"/>
          <p:cNvSpPr txBox="1"/>
          <p:nvPr/>
        </p:nvSpPr>
        <p:spPr>
          <a:xfrm>
            <a:off x="6045200" y="3119438"/>
            <a:ext cx="5702300" cy="32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 management: principles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 management: practice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4G/5G networks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Mobile IP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Mobility: impact on higher-layer protocols</a:t>
            </a:r>
            <a:endParaRPr/>
          </a:p>
        </p:txBody>
      </p:sp>
      <p:sp>
        <p:nvSpPr>
          <p:cNvPr id="892" name="Google Shape;892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3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Wireless link characteristics: fading (attenuation)</a:t>
            </a:r>
            <a:endParaRPr/>
          </a:p>
        </p:txBody>
      </p:sp>
      <p:sp>
        <p:nvSpPr>
          <p:cNvPr id="899" name="Google Shape;899;p23"/>
          <p:cNvSpPr txBox="1"/>
          <p:nvPr/>
        </p:nvSpPr>
        <p:spPr>
          <a:xfrm>
            <a:off x="433741" y="1414430"/>
            <a:ext cx="10869259" cy="37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079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Wireless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radio signal attenuates (loses power) as it propagates (free space “path loss”)</a:t>
            </a:r>
            <a:endParaRPr/>
          </a:p>
        </p:txBody>
      </p:sp>
      <p:pic>
        <p:nvPicPr>
          <p:cNvPr id="900" name="Google Shape;9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0302" y="3020917"/>
            <a:ext cx="2755900" cy="181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23"/>
          <p:cNvGrpSpPr/>
          <p:nvPr/>
        </p:nvGrpSpPr>
        <p:grpSpPr>
          <a:xfrm>
            <a:off x="1924776" y="2763553"/>
            <a:ext cx="4094775" cy="1448571"/>
            <a:chOff x="1924776" y="2763553"/>
            <a:chExt cx="4094775" cy="1448571"/>
          </a:xfrm>
        </p:grpSpPr>
        <p:sp>
          <p:nvSpPr>
            <p:cNvPr id="902" name="Google Shape;902;p23"/>
            <p:cNvSpPr txBox="1"/>
            <p:nvPr/>
          </p:nvSpPr>
          <p:spPr>
            <a:xfrm>
              <a:off x="1924776" y="2763553"/>
              <a:ext cx="409477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Free space path loss ~ (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fd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baseline="30000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903" name="Google Shape;903;p23"/>
            <p:cNvSpPr txBox="1"/>
            <p:nvPr/>
          </p:nvSpPr>
          <p:spPr>
            <a:xfrm>
              <a:off x="3254628" y="3381127"/>
              <a:ext cx="169065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frequency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distance</a:t>
              </a:r>
              <a:endParaRPr/>
            </a:p>
          </p:txBody>
        </p:sp>
      </p:grpSp>
      <p:grpSp>
        <p:nvGrpSpPr>
          <p:cNvPr id="904" name="Google Shape;904;p23"/>
          <p:cNvGrpSpPr/>
          <p:nvPr/>
        </p:nvGrpSpPr>
        <p:grpSpPr>
          <a:xfrm>
            <a:off x="2999798" y="3391947"/>
            <a:ext cx="5092884" cy="2514310"/>
            <a:chOff x="2999798" y="3391947"/>
            <a:chExt cx="5092884" cy="2514310"/>
          </a:xfrm>
        </p:grpSpPr>
        <p:cxnSp>
          <p:nvCxnSpPr>
            <p:cNvPr id="905" name="Google Shape;905;p23"/>
            <p:cNvCxnSpPr/>
            <p:nvPr/>
          </p:nvCxnSpPr>
          <p:spPr>
            <a:xfrm>
              <a:off x="5546035" y="3391947"/>
              <a:ext cx="0" cy="1496591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906" name="Google Shape;906;p23"/>
            <p:cNvGrpSpPr/>
            <p:nvPr/>
          </p:nvGrpSpPr>
          <p:grpSpPr>
            <a:xfrm>
              <a:off x="2999798" y="5249300"/>
              <a:ext cx="5092884" cy="656957"/>
              <a:chOff x="4839751" y="4930304"/>
              <a:chExt cx="5092884" cy="656957"/>
            </a:xfrm>
          </p:grpSpPr>
          <p:sp>
            <p:nvSpPr>
              <p:cNvPr id="907" name="Google Shape;907;p23"/>
              <p:cNvSpPr txBox="1"/>
              <p:nvPr/>
            </p:nvSpPr>
            <p:spPr>
              <a:xfrm>
                <a:off x="4839751" y="4930304"/>
                <a:ext cx="205723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higher frequency or longer distance</a:t>
                </a:r>
                <a:endParaRPr/>
              </a:p>
            </p:txBody>
          </p:sp>
          <p:sp>
            <p:nvSpPr>
              <p:cNvPr id="908" name="Google Shape;908;p23"/>
              <p:cNvSpPr txBox="1"/>
              <p:nvPr/>
            </p:nvSpPr>
            <p:spPr>
              <a:xfrm>
                <a:off x="7973107" y="4940930"/>
                <a:ext cx="195952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larger free space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path loss</a:t>
                </a:r>
                <a:endParaRPr/>
              </a:p>
            </p:txBody>
          </p:sp>
          <p:sp>
            <p:nvSpPr>
              <p:cNvPr id="909" name="Google Shape;909;p23"/>
              <p:cNvSpPr/>
              <p:nvPr/>
            </p:nvSpPr>
            <p:spPr>
              <a:xfrm>
                <a:off x="6896989" y="5116645"/>
                <a:ext cx="978408" cy="294903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0" name="Google Shape;910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4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Wireless link characteristics: multipath</a:t>
            </a:r>
            <a:endParaRPr/>
          </a:p>
        </p:txBody>
      </p:sp>
      <p:sp>
        <p:nvSpPr>
          <p:cNvPr id="917" name="Google Shape;917;p24"/>
          <p:cNvSpPr txBox="1"/>
          <p:nvPr/>
        </p:nvSpPr>
        <p:spPr>
          <a:xfrm>
            <a:off x="433741" y="1130543"/>
            <a:ext cx="10869259" cy="1372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079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multipath propagation: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radio signal reflects off objects ground, built environment, arriving at destination at slightly different times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1" marL="4079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8" name="Google Shape;918;p24"/>
          <p:cNvGrpSpPr/>
          <p:nvPr/>
        </p:nvGrpSpPr>
        <p:grpSpPr>
          <a:xfrm flipH="1">
            <a:off x="5760437" y="4298161"/>
            <a:ext cx="1120967" cy="365125"/>
            <a:chOff x="8493165" y="2029804"/>
            <a:chExt cx="849312" cy="226109"/>
          </a:xfrm>
        </p:grpSpPr>
        <p:pic>
          <p:nvPicPr>
            <p:cNvPr descr="car_icon_small" id="919" name="Google Shape;91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20" name="Google Shape;920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1" name="Google Shape;921;p24"/>
          <p:cNvGrpSpPr/>
          <p:nvPr/>
        </p:nvGrpSpPr>
        <p:grpSpPr>
          <a:xfrm>
            <a:off x="4055467" y="3827615"/>
            <a:ext cx="457200" cy="848265"/>
            <a:chOff x="2392033" y="2938550"/>
            <a:chExt cx="457200" cy="848265"/>
          </a:xfrm>
        </p:grpSpPr>
        <p:pic>
          <p:nvPicPr>
            <p:cNvPr descr="cell_tower_radiation copy" id="922" name="Google Shape;922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92033" y="2938550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3" name="Google Shape;923;p24"/>
            <p:cNvSpPr/>
            <p:nvPr/>
          </p:nvSpPr>
          <p:spPr>
            <a:xfrm>
              <a:off x="2585708" y="3073378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" name="Google Shape;924;p24"/>
            <p:cNvGrpSpPr/>
            <p:nvPr/>
          </p:nvGrpSpPr>
          <p:grpSpPr>
            <a:xfrm>
              <a:off x="2484451" y="3089758"/>
              <a:ext cx="260874" cy="697057"/>
              <a:chOff x="3130" y="3288"/>
              <a:chExt cx="410" cy="742"/>
            </a:xfrm>
          </p:grpSpPr>
          <p:cxnSp>
            <p:nvCxnSpPr>
              <p:cNvPr id="925" name="Google Shape;925;p2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6" name="Google Shape;926;p2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7" name="Google Shape;927;p2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" name="Google Shape;928;p2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" name="Google Shape;929;p2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0" name="Google Shape;930;p2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1" name="Google Shape;931;p2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2" name="Google Shape;932;p2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3" name="Google Shape;933;p2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4" name="Google Shape;934;p2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5" name="Google Shape;935;p2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6" name="Google Shape;936;p2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7" name="Google Shape;937;p2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8" name="Google Shape;938;p2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9" name="Google Shape;939;p2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pic>
        <p:nvPicPr>
          <p:cNvPr id="940" name="Google Shape;94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5575" y="2466372"/>
            <a:ext cx="1034924" cy="1287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0171" y="3335979"/>
            <a:ext cx="1430167" cy="1127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24"/>
          <p:cNvSpPr/>
          <p:nvPr/>
        </p:nvSpPr>
        <p:spPr>
          <a:xfrm>
            <a:off x="4332157" y="3478655"/>
            <a:ext cx="2358765" cy="778552"/>
          </a:xfrm>
          <a:custGeom>
            <a:rect b="b" l="l" r="r" t="t"/>
            <a:pathLst>
              <a:path extrusionOk="0" h="778552" w="2358765">
                <a:moveTo>
                  <a:pt x="0" y="538709"/>
                </a:moveTo>
                <a:lnTo>
                  <a:pt x="2358765" y="0"/>
                </a:lnTo>
                <a:cubicBezTo>
                  <a:pt x="2036989" y="612080"/>
                  <a:pt x="2323611" y="78563"/>
                  <a:pt x="1933732" y="778552"/>
                </a:cubicBezTo>
              </a:path>
            </a:pathLst>
          </a:custGeom>
          <a:noFill/>
          <a:ln cap="flat" cmpd="sng" w="254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4"/>
          <p:cNvSpPr/>
          <p:nvPr/>
        </p:nvSpPr>
        <p:spPr>
          <a:xfrm>
            <a:off x="4400550" y="4019550"/>
            <a:ext cx="4133850" cy="342900"/>
          </a:xfrm>
          <a:custGeom>
            <a:rect b="b" l="l" r="r" t="t"/>
            <a:pathLst>
              <a:path extrusionOk="0" h="342900" w="4133850">
                <a:moveTo>
                  <a:pt x="0" y="0"/>
                </a:moveTo>
                <a:lnTo>
                  <a:pt x="4133850" y="171450"/>
                </a:lnTo>
                <a:lnTo>
                  <a:pt x="2305050" y="342900"/>
                </a:lnTo>
              </a:path>
            </a:pathLst>
          </a:custGeom>
          <a:noFill/>
          <a:ln cap="flat" cmpd="sng" w="25400">
            <a:solidFill>
              <a:srgbClr val="7030A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4" name="Google Shape;944;p24"/>
          <p:cNvCxnSpPr>
            <a:stCxn id="942" idx="0"/>
          </p:cNvCxnSpPr>
          <p:nvPr/>
        </p:nvCxnSpPr>
        <p:spPr>
          <a:xfrm>
            <a:off x="4332157" y="4017364"/>
            <a:ext cx="1569600" cy="370200"/>
          </a:xfrm>
          <a:prstGeom prst="straightConnector1">
            <a:avLst/>
          </a:prstGeom>
          <a:noFill/>
          <a:ln cap="flat" cmpd="sng" w="25400">
            <a:solidFill>
              <a:srgbClr val="54813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5" name="Google Shape;945;p24"/>
          <p:cNvSpPr txBox="1"/>
          <p:nvPr/>
        </p:nvSpPr>
        <p:spPr>
          <a:xfrm>
            <a:off x="4557334" y="4277690"/>
            <a:ext cx="1072666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line of sight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(LOS) path</a:t>
            </a:r>
            <a:endParaRPr/>
          </a:p>
        </p:txBody>
      </p:sp>
      <p:sp>
        <p:nvSpPr>
          <p:cNvPr id="946" name="Google Shape;946;p24"/>
          <p:cNvSpPr txBox="1"/>
          <p:nvPr/>
        </p:nvSpPr>
        <p:spPr>
          <a:xfrm>
            <a:off x="5411653" y="3260795"/>
            <a:ext cx="121264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reflected path</a:t>
            </a:r>
            <a:endParaRPr/>
          </a:p>
        </p:txBody>
      </p:sp>
      <p:sp>
        <p:nvSpPr>
          <p:cNvPr id="947" name="Google Shape;947;p24"/>
          <p:cNvSpPr txBox="1"/>
          <p:nvPr/>
        </p:nvSpPr>
        <p:spPr>
          <a:xfrm>
            <a:off x="7153237" y="4338503"/>
            <a:ext cx="121264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reflected</a:t>
            </a:r>
            <a:r>
              <a:rPr lang="en-US" sz="1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 path</a:t>
            </a:r>
            <a:endParaRPr/>
          </a:p>
        </p:txBody>
      </p:sp>
      <p:sp>
        <p:nvSpPr>
          <p:cNvPr id="948" name="Google Shape;948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5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Wireless link characteristics: multipath</a:t>
            </a:r>
            <a:endParaRPr/>
          </a:p>
        </p:txBody>
      </p:sp>
      <p:sp>
        <p:nvSpPr>
          <p:cNvPr id="955" name="Google Shape;955;p25"/>
          <p:cNvSpPr txBox="1"/>
          <p:nvPr/>
        </p:nvSpPr>
        <p:spPr>
          <a:xfrm>
            <a:off x="433741" y="1130543"/>
            <a:ext cx="10869259" cy="13728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079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multipath propagation: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radio signal reflects off objects ground, built environment, arriving at destination at slightly different times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1" marL="40798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6" name="Google Shape;956;p25"/>
          <p:cNvCxnSpPr/>
          <p:nvPr/>
        </p:nvCxnSpPr>
        <p:spPr>
          <a:xfrm>
            <a:off x="2725647" y="5246002"/>
            <a:ext cx="1576978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57" name="Google Shape;957;p25"/>
          <p:cNvSpPr txBox="1"/>
          <p:nvPr/>
        </p:nvSpPr>
        <p:spPr>
          <a:xfrm>
            <a:off x="2651431" y="5258429"/>
            <a:ext cx="172540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coherence time</a:t>
            </a:r>
            <a:endParaRPr/>
          </a:p>
        </p:txBody>
      </p:sp>
      <p:sp>
        <p:nvSpPr>
          <p:cNvPr id="958" name="Google Shape;958;p25"/>
          <p:cNvSpPr txBox="1"/>
          <p:nvPr/>
        </p:nvSpPr>
        <p:spPr>
          <a:xfrm>
            <a:off x="6953250" y="2220874"/>
            <a:ext cx="4966736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Coherence time: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amount of time bit is present in channel to be received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influences maximum possible transmission rate, since coherence times can not overlap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inversely proportional to</a:t>
            </a:r>
            <a:endParaRPr/>
          </a:p>
          <a:p>
            <a:pPr indent="-22860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/>
          </a:p>
          <a:p>
            <a:pPr indent="-22860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receiver velocity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5"/>
          <p:cNvSpPr/>
          <p:nvPr/>
        </p:nvSpPr>
        <p:spPr>
          <a:xfrm>
            <a:off x="2076805" y="3046250"/>
            <a:ext cx="200025" cy="644526"/>
          </a:xfrm>
          <a:custGeom>
            <a:rect b="b" l="l" r="r" t="t"/>
            <a:pathLst>
              <a:path extrusionOk="0" h="644526" w="200025">
                <a:moveTo>
                  <a:pt x="0" y="644526"/>
                </a:moveTo>
                <a:cubicBezTo>
                  <a:pt x="35983" y="482601"/>
                  <a:pt x="-55033" y="1"/>
                  <a:pt x="88900" y="1"/>
                </a:cubicBezTo>
                <a:cubicBezTo>
                  <a:pt x="225425" y="-1057"/>
                  <a:pt x="161925" y="455084"/>
                  <a:pt x="200025" y="644526"/>
                </a:cubicBezTo>
                <a:lnTo>
                  <a:pt x="0" y="644526"/>
                </a:lnTo>
                <a:close/>
              </a:path>
            </a:pathLst>
          </a:custGeom>
          <a:solidFill>
            <a:srgbClr val="0000A3"/>
          </a:solidFill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5"/>
          <p:cNvSpPr/>
          <p:nvPr/>
        </p:nvSpPr>
        <p:spPr>
          <a:xfrm>
            <a:off x="3648430" y="3042494"/>
            <a:ext cx="200025" cy="644526"/>
          </a:xfrm>
          <a:custGeom>
            <a:rect b="b" l="l" r="r" t="t"/>
            <a:pathLst>
              <a:path extrusionOk="0" h="644526" w="200025">
                <a:moveTo>
                  <a:pt x="0" y="644526"/>
                </a:moveTo>
                <a:cubicBezTo>
                  <a:pt x="35983" y="482601"/>
                  <a:pt x="-55033" y="1"/>
                  <a:pt x="88900" y="1"/>
                </a:cubicBezTo>
                <a:cubicBezTo>
                  <a:pt x="225425" y="-1057"/>
                  <a:pt x="161925" y="455084"/>
                  <a:pt x="200025" y="644526"/>
                </a:cubicBezTo>
                <a:lnTo>
                  <a:pt x="0" y="644526"/>
                </a:lnTo>
                <a:close/>
              </a:path>
            </a:pathLst>
          </a:custGeom>
          <a:solidFill>
            <a:srgbClr val="0000A3"/>
          </a:solidFill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5"/>
          <p:cNvSpPr txBox="1"/>
          <p:nvPr/>
        </p:nvSpPr>
        <p:spPr>
          <a:xfrm>
            <a:off x="844266" y="3181501"/>
            <a:ext cx="104214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transmitted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pulses</a:t>
            </a:r>
            <a:endParaRPr/>
          </a:p>
        </p:txBody>
      </p:sp>
      <p:sp>
        <p:nvSpPr>
          <p:cNvPr id="962" name="Google Shape;962;p25"/>
          <p:cNvSpPr txBox="1"/>
          <p:nvPr/>
        </p:nvSpPr>
        <p:spPr>
          <a:xfrm>
            <a:off x="936223" y="4588478"/>
            <a:ext cx="805733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received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pulse</a:t>
            </a:r>
            <a:endParaRPr/>
          </a:p>
        </p:txBody>
      </p:sp>
      <p:grpSp>
        <p:nvGrpSpPr>
          <p:cNvPr id="963" name="Google Shape;963;p25"/>
          <p:cNvGrpSpPr/>
          <p:nvPr/>
        </p:nvGrpSpPr>
        <p:grpSpPr>
          <a:xfrm>
            <a:off x="2101932" y="3705101"/>
            <a:ext cx="1680259" cy="1401289"/>
            <a:chOff x="2101932" y="3705101"/>
            <a:chExt cx="1680259" cy="1401289"/>
          </a:xfrm>
        </p:grpSpPr>
        <p:sp>
          <p:nvSpPr>
            <p:cNvPr id="964" name="Google Shape;964;p25"/>
            <p:cNvSpPr/>
            <p:nvPr/>
          </p:nvSpPr>
          <p:spPr>
            <a:xfrm>
              <a:off x="2101932" y="3705101"/>
              <a:ext cx="1603169" cy="1401289"/>
            </a:xfrm>
            <a:custGeom>
              <a:rect b="b" l="l" r="r" t="t"/>
              <a:pathLst>
                <a:path extrusionOk="0" h="1401289" w="1603169">
                  <a:moveTo>
                    <a:pt x="629393" y="1377538"/>
                  </a:moveTo>
                  <a:lnTo>
                    <a:pt x="0" y="0"/>
                  </a:lnTo>
                  <a:lnTo>
                    <a:pt x="201881" y="0"/>
                  </a:lnTo>
                  <a:lnTo>
                    <a:pt x="1555668" y="1045029"/>
                  </a:lnTo>
                  <a:lnTo>
                    <a:pt x="1603169" y="1401289"/>
                  </a:lnTo>
                  <a:lnTo>
                    <a:pt x="629393" y="1377538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" name="Google Shape;965;p25"/>
            <p:cNvGrpSpPr/>
            <p:nvPr/>
          </p:nvGrpSpPr>
          <p:grpSpPr>
            <a:xfrm>
              <a:off x="2720845" y="4574226"/>
              <a:ext cx="961407" cy="523875"/>
              <a:chOff x="1978510" y="4514850"/>
              <a:chExt cx="961407" cy="523875"/>
            </a:xfrm>
          </p:grpSpPr>
          <p:sp>
            <p:nvSpPr>
              <p:cNvPr id="966" name="Google Shape;966;p25"/>
              <p:cNvSpPr/>
              <p:nvPr/>
            </p:nvSpPr>
            <p:spPr>
              <a:xfrm>
                <a:off x="1978510" y="4514850"/>
                <a:ext cx="200025" cy="523875"/>
              </a:xfrm>
              <a:custGeom>
                <a:rect b="b" l="l" r="r" t="t"/>
                <a:pathLst>
                  <a:path extrusionOk="0" h="644526" w="200025">
                    <a:moveTo>
                      <a:pt x="0" y="644526"/>
                    </a:moveTo>
                    <a:cubicBezTo>
                      <a:pt x="35983" y="482601"/>
                      <a:pt x="-55033" y="1"/>
                      <a:pt x="88900" y="1"/>
                    </a:cubicBezTo>
                    <a:cubicBezTo>
                      <a:pt x="225425" y="-1057"/>
                      <a:pt x="161925" y="455084"/>
                      <a:pt x="200025" y="644526"/>
                    </a:cubicBezTo>
                    <a:lnTo>
                      <a:pt x="0" y="644526"/>
                    </a:lnTo>
                    <a:close/>
                  </a:path>
                </a:pathLst>
              </a:custGeom>
              <a:solidFill>
                <a:srgbClr val="A8D08C"/>
              </a:solidFill>
              <a:ln cap="flat" cmpd="sng" w="9525">
                <a:solidFill>
                  <a:srgbClr val="38562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25"/>
              <p:cNvSpPr/>
              <p:nvPr/>
            </p:nvSpPr>
            <p:spPr>
              <a:xfrm>
                <a:off x="2359510" y="4775201"/>
                <a:ext cx="164615" cy="263523"/>
              </a:xfrm>
              <a:custGeom>
                <a:rect b="b" l="l" r="r" t="t"/>
                <a:pathLst>
                  <a:path extrusionOk="0" h="644526" w="200025">
                    <a:moveTo>
                      <a:pt x="0" y="644526"/>
                    </a:moveTo>
                    <a:cubicBezTo>
                      <a:pt x="35983" y="482601"/>
                      <a:pt x="-55033" y="1"/>
                      <a:pt x="88900" y="1"/>
                    </a:cubicBezTo>
                    <a:cubicBezTo>
                      <a:pt x="225425" y="-1057"/>
                      <a:pt x="161925" y="455084"/>
                      <a:pt x="200025" y="644526"/>
                    </a:cubicBezTo>
                    <a:lnTo>
                      <a:pt x="0" y="644526"/>
                    </a:lnTo>
                    <a:close/>
                  </a:path>
                </a:pathLst>
              </a:custGeom>
              <a:solidFill>
                <a:srgbClr val="CC0000"/>
              </a:solidFill>
              <a:ln cap="flat" cmpd="sng" w="95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25"/>
              <p:cNvSpPr/>
              <p:nvPr/>
            </p:nvSpPr>
            <p:spPr>
              <a:xfrm>
                <a:off x="2739892" y="4654563"/>
                <a:ext cx="200025" cy="384162"/>
              </a:xfrm>
              <a:custGeom>
                <a:rect b="b" l="l" r="r" t="t"/>
                <a:pathLst>
                  <a:path extrusionOk="0" h="644526" w="200025">
                    <a:moveTo>
                      <a:pt x="0" y="644526"/>
                    </a:moveTo>
                    <a:cubicBezTo>
                      <a:pt x="35983" y="482601"/>
                      <a:pt x="-55033" y="1"/>
                      <a:pt x="88900" y="1"/>
                    </a:cubicBezTo>
                    <a:cubicBezTo>
                      <a:pt x="225425" y="-1057"/>
                      <a:pt x="161925" y="455084"/>
                      <a:pt x="200025" y="644526"/>
                    </a:cubicBezTo>
                    <a:lnTo>
                      <a:pt x="0" y="644526"/>
                    </a:lnTo>
                    <a:close/>
                  </a:path>
                </a:pathLst>
              </a:custGeom>
              <a:solidFill>
                <a:srgbClr val="7030A0"/>
              </a:solidFill>
              <a:ln cap="flat" cmpd="sng" w="9525">
                <a:solidFill>
                  <a:srgbClr val="1E4E7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9" name="Google Shape;969;p25"/>
            <p:cNvSpPr txBox="1"/>
            <p:nvPr/>
          </p:nvSpPr>
          <p:spPr>
            <a:xfrm>
              <a:off x="2433935" y="4150072"/>
              <a:ext cx="737702" cy="3665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received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 pulse</a:t>
              </a:r>
              <a:endParaRPr/>
            </a:p>
          </p:txBody>
        </p:sp>
        <p:grpSp>
          <p:nvGrpSpPr>
            <p:cNvPr id="970" name="Google Shape;970;p25"/>
            <p:cNvGrpSpPr/>
            <p:nvPr/>
          </p:nvGrpSpPr>
          <p:grpSpPr>
            <a:xfrm>
              <a:off x="3039680" y="4062256"/>
              <a:ext cx="742511" cy="650097"/>
              <a:chOff x="2297345" y="4002880"/>
              <a:chExt cx="742511" cy="650097"/>
            </a:xfrm>
          </p:grpSpPr>
          <p:sp>
            <p:nvSpPr>
              <p:cNvPr id="971" name="Google Shape;971;p25"/>
              <p:cNvSpPr/>
              <p:nvPr/>
            </p:nvSpPr>
            <p:spPr>
              <a:xfrm rot="-5400000">
                <a:off x="2571001" y="4225101"/>
                <a:ext cx="184208" cy="671545"/>
              </a:xfrm>
              <a:prstGeom prst="rightBrace">
                <a:avLst>
                  <a:gd fmla="val 8333" name="adj1"/>
                  <a:gd fmla="val 50000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25"/>
              <p:cNvSpPr txBox="1"/>
              <p:nvPr/>
            </p:nvSpPr>
            <p:spPr>
              <a:xfrm>
                <a:off x="2297345" y="4002880"/>
                <a:ext cx="742511" cy="5019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received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multipath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pulses</a:t>
                </a:r>
                <a:endParaRPr/>
              </a:p>
            </p:txBody>
          </p:sp>
        </p:grpSp>
      </p:grpSp>
      <p:cxnSp>
        <p:nvCxnSpPr>
          <p:cNvPr id="973" name="Google Shape;973;p25"/>
          <p:cNvCxnSpPr/>
          <p:nvPr/>
        </p:nvCxnSpPr>
        <p:spPr>
          <a:xfrm>
            <a:off x="1951703" y="3687020"/>
            <a:ext cx="4144297" cy="779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74" name="Google Shape;974;p25"/>
          <p:cNvCxnSpPr/>
          <p:nvPr/>
        </p:nvCxnSpPr>
        <p:spPr>
          <a:xfrm>
            <a:off x="1951702" y="5092617"/>
            <a:ext cx="4144297" cy="779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5" name="Google Shape;975;p25"/>
          <p:cNvSpPr txBox="1"/>
          <p:nvPr/>
        </p:nvSpPr>
        <p:spPr>
          <a:xfrm>
            <a:off x="5581954" y="3696596"/>
            <a:ext cx="445956" cy="231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976" name="Google Shape;976;p25"/>
          <p:cNvSpPr txBox="1"/>
          <p:nvPr/>
        </p:nvSpPr>
        <p:spPr>
          <a:xfrm>
            <a:off x="5577513" y="5101209"/>
            <a:ext cx="445956" cy="231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977" name="Google Shape;977;p25"/>
          <p:cNvGrpSpPr/>
          <p:nvPr/>
        </p:nvGrpSpPr>
        <p:grpSpPr>
          <a:xfrm>
            <a:off x="3677415" y="3704704"/>
            <a:ext cx="1682341" cy="1401289"/>
            <a:chOff x="3677415" y="3704704"/>
            <a:chExt cx="1682341" cy="1401289"/>
          </a:xfrm>
        </p:grpSpPr>
        <p:sp>
          <p:nvSpPr>
            <p:cNvPr id="978" name="Google Shape;978;p25"/>
            <p:cNvSpPr/>
            <p:nvPr/>
          </p:nvSpPr>
          <p:spPr>
            <a:xfrm>
              <a:off x="3677415" y="3704704"/>
              <a:ext cx="1603169" cy="1401289"/>
            </a:xfrm>
            <a:custGeom>
              <a:rect b="b" l="l" r="r" t="t"/>
              <a:pathLst>
                <a:path extrusionOk="0" h="1401289" w="1603169">
                  <a:moveTo>
                    <a:pt x="629393" y="1377538"/>
                  </a:moveTo>
                  <a:lnTo>
                    <a:pt x="0" y="0"/>
                  </a:lnTo>
                  <a:lnTo>
                    <a:pt x="201881" y="0"/>
                  </a:lnTo>
                  <a:lnTo>
                    <a:pt x="1555668" y="1045029"/>
                  </a:lnTo>
                  <a:lnTo>
                    <a:pt x="1603169" y="1401289"/>
                  </a:lnTo>
                  <a:lnTo>
                    <a:pt x="629393" y="1377538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9" name="Google Shape;979;p25"/>
            <p:cNvGrpSpPr/>
            <p:nvPr/>
          </p:nvGrpSpPr>
          <p:grpSpPr>
            <a:xfrm>
              <a:off x="4019296" y="4121766"/>
              <a:ext cx="1340460" cy="974748"/>
              <a:chOff x="3175361" y="4062390"/>
              <a:chExt cx="1340460" cy="974748"/>
            </a:xfrm>
          </p:grpSpPr>
          <p:grpSp>
            <p:nvGrpSpPr>
              <p:cNvPr id="980" name="Google Shape;980;p25"/>
              <p:cNvGrpSpPr/>
              <p:nvPr/>
            </p:nvGrpSpPr>
            <p:grpSpPr>
              <a:xfrm>
                <a:off x="3458690" y="4513263"/>
                <a:ext cx="961407" cy="523875"/>
                <a:chOff x="1978510" y="4514850"/>
                <a:chExt cx="961407" cy="523875"/>
              </a:xfrm>
            </p:grpSpPr>
            <p:sp>
              <p:nvSpPr>
                <p:cNvPr id="981" name="Google Shape;981;p25"/>
                <p:cNvSpPr/>
                <p:nvPr/>
              </p:nvSpPr>
              <p:spPr>
                <a:xfrm>
                  <a:off x="1978510" y="4514850"/>
                  <a:ext cx="200025" cy="523875"/>
                </a:xfrm>
                <a:custGeom>
                  <a:rect b="b" l="l" r="r" t="t"/>
                  <a:pathLst>
                    <a:path extrusionOk="0" h="644526" w="200025">
                      <a:moveTo>
                        <a:pt x="0" y="644526"/>
                      </a:moveTo>
                      <a:cubicBezTo>
                        <a:pt x="35983" y="482601"/>
                        <a:pt x="-55033" y="1"/>
                        <a:pt x="88900" y="1"/>
                      </a:cubicBezTo>
                      <a:cubicBezTo>
                        <a:pt x="225425" y="-1057"/>
                        <a:pt x="161925" y="455084"/>
                        <a:pt x="200025" y="644526"/>
                      </a:cubicBezTo>
                      <a:lnTo>
                        <a:pt x="0" y="644526"/>
                      </a:lnTo>
                      <a:close/>
                    </a:path>
                  </a:pathLst>
                </a:custGeom>
                <a:solidFill>
                  <a:srgbClr val="A8D08C"/>
                </a:solidFill>
                <a:ln cap="flat" cmpd="sng" w="9525">
                  <a:solidFill>
                    <a:srgbClr val="385623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25"/>
                <p:cNvSpPr/>
                <p:nvPr/>
              </p:nvSpPr>
              <p:spPr>
                <a:xfrm>
                  <a:off x="2359510" y="4775201"/>
                  <a:ext cx="164615" cy="263523"/>
                </a:xfrm>
                <a:custGeom>
                  <a:rect b="b" l="l" r="r" t="t"/>
                  <a:pathLst>
                    <a:path extrusionOk="0" h="644526" w="200025">
                      <a:moveTo>
                        <a:pt x="0" y="644526"/>
                      </a:moveTo>
                      <a:cubicBezTo>
                        <a:pt x="35983" y="482601"/>
                        <a:pt x="-55033" y="1"/>
                        <a:pt x="88900" y="1"/>
                      </a:cubicBezTo>
                      <a:cubicBezTo>
                        <a:pt x="225425" y="-1057"/>
                        <a:pt x="161925" y="455084"/>
                        <a:pt x="200025" y="644526"/>
                      </a:cubicBezTo>
                      <a:lnTo>
                        <a:pt x="0" y="644526"/>
                      </a:lnTo>
                      <a:close/>
                    </a:path>
                  </a:pathLst>
                </a:custGeom>
                <a:solidFill>
                  <a:srgbClr val="CC0000"/>
                </a:solidFill>
                <a:ln cap="flat" cmpd="sng" w="9525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25"/>
                <p:cNvSpPr/>
                <p:nvPr/>
              </p:nvSpPr>
              <p:spPr>
                <a:xfrm>
                  <a:off x="2739892" y="4654563"/>
                  <a:ext cx="200025" cy="384162"/>
                </a:xfrm>
                <a:custGeom>
                  <a:rect b="b" l="l" r="r" t="t"/>
                  <a:pathLst>
                    <a:path extrusionOk="0" h="644526" w="200025">
                      <a:moveTo>
                        <a:pt x="0" y="644526"/>
                      </a:moveTo>
                      <a:cubicBezTo>
                        <a:pt x="35983" y="482601"/>
                        <a:pt x="-55033" y="1"/>
                        <a:pt x="88900" y="1"/>
                      </a:cubicBezTo>
                      <a:cubicBezTo>
                        <a:pt x="225425" y="-1057"/>
                        <a:pt x="161925" y="455084"/>
                        <a:pt x="200025" y="644526"/>
                      </a:cubicBezTo>
                      <a:lnTo>
                        <a:pt x="0" y="644526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 cap="flat" cmpd="sng" w="9525">
                  <a:solidFill>
                    <a:srgbClr val="1E4E7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84" name="Google Shape;984;p25"/>
              <p:cNvSpPr txBox="1"/>
              <p:nvPr/>
            </p:nvSpPr>
            <p:spPr>
              <a:xfrm>
                <a:off x="3175361" y="4142642"/>
                <a:ext cx="737702" cy="3665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received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 pulse</a:t>
                </a:r>
                <a:endParaRPr/>
              </a:p>
            </p:txBody>
          </p:sp>
          <p:grpSp>
            <p:nvGrpSpPr>
              <p:cNvPr id="985" name="Google Shape;985;p25"/>
              <p:cNvGrpSpPr/>
              <p:nvPr/>
            </p:nvGrpSpPr>
            <p:grpSpPr>
              <a:xfrm>
                <a:off x="3773310" y="4062390"/>
                <a:ext cx="742511" cy="650097"/>
                <a:chOff x="2297345" y="4002880"/>
                <a:chExt cx="742511" cy="650097"/>
              </a:xfrm>
            </p:grpSpPr>
            <p:sp>
              <p:nvSpPr>
                <p:cNvPr id="986" name="Google Shape;986;p25"/>
                <p:cNvSpPr/>
                <p:nvPr/>
              </p:nvSpPr>
              <p:spPr>
                <a:xfrm rot="-5400000">
                  <a:off x="2571001" y="4225101"/>
                  <a:ext cx="184208" cy="671545"/>
                </a:xfrm>
                <a:prstGeom prst="rightBrace">
                  <a:avLst>
                    <a:gd fmla="val 8333" name="adj1"/>
                    <a:gd fmla="val 50000" name="adj2"/>
                  </a:avLst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25"/>
                <p:cNvSpPr txBox="1"/>
                <p:nvPr/>
              </p:nvSpPr>
              <p:spPr>
                <a:xfrm>
                  <a:off x="2297345" y="4002880"/>
                  <a:ext cx="742511" cy="5019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Calibri"/>
                    <a:buNone/>
                  </a:pPr>
                  <a:r>
                    <a:rPr b="0" i="0" lang="en-US" sz="11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received</a:t>
                  </a:r>
                  <a:endParaRPr/>
                </a:p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Calibri"/>
                    <a:buNone/>
                  </a:pPr>
                  <a:r>
                    <a:rPr b="0" i="0" lang="en-US" sz="11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multipath</a:t>
                  </a:r>
                  <a:endParaRPr/>
                </a:p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Calibri"/>
                    <a:buNone/>
                  </a:pPr>
                  <a:r>
                    <a:rPr b="0" i="0" lang="en-US" sz="11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pulses</a:t>
                  </a:r>
                  <a:endParaRPr/>
                </a:p>
              </p:txBody>
            </p:sp>
          </p:grpSp>
        </p:grpSp>
      </p:grpSp>
      <p:sp>
        <p:nvSpPr>
          <p:cNvPr id="988" name="Google Shape;988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6"/>
          <p:cNvSpPr txBox="1"/>
          <p:nvPr>
            <p:ph type="title"/>
          </p:nvPr>
        </p:nvSpPr>
        <p:spPr>
          <a:xfrm>
            <a:off x="804863" y="25155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Wireless link characteristics: noise</a:t>
            </a:r>
            <a:endParaRPr/>
          </a:p>
        </p:txBody>
      </p:sp>
      <p:sp>
        <p:nvSpPr>
          <p:cNvPr id="995" name="Google Shape;995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6" name="Google Shape;996;p26"/>
          <p:cNvSpPr txBox="1"/>
          <p:nvPr/>
        </p:nvSpPr>
        <p:spPr>
          <a:xfrm>
            <a:off x="889000" y="1349375"/>
            <a:ext cx="6502400" cy="5197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interference from other sources on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network frequencies: motors, appliances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SNR: signal-to-noise ratio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SNR – easier to extract signal from noise (a “good thing”)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SNR versus BER tradeoff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given physical layer: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increase power -&gt; increase SNR-&gt;decrease BER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SNR may change with mobility: dynamically adapt physical layer (modulation technique, rate) </a:t>
            </a:r>
            <a:endParaRPr/>
          </a:p>
          <a:p>
            <a:pPr indent="-158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7" name="Google Shape;997;p26"/>
          <p:cNvSpPr/>
          <p:nvPr/>
        </p:nvSpPr>
        <p:spPr>
          <a:xfrm>
            <a:off x="8480425" y="1819275"/>
            <a:ext cx="609600" cy="2527300"/>
          </a:xfrm>
          <a:custGeom>
            <a:rect b="b" l="l" r="r" t="t"/>
            <a:pathLst>
              <a:path extrusionOk="0" h="1592" w="384">
                <a:moveTo>
                  <a:pt x="0" y="0"/>
                </a:moveTo>
                <a:cubicBezTo>
                  <a:pt x="66" y="110"/>
                  <a:pt x="133" y="220"/>
                  <a:pt x="184" y="384"/>
                </a:cubicBezTo>
                <a:cubicBezTo>
                  <a:pt x="235" y="548"/>
                  <a:pt x="271" y="783"/>
                  <a:pt x="304" y="984"/>
                </a:cubicBezTo>
                <a:cubicBezTo>
                  <a:pt x="337" y="1185"/>
                  <a:pt x="371" y="1492"/>
                  <a:pt x="384" y="1592"/>
                </a:cubicBez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6"/>
          <p:cNvSpPr/>
          <p:nvPr/>
        </p:nvSpPr>
        <p:spPr>
          <a:xfrm>
            <a:off x="9128125" y="1489075"/>
            <a:ext cx="685800" cy="2857500"/>
          </a:xfrm>
          <a:custGeom>
            <a:rect b="b" l="l" r="r" t="t"/>
            <a:pathLst>
              <a:path extrusionOk="0" h="1800" w="432">
                <a:moveTo>
                  <a:pt x="0" y="0"/>
                </a:moveTo>
                <a:cubicBezTo>
                  <a:pt x="62" y="98"/>
                  <a:pt x="125" y="196"/>
                  <a:pt x="168" y="296"/>
                </a:cubicBezTo>
                <a:cubicBezTo>
                  <a:pt x="211" y="396"/>
                  <a:pt x="224" y="451"/>
                  <a:pt x="256" y="600"/>
                </a:cubicBezTo>
                <a:cubicBezTo>
                  <a:pt x="288" y="749"/>
                  <a:pt x="331" y="992"/>
                  <a:pt x="360" y="1192"/>
                </a:cubicBezTo>
                <a:cubicBezTo>
                  <a:pt x="389" y="1392"/>
                  <a:pt x="410" y="1596"/>
                  <a:pt x="432" y="180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6"/>
          <p:cNvSpPr/>
          <p:nvPr/>
        </p:nvSpPr>
        <p:spPr>
          <a:xfrm>
            <a:off x="10042525" y="1489075"/>
            <a:ext cx="647700" cy="2844800"/>
          </a:xfrm>
          <a:custGeom>
            <a:rect b="b" l="l" r="r" t="t"/>
            <a:pathLst>
              <a:path extrusionOk="0" h="1792" w="408">
                <a:moveTo>
                  <a:pt x="0" y="0"/>
                </a:moveTo>
                <a:cubicBezTo>
                  <a:pt x="56" y="98"/>
                  <a:pt x="113" y="197"/>
                  <a:pt x="152" y="296"/>
                </a:cubicBezTo>
                <a:cubicBezTo>
                  <a:pt x="191" y="395"/>
                  <a:pt x="200" y="443"/>
                  <a:pt x="232" y="592"/>
                </a:cubicBezTo>
                <a:cubicBezTo>
                  <a:pt x="264" y="741"/>
                  <a:pt x="315" y="992"/>
                  <a:pt x="344" y="1192"/>
                </a:cubicBezTo>
                <a:cubicBezTo>
                  <a:pt x="373" y="1392"/>
                  <a:pt x="397" y="1691"/>
                  <a:pt x="408" y="1792"/>
                </a:cubicBezTo>
              </a:path>
            </a:pathLst>
          </a:custGeom>
          <a:noFill/>
          <a:ln cap="flat" cmpd="sng" w="28575">
            <a:solidFill>
              <a:srgbClr val="00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6"/>
          <p:cNvSpPr/>
          <p:nvPr/>
        </p:nvSpPr>
        <p:spPr>
          <a:xfrm>
            <a:off x="8472488" y="1476375"/>
            <a:ext cx="2862262" cy="287813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1" name="Google Shape;1001;p26"/>
          <p:cNvCxnSpPr/>
          <p:nvPr/>
        </p:nvCxnSpPr>
        <p:spPr>
          <a:xfrm>
            <a:off x="8472488" y="1970088"/>
            <a:ext cx="28479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26"/>
          <p:cNvCxnSpPr/>
          <p:nvPr/>
        </p:nvCxnSpPr>
        <p:spPr>
          <a:xfrm>
            <a:off x="8482013" y="2436813"/>
            <a:ext cx="28479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26"/>
          <p:cNvCxnSpPr/>
          <p:nvPr/>
        </p:nvCxnSpPr>
        <p:spPr>
          <a:xfrm>
            <a:off x="8491538" y="2917825"/>
            <a:ext cx="28479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26"/>
          <p:cNvCxnSpPr/>
          <p:nvPr/>
        </p:nvCxnSpPr>
        <p:spPr>
          <a:xfrm>
            <a:off x="8501063" y="3384550"/>
            <a:ext cx="28479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26"/>
          <p:cNvCxnSpPr/>
          <p:nvPr/>
        </p:nvCxnSpPr>
        <p:spPr>
          <a:xfrm>
            <a:off x="8510588" y="3865563"/>
            <a:ext cx="28479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26"/>
          <p:cNvCxnSpPr/>
          <p:nvPr/>
        </p:nvCxnSpPr>
        <p:spPr>
          <a:xfrm>
            <a:off x="9221788" y="1476375"/>
            <a:ext cx="0" cy="2878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26"/>
          <p:cNvCxnSpPr/>
          <p:nvPr/>
        </p:nvCxnSpPr>
        <p:spPr>
          <a:xfrm>
            <a:off x="9928225" y="1493838"/>
            <a:ext cx="0" cy="28781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26"/>
          <p:cNvCxnSpPr/>
          <p:nvPr/>
        </p:nvCxnSpPr>
        <p:spPr>
          <a:xfrm>
            <a:off x="10634663" y="1482725"/>
            <a:ext cx="0" cy="2878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26"/>
          <p:cNvSpPr txBox="1"/>
          <p:nvPr/>
        </p:nvSpPr>
        <p:spPr>
          <a:xfrm>
            <a:off x="9034463" y="4332288"/>
            <a:ext cx="3524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aseline="3000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26"/>
          <p:cNvSpPr txBox="1"/>
          <p:nvPr/>
        </p:nvSpPr>
        <p:spPr>
          <a:xfrm>
            <a:off x="9742488" y="4333875"/>
            <a:ext cx="3524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aseline="3000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26"/>
          <p:cNvSpPr txBox="1"/>
          <p:nvPr/>
        </p:nvSpPr>
        <p:spPr>
          <a:xfrm>
            <a:off x="10433050" y="4337050"/>
            <a:ext cx="3524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aseline="3000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26"/>
          <p:cNvSpPr txBox="1"/>
          <p:nvPr/>
        </p:nvSpPr>
        <p:spPr>
          <a:xfrm>
            <a:off x="11155363" y="4340225"/>
            <a:ext cx="3524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baseline="3000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3" name="Google Shape;1013;p26"/>
          <p:cNvCxnSpPr/>
          <p:nvPr/>
        </p:nvCxnSpPr>
        <p:spPr>
          <a:xfrm>
            <a:off x="8332788" y="5965825"/>
            <a:ext cx="4318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26"/>
          <p:cNvCxnSpPr/>
          <p:nvPr/>
        </p:nvCxnSpPr>
        <p:spPr>
          <a:xfrm>
            <a:off x="8332788" y="5572125"/>
            <a:ext cx="431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26"/>
          <p:cNvCxnSpPr/>
          <p:nvPr/>
        </p:nvCxnSpPr>
        <p:spPr>
          <a:xfrm>
            <a:off x="8345488" y="5153025"/>
            <a:ext cx="393700" cy="0"/>
          </a:xfrm>
          <a:prstGeom prst="straightConnector1">
            <a:avLst/>
          </a:prstGeom>
          <a:noFill/>
          <a:ln cap="flat" cmpd="sng" w="28575">
            <a:solidFill>
              <a:srgbClr val="0099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16" name="Google Shape;1016;p26"/>
          <p:cNvSpPr txBox="1"/>
          <p:nvPr/>
        </p:nvSpPr>
        <p:spPr>
          <a:xfrm>
            <a:off x="8769350" y="4968875"/>
            <a:ext cx="1914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QAM256 (8 Mbps)</a:t>
            </a:r>
            <a:endParaRPr/>
          </a:p>
        </p:txBody>
      </p:sp>
      <p:sp>
        <p:nvSpPr>
          <p:cNvPr id="1017" name="Google Shape;1017;p26"/>
          <p:cNvSpPr txBox="1"/>
          <p:nvPr/>
        </p:nvSpPr>
        <p:spPr>
          <a:xfrm>
            <a:off x="8756650" y="5360988"/>
            <a:ext cx="1797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QAM16 (4 Mbps)</a:t>
            </a:r>
            <a:endParaRPr/>
          </a:p>
        </p:txBody>
      </p:sp>
      <p:sp>
        <p:nvSpPr>
          <p:cNvPr id="1018" name="Google Shape;1018;p26"/>
          <p:cNvSpPr txBox="1"/>
          <p:nvPr/>
        </p:nvSpPr>
        <p:spPr>
          <a:xfrm>
            <a:off x="8772525" y="5767388"/>
            <a:ext cx="15476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BPSK (1 Mbps)</a:t>
            </a:r>
            <a:endParaRPr/>
          </a:p>
        </p:txBody>
      </p:sp>
      <p:sp>
        <p:nvSpPr>
          <p:cNvPr id="1019" name="Google Shape;1019;p26"/>
          <p:cNvSpPr txBox="1"/>
          <p:nvPr/>
        </p:nvSpPr>
        <p:spPr>
          <a:xfrm>
            <a:off x="9442450" y="4532313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SNR(dB)</a:t>
            </a:r>
            <a:endParaRPr/>
          </a:p>
        </p:txBody>
      </p:sp>
      <p:sp>
        <p:nvSpPr>
          <p:cNvPr id="1020" name="Google Shape;1020;p26"/>
          <p:cNvSpPr txBox="1"/>
          <p:nvPr/>
        </p:nvSpPr>
        <p:spPr>
          <a:xfrm rot="-5400000">
            <a:off x="7633494" y="2805906"/>
            <a:ext cx="4841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BER</a:t>
            </a:r>
            <a:endParaRPr/>
          </a:p>
        </p:txBody>
      </p:sp>
      <p:sp>
        <p:nvSpPr>
          <p:cNvPr id="1021" name="Google Shape;1021;p26"/>
          <p:cNvSpPr txBox="1"/>
          <p:nvPr/>
        </p:nvSpPr>
        <p:spPr>
          <a:xfrm>
            <a:off x="7958138" y="1339850"/>
            <a:ext cx="442912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/>
          </a:p>
        </p:txBody>
      </p:sp>
      <p:sp>
        <p:nvSpPr>
          <p:cNvPr id="1022" name="Google Shape;1022;p26"/>
          <p:cNvSpPr txBox="1"/>
          <p:nvPr/>
        </p:nvSpPr>
        <p:spPr>
          <a:xfrm>
            <a:off x="7977188" y="1820863"/>
            <a:ext cx="442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sp>
        <p:nvSpPr>
          <p:cNvPr id="1023" name="Google Shape;1023;p26"/>
          <p:cNvSpPr txBox="1"/>
          <p:nvPr/>
        </p:nvSpPr>
        <p:spPr>
          <a:xfrm>
            <a:off x="7967663" y="2287588"/>
            <a:ext cx="442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1024" name="Google Shape;1024;p26"/>
          <p:cNvSpPr txBox="1"/>
          <p:nvPr/>
        </p:nvSpPr>
        <p:spPr>
          <a:xfrm>
            <a:off x="7977188" y="3221038"/>
            <a:ext cx="442912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endParaRPr/>
          </a:p>
        </p:txBody>
      </p:sp>
      <p:sp>
        <p:nvSpPr>
          <p:cNvPr id="1025" name="Google Shape;1025;p26"/>
          <p:cNvSpPr txBox="1"/>
          <p:nvPr/>
        </p:nvSpPr>
        <p:spPr>
          <a:xfrm>
            <a:off x="7981950" y="3702050"/>
            <a:ext cx="442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-6</a:t>
            </a:r>
            <a:endParaRPr/>
          </a:p>
        </p:txBody>
      </p:sp>
      <p:sp>
        <p:nvSpPr>
          <p:cNvPr id="1026" name="Google Shape;1026;p26"/>
          <p:cNvSpPr txBox="1"/>
          <p:nvPr/>
        </p:nvSpPr>
        <p:spPr>
          <a:xfrm>
            <a:off x="7972425" y="4197350"/>
            <a:ext cx="4429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-7</a:t>
            </a:r>
            <a:endParaRPr/>
          </a:p>
        </p:txBody>
      </p:sp>
      <p:sp>
        <p:nvSpPr>
          <p:cNvPr id="1027" name="Google Shape;1027;p26"/>
          <p:cNvSpPr txBox="1"/>
          <p:nvPr/>
        </p:nvSpPr>
        <p:spPr>
          <a:xfrm>
            <a:off x="7959725" y="2776538"/>
            <a:ext cx="442913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34" name="Google Shape;1034;p27"/>
          <p:cNvGrpSpPr/>
          <p:nvPr/>
        </p:nvGrpSpPr>
        <p:grpSpPr>
          <a:xfrm>
            <a:off x="3567113" y="2183416"/>
            <a:ext cx="627062" cy="642937"/>
            <a:chOff x="313" y="1497"/>
            <a:chExt cx="1152" cy="1014"/>
          </a:xfrm>
        </p:grpSpPr>
        <p:pic>
          <p:nvPicPr>
            <p:cNvPr descr="laptop_stylized_small" id="1035" name="Google Shape;103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36" name="Google Shape;103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7" name="Google Shape;1037;p27"/>
          <p:cNvSpPr/>
          <p:nvPr/>
        </p:nvSpPr>
        <p:spPr>
          <a:xfrm>
            <a:off x="2101850" y="2026253"/>
            <a:ext cx="2020888" cy="1085850"/>
          </a:xfrm>
          <a:custGeom>
            <a:rect b="b" l="l" r="r" t="t"/>
            <a:pathLst>
              <a:path extrusionOk="0" h="684" w="1273">
                <a:moveTo>
                  <a:pt x="9" y="675"/>
                </a:moveTo>
                <a:lnTo>
                  <a:pt x="316" y="0"/>
                </a:lnTo>
                <a:lnTo>
                  <a:pt x="461" y="228"/>
                </a:lnTo>
                <a:lnTo>
                  <a:pt x="510" y="119"/>
                </a:lnTo>
                <a:lnTo>
                  <a:pt x="631" y="467"/>
                </a:lnTo>
                <a:lnTo>
                  <a:pt x="667" y="391"/>
                </a:lnTo>
                <a:lnTo>
                  <a:pt x="739" y="464"/>
                </a:lnTo>
                <a:lnTo>
                  <a:pt x="1058" y="57"/>
                </a:lnTo>
                <a:lnTo>
                  <a:pt x="1273" y="684"/>
                </a:lnTo>
                <a:lnTo>
                  <a:pt x="0" y="674"/>
                </a:lnTo>
              </a:path>
            </a:pathLst>
          </a:custGeom>
          <a:gradFill>
            <a:gsLst>
              <a:gs pos="0">
                <a:srgbClr val="FFFFFF"/>
              </a:gs>
              <a:gs pos="100000">
                <a:srgbClr val="00CC66"/>
              </a:gs>
            </a:gsLst>
            <a:lin ang="5400000" scaled="0"/>
          </a:gra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8" name="Google Shape;1038;p27"/>
          <p:cNvCxnSpPr/>
          <p:nvPr/>
        </p:nvCxnSpPr>
        <p:spPr>
          <a:xfrm flipH="1" rot="10800000">
            <a:off x="3375025" y="3240691"/>
            <a:ext cx="998538" cy="16986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9" name="Google Shape;1039;p27"/>
          <p:cNvCxnSpPr/>
          <p:nvPr/>
        </p:nvCxnSpPr>
        <p:spPr>
          <a:xfrm>
            <a:off x="4048125" y="2761266"/>
            <a:ext cx="407988" cy="32226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0" name="Google Shape;1040;p27"/>
          <p:cNvSpPr txBox="1"/>
          <p:nvPr/>
        </p:nvSpPr>
        <p:spPr>
          <a:xfrm>
            <a:off x="2493963" y="3132741"/>
            <a:ext cx="3508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041" name="Google Shape;1041;p27"/>
          <p:cNvSpPr txBox="1"/>
          <p:nvPr/>
        </p:nvSpPr>
        <p:spPr>
          <a:xfrm>
            <a:off x="4967288" y="2905728"/>
            <a:ext cx="33813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042" name="Google Shape;1042;p27"/>
          <p:cNvSpPr txBox="1"/>
          <p:nvPr/>
        </p:nvSpPr>
        <p:spPr>
          <a:xfrm>
            <a:off x="4144963" y="2200878"/>
            <a:ext cx="35083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1043" name="Google Shape;1043;p27"/>
          <p:cNvSpPr/>
          <p:nvPr/>
        </p:nvSpPr>
        <p:spPr>
          <a:xfrm>
            <a:off x="881063" y="1346255"/>
            <a:ext cx="5372099" cy="4529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Hidden terminal problem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t/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t/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t/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t/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 A hear each other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B, C hear each other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A, C can not hear each other means A, C unaware of their interference at B</a:t>
            </a:r>
            <a:endParaRPr/>
          </a:p>
          <a:p>
            <a:pPr indent="-24765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4" name="Google Shape;1044;p27"/>
          <p:cNvGrpSpPr/>
          <p:nvPr/>
        </p:nvGrpSpPr>
        <p:grpSpPr>
          <a:xfrm>
            <a:off x="4329113" y="2732691"/>
            <a:ext cx="627062" cy="642937"/>
            <a:chOff x="313" y="1497"/>
            <a:chExt cx="1152" cy="1014"/>
          </a:xfrm>
        </p:grpSpPr>
        <p:pic>
          <p:nvPicPr>
            <p:cNvPr descr="laptop_stylized_small" id="1045" name="Google Shape;104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46" name="Google Shape;104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7" name="Google Shape;1047;p27"/>
          <p:cNvGrpSpPr/>
          <p:nvPr/>
        </p:nvGrpSpPr>
        <p:grpSpPr>
          <a:xfrm>
            <a:off x="2805113" y="2873978"/>
            <a:ext cx="627062" cy="644525"/>
            <a:chOff x="313" y="1497"/>
            <a:chExt cx="1152" cy="1014"/>
          </a:xfrm>
        </p:grpSpPr>
        <p:pic>
          <p:nvPicPr>
            <p:cNvPr descr="laptop_stylized_small" id="1048" name="Google Shape;1048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49" name="Google Shape;1049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0" name="Google Shape;1050;p27"/>
          <p:cNvGrpSpPr/>
          <p:nvPr/>
        </p:nvGrpSpPr>
        <p:grpSpPr>
          <a:xfrm>
            <a:off x="7153275" y="2333908"/>
            <a:ext cx="3659188" cy="2233612"/>
            <a:chOff x="7153275" y="1989138"/>
            <a:chExt cx="3659188" cy="2233612"/>
          </a:xfrm>
        </p:grpSpPr>
        <p:sp>
          <p:nvSpPr>
            <p:cNvPr id="1051" name="Google Shape;1051;p27"/>
            <p:cNvSpPr txBox="1"/>
            <p:nvPr/>
          </p:nvSpPr>
          <p:spPr>
            <a:xfrm>
              <a:off x="7153275" y="2127250"/>
              <a:ext cx="350838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052" name="Google Shape;1052;p27"/>
            <p:cNvSpPr txBox="1"/>
            <p:nvPr/>
          </p:nvSpPr>
          <p:spPr>
            <a:xfrm>
              <a:off x="9063038" y="2124075"/>
              <a:ext cx="328612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053" name="Google Shape;1053;p27"/>
            <p:cNvSpPr txBox="1"/>
            <p:nvPr/>
          </p:nvSpPr>
          <p:spPr>
            <a:xfrm>
              <a:off x="10244138" y="2166938"/>
              <a:ext cx="350837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1054" name="Google Shape;1054;p27"/>
            <p:cNvSpPr txBox="1"/>
            <p:nvPr/>
          </p:nvSpPr>
          <p:spPr>
            <a:xfrm>
              <a:off x="7226300" y="2954338"/>
              <a:ext cx="936625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A’s signal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strength</a:t>
              </a:r>
              <a:endParaRPr/>
            </a:p>
          </p:txBody>
        </p:sp>
        <p:cxnSp>
          <p:nvCxnSpPr>
            <p:cNvPr id="1055" name="Google Shape;1055;p27"/>
            <p:cNvCxnSpPr/>
            <p:nvPr/>
          </p:nvCxnSpPr>
          <p:spPr>
            <a:xfrm>
              <a:off x="7288213" y="3983038"/>
              <a:ext cx="3263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6" name="Google Shape;1056;p27"/>
            <p:cNvCxnSpPr/>
            <p:nvPr/>
          </p:nvCxnSpPr>
          <p:spPr>
            <a:xfrm>
              <a:off x="7234238" y="2803525"/>
              <a:ext cx="0" cy="11382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7" name="Google Shape;1057;p27"/>
            <p:cNvSpPr/>
            <p:nvPr/>
          </p:nvSpPr>
          <p:spPr>
            <a:xfrm>
              <a:off x="7316788" y="2859088"/>
              <a:ext cx="2995612" cy="1081087"/>
            </a:xfrm>
            <a:custGeom>
              <a:rect b="b" l="l" r="r" t="t"/>
              <a:pathLst>
                <a:path extrusionOk="0" h="681" w="1887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27"/>
            <p:cNvSpPr txBox="1"/>
            <p:nvPr/>
          </p:nvSpPr>
          <p:spPr>
            <a:xfrm>
              <a:off x="8572500" y="3946525"/>
              <a:ext cx="5937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space</a:t>
              </a:r>
              <a:endParaRPr/>
            </a:p>
          </p:txBody>
        </p:sp>
        <p:sp>
          <p:nvSpPr>
            <p:cNvPr id="1059" name="Google Shape;1059;p27"/>
            <p:cNvSpPr/>
            <p:nvPr/>
          </p:nvSpPr>
          <p:spPr>
            <a:xfrm flipH="1">
              <a:off x="7412038" y="2828925"/>
              <a:ext cx="2995612" cy="1081088"/>
            </a:xfrm>
            <a:custGeom>
              <a:rect b="b" l="l" r="r" t="t"/>
              <a:pathLst>
                <a:path extrusionOk="0" h="681" w="1887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cap="flat" cmpd="sng" w="38100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7"/>
            <p:cNvSpPr txBox="1"/>
            <p:nvPr/>
          </p:nvSpPr>
          <p:spPr>
            <a:xfrm>
              <a:off x="9853613" y="2882900"/>
              <a:ext cx="9588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33CC"/>
                  </a:solidFill>
                  <a:latin typeface="Arial"/>
                  <a:ea typeface="Arial"/>
                  <a:cs typeface="Arial"/>
                  <a:sym typeface="Arial"/>
                </a:rPr>
                <a:t>C’s signal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33CC"/>
                  </a:solidFill>
                  <a:latin typeface="Arial"/>
                  <a:ea typeface="Arial"/>
                  <a:cs typeface="Arial"/>
                  <a:sym typeface="Arial"/>
                </a:rPr>
                <a:t>strength</a:t>
              </a:r>
              <a:endParaRPr/>
            </a:p>
          </p:txBody>
        </p:sp>
        <p:cxnSp>
          <p:nvCxnSpPr>
            <p:cNvPr id="1061" name="Google Shape;1061;p27"/>
            <p:cNvCxnSpPr/>
            <p:nvPr/>
          </p:nvCxnSpPr>
          <p:spPr>
            <a:xfrm flipH="1">
              <a:off x="7613650" y="2690813"/>
              <a:ext cx="26988" cy="12636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27"/>
            <p:cNvCxnSpPr/>
            <p:nvPr/>
          </p:nvCxnSpPr>
          <p:spPr>
            <a:xfrm>
              <a:off x="8834438" y="2759075"/>
              <a:ext cx="0" cy="12080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27"/>
            <p:cNvCxnSpPr/>
            <p:nvPr/>
          </p:nvCxnSpPr>
          <p:spPr>
            <a:xfrm>
              <a:off x="9915525" y="2743200"/>
              <a:ext cx="0" cy="1181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grpSp>
          <p:nvGrpSpPr>
            <p:cNvPr id="1064" name="Google Shape;1064;p27"/>
            <p:cNvGrpSpPr/>
            <p:nvPr/>
          </p:nvGrpSpPr>
          <p:grpSpPr>
            <a:xfrm>
              <a:off x="7340600" y="1989138"/>
              <a:ext cx="627063" cy="642937"/>
              <a:chOff x="313" y="1497"/>
              <a:chExt cx="1152" cy="1014"/>
            </a:xfrm>
          </p:grpSpPr>
          <p:pic>
            <p:nvPicPr>
              <p:cNvPr descr="laptop_stylized_small" id="1065" name="Google Shape;1065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066" name="Google Shape;1066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67" name="Google Shape;1067;p27"/>
            <p:cNvGrpSpPr/>
            <p:nvPr/>
          </p:nvGrpSpPr>
          <p:grpSpPr>
            <a:xfrm>
              <a:off x="8529638" y="2028825"/>
              <a:ext cx="627062" cy="644525"/>
              <a:chOff x="313" y="1497"/>
              <a:chExt cx="1152" cy="1014"/>
            </a:xfrm>
          </p:grpSpPr>
          <p:pic>
            <p:nvPicPr>
              <p:cNvPr descr="laptop_stylized_small" id="1068" name="Google Shape;1068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069" name="Google Shape;1069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70" name="Google Shape;1070;p27"/>
          <p:cNvGrpSpPr/>
          <p:nvPr/>
        </p:nvGrpSpPr>
        <p:grpSpPr>
          <a:xfrm>
            <a:off x="9605963" y="1958975"/>
            <a:ext cx="627062" cy="642938"/>
            <a:chOff x="313" y="1497"/>
            <a:chExt cx="1152" cy="1014"/>
          </a:xfrm>
        </p:grpSpPr>
        <p:pic>
          <p:nvPicPr>
            <p:cNvPr descr="laptop_stylized_small" id="1071" name="Google Shape;107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072" name="Google Shape;107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3" name="Google Shape;1073;p27"/>
          <p:cNvSpPr/>
          <p:nvPr/>
        </p:nvSpPr>
        <p:spPr>
          <a:xfrm>
            <a:off x="6517532" y="1346255"/>
            <a:ext cx="5591537" cy="5096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Attenuation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also causes “hidden terminals”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A hear each other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 C hear each other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 C can not hear each other interfering at B</a:t>
            </a:r>
            <a:endParaRPr/>
          </a:p>
        </p:txBody>
      </p:sp>
      <p:sp>
        <p:nvSpPr>
          <p:cNvPr id="1074" name="Google Shape;1074;p27"/>
          <p:cNvSpPr txBox="1"/>
          <p:nvPr>
            <p:ph type="title"/>
          </p:nvPr>
        </p:nvSpPr>
        <p:spPr>
          <a:xfrm>
            <a:off x="804863" y="25155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Wireless link characteristics: hidden terminals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2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7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081" name="Google Shape;10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34" y="6599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082" name="Google Shape;1082;p28"/>
          <p:cNvSpPr txBox="1"/>
          <p:nvPr/>
        </p:nvSpPr>
        <p:spPr>
          <a:xfrm>
            <a:off x="916765" y="2251719"/>
            <a:ext cx="5571867" cy="92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8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083" name="Google Shape;1083;p28"/>
          <p:cNvSpPr txBox="1"/>
          <p:nvPr/>
        </p:nvSpPr>
        <p:spPr>
          <a:xfrm>
            <a:off x="762000" y="3068638"/>
            <a:ext cx="4826000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Wireless links and network characteristics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CDMA: code division multiple access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WiFi: 802.11 wireless LANs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Bluetooth</a:t>
            </a:r>
            <a:endParaRPr/>
          </a:p>
        </p:txBody>
      </p:sp>
      <p:sp>
        <p:nvSpPr>
          <p:cNvPr id="1084" name="Google Shape;1084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9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Code Division Multiple Access (CDMA)</a:t>
            </a:r>
            <a:endParaRPr/>
          </a:p>
        </p:txBody>
      </p:sp>
      <p:sp>
        <p:nvSpPr>
          <p:cNvPr id="1091" name="Google Shape;1091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2" name="Google Shape;1092;p29"/>
          <p:cNvSpPr txBox="1"/>
          <p:nvPr/>
        </p:nvSpPr>
        <p:spPr>
          <a:xfrm>
            <a:off x="762289" y="1306802"/>
            <a:ext cx="1062614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 “code” assigned to each user; i.e., code set partitioning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users share same frequency, but each user has own “chipping” sequence (i.e., code) to encode data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multiple users to “coexist” and transmit simultaneously with minimal interference (if codes are “orthogonal”)</a:t>
            </a:r>
            <a:endParaRPr/>
          </a:p>
          <a:p>
            <a:pPr indent="-341313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encoding: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product: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(original data) X (chipping sequence)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4013" lvl="0" marL="354013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decoding: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summed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inner-product: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(encoded data) X (chipping sequence)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8113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0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CDMA encode/decode</a:t>
            </a:r>
            <a:endParaRPr/>
          </a:p>
        </p:txBody>
      </p:sp>
      <p:sp>
        <p:nvSpPr>
          <p:cNvPr id="1099" name="Google Shape;1099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00" name="Google Shape;1100;p30"/>
          <p:cNvCxnSpPr/>
          <p:nvPr/>
        </p:nvCxnSpPr>
        <p:spPr>
          <a:xfrm>
            <a:off x="4451350" y="1410795"/>
            <a:ext cx="0" cy="1624013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30"/>
          <p:cNvCxnSpPr/>
          <p:nvPr/>
        </p:nvCxnSpPr>
        <p:spPr>
          <a:xfrm>
            <a:off x="5508625" y="1386983"/>
            <a:ext cx="0" cy="1624012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02" name="Google Shape;1102;p30"/>
          <p:cNvSpPr txBox="1"/>
          <p:nvPr/>
        </p:nvSpPr>
        <p:spPr>
          <a:xfrm>
            <a:off x="3621088" y="2818908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 1</a:t>
            </a:r>
            <a:endParaRPr/>
          </a:p>
        </p:txBody>
      </p:sp>
      <p:sp>
        <p:nvSpPr>
          <p:cNvPr id="1103" name="Google Shape;1103;p30"/>
          <p:cNvSpPr txBox="1"/>
          <p:nvPr/>
        </p:nvSpPr>
        <p:spPr>
          <a:xfrm>
            <a:off x="4640263" y="2823670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 0</a:t>
            </a:r>
            <a:endParaRPr/>
          </a:p>
        </p:txBody>
      </p:sp>
      <p:grpSp>
        <p:nvGrpSpPr>
          <p:cNvPr id="1104" name="Google Shape;1104;p30"/>
          <p:cNvGrpSpPr/>
          <p:nvPr/>
        </p:nvGrpSpPr>
        <p:grpSpPr>
          <a:xfrm>
            <a:off x="3316288" y="1320308"/>
            <a:ext cx="1254125" cy="1624012"/>
            <a:chOff x="1313" y="921"/>
            <a:chExt cx="790" cy="1023"/>
          </a:xfrm>
        </p:grpSpPr>
        <p:cxnSp>
          <p:nvCxnSpPr>
            <p:cNvPr id="1105" name="Google Shape;1105;p30"/>
            <p:cNvCxnSpPr/>
            <p:nvPr/>
          </p:nvCxnSpPr>
          <p:spPr>
            <a:xfrm>
              <a:off x="1350" y="921"/>
              <a:ext cx="0" cy="1023"/>
            </a:xfrm>
            <a:prstGeom prst="straightConnector1">
              <a:avLst/>
            </a:prstGeom>
            <a:noFill/>
            <a:ln cap="flat" cmpd="sng" w="12700">
              <a:solidFill>
                <a:srgbClr val="3333CC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106" name="Google Shape;1106;p30"/>
            <p:cNvSpPr/>
            <p:nvPr/>
          </p:nvSpPr>
          <p:spPr>
            <a:xfrm>
              <a:off x="1350" y="1218"/>
              <a:ext cx="678" cy="135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30"/>
            <p:cNvSpPr txBox="1"/>
            <p:nvPr/>
          </p:nvSpPr>
          <p:spPr>
            <a:xfrm>
              <a:off x="1436" y="1194"/>
              <a:ext cx="40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-1</a:t>
              </a:r>
              <a:endParaRPr/>
            </a:p>
          </p:txBody>
        </p:sp>
        <p:grpSp>
          <p:nvGrpSpPr>
            <p:cNvPr id="1108" name="Google Shape;1108;p30"/>
            <p:cNvGrpSpPr/>
            <p:nvPr/>
          </p:nvGrpSpPr>
          <p:grpSpPr>
            <a:xfrm>
              <a:off x="1313" y="1534"/>
              <a:ext cx="790" cy="307"/>
              <a:chOff x="1313" y="1534"/>
              <a:chExt cx="790" cy="307"/>
            </a:xfrm>
          </p:grpSpPr>
          <p:sp>
            <p:nvSpPr>
              <p:cNvPr id="1109" name="Google Shape;1109;p30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110" name="Google Shape;1110;p30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111" name="Google Shape;1111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2" name="Google Shape;1112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3" name="Google Shape;1113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14" name="Google Shape;1114;p30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115" name="Google Shape;1115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6" name="Google Shape;1116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7" name="Google Shape;1117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18" name="Google Shape;1118;p30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30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30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21" name="Google Shape;1121;p30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22" name="Google Shape;1122;p30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123" name="Google Shape;1123;p30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124" name="Google Shape;1124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25" name="Google Shape;1125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26" name="Google Shape;1126;p30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127" name="Google Shape;1127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28" name="Google Shape;1128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29" name="Google Shape;1129;p30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130" name="Google Shape;1130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31" name="Google Shape;1131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32" name="Google Shape;1132;p30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133" name="Google Shape;1133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34" name="Google Shape;1134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</p:grpSp>
      <p:sp>
        <p:nvSpPr>
          <p:cNvPr id="1135" name="Google Shape;1135;p30"/>
          <p:cNvSpPr/>
          <p:nvPr/>
        </p:nvSpPr>
        <p:spPr>
          <a:xfrm>
            <a:off x="5903913" y="1714008"/>
            <a:ext cx="419100" cy="423862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0"/>
          <p:cNvSpPr txBox="1"/>
          <p:nvPr/>
        </p:nvSpPr>
        <p:spPr>
          <a:xfrm>
            <a:off x="5530850" y="1302845"/>
            <a:ext cx="11977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i,m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30000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cxnSp>
        <p:nvCxnSpPr>
          <p:cNvPr id="1137" name="Google Shape;1137;p30"/>
          <p:cNvCxnSpPr/>
          <p:nvPr/>
        </p:nvCxnSpPr>
        <p:spPr>
          <a:xfrm>
            <a:off x="5551488" y="1844183"/>
            <a:ext cx="319087" cy="4762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8" name="Google Shape;1138;p30"/>
          <p:cNvCxnSpPr/>
          <p:nvPr/>
        </p:nvCxnSpPr>
        <p:spPr>
          <a:xfrm flipH="1" rot="10800000">
            <a:off x="5565775" y="2109295"/>
            <a:ext cx="403225" cy="430213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39" name="Google Shape;1139;p30"/>
          <p:cNvGrpSpPr/>
          <p:nvPr/>
        </p:nvGrpSpPr>
        <p:grpSpPr>
          <a:xfrm>
            <a:off x="4373563" y="1553670"/>
            <a:ext cx="1254125" cy="1236663"/>
            <a:chOff x="1979" y="1068"/>
            <a:chExt cx="790" cy="779"/>
          </a:xfrm>
        </p:grpSpPr>
        <p:sp>
          <p:nvSpPr>
            <p:cNvPr id="1140" name="Google Shape;1140;p30"/>
            <p:cNvSpPr/>
            <p:nvPr/>
          </p:nvSpPr>
          <p:spPr>
            <a:xfrm>
              <a:off x="2028" y="1092"/>
              <a:ext cx="669" cy="135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30"/>
            <p:cNvSpPr txBox="1"/>
            <p:nvPr/>
          </p:nvSpPr>
          <p:spPr>
            <a:xfrm>
              <a:off x="2186" y="1068"/>
              <a:ext cx="368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1</a:t>
              </a:r>
              <a:endParaRPr/>
            </a:p>
          </p:txBody>
        </p:sp>
        <p:grpSp>
          <p:nvGrpSpPr>
            <p:cNvPr id="1142" name="Google Shape;1142;p30"/>
            <p:cNvGrpSpPr/>
            <p:nvPr/>
          </p:nvGrpSpPr>
          <p:grpSpPr>
            <a:xfrm>
              <a:off x="1979" y="1540"/>
              <a:ext cx="790" cy="307"/>
              <a:chOff x="1313" y="1534"/>
              <a:chExt cx="790" cy="307"/>
            </a:xfrm>
          </p:grpSpPr>
          <p:sp>
            <p:nvSpPr>
              <p:cNvPr id="1143" name="Google Shape;1143;p30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144" name="Google Shape;1144;p30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145" name="Google Shape;1145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46" name="Google Shape;1146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7" name="Google Shape;1147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48" name="Google Shape;1148;p30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149" name="Google Shape;1149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50" name="Google Shape;1150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51" name="Google Shape;1151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52" name="Google Shape;1152;p30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30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30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55" name="Google Shape;1155;p30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56" name="Google Shape;1156;p30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157" name="Google Shape;1157;p30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158" name="Google Shape;1158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59" name="Google Shape;1159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60" name="Google Shape;1160;p30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161" name="Google Shape;1161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62" name="Google Shape;1162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63" name="Google Shape;1163;p30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164" name="Google Shape;1164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65" name="Google Shape;1165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166" name="Google Shape;1166;p30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167" name="Google Shape;1167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168" name="Google Shape;1168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</p:grpSp>
      <p:grpSp>
        <p:nvGrpSpPr>
          <p:cNvPr id="1169" name="Google Shape;1169;p30"/>
          <p:cNvGrpSpPr/>
          <p:nvPr/>
        </p:nvGrpSpPr>
        <p:grpSpPr>
          <a:xfrm>
            <a:off x="7693025" y="1688608"/>
            <a:ext cx="1254125" cy="487362"/>
            <a:chOff x="1313" y="1534"/>
            <a:chExt cx="790" cy="307"/>
          </a:xfrm>
        </p:grpSpPr>
        <p:sp>
          <p:nvSpPr>
            <p:cNvPr id="1170" name="Google Shape;1170;p30"/>
            <p:cNvSpPr txBox="1"/>
            <p:nvPr/>
          </p:nvSpPr>
          <p:spPr>
            <a:xfrm>
              <a:off x="1313" y="1534"/>
              <a:ext cx="19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grpSp>
          <p:nvGrpSpPr>
            <p:cNvPr id="1171" name="Google Shape;1171;p30"/>
            <p:cNvGrpSpPr/>
            <p:nvPr/>
          </p:nvGrpSpPr>
          <p:grpSpPr>
            <a:xfrm>
              <a:off x="1353" y="1539"/>
              <a:ext cx="258" cy="147"/>
              <a:chOff x="1353" y="1539"/>
              <a:chExt cx="258" cy="144"/>
            </a:xfrm>
          </p:grpSpPr>
          <p:sp>
            <p:nvSpPr>
              <p:cNvPr id="1172" name="Google Shape;1172;p30"/>
              <p:cNvSpPr/>
              <p:nvPr/>
            </p:nvSpPr>
            <p:spPr>
              <a:xfrm>
                <a:off x="1353" y="1539"/>
                <a:ext cx="258" cy="144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73" name="Google Shape;1173;p30"/>
              <p:cNvCxnSpPr/>
              <p:nvPr/>
            </p:nvCxnSpPr>
            <p:spPr>
              <a:xfrm>
                <a:off x="1521" y="1542"/>
                <a:ext cx="0" cy="13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4" name="Google Shape;1174;p30"/>
              <p:cNvCxnSpPr/>
              <p:nvPr/>
            </p:nvCxnSpPr>
            <p:spPr>
              <a:xfrm>
                <a:off x="1437" y="1545"/>
                <a:ext cx="0" cy="13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75" name="Google Shape;1175;p30"/>
            <p:cNvGrpSpPr/>
            <p:nvPr/>
          </p:nvGrpSpPr>
          <p:grpSpPr>
            <a:xfrm>
              <a:off x="1773" y="1686"/>
              <a:ext cx="258" cy="144"/>
              <a:chOff x="1353" y="1539"/>
              <a:chExt cx="258" cy="144"/>
            </a:xfrm>
          </p:grpSpPr>
          <p:sp>
            <p:nvSpPr>
              <p:cNvPr id="1176" name="Google Shape;1176;p30"/>
              <p:cNvSpPr/>
              <p:nvPr/>
            </p:nvSpPr>
            <p:spPr>
              <a:xfrm>
                <a:off x="1353" y="1539"/>
                <a:ext cx="258" cy="144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77" name="Google Shape;1177;p30"/>
              <p:cNvCxnSpPr/>
              <p:nvPr/>
            </p:nvCxnSpPr>
            <p:spPr>
              <a:xfrm>
                <a:off x="1521" y="1542"/>
                <a:ext cx="0" cy="13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8" name="Google Shape;1178;p30"/>
              <p:cNvCxnSpPr/>
              <p:nvPr/>
            </p:nvCxnSpPr>
            <p:spPr>
              <a:xfrm>
                <a:off x="1437" y="1545"/>
                <a:ext cx="0" cy="13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79" name="Google Shape;1179;p30"/>
            <p:cNvSpPr/>
            <p:nvPr/>
          </p:nvSpPr>
          <p:spPr>
            <a:xfrm>
              <a:off x="1611" y="1686"/>
              <a:ext cx="81" cy="144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30"/>
            <p:cNvSpPr/>
            <p:nvPr/>
          </p:nvSpPr>
          <p:spPr>
            <a:xfrm>
              <a:off x="1692" y="1536"/>
              <a:ext cx="81" cy="15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30"/>
            <p:cNvSpPr txBox="1"/>
            <p:nvPr/>
          </p:nvSpPr>
          <p:spPr>
            <a:xfrm>
              <a:off x="1391" y="1534"/>
              <a:ext cx="19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182" name="Google Shape;1182;p30"/>
            <p:cNvSpPr txBox="1"/>
            <p:nvPr/>
          </p:nvSpPr>
          <p:spPr>
            <a:xfrm>
              <a:off x="1478" y="1534"/>
              <a:ext cx="19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183" name="Google Shape;1183;p30"/>
            <p:cNvSpPr txBox="1"/>
            <p:nvPr/>
          </p:nvSpPr>
          <p:spPr>
            <a:xfrm>
              <a:off x="1652" y="1540"/>
              <a:ext cx="19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grpSp>
          <p:nvGrpSpPr>
            <p:cNvPr id="1184" name="Google Shape;1184;p30"/>
            <p:cNvGrpSpPr/>
            <p:nvPr/>
          </p:nvGrpSpPr>
          <p:grpSpPr>
            <a:xfrm>
              <a:off x="1565" y="1684"/>
              <a:ext cx="211" cy="157"/>
              <a:chOff x="857" y="1909"/>
              <a:chExt cx="211" cy="157"/>
            </a:xfrm>
          </p:grpSpPr>
          <p:sp>
            <p:nvSpPr>
              <p:cNvPr id="1185" name="Google Shape;1185;p30"/>
              <p:cNvSpPr txBox="1"/>
              <p:nvPr/>
            </p:nvSpPr>
            <p:spPr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86" name="Google Shape;1186;p30"/>
              <p:cNvSpPr txBox="1"/>
              <p:nvPr/>
            </p:nvSpPr>
            <p:spPr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grpSp>
          <p:nvGrpSpPr>
            <p:cNvPr id="1187" name="Google Shape;1187;p30"/>
            <p:cNvGrpSpPr/>
            <p:nvPr/>
          </p:nvGrpSpPr>
          <p:grpSpPr>
            <a:xfrm>
              <a:off x="1730" y="1684"/>
              <a:ext cx="211" cy="157"/>
              <a:chOff x="857" y="1909"/>
              <a:chExt cx="211" cy="157"/>
            </a:xfrm>
          </p:grpSpPr>
          <p:sp>
            <p:nvSpPr>
              <p:cNvPr id="1188" name="Google Shape;1188;p30"/>
              <p:cNvSpPr txBox="1"/>
              <p:nvPr/>
            </p:nvSpPr>
            <p:spPr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89" name="Google Shape;1189;p30"/>
              <p:cNvSpPr txBox="1"/>
              <p:nvPr/>
            </p:nvSpPr>
            <p:spPr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grpSp>
          <p:nvGrpSpPr>
            <p:cNvPr id="1190" name="Google Shape;1190;p30"/>
            <p:cNvGrpSpPr/>
            <p:nvPr/>
          </p:nvGrpSpPr>
          <p:grpSpPr>
            <a:xfrm>
              <a:off x="1808" y="1684"/>
              <a:ext cx="211" cy="157"/>
              <a:chOff x="857" y="1909"/>
              <a:chExt cx="211" cy="157"/>
            </a:xfrm>
          </p:grpSpPr>
          <p:sp>
            <p:nvSpPr>
              <p:cNvPr id="1191" name="Google Shape;1191;p30"/>
              <p:cNvSpPr txBox="1"/>
              <p:nvPr/>
            </p:nvSpPr>
            <p:spPr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92" name="Google Shape;1192;p30"/>
              <p:cNvSpPr txBox="1"/>
              <p:nvPr/>
            </p:nvSpPr>
            <p:spPr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grpSp>
          <p:nvGrpSpPr>
            <p:cNvPr id="1193" name="Google Shape;1193;p30"/>
            <p:cNvGrpSpPr/>
            <p:nvPr/>
          </p:nvGrpSpPr>
          <p:grpSpPr>
            <a:xfrm>
              <a:off x="1892" y="1681"/>
              <a:ext cx="211" cy="157"/>
              <a:chOff x="857" y="1909"/>
              <a:chExt cx="211" cy="157"/>
            </a:xfrm>
          </p:grpSpPr>
          <p:sp>
            <p:nvSpPr>
              <p:cNvPr id="1194" name="Google Shape;1194;p30"/>
              <p:cNvSpPr txBox="1"/>
              <p:nvPr/>
            </p:nvSpPr>
            <p:spPr>
              <a:xfrm>
                <a:off x="872" y="191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195" name="Google Shape;1195;p30"/>
              <p:cNvSpPr txBox="1"/>
              <p:nvPr/>
            </p:nvSpPr>
            <p:spPr>
              <a:xfrm>
                <a:off x="857" y="1909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</p:grpSp>
      <p:grpSp>
        <p:nvGrpSpPr>
          <p:cNvPr id="1196" name="Google Shape;1196;p30"/>
          <p:cNvGrpSpPr/>
          <p:nvPr/>
        </p:nvGrpSpPr>
        <p:grpSpPr>
          <a:xfrm>
            <a:off x="6592888" y="1688608"/>
            <a:ext cx="1249362" cy="487362"/>
            <a:chOff x="4928" y="1534"/>
            <a:chExt cx="787" cy="307"/>
          </a:xfrm>
        </p:grpSpPr>
        <p:grpSp>
          <p:nvGrpSpPr>
            <p:cNvPr id="1197" name="Google Shape;1197;p30"/>
            <p:cNvGrpSpPr/>
            <p:nvPr/>
          </p:nvGrpSpPr>
          <p:grpSpPr>
            <a:xfrm>
              <a:off x="5354" y="1534"/>
              <a:ext cx="361" cy="154"/>
              <a:chOff x="5009" y="1132"/>
              <a:chExt cx="361" cy="154"/>
            </a:xfrm>
          </p:grpSpPr>
          <p:sp>
            <p:nvSpPr>
              <p:cNvPr id="1198" name="Google Shape;1198;p30"/>
              <p:cNvSpPr txBox="1"/>
              <p:nvPr/>
            </p:nvSpPr>
            <p:spPr>
              <a:xfrm>
                <a:off x="5009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199" name="Google Shape;1199;p30"/>
              <p:cNvGrpSpPr/>
              <p:nvPr/>
            </p:nvGrpSpPr>
            <p:grpSpPr>
              <a:xfrm>
                <a:off x="5049" y="1137"/>
                <a:ext cx="258" cy="147"/>
                <a:chOff x="1353" y="1539"/>
                <a:chExt cx="258" cy="144"/>
              </a:xfrm>
            </p:grpSpPr>
            <p:sp>
              <p:nvSpPr>
                <p:cNvPr id="1200" name="Google Shape;1200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01" name="Google Shape;1201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02" name="Google Shape;1202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03" name="Google Shape;1203;p30"/>
              <p:cNvSpPr txBox="1"/>
              <p:nvPr/>
            </p:nvSpPr>
            <p:spPr>
              <a:xfrm>
                <a:off x="5087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204" name="Google Shape;1204;p30"/>
              <p:cNvSpPr txBox="1"/>
              <p:nvPr/>
            </p:nvSpPr>
            <p:spPr>
              <a:xfrm>
                <a:off x="5174" y="1132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1205" name="Google Shape;1205;p30"/>
            <p:cNvGrpSpPr/>
            <p:nvPr/>
          </p:nvGrpSpPr>
          <p:grpSpPr>
            <a:xfrm>
              <a:off x="4928" y="1536"/>
              <a:ext cx="550" cy="305"/>
              <a:chOff x="5114" y="1518"/>
              <a:chExt cx="550" cy="305"/>
            </a:xfrm>
          </p:grpSpPr>
          <p:grpSp>
            <p:nvGrpSpPr>
              <p:cNvPr id="1206" name="Google Shape;1206;p30"/>
              <p:cNvGrpSpPr/>
              <p:nvPr/>
            </p:nvGrpSpPr>
            <p:grpSpPr>
              <a:xfrm>
                <a:off x="5375" y="1518"/>
                <a:ext cx="196" cy="158"/>
                <a:chOff x="5378" y="1518"/>
                <a:chExt cx="196" cy="158"/>
              </a:xfrm>
            </p:grpSpPr>
            <p:sp>
              <p:nvSpPr>
                <p:cNvPr id="1207" name="Google Shape;1207;p30"/>
                <p:cNvSpPr/>
                <p:nvPr/>
              </p:nvSpPr>
              <p:spPr>
                <a:xfrm>
                  <a:off x="5418" y="1518"/>
                  <a:ext cx="81" cy="15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8" name="Google Shape;1208;p30"/>
                <p:cNvSpPr txBox="1"/>
                <p:nvPr/>
              </p:nvSpPr>
              <p:spPr>
                <a:xfrm>
                  <a:off x="5378" y="152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209" name="Google Shape;1209;p30"/>
              <p:cNvGrpSpPr/>
              <p:nvPr/>
            </p:nvGrpSpPr>
            <p:grpSpPr>
              <a:xfrm>
                <a:off x="5453" y="1666"/>
                <a:ext cx="211" cy="157"/>
                <a:chOff x="5261" y="1282"/>
                <a:chExt cx="211" cy="157"/>
              </a:xfrm>
            </p:grpSpPr>
            <p:sp>
              <p:nvSpPr>
                <p:cNvPr id="1210" name="Google Shape;1210;p30"/>
                <p:cNvSpPr/>
                <p:nvPr/>
              </p:nvSpPr>
              <p:spPr>
                <a:xfrm>
                  <a:off x="5307" y="1284"/>
                  <a:ext cx="81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211" name="Google Shape;1211;p30"/>
                <p:cNvGrpSpPr/>
                <p:nvPr/>
              </p:nvGrpSpPr>
              <p:grpSpPr>
                <a:xfrm>
                  <a:off x="5261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1212" name="Google Shape;1212;p30"/>
                  <p:cNvSpPr txBox="1"/>
                  <p:nvPr/>
                </p:nvSpPr>
                <p:spPr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1213" name="Google Shape;1213;p30"/>
                  <p:cNvSpPr txBox="1"/>
                  <p:nvPr/>
                </p:nvSpPr>
                <p:spPr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-</a:t>
                    </a:r>
                    <a:endParaRPr/>
                  </a:p>
                </p:txBody>
              </p:sp>
            </p:grpSp>
          </p:grpSp>
          <p:grpSp>
            <p:nvGrpSpPr>
              <p:cNvPr id="1214" name="Google Shape;1214;p30"/>
              <p:cNvGrpSpPr/>
              <p:nvPr/>
            </p:nvGrpSpPr>
            <p:grpSpPr>
              <a:xfrm>
                <a:off x="5114" y="1663"/>
                <a:ext cx="373" cy="160"/>
                <a:chOff x="5426" y="1279"/>
                <a:chExt cx="373" cy="160"/>
              </a:xfrm>
            </p:grpSpPr>
            <p:grpSp>
              <p:nvGrpSpPr>
                <p:cNvPr id="1215" name="Google Shape;1215;p30"/>
                <p:cNvGrpSpPr/>
                <p:nvPr/>
              </p:nvGrpSpPr>
              <p:grpSpPr>
                <a:xfrm>
                  <a:off x="5469" y="1284"/>
                  <a:ext cx="258" cy="144"/>
                  <a:chOff x="1353" y="1539"/>
                  <a:chExt cx="258" cy="144"/>
                </a:xfrm>
              </p:grpSpPr>
              <p:sp>
                <p:nvSpPr>
                  <p:cNvPr id="1216" name="Google Shape;1216;p30"/>
                  <p:cNvSpPr/>
                  <p:nvPr/>
                </p:nvSpPr>
                <p:spPr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217" name="Google Shape;1217;p30"/>
                  <p:cNvCxnSpPr/>
                  <p:nvPr/>
                </p:nvCxnSpPr>
                <p:spPr>
                  <a:xfrm>
                    <a:off x="1521" y="1542"/>
                    <a:ext cx="0" cy="13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18" name="Google Shape;1218;p30"/>
                  <p:cNvCxnSpPr/>
                  <p:nvPr/>
                </p:nvCxnSpPr>
                <p:spPr>
                  <a:xfrm>
                    <a:off x="1437" y="1545"/>
                    <a:ext cx="0" cy="13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1219" name="Google Shape;1219;p30"/>
                <p:cNvGrpSpPr/>
                <p:nvPr/>
              </p:nvGrpSpPr>
              <p:grpSpPr>
                <a:xfrm>
                  <a:off x="5426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1220" name="Google Shape;1220;p30"/>
                  <p:cNvSpPr txBox="1"/>
                  <p:nvPr/>
                </p:nvSpPr>
                <p:spPr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1221" name="Google Shape;1221;p30"/>
                  <p:cNvSpPr txBox="1"/>
                  <p:nvPr/>
                </p:nvSpPr>
                <p:spPr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-</a:t>
                    </a:r>
                    <a:endParaRPr/>
                  </a:p>
                </p:txBody>
              </p:sp>
            </p:grpSp>
            <p:grpSp>
              <p:nvGrpSpPr>
                <p:cNvPr id="1222" name="Google Shape;1222;p30"/>
                <p:cNvGrpSpPr/>
                <p:nvPr/>
              </p:nvGrpSpPr>
              <p:grpSpPr>
                <a:xfrm>
                  <a:off x="5504" y="1282"/>
                  <a:ext cx="211" cy="157"/>
                  <a:chOff x="857" y="1909"/>
                  <a:chExt cx="211" cy="157"/>
                </a:xfrm>
              </p:grpSpPr>
              <p:sp>
                <p:nvSpPr>
                  <p:cNvPr id="1223" name="Google Shape;1223;p30"/>
                  <p:cNvSpPr txBox="1"/>
                  <p:nvPr/>
                </p:nvSpPr>
                <p:spPr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1224" name="Google Shape;1224;p30"/>
                  <p:cNvSpPr txBox="1"/>
                  <p:nvPr/>
                </p:nvSpPr>
                <p:spPr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-</a:t>
                    </a:r>
                    <a:endParaRPr/>
                  </a:p>
                </p:txBody>
              </p:sp>
            </p:grpSp>
            <p:grpSp>
              <p:nvGrpSpPr>
                <p:cNvPr id="1225" name="Google Shape;1225;p30"/>
                <p:cNvGrpSpPr/>
                <p:nvPr/>
              </p:nvGrpSpPr>
              <p:grpSpPr>
                <a:xfrm>
                  <a:off x="5588" y="1279"/>
                  <a:ext cx="211" cy="157"/>
                  <a:chOff x="857" y="1909"/>
                  <a:chExt cx="211" cy="157"/>
                </a:xfrm>
              </p:grpSpPr>
              <p:sp>
                <p:nvSpPr>
                  <p:cNvPr id="1226" name="Google Shape;1226;p30"/>
                  <p:cNvSpPr txBox="1"/>
                  <p:nvPr/>
                </p:nvSpPr>
                <p:spPr>
                  <a:xfrm>
                    <a:off x="872" y="191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1227" name="Google Shape;1227;p30"/>
                  <p:cNvSpPr txBox="1"/>
                  <p:nvPr/>
                </p:nvSpPr>
                <p:spPr>
                  <a:xfrm>
                    <a:off x="857" y="1909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-</a:t>
                    </a:r>
                    <a:endParaRPr/>
                  </a:p>
                </p:txBody>
              </p:sp>
            </p:grpSp>
          </p:grpSp>
        </p:grpSp>
      </p:grpSp>
      <p:sp>
        <p:nvSpPr>
          <p:cNvPr id="1228" name="Google Shape;1228;p30"/>
          <p:cNvSpPr txBox="1"/>
          <p:nvPr/>
        </p:nvSpPr>
        <p:spPr>
          <a:xfrm>
            <a:off x="7788275" y="2166445"/>
            <a:ext cx="893763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 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1229" name="Google Shape;1229;p30"/>
          <p:cNvSpPr txBox="1"/>
          <p:nvPr/>
        </p:nvSpPr>
        <p:spPr>
          <a:xfrm>
            <a:off x="6745288" y="2185495"/>
            <a:ext cx="89376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cxnSp>
        <p:nvCxnSpPr>
          <p:cNvPr id="1230" name="Google Shape;1230;p30"/>
          <p:cNvCxnSpPr/>
          <p:nvPr/>
        </p:nvCxnSpPr>
        <p:spPr>
          <a:xfrm flipH="1">
            <a:off x="6670675" y="1525095"/>
            <a:ext cx="9525" cy="947738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30"/>
          <p:cNvCxnSpPr/>
          <p:nvPr/>
        </p:nvCxnSpPr>
        <p:spPr>
          <a:xfrm flipH="1">
            <a:off x="7742238" y="1506045"/>
            <a:ext cx="9525" cy="947738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30"/>
          <p:cNvCxnSpPr/>
          <p:nvPr/>
        </p:nvCxnSpPr>
        <p:spPr>
          <a:xfrm flipH="1">
            <a:off x="8856663" y="1515570"/>
            <a:ext cx="9525" cy="947738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33" name="Google Shape;1233;p30"/>
          <p:cNvSpPr txBox="1"/>
          <p:nvPr/>
        </p:nvSpPr>
        <p:spPr>
          <a:xfrm>
            <a:off x="6650038" y="1042495"/>
            <a:ext cx="2427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 output Z</a:t>
            </a:r>
            <a:r>
              <a:rPr baseline="-2500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i,m</a:t>
            </a:r>
            <a:endParaRPr/>
          </a:p>
        </p:txBody>
      </p:sp>
      <p:sp>
        <p:nvSpPr>
          <p:cNvPr id="1234" name="Google Shape;1234;p30"/>
          <p:cNvSpPr txBox="1"/>
          <p:nvPr/>
        </p:nvSpPr>
        <p:spPr>
          <a:xfrm>
            <a:off x="1052513" y="1974358"/>
            <a:ext cx="11849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0"/>
          <p:cNvSpPr txBox="1"/>
          <p:nvPr/>
        </p:nvSpPr>
        <p:spPr>
          <a:xfrm>
            <a:off x="2717800" y="2312495"/>
            <a:ext cx="679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  <p:sp>
        <p:nvSpPr>
          <p:cNvPr id="1236" name="Google Shape;1236;p30"/>
          <p:cNvSpPr txBox="1"/>
          <p:nvPr/>
        </p:nvSpPr>
        <p:spPr>
          <a:xfrm>
            <a:off x="2757488" y="1537795"/>
            <a:ext cx="628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endParaRPr/>
          </a:p>
        </p:txBody>
      </p:sp>
      <p:cxnSp>
        <p:nvCxnSpPr>
          <p:cNvPr id="1237" name="Google Shape;1237;p30"/>
          <p:cNvCxnSpPr/>
          <p:nvPr/>
        </p:nvCxnSpPr>
        <p:spPr>
          <a:xfrm>
            <a:off x="6364288" y="1912445"/>
            <a:ext cx="319087" cy="4763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8" name="Google Shape;1238;p30"/>
          <p:cNvCxnSpPr/>
          <p:nvPr/>
        </p:nvCxnSpPr>
        <p:spPr>
          <a:xfrm>
            <a:off x="5265738" y="4025408"/>
            <a:ext cx="0" cy="1624012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9" name="Google Shape;1239;p30"/>
          <p:cNvCxnSpPr/>
          <p:nvPr/>
        </p:nvCxnSpPr>
        <p:spPr>
          <a:xfrm>
            <a:off x="6342063" y="4001595"/>
            <a:ext cx="0" cy="1624013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40" name="Google Shape;1240;p30"/>
          <p:cNvSpPr txBox="1"/>
          <p:nvPr/>
        </p:nvSpPr>
        <p:spPr>
          <a:xfrm>
            <a:off x="4454525" y="5433520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 1</a:t>
            </a:r>
            <a:endParaRPr/>
          </a:p>
        </p:txBody>
      </p:sp>
      <p:sp>
        <p:nvSpPr>
          <p:cNvPr id="1241" name="Google Shape;1241;p30"/>
          <p:cNvSpPr txBox="1"/>
          <p:nvPr/>
        </p:nvSpPr>
        <p:spPr>
          <a:xfrm>
            <a:off x="5473700" y="5438283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 0</a:t>
            </a:r>
            <a:endParaRPr/>
          </a:p>
        </p:txBody>
      </p:sp>
      <p:cxnSp>
        <p:nvCxnSpPr>
          <p:cNvPr id="1242" name="Google Shape;1242;p30"/>
          <p:cNvCxnSpPr/>
          <p:nvPr/>
        </p:nvCxnSpPr>
        <p:spPr>
          <a:xfrm>
            <a:off x="4189413" y="4065095"/>
            <a:ext cx="0" cy="1624013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243" name="Google Shape;1243;p30"/>
          <p:cNvGrpSpPr/>
          <p:nvPr/>
        </p:nvGrpSpPr>
        <p:grpSpPr>
          <a:xfrm>
            <a:off x="7521575" y="4496895"/>
            <a:ext cx="1076325" cy="274638"/>
            <a:chOff x="3962" y="2922"/>
            <a:chExt cx="678" cy="173"/>
          </a:xfrm>
        </p:grpSpPr>
        <p:sp>
          <p:nvSpPr>
            <p:cNvPr id="1244" name="Google Shape;1244;p30"/>
            <p:cNvSpPr/>
            <p:nvPr/>
          </p:nvSpPr>
          <p:spPr>
            <a:xfrm>
              <a:off x="3962" y="2946"/>
              <a:ext cx="678" cy="135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0"/>
            <p:cNvSpPr txBox="1"/>
            <p:nvPr/>
          </p:nvSpPr>
          <p:spPr>
            <a:xfrm>
              <a:off x="4048" y="2922"/>
              <a:ext cx="40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-1</a:t>
              </a:r>
              <a:endParaRPr/>
            </a:p>
          </p:txBody>
        </p:sp>
      </p:grpSp>
      <p:sp>
        <p:nvSpPr>
          <p:cNvPr id="1246" name="Google Shape;1246;p30"/>
          <p:cNvSpPr/>
          <p:nvPr/>
        </p:nvSpPr>
        <p:spPr>
          <a:xfrm>
            <a:off x="6737350" y="4328620"/>
            <a:ext cx="419100" cy="423863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7" name="Google Shape;1247;p30"/>
          <p:cNvCxnSpPr/>
          <p:nvPr/>
        </p:nvCxnSpPr>
        <p:spPr>
          <a:xfrm>
            <a:off x="6384925" y="4458795"/>
            <a:ext cx="319088" cy="4763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30"/>
          <p:cNvCxnSpPr/>
          <p:nvPr/>
        </p:nvCxnSpPr>
        <p:spPr>
          <a:xfrm flipH="1" rot="10800000">
            <a:off x="6399213" y="4723908"/>
            <a:ext cx="403225" cy="430212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49" name="Google Shape;1249;p30"/>
          <p:cNvGrpSpPr/>
          <p:nvPr/>
        </p:nvGrpSpPr>
        <p:grpSpPr>
          <a:xfrm>
            <a:off x="8597900" y="4296870"/>
            <a:ext cx="1062038" cy="274638"/>
            <a:chOff x="4640" y="2796"/>
            <a:chExt cx="669" cy="173"/>
          </a:xfrm>
        </p:grpSpPr>
        <p:sp>
          <p:nvSpPr>
            <p:cNvPr id="1250" name="Google Shape;1250;p30"/>
            <p:cNvSpPr/>
            <p:nvPr/>
          </p:nvSpPr>
          <p:spPr>
            <a:xfrm>
              <a:off x="4640" y="2820"/>
              <a:ext cx="669" cy="135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0"/>
            <p:cNvSpPr txBox="1"/>
            <p:nvPr/>
          </p:nvSpPr>
          <p:spPr>
            <a:xfrm>
              <a:off x="4798" y="2796"/>
              <a:ext cx="368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1</a:t>
              </a:r>
              <a:endParaRPr/>
            </a:p>
          </p:txBody>
        </p:sp>
      </p:grpSp>
      <p:grpSp>
        <p:nvGrpSpPr>
          <p:cNvPr id="1252" name="Google Shape;1252;p30"/>
          <p:cNvGrpSpPr/>
          <p:nvPr/>
        </p:nvGrpSpPr>
        <p:grpSpPr>
          <a:xfrm>
            <a:off x="5197475" y="4220670"/>
            <a:ext cx="1263650" cy="1184275"/>
            <a:chOff x="2498" y="2748"/>
            <a:chExt cx="796" cy="746"/>
          </a:xfrm>
        </p:grpSpPr>
        <p:grpSp>
          <p:nvGrpSpPr>
            <p:cNvPr id="1253" name="Google Shape;1253;p30"/>
            <p:cNvGrpSpPr/>
            <p:nvPr/>
          </p:nvGrpSpPr>
          <p:grpSpPr>
            <a:xfrm>
              <a:off x="2504" y="3187"/>
              <a:ext cx="790" cy="307"/>
              <a:chOff x="1313" y="1534"/>
              <a:chExt cx="790" cy="307"/>
            </a:xfrm>
          </p:grpSpPr>
          <p:sp>
            <p:nvSpPr>
              <p:cNvPr id="1254" name="Google Shape;1254;p30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255" name="Google Shape;1255;p30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256" name="Google Shape;1256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57" name="Google Shape;1257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8" name="Google Shape;1258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59" name="Google Shape;1259;p30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260" name="Google Shape;1260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61" name="Google Shape;1261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2" name="Google Shape;1262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63" name="Google Shape;1263;p30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30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30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266" name="Google Shape;1266;p30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267" name="Google Shape;1267;p30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268" name="Google Shape;1268;p30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269" name="Google Shape;1269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70" name="Google Shape;1270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71" name="Google Shape;1271;p30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272" name="Google Shape;1272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73" name="Google Shape;1273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74" name="Google Shape;1274;p30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275" name="Google Shape;1275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76" name="Google Shape;1276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77" name="Google Shape;1277;p30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278" name="Google Shape;1278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79" name="Google Shape;1279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  <p:grpSp>
          <p:nvGrpSpPr>
            <p:cNvPr id="1280" name="Google Shape;1280;p30"/>
            <p:cNvGrpSpPr/>
            <p:nvPr/>
          </p:nvGrpSpPr>
          <p:grpSpPr>
            <a:xfrm>
              <a:off x="2498" y="2748"/>
              <a:ext cx="790" cy="307"/>
              <a:chOff x="1313" y="1534"/>
              <a:chExt cx="790" cy="307"/>
            </a:xfrm>
          </p:grpSpPr>
          <p:sp>
            <p:nvSpPr>
              <p:cNvPr id="1281" name="Google Shape;1281;p30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282" name="Google Shape;1282;p30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283" name="Google Shape;1283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84" name="Google Shape;1284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5" name="Google Shape;1285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286" name="Google Shape;1286;p30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287" name="Google Shape;1287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288" name="Google Shape;1288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9" name="Google Shape;1289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90" name="Google Shape;1290;p30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30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30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293" name="Google Shape;1293;p30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294" name="Google Shape;1294;p30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295" name="Google Shape;1295;p30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296" name="Google Shape;1296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297" name="Google Shape;1297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298" name="Google Shape;1298;p30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299" name="Google Shape;1299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00" name="Google Shape;1300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301" name="Google Shape;1301;p30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302" name="Google Shape;1302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03" name="Google Shape;1303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304" name="Google Shape;1304;p30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305" name="Google Shape;1305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06" name="Google Shape;1306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</p:grpSp>
      <p:grpSp>
        <p:nvGrpSpPr>
          <p:cNvPr id="1307" name="Google Shape;1307;p30"/>
          <p:cNvGrpSpPr/>
          <p:nvPr/>
        </p:nvGrpSpPr>
        <p:grpSpPr>
          <a:xfrm>
            <a:off x="4106863" y="4220670"/>
            <a:ext cx="1277937" cy="1174750"/>
            <a:chOff x="1811" y="2748"/>
            <a:chExt cx="805" cy="740"/>
          </a:xfrm>
        </p:grpSpPr>
        <p:grpSp>
          <p:nvGrpSpPr>
            <p:cNvPr id="1308" name="Google Shape;1308;p30"/>
            <p:cNvGrpSpPr/>
            <p:nvPr/>
          </p:nvGrpSpPr>
          <p:grpSpPr>
            <a:xfrm>
              <a:off x="1826" y="3181"/>
              <a:ext cx="790" cy="307"/>
              <a:chOff x="1313" y="1534"/>
              <a:chExt cx="790" cy="307"/>
            </a:xfrm>
          </p:grpSpPr>
          <p:sp>
            <p:nvSpPr>
              <p:cNvPr id="1309" name="Google Shape;1309;p30"/>
              <p:cNvSpPr txBox="1"/>
              <p:nvPr/>
            </p:nvSpPr>
            <p:spPr>
              <a:xfrm>
                <a:off x="1313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310" name="Google Shape;1310;p30"/>
              <p:cNvGrpSpPr/>
              <p:nvPr/>
            </p:nvGrpSpPr>
            <p:grpSpPr>
              <a:xfrm>
                <a:off x="1353" y="1539"/>
                <a:ext cx="258" cy="147"/>
                <a:chOff x="1353" y="1539"/>
                <a:chExt cx="258" cy="144"/>
              </a:xfrm>
            </p:grpSpPr>
            <p:sp>
              <p:nvSpPr>
                <p:cNvPr id="1311" name="Google Shape;1311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312" name="Google Shape;1312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13" name="Google Shape;1313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314" name="Google Shape;1314;p30"/>
              <p:cNvGrpSpPr/>
              <p:nvPr/>
            </p:nvGrpSpPr>
            <p:grpSpPr>
              <a:xfrm>
                <a:off x="1773" y="1686"/>
                <a:ext cx="258" cy="144"/>
                <a:chOff x="1353" y="1539"/>
                <a:chExt cx="258" cy="144"/>
              </a:xfrm>
            </p:grpSpPr>
            <p:sp>
              <p:nvSpPr>
                <p:cNvPr id="1315" name="Google Shape;1315;p30"/>
                <p:cNvSpPr/>
                <p:nvPr/>
              </p:nvSpPr>
              <p:spPr>
                <a:xfrm>
                  <a:off x="1353" y="1539"/>
                  <a:ext cx="258" cy="14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316" name="Google Shape;1316;p30"/>
                <p:cNvCxnSpPr/>
                <p:nvPr/>
              </p:nvCxnSpPr>
              <p:spPr>
                <a:xfrm>
                  <a:off x="1521" y="1542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17" name="Google Shape;1317;p30"/>
                <p:cNvCxnSpPr/>
                <p:nvPr/>
              </p:nvCxnSpPr>
              <p:spPr>
                <a:xfrm>
                  <a:off x="1437" y="1545"/>
                  <a:ext cx="0" cy="13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18" name="Google Shape;1318;p30"/>
              <p:cNvSpPr/>
              <p:nvPr/>
            </p:nvSpPr>
            <p:spPr>
              <a:xfrm>
                <a:off x="1611" y="1686"/>
                <a:ext cx="81" cy="144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9" name="Google Shape;1319;p30"/>
              <p:cNvSpPr/>
              <p:nvPr/>
            </p:nvSpPr>
            <p:spPr>
              <a:xfrm>
                <a:off x="1692" y="1536"/>
                <a:ext cx="81" cy="15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30"/>
              <p:cNvSpPr txBox="1"/>
              <p:nvPr/>
            </p:nvSpPr>
            <p:spPr>
              <a:xfrm>
                <a:off x="1391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321" name="Google Shape;1321;p30"/>
              <p:cNvSpPr txBox="1"/>
              <p:nvPr/>
            </p:nvSpPr>
            <p:spPr>
              <a:xfrm>
                <a:off x="1478" y="1534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322" name="Google Shape;1322;p30"/>
              <p:cNvSpPr txBox="1"/>
              <p:nvPr/>
            </p:nvSpPr>
            <p:spPr>
              <a:xfrm>
                <a:off x="1652" y="1540"/>
                <a:ext cx="19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grpSp>
            <p:nvGrpSpPr>
              <p:cNvPr id="1323" name="Google Shape;1323;p30"/>
              <p:cNvGrpSpPr/>
              <p:nvPr/>
            </p:nvGrpSpPr>
            <p:grpSpPr>
              <a:xfrm>
                <a:off x="1565" y="1684"/>
                <a:ext cx="211" cy="157"/>
                <a:chOff x="857" y="1909"/>
                <a:chExt cx="211" cy="157"/>
              </a:xfrm>
            </p:grpSpPr>
            <p:sp>
              <p:nvSpPr>
                <p:cNvPr id="1324" name="Google Shape;1324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25" name="Google Shape;1325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326" name="Google Shape;1326;p30"/>
              <p:cNvGrpSpPr/>
              <p:nvPr/>
            </p:nvGrpSpPr>
            <p:grpSpPr>
              <a:xfrm>
                <a:off x="1730" y="1684"/>
                <a:ext cx="211" cy="157"/>
                <a:chOff x="857" y="1909"/>
                <a:chExt cx="211" cy="157"/>
              </a:xfrm>
            </p:grpSpPr>
            <p:sp>
              <p:nvSpPr>
                <p:cNvPr id="1327" name="Google Shape;1327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28" name="Google Shape;1328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329" name="Google Shape;1329;p30"/>
              <p:cNvGrpSpPr/>
              <p:nvPr/>
            </p:nvGrpSpPr>
            <p:grpSpPr>
              <a:xfrm>
                <a:off x="1808" y="1684"/>
                <a:ext cx="211" cy="157"/>
                <a:chOff x="857" y="1909"/>
                <a:chExt cx="211" cy="157"/>
              </a:xfrm>
            </p:grpSpPr>
            <p:sp>
              <p:nvSpPr>
                <p:cNvPr id="1330" name="Google Shape;1330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31" name="Google Shape;1331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grpSp>
            <p:nvGrpSpPr>
              <p:cNvPr id="1332" name="Google Shape;1332;p30"/>
              <p:cNvGrpSpPr/>
              <p:nvPr/>
            </p:nvGrpSpPr>
            <p:grpSpPr>
              <a:xfrm>
                <a:off x="1892" y="1681"/>
                <a:ext cx="211" cy="157"/>
                <a:chOff x="857" y="1909"/>
                <a:chExt cx="211" cy="157"/>
              </a:xfrm>
            </p:grpSpPr>
            <p:sp>
              <p:nvSpPr>
                <p:cNvPr id="1333" name="Google Shape;1333;p30"/>
                <p:cNvSpPr txBox="1"/>
                <p:nvPr/>
              </p:nvSpPr>
              <p:spPr>
                <a:xfrm>
                  <a:off x="872" y="191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34" name="Google Shape;1334;p30"/>
                <p:cNvSpPr txBox="1"/>
                <p:nvPr/>
              </p:nvSpPr>
              <p:spPr>
                <a:xfrm>
                  <a:off x="857" y="1909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</p:grpSp>
        <p:grpSp>
          <p:nvGrpSpPr>
            <p:cNvPr id="1335" name="Google Shape;1335;p30"/>
            <p:cNvGrpSpPr/>
            <p:nvPr/>
          </p:nvGrpSpPr>
          <p:grpSpPr>
            <a:xfrm>
              <a:off x="1811" y="2748"/>
              <a:ext cx="787" cy="307"/>
              <a:chOff x="4928" y="1534"/>
              <a:chExt cx="787" cy="307"/>
            </a:xfrm>
          </p:grpSpPr>
          <p:grpSp>
            <p:nvGrpSpPr>
              <p:cNvPr id="1336" name="Google Shape;1336;p30"/>
              <p:cNvGrpSpPr/>
              <p:nvPr/>
            </p:nvGrpSpPr>
            <p:grpSpPr>
              <a:xfrm>
                <a:off x="5354" y="1534"/>
                <a:ext cx="361" cy="154"/>
                <a:chOff x="5009" y="1132"/>
                <a:chExt cx="361" cy="154"/>
              </a:xfrm>
            </p:grpSpPr>
            <p:sp>
              <p:nvSpPr>
                <p:cNvPr id="1337" name="Google Shape;1337;p30"/>
                <p:cNvSpPr txBox="1"/>
                <p:nvPr/>
              </p:nvSpPr>
              <p:spPr>
                <a:xfrm>
                  <a:off x="5009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grpSp>
              <p:nvGrpSpPr>
                <p:cNvPr id="1338" name="Google Shape;1338;p30"/>
                <p:cNvGrpSpPr/>
                <p:nvPr/>
              </p:nvGrpSpPr>
              <p:grpSpPr>
                <a:xfrm>
                  <a:off x="5049" y="1137"/>
                  <a:ext cx="258" cy="147"/>
                  <a:chOff x="1353" y="1539"/>
                  <a:chExt cx="258" cy="144"/>
                </a:xfrm>
              </p:grpSpPr>
              <p:sp>
                <p:nvSpPr>
                  <p:cNvPr id="1339" name="Google Shape;1339;p30"/>
                  <p:cNvSpPr/>
                  <p:nvPr/>
                </p:nvSpPr>
                <p:spPr>
                  <a:xfrm>
                    <a:off x="1353" y="1539"/>
                    <a:ext cx="258" cy="14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340" name="Google Shape;1340;p30"/>
                  <p:cNvCxnSpPr/>
                  <p:nvPr/>
                </p:nvCxnSpPr>
                <p:spPr>
                  <a:xfrm>
                    <a:off x="1521" y="1542"/>
                    <a:ext cx="0" cy="13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41" name="Google Shape;1341;p30"/>
                  <p:cNvCxnSpPr/>
                  <p:nvPr/>
                </p:nvCxnSpPr>
                <p:spPr>
                  <a:xfrm>
                    <a:off x="1437" y="1545"/>
                    <a:ext cx="0" cy="13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1342" name="Google Shape;1342;p30"/>
                <p:cNvSpPr txBox="1"/>
                <p:nvPr/>
              </p:nvSpPr>
              <p:spPr>
                <a:xfrm>
                  <a:off x="5087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sp>
              <p:nvSpPr>
                <p:cNvPr id="1343" name="Google Shape;1343;p30"/>
                <p:cNvSpPr txBox="1"/>
                <p:nvPr/>
              </p:nvSpPr>
              <p:spPr>
                <a:xfrm>
                  <a:off x="5174" y="1132"/>
                  <a:ext cx="196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1344" name="Google Shape;1344;p30"/>
              <p:cNvGrpSpPr/>
              <p:nvPr/>
            </p:nvGrpSpPr>
            <p:grpSpPr>
              <a:xfrm>
                <a:off x="4928" y="1536"/>
                <a:ext cx="550" cy="305"/>
                <a:chOff x="5114" y="1518"/>
                <a:chExt cx="550" cy="305"/>
              </a:xfrm>
            </p:grpSpPr>
            <p:grpSp>
              <p:nvGrpSpPr>
                <p:cNvPr id="1345" name="Google Shape;1345;p30"/>
                <p:cNvGrpSpPr/>
                <p:nvPr/>
              </p:nvGrpSpPr>
              <p:grpSpPr>
                <a:xfrm>
                  <a:off x="5375" y="1518"/>
                  <a:ext cx="196" cy="158"/>
                  <a:chOff x="5378" y="1518"/>
                  <a:chExt cx="196" cy="158"/>
                </a:xfrm>
              </p:grpSpPr>
              <p:sp>
                <p:nvSpPr>
                  <p:cNvPr id="1346" name="Google Shape;1346;p30"/>
                  <p:cNvSpPr/>
                  <p:nvPr/>
                </p:nvSpPr>
                <p:spPr>
                  <a:xfrm>
                    <a:off x="5418" y="1518"/>
                    <a:ext cx="81" cy="15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47" name="Google Shape;1347;p30"/>
                  <p:cNvSpPr txBox="1"/>
                  <p:nvPr/>
                </p:nvSpPr>
                <p:spPr>
                  <a:xfrm>
                    <a:off x="5378" y="1522"/>
                    <a:ext cx="196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</a:t>
                    </a:r>
                    <a:endParaRPr/>
                  </a:p>
                </p:txBody>
              </p:sp>
            </p:grpSp>
            <p:grpSp>
              <p:nvGrpSpPr>
                <p:cNvPr id="1348" name="Google Shape;1348;p30"/>
                <p:cNvGrpSpPr/>
                <p:nvPr/>
              </p:nvGrpSpPr>
              <p:grpSpPr>
                <a:xfrm>
                  <a:off x="5453" y="1666"/>
                  <a:ext cx="211" cy="157"/>
                  <a:chOff x="5261" y="1282"/>
                  <a:chExt cx="211" cy="157"/>
                </a:xfrm>
              </p:grpSpPr>
              <p:sp>
                <p:nvSpPr>
                  <p:cNvPr id="1349" name="Google Shape;1349;p30"/>
                  <p:cNvSpPr/>
                  <p:nvPr/>
                </p:nvSpPr>
                <p:spPr>
                  <a:xfrm>
                    <a:off x="5307" y="1284"/>
                    <a:ext cx="81" cy="14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350" name="Google Shape;1350;p30"/>
                  <p:cNvGrpSpPr/>
                  <p:nvPr/>
                </p:nvGrpSpPr>
                <p:grpSpPr>
                  <a:xfrm>
                    <a:off x="5261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351" name="Google Shape;1351;p30"/>
                    <p:cNvSpPr txBox="1"/>
                    <p:nvPr/>
                  </p:nvSpPr>
                  <p:spPr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p:txBody>
                </p:sp>
                <p:sp>
                  <p:nvSpPr>
                    <p:cNvPr id="1352" name="Google Shape;1352;p30"/>
                    <p:cNvSpPr txBox="1"/>
                    <p:nvPr/>
                  </p:nvSpPr>
                  <p:spPr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1353" name="Google Shape;1353;p30"/>
                <p:cNvGrpSpPr/>
                <p:nvPr/>
              </p:nvGrpSpPr>
              <p:grpSpPr>
                <a:xfrm>
                  <a:off x="5114" y="1663"/>
                  <a:ext cx="373" cy="160"/>
                  <a:chOff x="5426" y="1279"/>
                  <a:chExt cx="373" cy="160"/>
                </a:xfrm>
              </p:grpSpPr>
              <p:grpSp>
                <p:nvGrpSpPr>
                  <p:cNvPr id="1354" name="Google Shape;1354;p30"/>
                  <p:cNvGrpSpPr/>
                  <p:nvPr/>
                </p:nvGrpSpPr>
                <p:grpSpPr>
                  <a:xfrm>
                    <a:off x="5469" y="1284"/>
                    <a:ext cx="258" cy="144"/>
                    <a:chOff x="1353" y="1539"/>
                    <a:chExt cx="258" cy="144"/>
                  </a:xfrm>
                </p:grpSpPr>
                <p:sp>
                  <p:nvSpPr>
                    <p:cNvPr id="1355" name="Google Shape;1355;p30"/>
                    <p:cNvSpPr/>
                    <p:nvPr/>
                  </p:nvSpPr>
                  <p:spPr>
                    <a:xfrm>
                      <a:off x="1353" y="1539"/>
                      <a:ext cx="258" cy="14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356" name="Google Shape;1356;p30"/>
                    <p:cNvCxnSpPr/>
                    <p:nvPr/>
                  </p:nvCxnSpPr>
                  <p:spPr>
                    <a:xfrm>
                      <a:off x="1521" y="1542"/>
                      <a:ext cx="0" cy="13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1357" name="Google Shape;1357;p30"/>
                    <p:cNvCxnSpPr/>
                    <p:nvPr/>
                  </p:nvCxnSpPr>
                  <p:spPr>
                    <a:xfrm>
                      <a:off x="1437" y="1545"/>
                      <a:ext cx="0" cy="138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1358" name="Google Shape;1358;p30"/>
                  <p:cNvGrpSpPr/>
                  <p:nvPr/>
                </p:nvGrpSpPr>
                <p:grpSpPr>
                  <a:xfrm>
                    <a:off x="5426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359" name="Google Shape;1359;p30"/>
                    <p:cNvSpPr txBox="1"/>
                    <p:nvPr/>
                  </p:nvSpPr>
                  <p:spPr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p:txBody>
                </p:sp>
                <p:sp>
                  <p:nvSpPr>
                    <p:cNvPr id="1360" name="Google Shape;1360;p30"/>
                    <p:cNvSpPr txBox="1"/>
                    <p:nvPr/>
                  </p:nvSpPr>
                  <p:spPr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p:txBody>
                </p:sp>
              </p:grpSp>
              <p:grpSp>
                <p:nvGrpSpPr>
                  <p:cNvPr id="1361" name="Google Shape;1361;p30"/>
                  <p:cNvGrpSpPr/>
                  <p:nvPr/>
                </p:nvGrpSpPr>
                <p:grpSpPr>
                  <a:xfrm>
                    <a:off x="5504" y="1282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362" name="Google Shape;1362;p30"/>
                    <p:cNvSpPr txBox="1"/>
                    <p:nvPr/>
                  </p:nvSpPr>
                  <p:spPr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p:txBody>
                </p:sp>
                <p:sp>
                  <p:nvSpPr>
                    <p:cNvPr id="1363" name="Google Shape;1363;p30"/>
                    <p:cNvSpPr txBox="1"/>
                    <p:nvPr/>
                  </p:nvSpPr>
                  <p:spPr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p:txBody>
                </p:sp>
              </p:grpSp>
              <p:grpSp>
                <p:nvGrpSpPr>
                  <p:cNvPr id="1364" name="Google Shape;1364;p30"/>
                  <p:cNvGrpSpPr/>
                  <p:nvPr/>
                </p:nvGrpSpPr>
                <p:grpSpPr>
                  <a:xfrm>
                    <a:off x="5588" y="1279"/>
                    <a:ext cx="211" cy="157"/>
                    <a:chOff x="857" y="1909"/>
                    <a:chExt cx="211" cy="157"/>
                  </a:xfrm>
                </p:grpSpPr>
                <p:sp>
                  <p:nvSpPr>
                    <p:cNvPr id="1365" name="Google Shape;1365;p30"/>
                    <p:cNvSpPr txBox="1"/>
                    <p:nvPr/>
                  </p:nvSpPr>
                  <p:spPr>
                    <a:xfrm>
                      <a:off x="872" y="1912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p:txBody>
                </p:sp>
                <p:sp>
                  <p:nvSpPr>
                    <p:cNvPr id="1366" name="Google Shape;1366;p30"/>
                    <p:cNvSpPr txBox="1"/>
                    <p:nvPr/>
                  </p:nvSpPr>
                  <p:spPr>
                    <a:xfrm>
                      <a:off x="857" y="1909"/>
                      <a:ext cx="196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p:txBody>
                </p:sp>
              </p:grpSp>
            </p:grpSp>
          </p:grpSp>
        </p:grpSp>
      </p:grpSp>
      <p:sp>
        <p:nvSpPr>
          <p:cNvPr id="1367" name="Google Shape;1367;p30"/>
          <p:cNvSpPr txBox="1"/>
          <p:nvPr/>
        </p:nvSpPr>
        <p:spPr>
          <a:xfrm>
            <a:off x="8621713" y="4781058"/>
            <a:ext cx="89376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 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1368" name="Google Shape;1368;p30"/>
          <p:cNvSpPr txBox="1"/>
          <p:nvPr/>
        </p:nvSpPr>
        <p:spPr>
          <a:xfrm>
            <a:off x="7578725" y="4800108"/>
            <a:ext cx="893763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cxnSp>
        <p:nvCxnSpPr>
          <p:cNvPr id="1369" name="Google Shape;1369;p30"/>
          <p:cNvCxnSpPr/>
          <p:nvPr/>
        </p:nvCxnSpPr>
        <p:spPr>
          <a:xfrm flipH="1">
            <a:off x="7504113" y="4139708"/>
            <a:ext cx="9525" cy="9477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30"/>
          <p:cNvCxnSpPr/>
          <p:nvPr/>
        </p:nvCxnSpPr>
        <p:spPr>
          <a:xfrm flipH="1">
            <a:off x="8575675" y="4120658"/>
            <a:ext cx="9525" cy="9477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30"/>
          <p:cNvCxnSpPr/>
          <p:nvPr/>
        </p:nvCxnSpPr>
        <p:spPr>
          <a:xfrm flipH="1">
            <a:off x="9690100" y="4130183"/>
            <a:ext cx="9525" cy="947737"/>
          </a:xfrm>
          <a:prstGeom prst="straightConnector1">
            <a:avLst/>
          </a:prstGeom>
          <a:noFill/>
          <a:ln cap="flat" cmpd="sng" w="12700">
            <a:solidFill>
              <a:srgbClr val="3333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72" name="Google Shape;1372;p30"/>
          <p:cNvSpPr txBox="1"/>
          <p:nvPr/>
        </p:nvSpPr>
        <p:spPr>
          <a:xfrm>
            <a:off x="992188" y="4130510"/>
            <a:ext cx="13562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30"/>
          <p:cNvSpPr txBox="1"/>
          <p:nvPr/>
        </p:nvSpPr>
        <p:spPr>
          <a:xfrm>
            <a:off x="3551238" y="4927108"/>
            <a:ext cx="679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  <p:sp>
        <p:nvSpPr>
          <p:cNvPr id="1374" name="Google Shape;1374;p30"/>
          <p:cNvSpPr txBox="1"/>
          <p:nvPr/>
        </p:nvSpPr>
        <p:spPr>
          <a:xfrm>
            <a:off x="2573338" y="4161933"/>
            <a:ext cx="1047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/>
          </a:p>
        </p:txBody>
      </p:sp>
      <p:cxnSp>
        <p:nvCxnSpPr>
          <p:cNvPr id="1375" name="Google Shape;1375;p30"/>
          <p:cNvCxnSpPr/>
          <p:nvPr/>
        </p:nvCxnSpPr>
        <p:spPr>
          <a:xfrm>
            <a:off x="7197725" y="4527058"/>
            <a:ext cx="319088" cy="4762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76" name="Google Shape;1376;p30"/>
          <p:cNvGrpSpPr/>
          <p:nvPr/>
        </p:nvGrpSpPr>
        <p:grpSpPr>
          <a:xfrm>
            <a:off x="6235700" y="3388820"/>
            <a:ext cx="1517650" cy="977900"/>
            <a:chOff x="4239" y="2007"/>
            <a:chExt cx="956" cy="616"/>
          </a:xfrm>
        </p:grpSpPr>
        <p:sp>
          <p:nvSpPr>
            <p:cNvPr id="1377" name="Google Shape;1377;p30"/>
            <p:cNvSpPr txBox="1"/>
            <p:nvPr/>
          </p:nvSpPr>
          <p:spPr>
            <a:xfrm>
              <a:off x="4239" y="2047"/>
              <a:ext cx="956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Σ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i,m</a:t>
              </a:r>
              <a:r>
                <a:rPr b="0" baseline="3000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sp>
          <p:nvSpPr>
            <p:cNvPr id="1378" name="Google Shape;1378;p30"/>
            <p:cNvSpPr txBox="1"/>
            <p:nvPr/>
          </p:nvSpPr>
          <p:spPr>
            <a:xfrm>
              <a:off x="4498" y="2258"/>
              <a:ext cx="305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m=1</a:t>
              </a:r>
              <a:endParaRPr/>
            </a:p>
          </p:txBody>
        </p:sp>
        <p:sp>
          <p:nvSpPr>
            <p:cNvPr id="1379" name="Google Shape;1379;p30"/>
            <p:cNvSpPr txBox="1"/>
            <p:nvPr/>
          </p:nvSpPr>
          <p:spPr>
            <a:xfrm>
              <a:off x="4541" y="2007"/>
              <a:ext cx="196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sp>
          <p:nvSpPr>
            <p:cNvPr id="1380" name="Google Shape;1380;p30"/>
            <p:cNvSpPr txBox="1"/>
            <p:nvPr/>
          </p:nvSpPr>
          <p:spPr>
            <a:xfrm>
              <a:off x="4718" y="2392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381" name="Google Shape;1381;p30"/>
            <p:cNvCxnSpPr/>
            <p:nvPr/>
          </p:nvCxnSpPr>
          <p:spPr>
            <a:xfrm>
              <a:off x="4561" y="2410"/>
              <a:ext cx="558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82" name="Google Shape;1382;p30"/>
          <p:cNvSpPr/>
          <p:nvPr/>
        </p:nvSpPr>
        <p:spPr>
          <a:xfrm>
            <a:off x="8977313" y="1918795"/>
            <a:ext cx="341312" cy="1376363"/>
          </a:xfrm>
          <a:custGeom>
            <a:rect b="b" l="l" r="r" t="t"/>
            <a:pathLst>
              <a:path extrusionOk="0" h="819" w="215">
                <a:moveTo>
                  <a:pt x="0" y="0"/>
                </a:moveTo>
                <a:lnTo>
                  <a:pt x="215" y="0"/>
                </a:lnTo>
                <a:lnTo>
                  <a:pt x="215" y="819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3" name="Google Shape;1383;p30"/>
          <p:cNvCxnSpPr/>
          <p:nvPr/>
        </p:nvCxnSpPr>
        <p:spPr>
          <a:xfrm rot="10800000">
            <a:off x="3754438" y="3295158"/>
            <a:ext cx="5553075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4" name="Google Shape;1384;p30"/>
          <p:cNvSpPr/>
          <p:nvPr/>
        </p:nvSpPr>
        <p:spPr>
          <a:xfrm>
            <a:off x="3754438" y="3295158"/>
            <a:ext cx="396875" cy="1157287"/>
          </a:xfrm>
          <a:custGeom>
            <a:rect b="b" l="l" r="r" t="t"/>
            <a:pathLst>
              <a:path extrusionOk="0" h="729" w="250">
                <a:moveTo>
                  <a:pt x="0" y="0"/>
                </a:moveTo>
                <a:lnTo>
                  <a:pt x="0" y="729"/>
                </a:lnTo>
                <a:lnTo>
                  <a:pt x="250" y="729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30"/>
          <p:cNvSpPr txBox="1"/>
          <p:nvPr/>
        </p:nvSpPr>
        <p:spPr>
          <a:xfrm>
            <a:off x="944381" y="5861155"/>
            <a:ext cx="482721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but this isn’t really useful yet!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31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CDMA: two-sender interference</a:t>
            </a:r>
            <a:endParaRPr/>
          </a:p>
        </p:txBody>
      </p:sp>
      <p:sp>
        <p:nvSpPr>
          <p:cNvPr id="1392" name="Google Shape;1392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5" id="1393" name="Google Shape;139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6750" y="1219200"/>
            <a:ext cx="5026025" cy="53228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31"/>
          <p:cNvSpPr txBox="1"/>
          <p:nvPr/>
        </p:nvSpPr>
        <p:spPr>
          <a:xfrm>
            <a:off x="8252372" y="4172262"/>
            <a:ext cx="3709987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using same code as sender 1, receiver recovers sender 1’s original data from summed channel data!</a:t>
            </a:r>
            <a:endParaRPr/>
          </a:p>
        </p:txBody>
      </p:sp>
      <p:sp>
        <p:nvSpPr>
          <p:cNvPr id="1395" name="Google Shape;1395;p31"/>
          <p:cNvSpPr txBox="1"/>
          <p:nvPr/>
        </p:nvSpPr>
        <p:spPr>
          <a:xfrm>
            <a:off x="1638300" y="1798638"/>
            <a:ext cx="139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Sender 1</a:t>
            </a:r>
            <a:endParaRPr/>
          </a:p>
        </p:txBody>
      </p:sp>
      <p:sp>
        <p:nvSpPr>
          <p:cNvPr id="1396" name="Google Shape;1396;p31"/>
          <p:cNvSpPr txBox="1"/>
          <p:nvPr/>
        </p:nvSpPr>
        <p:spPr>
          <a:xfrm>
            <a:off x="1644650" y="2865438"/>
            <a:ext cx="13117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Sender 2</a:t>
            </a:r>
            <a:endParaRPr/>
          </a:p>
        </p:txBody>
      </p:sp>
      <p:sp>
        <p:nvSpPr>
          <p:cNvPr id="1397" name="Google Shape;1397;p31"/>
          <p:cNvSpPr txBox="1"/>
          <p:nvPr/>
        </p:nvSpPr>
        <p:spPr>
          <a:xfrm>
            <a:off x="8215313" y="1165225"/>
            <a:ext cx="3290887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channel sums together transmissions by sender 1 and 2</a:t>
            </a:r>
            <a:endParaRPr/>
          </a:p>
        </p:txBody>
      </p:sp>
      <p:cxnSp>
        <p:nvCxnSpPr>
          <p:cNvPr id="1398" name="Google Shape;1398;p31"/>
          <p:cNvCxnSpPr/>
          <p:nvPr/>
        </p:nvCxnSpPr>
        <p:spPr>
          <a:xfrm flipH="1">
            <a:off x="7780338" y="1354138"/>
            <a:ext cx="438150" cy="646112"/>
          </a:xfrm>
          <a:prstGeom prst="straightConnector1">
            <a:avLst/>
          </a:prstGeom>
          <a:noFill/>
          <a:ln cap="flat" cmpd="sng" w="25400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9" name="Google Shape;1399;p31"/>
          <p:cNvSpPr/>
          <p:nvPr/>
        </p:nvSpPr>
        <p:spPr>
          <a:xfrm>
            <a:off x="3200400" y="1168400"/>
            <a:ext cx="1206500" cy="31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1"/>
          <p:cNvSpPr txBox="1"/>
          <p:nvPr/>
        </p:nvSpPr>
        <p:spPr>
          <a:xfrm>
            <a:off x="8259581" y="5585272"/>
            <a:ext cx="32145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now </a:t>
            </a: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that’s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32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7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407" name="Google Shape;14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34" y="6599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408" name="Google Shape;1408;p32"/>
          <p:cNvSpPr txBox="1"/>
          <p:nvPr/>
        </p:nvSpPr>
        <p:spPr>
          <a:xfrm>
            <a:off x="916765" y="2251719"/>
            <a:ext cx="5571867" cy="92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8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409" name="Google Shape;1409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0" name="Google Shape;1410;p32"/>
          <p:cNvSpPr txBox="1"/>
          <p:nvPr/>
        </p:nvSpPr>
        <p:spPr>
          <a:xfrm>
            <a:off x="762000" y="3068638"/>
            <a:ext cx="4826000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Wireless links and network characteristics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WiFi: 802.11 wireless LANs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Cellular networks: 4G and 5G</a:t>
            </a:r>
            <a:endParaRPr/>
          </a:p>
        </p:txBody>
      </p:sp>
      <p:sp>
        <p:nvSpPr>
          <p:cNvPr id="1411" name="Google Shape;1411;p32"/>
          <p:cNvSpPr txBox="1"/>
          <p:nvPr/>
        </p:nvSpPr>
        <p:spPr>
          <a:xfrm>
            <a:off x="6045200" y="3119438"/>
            <a:ext cx="5702300" cy="32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 management: principles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 management: practice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4G/5G networks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Mobile IP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Mobility: impact on higher-layer protocols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33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IEEE 802.11 Wireless LAN</a:t>
            </a:r>
            <a:endParaRPr/>
          </a:p>
        </p:txBody>
      </p:sp>
      <p:sp>
        <p:nvSpPr>
          <p:cNvPr id="1418" name="Google Shape;1418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19" name="Google Shape;1419;p33"/>
          <p:cNvGraphicFramePr/>
          <p:nvPr/>
        </p:nvGraphicFramePr>
        <p:xfrm>
          <a:off x="977900" y="13462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{D788281E-DF1B-4F5F-8FC2-E4726B717638}</a:tableStyleId>
              </a:tblPr>
              <a:tblGrid>
                <a:gridCol w="2679700"/>
                <a:gridCol w="1418900"/>
                <a:gridCol w="1965075"/>
                <a:gridCol w="1429325"/>
                <a:gridCol w="2628900"/>
              </a:tblGrid>
              <a:tr h="51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IEEE 802.11 standard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Year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Max data rate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Range 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Frequency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</a:tr>
              <a:tr h="25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/>
                        <a:t>802.11b</a:t>
                      </a:r>
                      <a:endParaRPr b="0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1999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11 Mbps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30 m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2.4 Ghz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</a:tr>
              <a:tr h="25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/>
                        <a:t>802.11g</a:t>
                      </a:r>
                      <a:endParaRPr b="0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2003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54 Mbps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30m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2.4 Ghz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/>
                        <a:t>802.11n  (WiFi 4)</a:t>
                      </a:r>
                      <a:endParaRPr b="0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2009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600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70m 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2.4, 5 Ghz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/>
                        <a:t>802.11ac (WiFi 5)</a:t>
                      </a:r>
                      <a:endParaRPr b="0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2013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 3.47Gpbs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70m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 5 Ghz 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/>
                        <a:t>802.11ax (WiFi 6)</a:t>
                      </a:r>
                      <a:endParaRPr b="0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2020 </a:t>
                      </a:r>
                      <a:r>
                        <a:rPr lang="en-US" sz="1600" u="none" cap="none" strike="noStrike"/>
                        <a:t>(exp.)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14 Gbps 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70m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2.4, 5 Ghz 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</a:tr>
              <a:tr h="51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/>
                        <a:t>802.11af</a:t>
                      </a:r>
                      <a:endParaRPr b="0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2014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35 – 560 Mbps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 Km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unused TV bands (54-790 MHz)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</a:tr>
              <a:tr h="25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/>
                        <a:t>802.11ah</a:t>
                      </a:r>
                      <a:endParaRPr b="0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2017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347Mbps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 Km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900 Mhz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1420" name="Google Shape;1420;p33"/>
          <p:cNvSpPr/>
          <p:nvPr/>
        </p:nvSpPr>
        <p:spPr>
          <a:xfrm>
            <a:off x="985838" y="5621338"/>
            <a:ext cx="9948862" cy="105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use CSMA/CA for multiple access, and have base-station and ad-hoc network versions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34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802.11 LAN architecture</a:t>
            </a:r>
            <a:endParaRPr/>
          </a:p>
        </p:txBody>
      </p:sp>
      <p:sp>
        <p:nvSpPr>
          <p:cNvPr id="1427" name="Google Shape;1427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8" name="Google Shape;1428;p34"/>
          <p:cNvSpPr/>
          <p:nvPr/>
        </p:nvSpPr>
        <p:spPr>
          <a:xfrm>
            <a:off x="6070600" y="1949450"/>
            <a:ext cx="5524500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host communicates with base station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base station = access point (AP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Basic Service Set (BSS)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“cell”) in infrastructure mode contains:</a:t>
            </a:r>
            <a:endParaRPr/>
          </a:p>
          <a:p>
            <a:pPr indent="-238125" lvl="1" marL="695325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hosts</a:t>
            </a:r>
            <a:endParaRPr/>
          </a:p>
          <a:p>
            <a:pPr indent="-238125" lvl="1" marL="695325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point (AP): base station</a:t>
            </a:r>
            <a:endParaRPr/>
          </a:p>
          <a:p>
            <a:pPr indent="-238125" lvl="1" marL="695325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 hoc mode: hosts only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34"/>
          <p:cNvSpPr txBox="1"/>
          <p:nvPr/>
        </p:nvSpPr>
        <p:spPr>
          <a:xfrm>
            <a:off x="1616075" y="4538663"/>
            <a:ext cx="10541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BSS 1</a:t>
            </a:r>
            <a:endParaRPr/>
          </a:p>
        </p:txBody>
      </p:sp>
      <p:sp>
        <p:nvSpPr>
          <p:cNvPr id="1430" name="Google Shape;1430;p34"/>
          <p:cNvSpPr txBox="1"/>
          <p:nvPr/>
        </p:nvSpPr>
        <p:spPr>
          <a:xfrm>
            <a:off x="3910013" y="6111875"/>
            <a:ext cx="854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BSS 2</a:t>
            </a:r>
            <a:endParaRPr/>
          </a:p>
        </p:txBody>
      </p:sp>
      <p:cxnSp>
        <p:nvCxnSpPr>
          <p:cNvPr id="1431" name="Google Shape;1431;p34"/>
          <p:cNvCxnSpPr/>
          <p:nvPr/>
        </p:nvCxnSpPr>
        <p:spPr>
          <a:xfrm flipH="1" rot="10800000">
            <a:off x="3875088" y="2570163"/>
            <a:ext cx="214312" cy="9080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32" name="Google Shape;1432;p34"/>
          <p:cNvGrpSpPr/>
          <p:nvPr/>
        </p:nvGrpSpPr>
        <p:grpSpPr>
          <a:xfrm>
            <a:off x="3146425" y="1389063"/>
            <a:ext cx="1978025" cy="1444625"/>
            <a:chOff x="3744" y="1392"/>
            <a:chExt cx="1488" cy="1110"/>
          </a:xfrm>
        </p:grpSpPr>
        <p:sp>
          <p:nvSpPr>
            <p:cNvPr id="1433" name="Google Shape;1433;p34"/>
            <p:cNvSpPr/>
            <p:nvPr/>
          </p:nvSpPr>
          <p:spPr>
            <a:xfrm>
              <a:off x="3744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DDEA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34"/>
            <p:cNvSpPr txBox="1"/>
            <p:nvPr/>
          </p:nvSpPr>
          <p:spPr>
            <a:xfrm>
              <a:off x="4129" y="1776"/>
              <a:ext cx="727" cy="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Internet</a:t>
              </a:r>
              <a:endParaRPr/>
            </a:p>
          </p:txBody>
        </p:sp>
      </p:grpSp>
      <p:sp>
        <p:nvSpPr>
          <p:cNvPr id="1435" name="Google Shape;1435;p34"/>
          <p:cNvSpPr txBox="1"/>
          <p:nvPr/>
        </p:nvSpPr>
        <p:spPr>
          <a:xfrm>
            <a:off x="3906838" y="3319463"/>
            <a:ext cx="1452562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router</a:t>
            </a:r>
            <a:endParaRPr/>
          </a:p>
        </p:txBody>
      </p:sp>
      <p:sp>
        <p:nvSpPr>
          <p:cNvPr id="1436" name="Google Shape;1436;p34"/>
          <p:cNvSpPr/>
          <p:nvPr/>
        </p:nvSpPr>
        <p:spPr>
          <a:xfrm>
            <a:off x="1185863" y="2760663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7" name="Google Shape;1437;p34"/>
          <p:cNvGrpSpPr/>
          <p:nvPr/>
        </p:nvGrpSpPr>
        <p:grpSpPr>
          <a:xfrm>
            <a:off x="2252663" y="3187700"/>
            <a:ext cx="639762" cy="581025"/>
            <a:chOff x="2967" y="478"/>
            <a:chExt cx="788" cy="625"/>
          </a:xfrm>
        </p:grpSpPr>
        <p:pic>
          <p:nvPicPr>
            <p:cNvPr descr="access_point_stylized_small" id="1438" name="Google Shape;143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439" name="Google Shape;143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0" name="Google Shape;1440;p34"/>
          <p:cNvGrpSpPr/>
          <p:nvPr/>
        </p:nvGrpSpPr>
        <p:grpSpPr>
          <a:xfrm>
            <a:off x="2497138" y="3746500"/>
            <a:ext cx="436562" cy="498475"/>
            <a:chOff x="313" y="1497"/>
            <a:chExt cx="1152" cy="1014"/>
          </a:xfrm>
        </p:grpSpPr>
        <p:pic>
          <p:nvPicPr>
            <p:cNvPr descr="laptop_stylized_small" id="1441" name="Google Shape;1441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42" name="Google Shape;1442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3" name="Google Shape;1443;p34"/>
          <p:cNvGrpSpPr/>
          <p:nvPr/>
        </p:nvGrpSpPr>
        <p:grpSpPr>
          <a:xfrm>
            <a:off x="1825625" y="2954338"/>
            <a:ext cx="446088" cy="382587"/>
            <a:chOff x="2751" y="1851"/>
            <a:chExt cx="462" cy="478"/>
          </a:xfrm>
        </p:grpSpPr>
        <p:pic>
          <p:nvPicPr>
            <p:cNvPr descr="iphone_stylized_small" id="1444" name="Google Shape;1444;p3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445" name="Google Shape;1445;p3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6" name="Google Shape;1446;p34"/>
          <p:cNvGrpSpPr/>
          <p:nvPr/>
        </p:nvGrpSpPr>
        <p:grpSpPr>
          <a:xfrm>
            <a:off x="1846263" y="3624263"/>
            <a:ext cx="436562" cy="498475"/>
            <a:chOff x="313" y="1497"/>
            <a:chExt cx="1152" cy="1014"/>
          </a:xfrm>
        </p:grpSpPr>
        <p:pic>
          <p:nvPicPr>
            <p:cNvPr descr="laptop_stylized_small" id="1447" name="Google Shape;1447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48" name="Google Shape;1448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9" name="Google Shape;1449;p34"/>
          <p:cNvGrpSpPr/>
          <p:nvPr/>
        </p:nvGrpSpPr>
        <p:grpSpPr>
          <a:xfrm>
            <a:off x="1419225" y="3238500"/>
            <a:ext cx="438150" cy="498475"/>
            <a:chOff x="313" y="1497"/>
            <a:chExt cx="1152" cy="1014"/>
          </a:xfrm>
        </p:grpSpPr>
        <p:pic>
          <p:nvPicPr>
            <p:cNvPr descr="laptop_stylized_small" id="1450" name="Google Shape;1450;p3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51" name="Google Shape;1451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52" name="Google Shape;1452;p34"/>
          <p:cNvCxnSpPr/>
          <p:nvPr/>
        </p:nvCxnSpPr>
        <p:spPr>
          <a:xfrm>
            <a:off x="2689225" y="3617913"/>
            <a:ext cx="102235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3" name="Google Shape;1453;p34"/>
          <p:cNvSpPr/>
          <p:nvPr/>
        </p:nvSpPr>
        <p:spPr>
          <a:xfrm>
            <a:off x="3381375" y="4221163"/>
            <a:ext cx="1960563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4" name="Google Shape;1454;p34"/>
          <p:cNvGrpSpPr/>
          <p:nvPr/>
        </p:nvGrpSpPr>
        <p:grpSpPr>
          <a:xfrm>
            <a:off x="4448175" y="4648200"/>
            <a:ext cx="639763" cy="581025"/>
            <a:chOff x="2967" y="478"/>
            <a:chExt cx="788" cy="625"/>
          </a:xfrm>
        </p:grpSpPr>
        <p:pic>
          <p:nvPicPr>
            <p:cNvPr descr="access_point_stylized_small" id="1455" name="Google Shape;1455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456" name="Google Shape;1456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7" name="Google Shape;1457;p34"/>
          <p:cNvGrpSpPr/>
          <p:nvPr/>
        </p:nvGrpSpPr>
        <p:grpSpPr>
          <a:xfrm>
            <a:off x="4691063" y="5207000"/>
            <a:ext cx="436562" cy="498475"/>
            <a:chOff x="313" y="1497"/>
            <a:chExt cx="1152" cy="1014"/>
          </a:xfrm>
        </p:grpSpPr>
        <p:pic>
          <p:nvPicPr>
            <p:cNvPr descr="laptop_stylized_small" id="1458" name="Google Shape;1458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59" name="Google Shape;1459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0" name="Google Shape;1460;p34"/>
          <p:cNvGrpSpPr/>
          <p:nvPr/>
        </p:nvGrpSpPr>
        <p:grpSpPr>
          <a:xfrm>
            <a:off x="4233863" y="5197475"/>
            <a:ext cx="569912" cy="544513"/>
            <a:chOff x="2751" y="1851"/>
            <a:chExt cx="462" cy="478"/>
          </a:xfrm>
        </p:grpSpPr>
        <p:pic>
          <p:nvPicPr>
            <p:cNvPr descr="iphone_stylized_small" id="1461" name="Google Shape;1461;p3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462" name="Google Shape;1462;p3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3" name="Google Shape;1463;p34"/>
          <p:cNvGrpSpPr/>
          <p:nvPr/>
        </p:nvGrpSpPr>
        <p:grpSpPr>
          <a:xfrm>
            <a:off x="3776663" y="5216525"/>
            <a:ext cx="436562" cy="498475"/>
            <a:chOff x="313" y="1497"/>
            <a:chExt cx="1152" cy="1014"/>
          </a:xfrm>
        </p:grpSpPr>
        <p:pic>
          <p:nvPicPr>
            <p:cNvPr descr="laptop_stylized_small" id="1464" name="Google Shape;1464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65" name="Google Shape;1465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6" name="Google Shape;1466;p34"/>
          <p:cNvGrpSpPr/>
          <p:nvPr/>
        </p:nvGrpSpPr>
        <p:grpSpPr>
          <a:xfrm>
            <a:off x="3725863" y="4627563"/>
            <a:ext cx="436562" cy="498475"/>
            <a:chOff x="313" y="1497"/>
            <a:chExt cx="1152" cy="1014"/>
          </a:xfrm>
        </p:grpSpPr>
        <p:pic>
          <p:nvPicPr>
            <p:cNvPr descr="laptop_stylized_small" id="1467" name="Google Shape;1467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68" name="Google Shape;1468;p3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69" name="Google Shape;1469;p34"/>
          <p:cNvCxnSpPr/>
          <p:nvPr/>
        </p:nvCxnSpPr>
        <p:spPr>
          <a:xfrm>
            <a:off x="3902074" y="3679824"/>
            <a:ext cx="796925" cy="12985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70" name="Google Shape;1470;p34"/>
          <p:cNvGrpSpPr/>
          <p:nvPr/>
        </p:nvGrpSpPr>
        <p:grpSpPr>
          <a:xfrm>
            <a:off x="4021138" y="4271963"/>
            <a:ext cx="568325" cy="544512"/>
            <a:chOff x="2751" y="1851"/>
            <a:chExt cx="462" cy="478"/>
          </a:xfrm>
        </p:grpSpPr>
        <p:pic>
          <p:nvPicPr>
            <p:cNvPr descr="iphone_stylized_small" id="1471" name="Google Shape;1471;p3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472" name="Google Shape;1472;p3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3" name="Google Shape;1473;p34"/>
          <p:cNvGrpSpPr/>
          <p:nvPr/>
        </p:nvGrpSpPr>
        <p:grpSpPr>
          <a:xfrm>
            <a:off x="3370124" y="3421492"/>
            <a:ext cx="744676" cy="388508"/>
            <a:chOff x="7493876" y="2774731"/>
            <a:chExt cx="1481958" cy="894622"/>
          </a:xfrm>
        </p:grpSpPr>
        <p:sp>
          <p:nvSpPr>
            <p:cNvPr id="1474" name="Google Shape;1474;p3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76" name="Google Shape;1476;p3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77" name="Google Shape;1477;p3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3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3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35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802.11: Channels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5"/>
          <p:cNvSpPr txBox="1"/>
          <p:nvPr/>
        </p:nvSpPr>
        <p:spPr>
          <a:xfrm>
            <a:off x="812800" y="1373890"/>
            <a:ext cx="9740900" cy="1848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24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spectrum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divided into channels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different frequencies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 admin chooses frequency for AP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interference possible: channel can be same as that chosen by neighboring AP!</a:t>
            </a:r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1049867" y="3429000"/>
            <a:ext cx="8234891" cy="3127850"/>
            <a:chOff x="1049867" y="3429000"/>
            <a:chExt cx="8234891" cy="3127850"/>
          </a:xfrm>
        </p:grpSpPr>
        <p:pic>
          <p:nvPicPr>
            <p:cNvPr descr="Why Channels 1, 6 and 11? | MetaGeek" id="1489" name="Google Shape;1489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05641" y="3429000"/>
              <a:ext cx="6479117" cy="3127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0" name="Google Shape;1490;p35"/>
            <p:cNvSpPr txBox="1"/>
            <p:nvPr/>
          </p:nvSpPr>
          <p:spPr>
            <a:xfrm>
              <a:off x="1049867" y="3602150"/>
              <a:ext cx="60960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Example: 2.4 GHz</a:t>
              </a:r>
              <a:endPara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1" name="Google Shape;1491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6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802.11: Association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6"/>
          <p:cNvSpPr txBox="1"/>
          <p:nvPr/>
        </p:nvSpPr>
        <p:spPr>
          <a:xfrm>
            <a:off x="787400" y="1634277"/>
            <a:ext cx="5664200" cy="4600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24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host: must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associate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an AP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scans channels, listening for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beacon frames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containing AP’s name (SSID) and MAC address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selects AP to associate with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may perform authentication [Chapter 8]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typically run DHCP to get IP address in AP’s subnet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9" name="Google Shape;1499;p36"/>
          <p:cNvSpPr txBox="1"/>
          <p:nvPr/>
        </p:nvSpPr>
        <p:spPr>
          <a:xfrm>
            <a:off x="8551524" y="4658775"/>
            <a:ext cx="10541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BSS</a:t>
            </a:r>
            <a:endParaRPr/>
          </a:p>
        </p:txBody>
      </p:sp>
      <p:sp>
        <p:nvSpPr>
          <p:cNvPr id="1500" name="Google Shape;1500;p36"/>
          <p:cNvSpPr/>
          <p:nvPr/>
        </p:nvSpPr>
        <p:spPr>
          <a:xfrm>
            <a:off x="8091332" y="2835805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1" name="Google Shape;1501;p36"/>
          <p:cNvGrpSpPr/>
          <p:nvPr/>
        </p:nvGrpSpPr>
        <p:grpSpPr>
          <a:xfrm>
            <a:off x="8840632" y="3553354"/>
            <a:ext cx="639762" cy="581025"/>
            <a:chOff x="2967" y="478"/>
            <a:chExt cx="788" cy="625"/>
          </a:xfrm>
        </p:grpSpPr>
        <p:pic>
          <p:nvPicPr>
            <p:cNvPr descr="access_point_stylized_small" id="1502" name="Google Shape;150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03" name="Google Shape;150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4" name="Google Shape;1504;p36"/>
          <p:cNvGrpSpPr/>
          <p:nvPr/>
        </p:nvGrpSpPr>
        <p:grpSpPr>
          <a:xfrm>
            <a:off x="9402607" y="3821642"/>
            <a:ext cx="436562" cy="498475"/>
            <a:chOff x="313" y="1497"/>
            <a:chExt cx="1152" cy="1014"/>
          </a:xfrm>
        </p:grpSpPr>
        <p:pic>
          <p:nvPicPr>
            <p:cNvPr descr="laptop_stylized_small" id="1505" name="Google Shape;1505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06" name="Google Shape;1506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7" name="Google Shape;1507;p36"/>
          <p:cNvGrpSpPr/>
          <p:nvPr/>
        </p:nvGrpSpPr>
        <p:grpSpPr>
          <a:xfrm>
            <a:off x="9067800" y="3004080"/>
            <a:ext cx="446088" cy="382587"/>
            <a:chOff x="2751" y="1851"/>
            <a:chExt cx="462" cy="478"/>
          </a:xfrm>
        </p:grpSpPr>
        <p:pic>
          <p:nvPicPr>
            <p:cNvPr descr="iphone_stylized_small" id="1508" name="Google Shape;1508;p3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09" name="Google Shape;1509;p3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0" name="Google Shape;1510;p36"/>
          <p:cNvGrpSpPr/>
          <p:nvPr/>
        </p:nvGrpSpPr>
        <p:grpSpPr>
          <a:xfrm>
            <a:off x="8362794" y="3110442"/>
            <a:ext cx="438150" cy="498475"/>
            <a:chOff x="313" y="1497"/>
            <a:chExt cx="1152" cy="1014"/>
          </a:xfrm>
        </p:grpSpPr>
        <p:pic>
          <p:nvPicPr>
            <p:cNvPr descr="laptop_stylized_small" id="1511" name="Google Shape;1511;p3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12" name="Google Shape;1512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3" name="Google Shape;1513;p36"/>
          <p:cNvGrpSpPr/>
          <p:nvPr/>
        </p:nvGrpSpPr>
        <p:grpSpPr>
          <a:xfrm>
            <a:off x="8158054" y="4044178"/>
            <a:ext cx="746119" cy="834365"/>
            <a:chOff x="9377254" y="4467511"/>
            <a:chExt cx="746119" cy="834365"/>
          </a:xfrm>
        </p:grpSpPr>
        <p:grpSp>
          <p:nvGrpSpPr>
            <p:cNvPr id="1514" name="Google Shape;1514;p36"/>
            <p:cNvGrpSpPr/>
            <p:nvPr/>
          </p:nvGrpSpPr>
          <p:grpSpPr>
            <a:xfrm>
              <a:off x="9401305" y="4467511"/>
              <a:ext cx="436562" cy="498475"/>
              <a:chOff x="313" y="1497"/>
              <a:chExt cx="1152" cy="1014"/>
            </a:xfrm>
          </p:grpSpPr>
          <p:pic>
            <p:nvPicPr>
              <p:cNvPr descr="laptop_stylized_small" id="1515" name="Google Shape;1515;p3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516" name="Google Shape;1516;p3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17" name="Google Shape;1517;p36"/>
            <p:cNvSpPr/>
            <p:nvPr/>
          </p:nvSpPr>
          <p:spPr>
            <a:xfrm rot="-2132189">
              <a:off x="9359899" y="4902200"/>
              <a:ext cx="780829" cy="1905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8" name="Google Shape;1518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37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802.11: passive/active scanning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6" name="Google Shape;1526;p37"/>
          <p:cNvSpPr/>
          <p:nvPr/>
        </p:nvSpPr>
        <p:spPr>
          <a:xfrm>
            <a:off x="2779713" y="1484313"/>
            <a:ext cx="2335212" cy="2224087"/>
          </a:xfrm>
          <a:prstGeom prst="ellipse">
            <a:avLst/>
          </a:prstGeom>
          <a:solidFill>
            <a:srgbClr val="9AE0FF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37"/>
          <p:cNvSpPr/>
          <p:nvPr/>
        </p:nvSpPr>
        <p:spPr>
          <a:xfrm>
            <a:off x="923925" y="1419225"/>
            <a:ext cx="2335213" cy="2224088"/>
          </a:xfrm>
          <a:prstGeom prst="ellipse">
            <a:avLst/>
          </a:prstGeom>
          <a:solidFill>
            <a:srgbClr val="9CE0FA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7"/>
          <p:cNvSpPr txBox="1"/>
          <p:nvPr/>
        </p:nvSpPr>
        <p:spPr>
          <a:xfrm>
            <a:off x="4149725" y="2536825"/>
            <a:ext cx="55976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 2</a:t>
            </a:r>
            <a:endParaRPr/>
          </a:p>
        </p:txBody>
      </p:sp>
      <p:sp>
        <p:nvSpPr>
          <p:cNvPr id="1529" name="Google Shape;1529;p37"/>
          <p:cNvSpPr txBox="1"/>
          <p:nvPr/>
        </p:nvSpPr>
        <p:spPr>
          <a:xfrm>
            <a:off x="2411413" y="2190750"/>
            <a:ext cx="1841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7"/>
          <p:cNvSpPr txBox="1"/>
          <p:nvPr/>
        </p:nvSpPr>
        <p:spPr>
          <a:xfrm>
            <a:off x="1417638" y="2547938"/>
            <a:ext cx="55976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 1</a:t>
            </a:r>
            <a:endParaRPr/>
          </a:p>
        </p:txBody>
      </p:sp>
      <p:sp>
        <p:nvSpPr>
          <p:cNvPr id="1531" name="Google Shape;1531;p37"/>
          <p:cNvSpPr txBox="1"/>
          <p:nvPr/>
        </p:nvSpPr>
        <p:spPr>
          <a:xfrm>
            <a:off x="2776538" y="3206750"/>
            <a:ext cx="4171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/>
          </a:p>
        </p:txBody>
      </p:sp>
      <p:sp>
        <p:nvSpPr>
          <p:cNvPr id="1532" name="Google Shape;1532;p37"/>
          <p:cNvSpPr txBox="1"/>
          <p:nvPr/>
        </p:nvSpPr>
        <p:spPr>
          <a:xfrm>
            <a:off x="3567113" y="1541463"/>
            <a:ext cx="6543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BBS 2</a:t>
            </a:r>
            <a:endParaRPr/>
          </a:p>
        </p:txBody>
      </p:sp>
      <p:sp>
        <p:nvSpPr>
          <p:cNvPr id="1533" name="Google Shape;1533;p37"/>
          <p:cNvSpPr txBox="1"/>
          <p:nvPr/>
        </p:nvSpPr>
        <p:spPr>
          <a:xfrm>
            <a:off x="1751013" y="1490663"/>
            <a:ext cx="6543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BBS 1</a:t>
            </a:r>
            <a:endParaRPr/>
          </a:p>
        </p:txBody>
      </p:sp>
      <p:cxnSp>
        <p:nvCxnSpPr>
          <p:cNvPr id="1534" name="Google Shape;1534;p37"/>
          <p:cNvCxnSpPr/>
          <p:nvPr/>
        </p:nvCxnSpPr>
        <p:spPr>
          <a:xfrm>
            <a:off x="2273300" y="2571750"/>
            <a:ext cx="644525" cy="2254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5" name="Google Shape;1535;p37"/>
          <p:cNvCxnSpPr/>
          <p:nvPr/>
        </p:nvCxnSpPr>
        <p:spPr>
          <a:xfrm flipH="1">
            <a:off x="3160713" y="2587625"/>
            <a:ext cx="644525" cy="2254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6" name="Google Shape;1536;p37"/>
          <p:cNvCxnSpPr/>
          <p:nvPr/>
        </p:nvCxnSpPr>
        <p:spPr>
          <a:xfrm flipH="1">
            <a:off x="3359150" y="2919413"/>
            <a:ext cx="644525" cy="2254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7" name="Google Shape;1537;p37"/>
          <p:cNvCxnSpPr/>
          <p:nvPr/>
        </p:nvCxnSpPr>
        <p:spPr>
          <a:xfrm flipH="1" rot="10800000">
            <a:off x="3314700" y="2740025"/>
            <a:ext cx="644525" cy="2254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538" name="Google Shape;1538;p37"/>
          <p:cNvGrpSpPr/>
          <p:nvPr/>
        </p:nvGrpSpPr>
        <p:grpSpPr>
          <a:xfrm>
            <a:off x="3470275" y="2489200"/>
            <a:ext cx="282575" cy="304800"/>
            <a:chOff x="1255" y="3461"/>
            <a:chExt cx="178" cy="192"/>
          </a:xfrm>
        </p:grpSpPr>
        <p:sp>
          <p:nvSpPr>
            <p:cNvPr id="1539" name="Google Shape;1539;p37"/>
            <p:cNvSpPr/>
            <p:nvPr/>
          </p:nvSpPr>
          <p:spPr>
            <a:xfrm>
              <a:off x="1274" y="3494"/>
              <a:ext cx="151" cy="133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37"/>
            <p:cNvSpPr txBox="1"/>
            <p:nvPr/>
          </p:nvSpPr>
          <p:spPr>
            <a:xfrm>
              <a:off x="1255" y="3461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541" name="Google Shape;1541;p37"/>
          <p:cNvGrpSpPr/>
          <p:nvPr/>
        </p:nvGrpSpPr>
        <p:grpSpPr>
          <a:xfrm>
            <a:off x="3382963" y="2746375"/>
            <a:ext cx="282575" cy="304800"/>
            <a:chOff x="1851" y="2490"/>
            <a:chExt cx="178" cy="192"/>
          </a:xfrm>
        </p:grpSpPr>
        <p:sp>
          <p:nvSpPr>
            <p:cNvPr id="1542" name="Google Shape;1542;p37"/>
            <p:cNvSpPr/>
            <p:nvPr/>
          </p:nvSpPr>
          <p:spPr>
            <a:xfrm>
              <a:off x="1861" y="2514"/>
              <a:ext cx="151" cy="133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37"/>
            <p:cNvSpPr txBox="1"/>
            <p:nvPr/>
          </p:nvSpPr>
          <p:spPr>
            <a:xfrm>
              <a:off x="1851" y="249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544" name="Google Shape;1544;p37"/>
          <p:cNvGrpSpPr/>
          <p:nvPr/>
        </p:nvGrpSpPr>
        <p:grpSpPr>
          <a:xfrm>
            <a:off x="3668713" y="2852738"/>
            <a:ext cx="282575" cy="304800"/>
            <a:chOff x="1851" y="2490"/>
            <a:chExt cx="178" cy="192"/>
          </a:xfrm>
        </p:grpSpPr>
        <p:sp>
          <p:nvSpPr>
            <p:cNvPr id="1545" name="Google Shape;1545;p37"/>
            <p:cNvSpPr/>
            <p:nvPr/>
          </p:nvSpPr>
          <p:spPr>
            <a:xfrm>
              <a:off x="1861" y="2514"/>
              <a:ext cx="151" cy="133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37"/>
            <p:cNvSpPr txBox="1"/>
            <p:nvPr/>
          </p:nvSpPr>
          <p:spPr>
            <a:xfrm>
              <a:off x="1851" y="249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547" name="Google Shape;1547;p37"/>
          <p:cNvGrpSpPr/>
          <p:nvPr/>
        </p:nvGrpSpPr>
        <p:grpSpPr>
          <a:xfrm>
            <a:off x="2303463" y="2462213"/>
            <a:ext cx="282575" cy="304800"/>
            <a:chOff x="1255" y="3461"/>
            <a:chExt cx="178" cy="192"/>
          </a:xfrm>
        </p:grpSpPr>
        <p:sp>
          <p:nvSpPr>
            <p:cNvPr id="1548" name="Google Shape;1548;p37"/>
            <p:cNvSpPr/>
            <p:nvPr/>
          </p:nvSpPr>
          <p:spPr>
            <a:xfrm>
              <a:off x="1274" y="3494"/>
              <a:ext cx="151" cy="133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37"/>
            <p:cNvSpPr txBox="1"/>
            <p:nvPr/>
          </p:nvSpPr>
          <p:spPr>
            <a:xfrm>
              <a:off x="1255" y="3461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1550" name="Google Shape;1550;p37"/>
          <p:cNvSpPr txBox="1"/>
          <p:nvPr/>
        </p:nvSpPr>
        <p:spPr>
          <a:xfrm>
            <a:off x="1408113" y="3894138"/>
            <a:ext cx="4535487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passive scanning: </a:t>
            </a:r>
            <a:endParaRPr/>
          </a:p>
          <a:p>
            <a:pPr indent="-342900" lvl="0" marL="508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Both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beacon frames sent from APs</a:t>
            </a:r>
            <a:endParaRPr/>
          </a:p>
          <a:p>
            <a:pPr indent="-342900" lvl="0" marL="508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Both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association Request frame sent: H1 to selected AP </a:t>
            </a:r>
            <a:endParaRPr/>
          </a:p>
          <a:p>
            <a:pPr indent="-342900" lvl="0" marL="508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Both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association Response frame sent from  selected AP to H1</a:t>
            </a:r>
            <a:endParaRPr/>
          </a:p>
        </p:txBody>
      </p:sp>
      <p:grpSp>
        <p:nvGrpSpPr>
          <p:cNvPr id="1551" name="Google Shape;1551;p37"/>
          <p:cNvGrpSpPr/>
          <p:nvPr/>
        </p:nvGrpSpPr>
        <p:grpSpPr>
          <a:xfrm>
            <a:off x="1831975" y="2092325"/>
            <a:ext cx="649288" cy="561975"/>
            <a:chOff x="2967" y="478"/>
            <a:chExt cx="788" cy="625"/>
          </a:xfrm>
        </p:grpSpPr>
        <p:pic>
          <p:nvPicPr>
            <p:cNvPr descr="access_point_stylized_small" id="1552" name="Google Shape;1552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53" name="Google Shape;1553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4" name="Google Shape;1554;p37"/>
          <p:cNvGrpSpPr/>
          <p:nvPr/>
        </p:nvGrpSpPr>
        <p:grpSpPr>
          <a:xfrm>
            <a:off x="3741738" y="2112963"/>
            <a:ext cx="649287" cy="561975"/>
            <a:chOff x="2967" y="478"/>
            <a:chExt cx="788" cy="625"/>
          </a:xfrm>
        </p:grpSpPr>
        <p:pic>
          <p:nvPicPr>
            <p:cNvPr descr="access_point_stylized_small" id="1555" name="Google Shape;1555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556" name="Google Shape;1556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7" name="Google Shape;1557;p37"/>
          <p:cNvGrpSpPr/>
          <p:nvPr/>
        </p:nvGrpSpPr>
        <p:grpSpPr>
          <a:xfrm>
            <a:off x="2776538" y="2519363"/>
            <a:ext cx="436562" cy="498475"/>
            <a:chOff x="313" y="1497"/>
            <a:chExt cx="1152" cy="1014"/>
          </a:xfrm>
        </p:grpSpPr>
        <p:pic>
          <p:nvPicPr>
            <p:cNvPr descr="laptop_stylized_small" id="1558" name="Google Shape;1558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559" name="Google Shape;1559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0" name="Google Shape;1560;p37"/>
          <p:cNvGrpSpPr/>
          <p:nvPr/>
        </p:nvGrpSpPr>
        <p:grpSpPr>
          <a:xfrm>
            <a:off x="6540500" y="1428750"/>
            <a:ext cx="5245100" cy="4833680"/>
            <a:chOff x="6540500" y="1428750"/>
            <a:chExt cx="5245100" cy="4833680"/>
          </a:xfrm>
        </p:grpSpPr>
        <p:sp>
          <p:nvSpPr>
            <p:cNvPr id="1561" name="Google Shape;1561;p37"/>
            <p:cNvSpPr/>
            <p:nvPr/>
          </p:nvSpPr>
          <p:spPr>
            <a:xfrm>
              <a:off x="8396288" y="1493838"/>
              <a:ext cx="2335212" cy="2224088"/>
            </a:xfrm>
            <a:prstGeom prst="ellipse">
              <a:avLst/>
            </a:prstGeom>
            <a:solidFill>
              <a:srgbClr val="9CE0FA">
                <a:alpha val="4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37"/>
            <p:cNvSpPr/>
            <p:nvPr/>
          </p:nvSpPr>
          <p:spPr>
            <a:xfrm>
              <a:off x="6540500" y="1428750"/>
              <a:ext cx="2335213" cy="2224089"/>
            </a:xfrm>
            <a:prstGeom prst="ellipse">
              <a:avLst/>
            </a:prstGeom>
            <a:solidFill>
              <a:srgbClr val="9AE0FF">
                <a:alpha val="4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37"/>
            <p:cNvSpPr txBox="1"/>
            <p:nvPr/>
          </p:nvSpPr>
          <p:spPr>
            <a:xfrm>
              <a:off x="9777413" y="2444750"/>
              <a:ext cx="5597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 2</a:t>
              </a:r>
              <a:endParaRPr/>
            </a:p>
          </p:txBody>
        </p:sp>
        <p:sp>
          <p:nvSpPr>
            <p:cNvPr id="1564" name="Google Shape;1564;p37"/>
            <p:cNvSpPr txBox="1"/>
            <p:nvPr/>
          </p:nvSpPr>
          <p:spPr>
            <a:xfrm>
              <a:off x="8027988" y="2200275"/>
              <a:ext cx="1841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37"/>
            <p:cNvSpPr txBox="1"/>
            <p:nvPr/>
          </p:nvSpPr>
          <p:spPr>
            <a:xfrm>
              <a:off x="7105650" y="2628900"/>
              <a:ext cx="5597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 1</a:t>
              </a:r>
              <a:endParaRPr/>
            </a:p>
          </p:txBody>
        </p:sp>
        <p:sp>
          <p:nvSpPr>
            <p:cNvPr id="1566" name="Google Shape;1566;p37"/>
            <p:cNvSpPr txBox="1"/>
            <p:nvPr/>
          </p:nvSpPr>
          <p:spPr>
            <a:xfrm>
              <a:off x="8393113" y="3216275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H1</a:t>
              </a:r>
              <a:endParaRPr/>
            </a:p>
          </p:txBody>
        </p:sp>
        <p:sp>
          <p:nvSpPr>
            <p:cNvPr id="1567" name="Google Shape;1567;p37"/>
            <p:cNvSpPr txBox="1"/>
            <p:nvPr/>
          </p:nvSpPr>
          <p:spPr>
            <a:xfrm>
              <a:off x="10034588" y="3019425"/>
              <a:ext cx="1841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37"/>
            <p:cNvSpPr txBox="1"/>
            <p:nvPr/>
          </p:nvSpPr>
          <p:spPr>
            <a:xfrm>
              <a:off x="9183688" y="1550988"/>
              <a:ext cx="65434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BBS 2</a:t>
              </a:r>
              <a:endParaRPr/>
            </a:p>
          </p:txBody>
        </p:sp>
        <p:sp>
          <p:nvSpPr>
            <p:cNvPr id="1569" name="Google Shape;1569;p37"/>
            <p:cNvSpPr txBox="1"/>
            <p:nvPr/>
          </p:nvSpPr>
          <p:spPr>
            <a:xfrm>
              <a:off x="7367588" y="1500188"/>
              <a:ext cx="65434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BBS 1</a:t>
              </a:r>
              <a:endParaRPr/>
            </a:p>
          </p:txBody>
        </p:sp>
        <p:sp>
          <p:nvSpPr>
            <p:cNvPr id="1570" name="Google Shape;1570;p37"/>
            <p:cNvSpPr/>
            <p:nvPr/>
          </p:nvSpPr>
          <p:spPr>
            <a:xfrm>
              <a:off x="8653463" y="2505174"/>
              <a:ext cx="869950" cy="225446"/>
            </a:xfrm>
            <a:custGeom>
              <a:rect b="b" l="l" r="r" t="t"/>
              <a:pathLst>
                <a:path extrusionOk="0" h="142" w="548">
                  <a:moveTo>
                    <a:pt x="0" y="142"/>
                  </a:moveTo>
                  <a:lnTo>
                    <a:pt x="0" y="0"/>
                  </a:lnTo>
                  <a:lnTo>
                    <a:pt x="548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71" name="Google Shape;1571;p37"/>
            <p:cNvCxnSpPr/>
            <p:nvPr/>
          </p:nvCxnSpPr>
          <p:spPr>
            <a:xfrm rot="10800000">
              <a:off x="7827963" y="2505075"/>
              <a:ext cx="823912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2" name="Google Shape;1572;p37"/>
            <p:cNvCxnSpPr/>
            <p:nvPr/>
          </p:nvCxnSpPr>
          <p:spPr>
            <a:xfrm>
              <a:off x="7889875" y="2581275"/>
              <a:ext cx="644525" cy="2254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3" name="Google Shape;1573;p37"/>
            <p:cNvCxnSpPr/>
            <p:nvPr/>
          </p:nvCxnSpPr>
          <p:spPr>
            <a:xfrm flipH="1">
              <a:off x="8777288" y="2597150"/>
              <a:ext cx="644525" cy="2254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4" name="Google Shape;1574;p37"/>
            <p:cNvCxnSpPr/>
            <p:nvPr/>
          </p:nvCxnSpPr>
          <p:spPr>
            <a:xfrm flipH="1">
              <a:off x="8975725" y="2928938"/>
              <a:ext cx="644525" cy="2254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5" name="Google Shape;1575;p37"/>
            <p:cNvCxnSpPr/>
            <p:nvPr/>
          </p:nvCxnSpPr>
          <p:spPr>
            <a:xfrm flipH="1" rot="10800000">
              <a:off x="8931275" y="2749550"/>
              <a:ext cx="644525" cy="22542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576" name="Google Shape;1576;p37"/>
            <p:cNvGrpSpPr/>
            <p:nvPr/>
          </p:nvGrpSpPr>
          <p:grpSpPr>
            <a:xfrm>
              <a:off x="8502650" y="2333708"/>
              <a:ext cx="282575" cy="304828"/>
              <a:chOff x="1255" y="3461"/>
              <a:chExt cx="178" cy="192"/>
            </a:xfrm>
          </p:grpSpPr>
          <p:sp>
            <p:nvSpPr>
              <p:cNvPr id="1577" name="Google Shape;1577;p37"/>
              <p:cNvSpPr/>
              <p:nvPr/>
            </p:nvSpPr>
            <p:spPr>
              <a:xfrm>
                <a:off x="1274" y="3494"/>
                <a:ext cx="151" cy="133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37"/>
              <p:cNvSpPr txBox="1"/>
              <p:nvPr/>
            </p:nvSpPr>
            <p:spPr>
              <a:xfrm>
                <a:off x="1255" y="3461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  <p:grpSp>
          <p:nvGrpSpPr>
            <p:cNvPr id="1579" name="Google Shape;1579;p37"/>
            <p:cNvGrpSpPr/>
            <p:nvPr/>
          </p:nvGrpSpPr>
          <p:grpSpPr>
            <a:xfrm>
              <a:off x="9074150" y="2530576"/>
              <a:ext cx="282575" cy="304828"/>
              <a:chOff x="1851" y="2490"/>
              <a:chExt cx="178" cy="192"/>
            </a:xfrm>
          </p:grpSpPr>
          <p:sp>
            <p:nvSpPr>
              <p:cNvPr id="1580" name="Google Shape;1580;p37"/>
              <p:cNvSpPr/>
              <p:nvPr/>
            </p:nvSpPr>
            <p:spPr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37"/>
              <p:cNvSpPr txBox="1"/>
              <p:nvPr/>
            </p:nvSpPr>
            <p:spPr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  <p:grpSp>
          <p:nvGrpSpPr>
            <p:cNvPr id="1582" name="Google Shape;1582;p37"/>
            <p:cNvGrpSpPr/>
            <p:nvPr/>
          </p:nvGrpSpPr>
          <p:grpSpPr>
            <a:xfrm>
              <a:off x="7996238" y="2548041"/>
              <a:ext cx="282575" cy="304828"/>
              <a:chOff x="1851" y="2490"/>
              <a:chExt cx="178" cy="192"/>
            </a:xfrm>
          </p:grpSpPr>
          <p:sp>
            <p:nvSpPr>
              <p:cNvPr id="1583" name="Google Shape;1583;p37"/>
              <p:cNvSpPr/>
              <p:nvPr/>
            </p:nvSpPr>
            <p:spPr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37"/>
              <p:cNvSpPr txBox="1"/>
              <p:nvPr/>
            </p:nvSpPr>
            <p:spPr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  <p:grpSp>
          <p:nvGrpSpPr>
            <p:cNvPr id="1585" name="Google Shape;1585;p37"/>
            <p:cNvGrpSpPr/>
            <p:nvPr/>
          </p:nvGrpSpPr>
          <p:grpSpPr>
            <a:xfrm>
              <a:off x="9017000" y="2773487"/>
              <a:ext cx="282575" cy="304828"/>
              <a:chOff x="1851" y="2490"/>
              <a:chExt cx="178" cy="192"/>
            </a:xfrm>
          </p:grpSpPr>
          <p:sp>
            <p:nvSpPr>
              <p:cNvPr id="1586" name="Google Shape;1586;p37"/>
              <p:cNvSpPr/>
              <p:nvPr/>
            </p:nvSpPr>
            <p:spPr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37"/>
              <p:cNvSpPr txBox="1"/>
              <p:nvPr/>
            </p:nvSpPr>
            <p:spPr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grpSp>
          <p:nvGrpSpPr>
            <p:cNvPr id="1588" name="Google Shape;1588;p37"/>
            <p:cNvGrpSpPr/>
            <p:nvPr/>
          </p:nvGrpSpPr>
          <p:grpSpPr>
            <a:xfrm>
              <a:off x="9305925" y="2865570"/>
              <a:ext cx="282575" cy="304828"/>
              <a:chOff x="1851" y="2490"/>
              <a:chExt cx="178" cy="192"/>
            </a:xfrm>
          </p:grpSpPr>
          <p:sp>
            <p:nvSpPr>
              <p:cNvPr id="1589" name="Google Shape;1589;p37"/>
              <p:cNvSpPr/>
              <p:nvPr/>
            </p:nvSpPr>
            <p:spPr>
              <a:xfrm>
                <a:off x="1861" y="2514"/>
                <a:ext cx="151" cy="133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0" name="Google Shape;1590;p37"/>
              <p:cNvSpPr txBox="1"/>
              <p:nvPr/>
            </p:nvSpPr>
            <p:spPr>
              <a:xfrm>
                <a:off x="1851" y="2490"/>
                <a:ext cx="178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  <p:sp>
          <p:nvSpPr>
            <p:cNvPr id="1591" name="Google Shape;1591;p37"/>
            <p:cNvSpPr txBox="1"/>
            <p:nvPr/>
          </p:nvSpPr>
          <p:spPr>
            <a:xfrm>
              <a:off x="6573838" y="3892550"/>
              <a:ext cx="5211762" cy="2369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lang="en-US" sz="2800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active  scanning: </a:t>
              </a:r>
              <a:endParaRPr/>
            </a:p>
            <a:p>
              <a:pPr indent="-342900" lvl="0" marL="508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AutoNum type="arabicParenBoth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Probe Request frame broadcast from H1</a:t>
              </a:r>
              <a:endParaRPr/>
            </a:p>
            <a:p>
              <a:pPr indent="-342900" lvl="0" marL="508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AutoNum type="arabicParenBoth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Probe Response frames sent from APs</a:t>
              </a:r>
              <a:endParaRPr/>
            </a:p>
            <a:p>
              <a:pPr indent="-342900" lvl="0" marL="508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AutoNum type="arabicParenBoth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Association Request frame sent: H1 to selected AP </a:t>
              </a:r>
              <a:endParaRPr/>
            </a:p>
            <a:p>
              <a:pPr indent="-342900" lvl="0" marL="508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AutoNum type="arabicParenBoth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Association Response frame sent from selected AP to H1</a:t>
              </a:r>
              <a:endParaRPr/>
            </a:p>
          </p:txBody>
        </p:sp>
        <p:grpSp>
          <p:nvGrpSpPr>
            <p:cNvPr id="1592" name="Google Shape;1592;p37"/>
            <p:cNvGrpSpPr/>
            <p:nvPr/>
          </p:nvGrpSpPr>
          <p:grpSpPr>
            <a:xfrm>
              <a:off x="7373620" y="2100642"/>
              <a:ext cx="650240" cy="561392"/>
              <a:chOff x="2967" y="478"/>
              <a:chExt cx="788" cy="625"/>
            </a:xfrm>
          </p:grpSpPr>
          <p:pic>
            <p:nvPicPr>
              <p:cNvPr descr="access_point_stylized_small" id="1593" name="Google Shape;1593;p3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594" name="Google Shape;1594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95" name="Google Shape;1595;p37"/>
            <p:cNvGrpSpPr/>
            <p:nvPr/>
          </p:nvGrpSpPr>
          <p:grpSpPr>
            <a:xfrm>
              <a:off x="9415780" y="2039676"/>
              <a:ext cx="650240" cy="561392"/>
              <a:chOff x="2967" y="478"/>
              <a:chExt cx="788" cy="625"/>
            </a:xfrm>
          </p:grpSpPr>
          <p:pic>
            <p:nvPicPr>
              <p:cNvPr descr="access_point_stylized_small" id="1596" name="Google Shape;1596;p3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597" name="Google Shape;1597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98" name="Google Shape;1598;p37"/>
            <p:cNvGrpSpPr/>
            <p:nvPr/>
          </p:nvGrpSpPr>
          <p:grpSpPr>
            <a:xfrm>
              <a:off x="8348980" y="2629009"/>
              <a:ext cx="436880" cy="497887"/>
              <a:chOff x="313" y="1497"/>
              <a:chExt cx="1152" cy="1014"/>
            </a:xfrm>
          </p:grpSpPr>
          <p:pic>
            <p:nvPicPr>
              <p:cNvPr descr="laptop_stylized_small" id="1599" name="Google Shape;1599;p3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00" name="Google Shape;1600;p3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38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IEEE 802.11: multiple access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8" name="Google Shape;1608;p38"/>
          <p:cNvSpPr txBox="1"/>
          <p:nvPr/>
        </p:nvSpPr>
        <p:spPr>
          <a:xfrm>
            <a:off x="1219200" y="1236663"/>
            <a:ext cx="10426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collisions: 2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 transmitting at same time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802.11: CSMA - sense before transmitting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collide with detected ongoing transmission by another node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collision detection!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difficult to sense collisions: high transmitting signal, weak received signal due to fading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sense all collisions in any case: hidden terminal, fading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avoid collisions: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CSMA/</a:t>
            </a:r>
            <a:r>
              <a:rPr b="0" i="0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ollision</a:t>
            </a:r>
            <a:r>
              <a:rPr b="0" i="0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voidance</a:t>
            </a:r>
            <a:endParaRPr b="0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38"/>
          <p:cNvSpPr txBox="1"/>
          <p:nvPr/>
        </p:nvSpPr>
        <p:spPr>
          <a:xfrm>
            <a:off x="7069138" y="6273800"/>
            <a:ext cx="593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/>
          </a:p>
        </p:txBody>
      </p:sp>
      <p:grpSp>
        <p:nvGrpSpPr>
          <p:cNvPr id="1610" name="Google Shape;1610;p38"/>
          <p:cNvGrpSpPr/>
          <p:nvPr/>
        </p:nvGrpSpPr>
        <p:grpSpPr>
          <a:xfrm>
            <a:off x="2616200" y="4905375"/>
            <a:ext cx="2273300" cy="1028700"/>
            <a:chOff x="576580" y="4516120"/>
            <a:chExt cx="3170330" cy="1491615"/>
          </a:xfrm>
        </p:grpSpPr>
        <p:grpSp>
          <p:nvGrpSpPr>
            <p:cNvPr id="1611" name="Google Shape;1611;p38"/>
            <p:cNvGrpSpPr/>
            <p:nvPr/>
          </p:nvGrpSpPr>
          <p:grpSpPr>
            <a:xfrm>
              <a:off x="2042160" y="467360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612" name="Google Shape;1612;p3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13" name="Google Shape;1613;p3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14" name="Google Shape;1614;p38"/>
            <p:cNvSpPr/>
            <p:nvPr/>
          </p:nvSpPr>
          <p:spPr>
            <a:xfrm>
              <a:off x="576580" y="4516120"/>
              <a:ext cx="2020888" cy="1085850"/>
            </a:xfrm>
            <a:custGeom>
              <a:rect b="b" l="l" r="r" t="t"/>
              <a:pathLst>
                <a:path extrusionOk="0" h="684" w="1273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15" name="Google Shape;1615;p38"/>
            <p:cNvCxnSpPr/>
            <p:nvPr/>
          </p:nvCxnSpPr>
          <p:spPr>
            <a:xfrm flipH="1" rot="10800000">
              <a:off x="1849583" y="5731510"/>
              <a:ext cx="998476" cy="16803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16" name="Google Shape;1616;p38"/>
            <p:cNvCxnSpPr/>
            <p:nvPr/>
          </p:nvCxnSpPr>
          <p:spPr>
            <a:xfrm>
              <a:off x="2522614" y="5250419"/>
              <a:ext cx="407361" cy="322263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17" name="Google Shape;1617;p38"/>
            <p:cNvSpPr txBox="1"/>
            <p:nvPr/>
          </p:nvSpPr>
          <p:spPr>
            <a:xfrm>
              <a:off x="968444" y="5623323"/>
              <a:ext cx="305521" cy="3061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618" name="Google Shape;1618;p38"/>
            <p:cNvSpPr txBox="1"/>
            <p:nvPr/>
          </p:nvSpPr>
          <p:spPr>
            <a:xfrm>
              <a:off x="3441389" y="5395436"/>
              <a:ext cx="305521" cy="308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619" name="Google Shape;1619;p38"/>
            <p:cNvSpPr txBox="1"/>
            <p:nvPr/>
          </p:nvSpPr>
          <p:spPr>
            <a:xfrm>
              <a:off x="2620027" y="4691063"/>
              <a:ext cx="314376" cy="308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grpSp>
          <p:nvGrpSpPr>
            <p:cNvPr id="1620" name="Google Shape;1620;p38"/>
            <p:cNvGrpSpPr/>
            <p:nvPr/>
          </p:nvGrpSpPr>
          <p:grpSpPr>
            <a:xfrm>
              <a:off x="2804160" y="522224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621" name="Google Shape;1621;p3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22" name="Google Shape;1622;p3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23" name="Google Shape;1623;p38"/>
            <p:cNvGrpSpPr/>
            <p:nvPr/>
          </p:nvGrpSpPr>
          <p:grpSpPr>
            <a:xfrm>
              <a:off x="1280160" y="536448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624" name="Google Shape;1624;p3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25" name="Google Shape;1625;p3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26" name="Google Shape;1626;p38"/>
          <p:cNvGrpSpPr/>
          <p:nvPr/>
        </p:nvGrpSpPr>
        <p:grpSpPr>
          <a:xfrm>
            <a:off x="5969000" y="4702175"/>
            <a:ext cx="2809875" cy="1536700"/>
            <a:chOff x="4821555" y="4226560"/>
            <a:chExt cx="3545890" cy="2024698"/>
          </a:xfrm>
        </p:grpSpPr>
        <p:sp>
          <p:nvSpPr>
            <p:cNvPr id="1627" name="Google Shape;1627;p38"/>
            <p:cNvSpPr txBox="1"/>
            <p:nvPr/>
          </p:nvSpPr>
          <p:spPr>
            <a:xfrm>
              <a:off x="4821555" y="4395983"/>
              <a:ext cx="304506" cy="307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628" name="Google Shape;1628;p38"/>
            <p:cNvSpPr txBox="1"/>
            <p:nvPr/>
          </p:nvSpPr>
          <p:spPr>
            <a:xfrm>
              <a:off x="6730727" y="4391799"/>
              <a:ext cx="328546" cy="307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629" name="Google Shape;1629;p38"/>
            <p:cNvSpPr txBox="1"/>
            <p:nvPr/>
          </p:nvSpPr>
          <p:spPr>
            <a:xfrm>
              <a:off x="7912690" y="4435723"/>
              <a:ext cx="314522" cy="307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1630" name="Google Shape;1630;p38"/>
            <p:cNvSpPr txBox="1"/>
            <p:nvPr/>
          </p:nvSpPr>
          <p:spPr>
            <a:xfrm>
              <a:off x="4893675" y="5222176"/>
              <a:ext cx="827375" cy="462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A’s signal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strength</a:t>
              </a:r>
              <a:endParaRPr/>
            </a:p>
          </p:txBody>
        </p:sp>
        <p:cxnSp>
          <p:nvCxnSpPr>
            <p:cNvPr id="1631" name="Google Shape;1631;p38"/>
            <p:cNvCxnSpPr/>
            <p:nvPr/>
          </p:nvCxnSpPr>
          <p:spPr>
            <a:xfrm>
              <a:off x="4955779" y="6251258"/>
              <a:ext cx="326542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2" name="Google Shape;1632;p38"/>
            <p:cNvCxnSpPr/>
            <p:nvPr/>
          </p:nvCxnSpPr>
          <p:spPr>
            <a:xfrm>
              <a:off x="4901688" y="5071579"/>
              <a:ext cx="0" cy="113784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3" name="Google Shape;1633;p38"/>
            <p:cNvSpPr/>
            <p:nvPr/>
          </p:nvSpPr>
          <p:spPr>
            <a:xfrm>
              <a:off x="4985068" y="5127308"/>
              <a:ext cx="2995613" cy="1081088"/>
            </a:xfrm>
            <a:custGeom>
              <a:rect b="b" l="l" r="r" t="t"/>
              <a:pathLst>
                <a:path extrusionOk="0" h="681" w="1887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38"/>
            <p:cNvSpPr/>
            <p:nvPr/>
          </p:nvSpPr>
          <p:spPr>
            <a:xfrm flipH="1">
              <a:off x="5080318" y="5097145"/>
              <a:ext cx="2995613" cy="1081088"/>
            </a:xfrm>
            <a:custGeom>
              <a:rect b="b" l="l" r="r" t="t"/>
              <a:pathLst>
                <a:path extrusionOk="0" h="681" w="1887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cap="flat" cmpd="sng" w="38100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38"/>
            <p:cNvSpPr txBox="1"/>
            <p:nvPr/>
          </p:nvSpPr>
          <p:spPr>
            <a:xfrm>
              <a:off x="7522041" y="5151061"/>
              <a:ext cx="845404" cy="462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3333CC"/>
                  </a:solidFill>
                  <a:latin typeface="Arial"/>
                  <a:ea typeface="Arial"/>
                  <a:cs typeface="Arial"/>
                  <a:sym typeface="Arial"/>
                </a:rPr>
                <a:t>C’s signal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3333CC"/>
                  </a:solidFill>
                  <a:latin typeface="Arial"/>
                  <a:ea typeface="Arial"/>
                  <a:cs typeface="Arial"/>
                  <a:sym typeface="Arial"/>
                </a:rPr>
                <a:t>strength</a:t>
              </a:r>
              <a:endParaRPr/>
            </a:p>
          </p:txBody>
        </p:sp>
        <p:cxnSp>
          <p:nvCxnSpPr>
            <p:cNvPr id="1636" name="Google Shape;1636;p38"/>
            <p:cNvCxnSpPr/>
            <p:nvPr/>
          </p:nvCxnSpPr>
          <p:spPr>
            <a:xfrm flipH="1">
              <a:off x="5282320" y="4958631"/>
              <a:ext cx="26044" cy="126334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37" name="Google Shape;1637;p38"/>
            <p:cNvCxnSpPr/>
            <p:nvPr/>
          </p:nvCxnSpPr>
          <p:spPr>
            <a:xfrm>
              <a:off x="6502348" y="5027655"/>
              <a:ext cx="0" cy="12068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38" name="Google Shape;1638;p38"/>
            <p:cNvCxnSpPr/>
            <p:nvPr/>
          </p:nvCxnSpPr>
          <p:spPr>
            <a:xfrm>
              <a:off x="7584145" y="5010922"/>
              <a:ext cx="0" cy="11817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grpSp>
          <p:nvGrpSpPr>
            <p:cNvPr id="1639" name="Google Shape;1639;p38"/>
            <p:cNvGrpSpPr/>
            <p:nvPr/>
          </p:nvGrpSpPr>
          <p:grpSpPr>
            <a:xfrm>
              <a:off x="5008880" y="425704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640" name="Google Shape;1640;p3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41" name="Google Shape;1641;p3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42" name="Google Shape;1642;p38"/>
            <p:cNvGrpSpPr/>
            <p:nvPr/>
          </p:nvGrpSpPr>
          <p:grpSpPr>
            <a:xfrm>
              <a:off x="6197600" y="429768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643" name="Google Shape;1643;p3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44" name="Google Shape;1644;p3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45" name="Google Shape;1645;p38"/>
            <p:cNvGrpSpPr/>
            <p:nvPr/>
          </p:nvGrpSpPr>
          <p:grpSpPr>
            <a:xfrm>
              <a:off x="7274560" y="4226560"/>
              <a:ext cx="627380" cy="643255"/>
              <a:chOff x="313" y="1497"/>
              <a:chExt cx="1152" cy="1014"/>
            </a:xfrm>
          </p:grpSpPr>
          <p:pic>
            <p:nvPicPr>
              <p:cNvPr descr="laptop_stylized_small" id="1646" name="Google Shape;1646;p3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647" name="Google Shape;1647;p3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39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IEEE 802.11 MAC Protocol: CSMA/CA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5" name="Google Shape;1655;p39"/>
          <p:cNvSpPr txBox="1"/>
          <p:nvPr/>
        </p:nvSpPr>
        <p:spPr>
          <a:xfrm>
            <a:off x="1047750" y="1298575"/>
            <a:ext cx="6686550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lang="en-US" sz="2400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802.11 sender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16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if sense channel idle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transmit entire frame (no CD)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6" name="Google Shape;1656;p39"/>
          <p:cNvCxnSpPr/>
          <p:nvPr/>
        </p:nvCxnSpPr>
        <p:spPr>
          <a:xfrm>
            <a:off x="8731250" y="2092325"/>
            <a:ext cx="0" cy="33385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7" name="Google Shape;1657;p39"/>
          <p:cNvCxnSpPr/>
          <p:nvPr/>
        </p:nvCxnSpPr>
        <p:spPr>
          <a:xfrm>
            <a:off x="10650538" y="2079625"/>
            <a:ext cx="0" cy="33385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8" name="Google Shape;1658;p39"/>
          <p:cNvSpPr txBox="1"/>
          <p:nvPr/>
        </p:nvSpPr>
        <p:spPr>
          <a:xfrm>
            <a:off x="8321675" y="1735138"/>
            <a:ext cx="8286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sender</a:t>
            </a:r>
            <a:endParaRPr/>
          </a:p>
        </p:txBody>
      </p:sp>
      <p:sp>
        <p:nvSpPr>
          <p:cNvPr id="1659" name="Google Shape;1659;p39"/>
          <p:cNvSpPr txBox="1"/>
          <p:nvPr/>
        </p:nvSpPr>
        <p:spPr>
          <a:xfrm>
            <a:off x="10160000" y="1744663"/>
            <a:ext cx="9144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endParaRPr/>
          </a:p>
        </p:txBody>
      </p:sp>
      <p:grpSp>
        <p:nvGrpSpPr>
          <p:cNvPr id="1660" name="Google Shape;1660;p39"/>
          <p:cNvGrpSpPr/>
          <p:nvPr/>
        </p:nvGrpSpPr>
        <p:grpSpPr>
          <a:xfrm>
            <a:off x="8035925" y="2389188"/>
            <a:ext cx="2616200" cy="1690687"/>
            <a:chOff x="3614" y="1617"/>
            <a:chExt cx="1648" cy="1065"/>
          </a:xfrm>
        </p:grpSpPr>
        <p:grpSp>
          <p:nvGrpSpPr>
            <p:cNvPr id="1661" name="Google Shape;1661;p39"/>
            <p:cNvGrpSpPr/>
            <p:nvPr/>
          </p:nvGrpSpPr>
          <p:grpSpPr>
            <a:xfrm>
              <a:off x="3614" y="1617"/>
              <a:ext cx="424" cy="194"/>
              <a:chOff x="3614" y="1617"/>
              <a:chExt cx="424" cy="194"/>
            </a:xfrm>
          </p:grpSpPr>
          <p:sp>
            <p:nvSpPr>
              <p:cNvPr id="1662" name="Google Shape;1662;p39"/>
              <p:cNvSpPr/>
              <p:nvPr/>
            </p:nvSpPr>
            <p:spPr>
              <a:xfrm>
                <a:off x="3984" y="1620"/>
                <a:ext cx="54" cy="162"/>
              </a:xfrm>
              <a:prstGeom prst="leftBrace">
                <a:avLst>
                  <a:gd fmla="val 25000" name="adj1"/>
                  <a:gd fmla="val 5000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39"/>
              <p:cNvSpPr txBox="1"/>
              <p:nvPr/>
            </p:nvSpPr>
            <p:spPr>
              <a:xfrm>
                <a:off x="3614" y="1617"/>
                <a:ext cx="374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DIFS</a:t>
                </a:r>
                <a:endParaRPr/>
              </a:p>
            </p:txBody>
          </p:sp>
        </p:grpSp>
        <p:grpSp>
          <p:nvGrpSpPr>
            <p:cNvPr id="1664" name="Google Shape;1664;p39"/>
            <p:cNvGrpSpPr/>
            <p:nvPr/>
          </p:nvGrpSpPr>
          <p:grpSpPr>
            <a:xfrm>
              <a:off x="4050" y="1782"/>
              <a:ext cx="1212" cy="900"/>
              <a:chOff x="4050" y="1782"/>
              <a:chExt cx="1212" cy="900"/>
            </a:xfrm>
          </p:grpSpPr>
          <p:sp>
            <p:nvSpPr>
              <p:cNvPr id="1665" name="Google Shape;1665;p39"/>
              <p:cNvSpPr/>
              <p:nvPr/>
            </p:nvSpPr>
            <p:spPr>
              <a:xfrm>
                <a:off x="4050" y="1782"/>
                <a:ext cx="1212" cy="900"/>
              </a:xfrm>
              <a:custGeom>
                <a:rect b="b" l="l" r="r" t="t"/>
                <a:pathLst>
                  <a:path extrusionOk="0" h="900" w="1212">
                    <a:moveTo>
                      <a:pt x="6" y="0"/>
                    </a:moveTo>
                    <a:lnTo>
                      <a:pt x="1212" y="228"/>
                    </a:lnTo>
                    <a:lnTo>
                      <a:pt x="1212" y="900"/>
                    </a:lnTo>
                    <a:lnTo>
                      <a:pt x="0" y="66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39"/>
              <p:cNvSpPr txBox="1"/>
              <p:nvPr/>
            </p:nvSpPr>
            <p:spPr>
              <a:xfrm>
                <a:off x="4394" y="2108"/>
                <a:ext cx="399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667" name="Google Shape;1667;p39"/>
          <p:cNvGrpSpPr/>
          <p:nvPr/>
        </p:nvGrpSpPr>
        <p:grpSpPr>
          <a:xfrm>
            <a:off x="8718550" y="4089400"/>
            <a:ext cx="2511425" cy="923925"/>
            <a:chOff x="4044" y="2688"/>
            <a:chExt cx="1582" cy="582"/>
          </a:xfrm>
        </p:grpSpPr>
        <p:sp>
          <p:nvSpPr>
            <p:cNvPr id="1668" name="Google Shape;1668;p39"/>
            <p:cNvSpPr txBox="1"/>
            <p:nvPr/>
          </p:nvSpPr>
          <p:spPr>
            <a:xfrm>
              <a:off x="5258" y="2697"/>
              <a:ext cx="36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SIFS</a:t>
              </a:r>
              <a:endParaRPr/>
            </a:p>
          </p:txBody>
        </p:sp>
        <p:sp>
          <p:nvSpPr>
            <p:cNvPr id="1669" name="Google Shape;1669;p39"/>
            <p:cNvSpPr/>
            <p:nvPr/>
          </p:nvSpPr>
          <p:spPr>
            <a:xfrm flipH="1">
              <a:off x="5262" y="2688"/>
              <a:ext cx="54" cy="162"/>
            </a:xfrm>
            <a:prstGeom prst="leftBrace">
              <a:avLst>
                <a:gd fmla="val 25000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0" name="Google Shape;1670;p39"/>
            <p:cNvGrpSpPr/>
            <p:nvPr/>
          </p:nvGrpSpPr>
          <p:grpSpPr>
            <a:xfrm>
              <a:off x="4044" y="2856"/>
              <a:ext cx="1212" cy="414"/>
              <a:chOff x="4044" y="2856"/>
              <a:chExt cx="1212" cy="414"/>
            </a:xfrm>
          </p:grpSpPr>
          <p:sp>
            <p:nvSpPr>
              <p:cNvPr id="1671" name="Google Shape;1671;p39"/>
              <p:cNvSpPr/>
              <p:nvPr/>
            </p:nvSpPr>
            <p:spPr>
              <a:xfrm flipH="1" rot="10800000">
                <a:off x="4044" y="2856"/>
                <a:ext cx="1212" cy="414"/>
              </a:xfrm>
              <a:custGeom>
                <a:rect b="b" l="l" r="r" t="t"/>
                <a:pathLst>
                  <a:path extrusionOk="0" h="414" w="1212">
                    <a:moveTo>
                      <a:pt x="0" y="0"/>
                    </a:moveTo>
                    <a:lnTo>
                      <a:pt x="1212" y="246"/>
                    </a:lnTo>
                    <a:lnTo>
                      <a:pt x="1212" y="414"/>
                    </a:lnTo>
                    <a:lnTo>
                      <a:pt x="6" y="1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33C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39"/>
              <p:cNvSpPr txBox="1"/>
              <p:nvPr/>
            </p:nvSpPr>
            <p:spPr>
              <a:xfrm>
                <a:off x="4436" y="2954"/>
                <a:ext cx="415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ACK</a:t>
                </a:r>
                <a:endParaRPr/>
              </a:p>
            </p:txBody>
          </p:sp>
        </p:grpSp>
      </p:grpSp>
      <p:sp>
        <p:nvSpPr>
          <p:cNvPr id="1673" name="Google Shape;1673;p39"/>
          <p:cNvSpPr txBox="1"/>
          <p:nvPr/>
        </p:nvSpPr>
        <p:spPr>
          <a:xfrm>
            <a:off x="1085850" y="4537075"/>
            <a:ext cx="6686550" cy="169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lang="en-US" sz="2400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802.11 receiver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if frame received OK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 ACK after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SIFS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(ACK needed due to hidden terminal problem)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39"/>
          <p:cNvSpPr txBox="1"/>
          <p:nvPr/>
        </p:nvSpPr>
        <p:spPr>
          <a:xfrm>
            <a:off x="1085850" y="2581275"/>
            <a:ext cx="6686550" cy="169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2 if sense channel busy then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 random backoff time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timer counts down while channel idle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transmit when timer expires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no ACK, increase random backoff interval, repeat 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40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Avoiding collisions (more)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2" name="Google Shape;1682;p40"/>
          <p:cNvSpPr txBox="1"/>
          <p:nvPr/>
        </p:nvSpPr>
        <p:spPr>
          <a:xfrm>
            <a:off x="658958" y="1426008"/>
            <a:ext cx="10909588" cy="4212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2700" lvl="0" marL="12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idea: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“reserves” channel use for data frames using small reservation packets</a:t>
            </a:r>
            <a:endParaRPr/>
          </a:p>
          <a:p>
            <a:pPr indent="-279400" lvl="0" marL="409575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first transmits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request-to-send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(RTS) packet to BS using CSMA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RTSs may still collide with each other (but they’re short)</a:t>
            </a:r>
            <a:endParaRPr/>
          </a:p>
          <a:p>
            <a:pPr indent="-279400" lvl="0" marL="4095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 broadcasts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clear-to-send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CTS in response to RTS</a:t>
            </a:r>
            <a:endParaRPr/>
          </a:p>
          <a:p>
            <a:pPr indent="-279400" lvl="0" marL="4095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CTS heard by all nodes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transmits data frame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stations defer transmissions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41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Collision Avoidance: RTS-CTS exchange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0" name="Google Shape;1690;p41"/>
          <p:cNvSpPr txBox="1"/>
          <p:nvPr/>
        </p:nvSpPr>
        <p:spPr>
          <a:xfrm>
            <a:off x="5363014" y="1476955"/>
            <a:ext cx="4921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</a:t>
            </a:r>
            <a:endParaRPr/>
          </a:p>
        </p:txBody>
      </p:sp>
      <p:sp>
        <p:nvSpPr>
          <p:cNvPr id="1691" name="Google Shape;1691;p41"/>
          <p:cNvSpPr txBox="1"/>
          <p:nvPr/>
        </p:nvSpPr>
        <p:spPr>
          <a:xfrm>
            <a:off x="2669026" y="1326143"/>
            <a:ext cx="35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692" name="Google Shape;1692;p41"/>
          <p:cNvSpPr txBox="1"/>
          <p:nvPr/>
        </p:nvSpPr>
        <p:spPr>
          <a:xfrm>
            <a:off x="8266551" y="1324555"/>
            <a:ext cx="33813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cxnSp>
        <p:nvCxnSpPr>
          <p:cNvPr id="1693" name="Google Shape;1693;p41"/>
          <p:cNvCxnSpPr/>
          <p:nvPr/>
        </p:nvCxnSpPr>
        <p:spPr>
          <a:xfrm>
            <a:off x="1340289" y="1811918"/>
            <a:ext cx="7835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94" name="Google Shape;1694;p41"/>
          <p:cNvGrpSpPr/>
          <p:nvPr/>
        </p:nvGrpSpPr>
        <p:grpSpPr>
          <a:xfrm>
            <a:off x="2386451" y="1933691"/>
            <a:ext cx="6553199" cy="862477"/>
            <a:chOff x="1128" y="1166"/>
            <a:chExt cx="4128" cy="543"/>
          </a:xfrm>
        </p:grpSpPr>
        <p:grpSp>
          <p:nvGrpSpPr>
            <p:cNvPr id="1695" name="Google Shape;1695;p41"/>
            <p:cNvGrpSpPr/>
            <p:nvPr/>
          </p:nvGrpSpPr>
          <p:grpSpPr>
            <a:xfrm>
              <a:off x="1128" y="1194"/>
              <a:ext cx="4128" cy="515"/>
              <a:chOff x="587" y="1184"/>
              <a:chExt cx="4128" cy="515"/>
            </a:xfrm>
          </p:grpSpPr>
          <p:sp>
            <p:nvSpPr>
              <p:cNvPr id="1696" name="Google Shape;1696;p41"/>
              <p:cNvSpPr/>
              <p:nvPr/>
            </p:nvSpPr>
            <p:spPr>
              <a:xfrm>
                <a:off x="594" y="1238"/>
                <a:ext cx="4121" cy="461"/>
              </a:xfrm>
              <a:custGeom>
                <a:rect b="b" l="l" r="r" t="t"/>
                <a:pathLst>
                  <a:path extrusionOk="0" h="461" w="2996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CC2E5"/>
                  </a:gs>
                  <a:gs pos="100000">
                    <a:srgbClr val="DDEAF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7" name="Google Shape;1697;p41"/>
              <p:cNvSpPr/>
              <p:nvPr/>
            </p:nvSpPr>
            <p:spPr>
              <a:xfrm flipH="1">
                <a:off x="587" y="1184"/>
                <a:ext cx="4128" cy="461"/>
              </a:xfrm>
              <a:custGeom>
                <a:rect b="b" l="l" r="r" t="t"/>
                <a:pathLst>
                  <a:path extrusionOk="0" h="461" w="2996">
                    <a:moveTo>
                      <a:pt x="1" y="0"/>
                    </a:moveTo>
                    <a:lnTo>
                      <a:pt x="2996" y="298"/>
                    </a:lnTo>
                    <a:lnTo>
                      <a:pt x="2996" y="461"/>
                    </a:lnTo>
                    <a:lnTo>
                      <a:pt x="0" y="160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CC2E5"/>
                  </a:gs>
                  <a:gs pos="99000">
                    <a:srgbClr val="DDEAF6"/>
                  </a:gs>
                  <a:gs pos="100000">
                    <a:srgbClr val="DDEAF6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8" name="Google Shape;1698;p41"/>
            <p:cNvSpPr txBox="1"/>
            <p:nvPr/>
          </p:nvSpPr>
          <p:spPr>
            <a:xfrm rot="356404">
              <a:off x="1544" y="1279"/>
              <a:ext cx="6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RTS(A)</a:t>
              </a:r>
              <a:endParaRPr/>
            </a:p>
          </p:txBody>
        </p:sp>
        <p:sp>
          <p:nvSpPr>
            <p:cNvPr id="1699" name="Google Shape;1699;p41"/>
            <p:cNvSpPr txBox="1"/>
            <p:nvPr/>
          </p:nvSpPr>
          <p:spPr>
            <a:xfrm rot="-354180">
              <a:off x="4490" y="1196"/>
              <a:ext cx="60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RTS(B)</a:t>
              </a:r>
              <a:endParaRPr/>
            </a:p>
          </p:txBody>
        </p:sp>
      </p:grpSp>
      <p:grpSp>
        <p:nvGrpSpPr>
          <p:cNvPr id="1700" name="Google Shape;1700;p41"/>
          <p:cNvGrpSpPr/>
          <p:nvPr/>
        </p:nvGrpSpPr>
        <p:grpSpPr>
          <a:xfrm>
            <a:off x="2395976" y="2777118"/>
            <a:ext cx="6486526" cy="1174750"/>
            <a:chOff x="1134" y="1697"/>
            <a:chExt cx="4086" cy="740"/>
          </a:xfrm>
        </p:grpSpPr>
        <p:sp>
          <p:nvSpPr>
            <p:cNvPr id="1701" name="Google Shape;1701;p41"/>
            <p:cNvSpPr/>
            <p:nvPr/>
          </p:nvSpPr>
          <p:spPr>
            <a:xfrm>
              <a:off x="1134" y="1697"/>
              <a:ext cx="3642" cy="461"/>
            </a:xfrm>
            <a:custGeom>
              <a:rect b="b" l="l" r="r" t="t"/>
              <a:pathLst>
                <a:path extrusionOk="0" h="461" w="2996">
                  <a:moveTo>
                    <a:pt x="1" y="0"/>
                  </a:moveTo>
                  <a:lnTo>
                    <a:pt x="2996" y="298"/>
                  </a:lnTo>
                  <a:lnTo>
                    <a:pt x="2996" y="461"/>
                  </a:lnTo>
                  <a:lnTo>
                    <a:pt x="0" y="16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9CC2E5"/>
                </a:gs>
                <a:gs pos="99000">
                  <a:srgbClr val="DDEAF6"/>
                </a:gs>
                <a:gs pos="100000">
                  <a:srgbClr val="DDEAF6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41"/>
            <p:cNvSpPr txBox="1"/>
            <p:nvPr/>
          </p:nvSpPr>
          <p:spPr>
            <a:xfrm rot="356404">
              <a:off x="1551" y="1738"/>
              <a:ext cx="6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RTS(A)</a:t>
              </a:r>
              <a:endParaRPr/>
            </a:p>
          </p:txBody>
        </p:sp>
        <p:sp>
          <p:nvSpPr>
            <p:cNvPr id="1703" name="Google Shape;1703;p41"/>
            <p:cNvSpPr/>
            <p:nvPr/>
          </p:nvSpPr>
          <p:spPr>
            <a:xfrm>
              <a:off x="2960" y="2082"/>
              <a:ext cx="2260" cy="355"/>
            </a:xfrm>
            <a:custGeom>
              <a:rect b="b" l="l" r="r" t="t"/>
              <a:pathLst>
                <a:path extrusionOk="0" h="355" w="2260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CDBDE8"/>
                </a:gs>
                <a:gs pos="100000">
                  <a:srgbClr val="EAE3F5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41"/>
            <p:cNvSpPr/>
            <p:nvPr/>
          </p:nvSpPr>
          <p:spPr>
            <a:xfrm>
              <a:off x="1137" y="2082"/>
              <a:ext cx="1831" cy="347"/>
            </a:xfrm>
            <a:custGeom>
              <a:rect b="b" l="l" r="r" t="t"/>
              <a:pathLst>
                <a:path extrusionOk="0" h="347" w="1860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gradFill>
              <a:gsLst>
                <a:gs pos="0">
                  <a:srgbClr val="E4DBF3"/>
                </a:gs>
                <a:gs pos="100000">
                  <a:srgbClr val="CDBDE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41"/>
            <p:cNvSpPr txBox="1"/>
            <p:nvPr/>
          </p:nvSpPr>
          <p:spPr>
            <a:xfrm rot="-379204">
              <a:off x="1584" y="2157"/>
              <a:ext cx="6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CTS(A)</a:t>
              </a:r>
              <a:endParaRPr/>
            </a:p>
          </p:txBody>
        </p:sp>
        <p:sp>
          <p:nvSpPr>
            <p:cNvPr id="1706" name="Google Shape;1706;p41"/>
            <p:cNvSpPr txBox="1"/>
            <p:nvPr/>
          </p:nvSpPr>
          <p:spPr>
            <a:xfrm rot="276164">
              <a:off x="3816" y="2147"/>
              <a:ext cx="6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CTS(A)</a:t>
              </a:r>
              <a:endParaRPr/>
            </a:p>
          </p:txBody>
        </p:sp>
      </p:grpSp>
      <p:grpSp>
        <p:nvGrpSpPr>
          <p:cNvPr id="1707" name="Google Shape;1707;p41"/>
          <p:cNvGrpSpPr/>
          <p:nvPr/>
        </p:nvGrpSpPr>
        <p:grpSpPr>
          <a:xfrm>
            <a:off x="2386451" y="4039180"/>
            <a:ext cx="6553201" cy="2174875"/>
            <a:chOff x="1128" y="2492"/>
            <a:chExt cx="4128" cy="1370"/>
          </a:xfrm>
        </p:grpSpPr>
        <p:sp>
          <p:nvSpPr>
            <p:cNvPr id="1708" name="Google Shape;1708;p41"/>
            <p:cNvSpPr/>
            <p:nvPr/>
          </p:nvSpPr>
          <p:spPr>
            <a:xfrm>
              <a:off x="1128" y="2492"/>
              <a:ext cx="4128" cy="1134"/>
            </a:xfrm>
            <a:custGeom>
              <a:rect b="b" l="l" r="r" t="t"/>
              <a:pathLst>
                <a:path extrusionOk="0" h="1134" w="3652">
                  <a:moveTo>
                    <a:pt x="0" y="0"/>
                  </a:moveTo>
                  <a:lnTo>
                    <a:pt x="3652" y="318"/>
                  </a:lnTo>
                  <a:lnTo>
                    <a:pt x="3652" y="1134"/>
                  </a:lnTo>
                  <a:lnTo>
                    <a:pt x="1" y="78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37CC99"/>
                </a:gs>
                <a:gs pos="100000">
                  <a:srgbClr val="9BE6CC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41"/>
            <p:cNvSpPr txBox="1"/>
            <p:nvPr/>
          </p:nvSpPr>
          <p:spPr>
            <a:xfrm>
              <a:off x="1594" y="2814"/>
              <a:ext cx="113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(A)</a:t>
              </a:r>
              <a:endParaRPr/>
            </a:p>
          </p:txBody>
        </p:sp>
        <p:sp>
          <p:nvSpPr>
            <p:cNvPr id="1710" name="Google Shape;1710;p41"/>
            <p:cNvSpPr/>
            <p:nvPr/>
          </p:nvSpPr>
          <p:spPr>
            <a:xfrm>
              <a:off x="2976" y="3507"/>
              <a:ext cx="2260" cy="355"/>
            </a:xfrm>
            <a:custGeom>
              <a:rect b="b" l="l" r="r" t="t"/>
              <a:pathLst>
                <a:path extrusionOk="0" h="355" w="2260">
                  <a:moveTo>
                    <a:pt x="0" y="0"/>
                  </a:moveTo>
                  <a:lnTo>
                    <a:pt x="2260" y="186"/>
                  </a:lnTo>
                  <a:lnTo>
                    <a:pt x="2260" y="355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CDBDE8"/>
                </a:gs>
                <a:gs pos="100000">
                  <a:srgbClr val="EAE3F5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41"/>
            <p:cNvSpPr/>
            <p:nvPr/>
          </p:nvSpPr>
          <p:spPr>
            <a:xfrm>
              <a:off x="1137" y="3508"/>
              <a:ext cx="1843" cy="347"/>
            </a:xfrm>
            <a:custGeom>
              <a:rect b="b" l="l" r="r" t="t"/>
              <a:pathLst>
                <a:path extrusionOk="0" h="347" w="1860">
                  <a:moveTo>
                    <a:pt x="1860" y="0"/>
                  </a:moveTo>
                  <a:lnTo>
                    <a:pt x="0" y="179"/>
                  </a:lnTo>
                  <a:lnTo>
                    <a:pt x="0" y="347"/>
                  </a:lnTo>
                  <a:lnTo>
                    <a:pt x="1860" y="151"/>
                  </a:lnTo>
                  <a:lnTo>
                    <a:pt x="1860" y="0"/>
                  </a:lnTo>
                  <a:close/>
                </a:path>
              </a:pathLst>
            </a:custGeom>
            <a:gradFill>
              <a:gsLst>
                <a:gs pos="0">
                  <a:srgbClr val="CDBDE8"/>
                </a:gs>
                <a:gs pos="100000">
                  <a:srgbClr val="EAE3F5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41"/>
            <p:cNvSpPr txBox="1"/>
            <p:nvPr/>
          </p:nvSpPr>
          <p:spPr>
            <a:xfrm rot="-379204">
              <a:off x="1600" y="3582"/>
              <a:ext cx="60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ACK(A)</a:t>
              </a:r>
              <a:endParaRPr/>
            </a:p>
          </p:txBody>
        </p:sp>
        <p:sp>
          <p:nvSpPr>
            <p:cNvPr id="1713" name="Google Shape;1713;p41"/>
            <p:cNvSpPr txBox="1"/>
            <p:nvPr/>
          </p:nvSpPr>
          <p:spPr>
            <a:xfrm rot="276164">
              <a:off x="3832" y="3572"/>
              <a:ext cx="60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ACK(A)</a:t>
              </a:r>
              <a:endParaRPr/>
            </a:p>
          </p:txBody>
        </p:sp>
      </p:grpSp>
      <p:grpSp>
        <p:nvGrpSpPr>
          <p:cNvPr id="1714" name="Google Shape;1714;p41"/>
          <p:cNvGrpSpPr/>
          <p:nvPr/>
        </p:nvGrpSpPr>
        <p:grpSpPr>
          <a:xfrm>
            <a:off x="5013764" y="2129418"/>
            <a:ext cx="3109912" cy="715962"/>
            <a:chOff x="2596" y="1330"/>
            <a:chExt cx="1959" cy="451"/>
          </a:xfrm>
        </p:grpSpPr>
        <p:sp>
          <p:nvSpPr>
            <p:cNvPr id="1715" name="Google Shape;1715;p41"/>
            <p:cNvSpPr/>
            <p:nvPr/>
          </p:nvSpPr>
          <p:spPr>
            <a:xfrm>
              <a:off x="2596" y="1330"/>
              <a:ext cx="683" cy="293"/>
            </a:xfrm>
            <a:prstGeom prst="irregularSeal1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41"/>
            <p:cNvSpPr txBox="1"/>
            <p:nvPr/>
          </p:nvSpPr>
          <p:spPr>
            <a:xfrm>
              <a:off x="2778" y="1550"/>
              <a:ext cx="177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reservation collision</a:t>
              </a:r>
              <a:endParaRPr/>
            </a:p>
          </p:txBody>
        </p:sp>
      </p:grpSp>
      <p:grpSp>
        <p:nvGrpSpPr>
          <p:cNvPr id="1717" name="Google Shape;1717;p41"/>
          <p:cNvGrpSpPr/>
          <p:nvPr/>
        </p:nvGrpSpPr>
        <p:grpSpPr>
          <a:xfrm>
            <a:off x="8939651" y="3755018"/>
            <a:ext cx="711200" cy="2548800"/>
            <a:chOff x="8205350" y="3671888"/>
            <a:chExt cx="711200" cy="2548800"/>
          </a:xfrm>
        </p:grpSpPr>
        <p:cxnSp>
          <p:nvCxnSpPr>
            <p:cNvPr id="1718" name="Google Shape;1718;p41"/>
            <p:cNvCxnSpPr/>
            <p:nvPr/>
          </p:nvCxnSpPr>
          <p:spPr>
            <a:xfrm>
              <a:off x="8428038" y="3671888"/>
              <a:ext cx="0" cy="254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19" name="Google Shape;1719;p41"/>
            <p:cNvSpPr txBox="1"/>
            <p:nvPr/>
          </p:nvSpPr>
          <p:spPr>
            <a:xfrm>
              <a:off x="8205350" y="4689475"/>
              <a:ext cx="711200" cy="3698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defer</a:t>
              </a:r>
              <a:endParaRPr/>
            </a:p>
          </p:txBody>
        </p:sp>
      </p:grpSp>
      <p:grpSp>
        <p:nvGrpSpPr>
          <p:cNvPr id="1720" name="Google Shape;1720;p41"/>
          <p:cNvGrpSpPr/>
          <p:nvPr/>
        </p:nvGrpSpPr>
        <p:grpSpPr>
          <a:xfrm>
            <a:off x="4923276" y="1200730"/>
            <a:ext cx="650875" cy="561975"/>
            <a:chOff x="2967" y="478"/>
            <a:chExt cx="788" cy="625"/>
          </a:xfrm>
        </p:grpSpPr>
        <p:pic>
          <p:nvPicPr>
            <p:cNvPr descr="access_point_stylized_small" id="1721" name="Google Shape;1721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722" name="Google Shape;1722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3" name="Google Shape;1723;p41"/>
          <p:cNvGrpSpPr/>
          <p:nvPr/>
        </p:nvGrpSpPr>
        <p:grpSpPr>
          <a:xfrm>
            <a:off x="2110226" y="1140405"/>
            <a:ext cx="609600" cy="598488"/>
            <a:chOff x="313" y="1497"/>
            <a:chExt cx="1152" cy="1014"/>
          </a:xfrm>
        </p:grpSpPr>
        <p:pic>
          <p:nvPicPr>
            <p:cNvPr descr="laptop_stylized_small" id="1724" name="Google Shape;1724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725" name="Google Shape;1725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6" name="Google Shape;1726;p41"/>
          <p:cNvGrpSpPr/>
          <p:nvPr/>
        </p:nvGrpSpPr>
        <p:grpSpPr>
          <a:xfrm>
            <a:off x="8561826" y="1170568"/>
            <a:ext cx="609600" cy="598487"/>
            <a:chOff x="313" y="1497"/>
            <a:chExt cx="1152" cy="1014"/>
          </a:xfrm>
        </p:grpSpPr>
        <p:pic>
          <p:nvPicPr>
            <p:cNvPr descr="laptop_stylized_small" id="1727" name="Google Shape;1727;p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728" name="Google Shape;1728;p4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729" name="Google Shape;1729;p41"/>
          <p:cNvCxnSpPr/>
          <p:nvPr/>
        </p:nvCxnSpPr>
        <p:spPr>
          <a:xfrm>
            <a:off x="1745679" y="2008911"/>
            <a:ext cx="0" cy="38100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30" name="Google Shape;1730;p41"/>
          <p:cNvSpPr txBox="1"/>
          <p:nvPr/>
        </p:nvSpPr>
        <p:spPr>
          <a:xfrm>
            <a:off x="1421972" y="4165386"/>
            <a:ext cx="620712" cy="369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42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802.11 frame: addressing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8" name="Google Shape;1738;p42"/>
          <p:cNvSpPr txBox="1"/>
          <p:nvPr/>
        </p:nvSpPr>
        <p:spPr>
          <a:xfrm>
            <a:off x="2290908" y="1240482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39" name="Google Shape;1739;p42"/>
          <p:cNvSpPr txBox="1"/>
          <p:nvPr/>
        </p:nvSpPr>
        <p:spPr>
          <a:xfrm>
            <a:off x="3052908" y="1240482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40" name="Google Shape;1740;p42"/>
          <p:cNvSpPr txBox="1"/>
          <p:nvPr/>
        </p:nvSpPr>
        <p:spPr>
          <a:xfrm>
            <a:off x="3967308" y="1240482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41" name="Google Shape;1741;p42"/>
          <p:cNvSpPr txBox="1"/>
          <p:nvPr/>
        </p:nvSpPr>
        <p:spPr>
          <a:xfrm>
            <a:off x="4729308" y="1240482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42" name="Google Shape;1742;p42"/>
          <p:cNvSpPr txBox="1"/>
          <p:nvPr/>
        </p:nvSpPr>
        <p:spPr>
          <a:xfrm>
            <a:off x="5567508" y="1240482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43" name="Google Shape;1743;p42"/>
          <p:cNvSpPr txBox="1"/>
          <p:nvPr/>
        </p:nvSpPr>
        <p:spPr>
          <a:xfrm>
            <a:off x="6405708" y="1240482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44" name="Google Shape;1744;p42"/>
          <p:cNvSpPr txBox="1"/>
          <p:nvPr/>
        </p:nvSpPr>
        <p:spPr>
          <a:xfrm>
            <a:off x="7251796" y="1243396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45" name="Google Shape;1745;p42"/>
          <p:cNvSpPr txBox="1"/>
          <p:nvPr/>
        </p:nvSpPr>
        <p:spPr>
          <a:xfrm>
            <a:off x="7929708" y="1240482"/>
            <a:ext cx="10278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0 - 2312</a:t>
            </a:r>
            <a:endParaRPr/>
          </a:p>
        </p:txBody>
      </p:sp>
      <p:sp>
        <p:nvSpPr>
          <p:cNvPr id="1746" name="Google Shape;1746;p42"/>
          <p:cNvSpPr txBox="1"/>
          <p:nvPr/>
        </p:nvSpPr>
        <p:spPr>
          <a:xfrm>
            <a:off x="9457496" y="1240118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47" name="Google Shape;1747;p42"/>
          <p:cNvSpPr txBox="1"/>
          <p:nvPr/>
        </p:nvSpPr>
        <p:spPr>
          <a:xfrm>
            <a:off x="775850" y="3375310"/>
            <a:ext cx="3390721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Address 1: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address of wireless host or AP  to receive this frame</a:t>
            </a:r>
            <a:endParaRPr/>
          </a:p>
        </p:txBody>
      </p:sp>
      <p:sp>
        <p:nvSpPr>
          <p:cNvPr id="1748" name="Google Shape;1748;p42"/>
          <p:cNvSpPr txBox="1"/>
          <p:nvPr/>
        </p:nvSpPr>
        <p:spPr>
          <a:xfrm>
            <a:off x="7265841" y="3388845"/>
            <a:ext cx="3235902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Address 4: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only in ad hoc mode</a:t>
            </a:r>
            <a:endParaRPr/>
          </a:p>
        </p:txBody>
      </p:sp>
      <p:grpSp>
        <p:nvGrpSpPr>
          <p:cNvPr id="1749" name="Google Shape;1749;p42"/>
          <p:cNvGrpSpPr/>
          <p:nvPr/>
        </p:nvGrpSpPr>
        <p:grpSpPr>
          <a:xfrm>
            <a:off x="1939636" y="1546513"/>
            <a:ext cx="8091055" cy="854364"/>
            <a:chOff x="1981199" y="2322368"/>
            <a:chExt cx="8091055" cy="854364"/>
          </a:xfrm>
        </p:grpSpPr>
        <p:sp>
          <p:nvSpPr>
            <p:cNvPr id="1750" name="Google Shape;1750;p42"/>
            <p:cNvSpPr/>
            <p:nvPr/>
          </p:nvSpPr>
          <p:spPr>
            <a:xfrm>
              <a:off x="1981199" y="2369127"/>
              <a:ext cx="8091055" cy="748146"/>
            </a:xfrm>
            <a:prstGeom prst="rect">
              <a:avLst/>
            </a:prstGeom>
            <a:solidFill>
              <a:srgbClr val="37CC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1" name="Google Shape;1751;p42"/>
            <p:cNvCxnSpPr/>
            <p:nvPr/>
          </p:nvCxnSpPr>
          <p:spPr>
            <a:xfrm>
              <a:off x="2826327" y="2341418"/>
              <a:ext cx="0" cy="80356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2" name="Google Shape;1752;p42"/>
            <p:cNvCxnSpPr/>
            <p:nvPr/>
          </p:nvCxnSpPr>
          <p:spPr>
            <a:xfrm>
              <a:off x="3674052" y="2369993"/>
              <a:ext cx="0" cy="80356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3" name="Google Shape;1753;p42"/>
            <p:cNvCxnSpPr/>
            <p:nvPr/>
          </p:nvCxnSpPr>
          <p:spPr>
            <a:xfrm>
              <a:off x="4515427" y="2373168"/>
              <a:ext cx="0" cy="80356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4" name="Google Shape;1754;p42"/>
            <p:cNvCxnSpPr/>
            <p:nvPr/>
          </p:nvCxnSpPr>
          <p:spPr>
            <a:xfrm>
              <a:off x="5347277" y="2360468"/>
              <a:ext cx="0" cy="80356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5" name="Google Shape;1755;p42"/>
            <p:cNvCxnSpPr/>
            <p:nvPr/>
          </p:nvCxnSpPr>
          <p:spPr>
            <a:xfrm>
              <a:off x="6185477" y="2347768"/>
              <a:ext cx="0" cy="80356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6" name="Google Shape;1756;p42"/>
            <p:cNvCxnSpPr/>
            <p:nvPr/>
          </p:nvCxnSpPr>
          <p:spPr>
            <a:xfrm>
              <a:off x="7023677" y="2335068"/>
              <a:ext cx="0" cy="80356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7" name="Google Shape;1757;p42"/>
            <p:cNvCxnSpPr/>
            <p:nvPr/>
          </p:nvCxnSpPr>
          <p:spPr>
            <a:xfrm>
              <a:off x="7861877" y="2322368"/>
              <a:ext cx="0" cy="80356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8" name="Google Shape;1758;p42"/>
            <p:cNvCxnSpPr/>
            <p:nvPr/>
          </p:nvCxnSpPr>
          <p:spPr>
            <a:xfrm>
              <a:off x="9236652" y="2369993"/>
              <a:ext cx="0" cy="803564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59" name="Google Shape;1759;p42"/>
          <p:cNvSpPr/>
          <p:nvPr/>
        </p:nvSpPr>
        <p:spPr>
          <a:xfrm>
            <a:off x="1953485" y="1672504"/>
            <a:ext cx="83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/>
          </a:p>
        </p:txBody>
      </p:sp>
      <p:sp>
        <p:nvSpPr>
          <p:cNvPr id="1760" name="Google Shape;1760;p42"/>
          <p:cNvSpPr/>
          <p:nvPr/>
        </p:nvSpPr>
        <p:spPr>
          <a:xfrm>
            <a:off x="2803520" y="1672504"/>
            <a:ext cx="83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/>
          </a:p>
        </p:txBody>
      </p:sp>
      <p:sp>
        <p:nvSpPr>
          <p:cNvPr id="1761" name="Google Shape;1761;p42"/>
          <p:cNvSpPr/>
          <p:nvPr/>
        </p:nvSpPr>
        <p:spPr>
          <a:xfrm>
            <a:off x="3669430" y="1672504"/>
            <a:ext cx="83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62" name="Google Shape;1762;p42"/>
          <p:cNvSpPr/>
          <p:nvPr/>
        </p:nvSpPr>
        <p:spPr>
          <a:xfrm>
            <a:off x="4507630" y="1672504"/>
            <a:ext cx="83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63" name="Google Shape;1763;p42"/>
          <p:cNvSpPr/>
          <p:nvPr/>
        </p:nvSpPr>
        <p:spPr>
          <a:xfrm>
            <a:off x="7022230" y="1672504"/>
            <a:ext cx="83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64" name="Google Shape;1764;p42"/>
          <p:cNvSpPr/>
          <p:nvPr/>
        </p:nvSpPr>
        <p:spPr>
          <a:xfrm>
            <a:off x="5345830" y="1672504"/>
            <a:ext cx="83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65" name="Google Shape;1765;p42"/>
          <p:cNvSpPr/>
          <p:nvPr/>
        </p:nvSpPr>
        <p:spPr>
          <a:xfrm>
            <a:off x="6184030" y="1672504"/>
            <a:ext cx="83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42"/>
          <p:cNvSpPr/>
          <p:nvPr/>
        </p:nvSpPr>
        <p:spPr>
          <a:xfrm>
            <a:off x="7860430" y="1672504"/>
            <a:ext cx="137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/>
          </a:p>
        </p:txBody>
      </p:sp>
      <p:sp>
        <p:nvSpPr>
          <p:cNvPr id="1767" name="Google Shape;1767;p42"/>
          <p:cNvSpPr/>
          <p:nvPr/>
        </p:nvSpPr>
        <p:spPr>
          <a:xfrm>
            <a:off x="9232030" y="1672504"/>
            <a:ext cx="83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CRC</a:t>
            </a:r>
            <a:endParaRPr/>
          </a:p>
        </p:txBody>
      </p:sp>
      <p:sp>
        <p:nvSpPr>
          <p:cNvPr id="1768" name="Google Shape;1768;p42"/>
          <p:cNvSpPr txBox="1"/>
          <p:nvPr/>
        </p:nvSpPr>
        <p:spPr>
          <a:xfrm>
            <a:off x="6142992" y="1705119"/>
            <a:ext cx="857927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/>
          </a:p>
        </p:txBody>
      </p:sp>
      <p:grpSp>
        <p:nvGrpSpPr>
          <p:cNvPr id="1769" name="Google Shape;1769;p42"/>
          <p:cNvGrpSpPr/>
          <p:nvPr/>
        </p:nvGrpSpPr>
        <p:grpSpPr>
          <a:xfrm>
            <a:off x="1873822" y="2507673"/>
            <a:ext cx="3199209" cy="3495460"/>
            <a:chOff x="1873822" y="2507673"/>
            <a:chExt cx="3199209" cy="3495460"/>
          </a:xfrm>
        </p:grpSpPr>
        <p:sp>
          <p:nvSpPr>
            <p:cNvPr id="1770" name="Google Shape;1770;p42"/>
            <p:cNvSpPr txBox="1"/>
            <p:nvPr/>
          </p:nvSpPr>
          <p:spPr>
            <a:xfrm>
              <a:off x="1873822" y="4913604"/>
              <a:ext cx="3199209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Address 2: </a:t>
              </a: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MAC address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 wireless host or AP 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transmitting this frame</a:t>
              </a:r>
              <a:endParaRPr/>
            </a:p>
          </p:txBody>
        </p:sp>
        <p:cxnSp>
          <p:nvCxnSpPr>
            <p:cNvPr id="1771" name="Google Shape;1771;p42"/>
            <p:cNvCxnSpPr/>
            <p:nvPr/>
          </p:nvCxnSpPr>
          <p:spPr>
            <a:xfrm>
              <a:off x="4904509" y="2507673"/>
              <a:ext cx="0" cy="2493818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72" name="Google Shape;1772;p42"/>
          <p:cNvGrpSpPr/>
          <p:nvPr/>
        </p:nvGrpSpPr>
        <p:grpSpPr>
          <a:xfrm>
            <a:off x="5552352" y="2500745"/>
            <a:ext cx="3854882" cy="3077369"/>
            <a:chOff x="5552352" y="2500745"/>
            <a:chExt cx="3854882" cy="3077369"/>
          </a:xfrm>
        </p:grpSpPr>
        <p:sp>
          <p:nvSpPr>
            <p:cNvPr id="1773" name="Google Shape;1773;p42"/>
            <p:cNvSpPr txBox="1"/>
            <p:nvPr/>
          </p:nvSpPr>
          <p:spPr>
            <a:xfrm>
              <a:off x="5552352" y="4488585"/>
              <a:ext cx="3854882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Address 3: </a:t>
              </a: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MAC address of router interface to which AP is attached</a:t>
              </a:r>
              <a:endParaRPr/>
            </a:p>
          </p:txBody>
        </p:sp>
        <p:cxnSp>
          <p:nvCxnSpPr>
            <p:cNvPr id="1774" name="Google Shape;1774;p42"/>
            <p:cNvCxnSpPr/>
            <p:nvPr/>
          </p:nvCxnSpPr>
          <p:spPr>
            <a:xfrm>
              <a:off x="5708072" y="2500745"/>
              <a:ext cx="0" cy="198120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775" name="Google Shape;1775;p42"/>
          <p:cNvCxnSpPr/>
          <p:nvPr/>
        </p:nvCxnSpPr>
        <p:spPr>
          <a:xfrm>
            <a:off x="7426036" y="2521527"/>
            <a:ext cx="0" cy="85898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6" name="Google Shape;1776;p42"/>
          <p:cNvCxnSpPr/>
          <p:nvPr/>
        </p:nvCxnSpPr>
        <p:spPr>
          <a:xfrm>
            <a:off x="3990109" y="2514600"/>
            <a:ext cx="0" cy="85898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43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802.11 frame: addressing</a:t>
            </a:r>
            <a:endParaRPr/>
          </a:p>
        </p:txBody>
      </p:sp>
      <p:sp>
        <p:nvSpPr>
          <p:cNvPr id="1783" name="Google Shape;1783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4" name="Google Shape;1784;p43"/>
          <p:cNvSpPr/>
          <p:nvPr/>
        </p:nvSpPr>
        <p:spPr>
          <a:xfrm>
            <a:off x="3333606" y="1243734"/>
            <a:ext cx="2454275" cy="2374900"/>
          </a:xfrm>
          <a:prstGeom prst="ellipse">
            <a:avLst/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5" name="Google Shape;1785;p43"/>
          <p:cNvCxnSpPr/>
          <p:nvPr/>
        </p:nvCxnSpPr>
        <p:spPr>
          <a:xfrm>
            <a:off x="5313218" y="2756622"/>
            <a:ext cx="1219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6" name="Google Shape;1786;p43"/>
          <p:cNvCxnSpPr/>
          <p:nvPr/>
        </p:nvCxnSpPr>
        <p:spPr>
          <a:xfrm flipH="1" rot="10800000">
            <a:off x="6989618" y="2299422"/>
            <a:ext cx="9144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87" name="Google Shape;1787;p43"/>
          <p:cNvGrpSpPr/>
          <p:nvPr/>
        </p:nvGrpSpPr>
        <p:grpSpPr>
          <a:xfrm>
            <a:off x="7751618" y="1461222"/>
            <a:ext cx="2362200" cy="1762125"/>
            <a:chOff x="3744" y="1392"/>
            <a:chExt cx="1488" cy="1110"/>
          </a:xfrm>
        </p:grpSpPr>
        <p:sp>
          <p:nvSpPr>
            <p:cNvPr id="1788" name="Google Shape;1788;p43"/>
            <p:cNvSpPr/>
            <p:nvPr/>
          </p:nvSpPr>
          <p:spPr>
            <a:xfrm>
              <a:off x="3744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43"/>
            <p:cNvSpPr txBox="1"/>
            <p:nvPr/>
          </p:nvSpPr>
          <p:spPr>
            <a:xfrm>
              <a:off x="4128" y="1776"/>
              <a:ext cx="60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Internet</a:t>
              </a:r>
              <a:endParaRPr/>
            </a:p>
          </p:txBody>
        </p:sp>
      </p:grpSp>
      <p:sp>
        <p:nvSpPr>
          <p:cNvPr id="1790" name="Google Shape;1790;p43"/>
          <p:cNvSpPr txBox="1"/>
          <p:nvPr/>
        </p:nvSpPr>
        <p:spPr>
          <a:xfrm>
            <a:off x="3459018" y="2375622"/>
            <a:ext cx="4794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/>
          </a:p>
        </p:txBody>
      </p:sp>
      <p:sp>
        <p:nvSpPr>
          <p:cNvPr id="1791" name="Google Shape;1791;p43"/>
          <p:cNvSpPr txBox="1"/>
          <p:nvPr/>
        </p:nvSpPr>
        <p:spPr>
          <a:xfrm>
            <a:off x="6059343" y="2404197"/>
            <a:ext cx="4794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/>
          </a:p>
        </p:txBody>
      </p:sp>
      <p:grpSp>
        <p:nvGrpSpPr>
          <p:cNvPr id="1792" name="Google Shape;1792;p43"/>
          <p:cNvGrpSpPr/>
          <p:nvPr/>
        </p:nvGrpSpPr>
        <p:grpSpPr>
          <a:xfrm>
            <a:off x="5043343" y="2262909"/>
            <a:ext cx="762000" cy="663575"/>
            <a:chOff x="2967" y="478"/>
            <a:chExt cx="788" cy="625"/>
          </a:xfrm>
        </p:grpSpPr>
        <p:pic>
          <p:nvPicPr>
            <p:cNvPr descr="access_point_stylized_small" id="1793" name="Google Shape;1793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794" name="Google Shape;1794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5" name="Google Shape;1795;p43"/>
          <p:cNvGrpSpPr/>
          <p:nvPr/>
        </p:nvGrpSpPr>
        <p:grpSpPr>
          <a:xfrm>
            <a:off x="3641581" y="1826347"/>
            <a:ext cx="609600" cy="598487"/>
            <a:chOff x="313" y="1497"/>
            <a:chExt cx="1152" cy="1014"/>
          </a:xfrm>
        </p:grpSpPr>
        <p:pic>
          <p:nvPicPr>
            <p:cNvPr descr="laptop_stylized_small" id="1796" name="Google Shape;1796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797" name="Google Shape;1797;p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8" name="Google Shape;1798;p43"/>
          <p:cNvGrpSpPr/>
          <p:nvPr/>
        </p:nvGrpSpPr>
        <p:grpSpPr>
          <a:xfrm>
            <a:off x="4606781" y="1521547"/>
            <a:ext cx="609600" cy="598487"/>
            <a:chOff x="313" y="1497"/>
            <a:chExt cx="1152" cy="1014"/>
          </a:xfrm>
        </p:grpSpPr>
        <p:pic>
          <p:nvPicPr>
            <p:cNvPr descr="laptop_stylized_small" id="1799" name="Google Shape;1799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800" name="Google Shape;1800;p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1" name="Google Shape;1801;p43"/>
          <p:cNvGrpSpPr/>
          <p:nvPr/>
        </p:nvGrpSpPr>
        <p:grpSpPr>
          <a:xfrm>
            <a:off x="6501251" y="2534801"/>
            <a:ext cx="744676" cy="388508"/>
            <a:chOff x="7493876" y="2774731"/>
            <a:chExt cx="1481958" cy="894622"/>
          </a:xfrm>
        </p:grpSpPr>
        <p:sp>
          <p:nvSpPr>
            <p:cNvPr id="1802" name="Google Shape;1802;p4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03" name="Google Shape;1803;p4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04" name="Google Shape;1804;p4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05" name="Google Shape;1805;p4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4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4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4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9" name="Google Shape;1809;p43"/>
          <p:cNvGrpSpPr/>
          <p:nvPr/>
        </p:nvGrpSpPr>
        <p:grpSpPr>
          <a:xfrm>
            <a:off x="2100263" y="2823297"/>
            <a:ext cx="5330680" cy="3529506"/>
            <a:chOff x="368445" y="2795588"/>
            <a:chExt cx="5330680" cy="3529506"/>
          </a:xfrm>
        </p:grpSpPr>
        <p:sp>
          <p:nvSpPr>
            <p:cNvPr id="1810" name="Google Shape;1810;p43"/>
            <p:cNvSpPr/>
            <p:nvPr/>
          </p:nvSpPr>
          <p:spPr>
            <a:xfrm>
              <a:off x="487635" y="2795588"/>
              <a:ext cx="5201966" cy="2502842"/>
            </a:xfrm>
            <a:custGeom>
              <a:rect b="b" l="l" r="r" t="t"/>
              <a:pathLst>
                <a:path extrusionOk="0" h="9452" w="9712">
                  <a:moveTo>
                    <a:pt x="3852" y="0"/>
                  </a:moveTo>
                  <a:cubicBezTo>
                    <a:pt x="3432" y="3339"/>
                    <a:pt x="2673" y="6379"/>
                    <a:pt x="20" y="8663"/>
                  </a:cubicBezTo>
                  <a:cubicBezTo>
                    <a:pt x="-288" y="9838"/>
                    <a:pt x="3214" y="9342"/>
                    <a:pt x="4918" y="9234"/>
                  </a:cubicBezTo>
                  <a:cubicBezTo>
                    <a:pt x="6534" y="9234"/>
                    <a:pt x="9570" y="10000"/>
                    <a:pt x="9712" y="8663"/>
                  </a:cubicBezTo>
                  <a:cubicBezTo>
                    <a:pt x="5589" y="6007"/>
                    <a:pt x="5429" y="3489"/>
                    <a:pt x="4410" y="450"/>
                  </a:cubicBezTo>
                  <a:cubicBezTo>
                    <a:pt x="4131" y="150"/>
                    <a:pt x="4244" y="402"/>
                    <a:pt x="3852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11" name="Google Shape;1811;p43"/>
            <p:cNvGrpSpPr/>
            <p:nvPr/>
          </p:nvGrpSpPr>
          <p:grpSpPr>
            <a:xfrm>
              <a:off x="368445" y="5045075"/>
              <a:ext cx="5330680" cy="1280019"/>
              <a:chOff x="368445" y="5045075"/>
              <a:chExt cx="5330680" cy="1280019"/>
            </a:xfrm>
          </p:grpSpPr>
          <p:sp>
            <p:nvSpPr>
              <p:cNvPr id="1812" name="Google Shape;1812;p43"/>
              <p:cNvSpPr/>
              <p:nvPr/>
            </p:nvSpPr>
            <p:spPr>
              <a:xfrm>
                <a:off x="492125" y="5118100"/>
                <a:ext cx="5207000" cy="427037"/>
              </a:xfrm>
              <a:prstGeom prst="rect">
                <a:avLst/>
              </a:prstGeom>
              <a:solidFill>
                <a:srgbClr val="37CC99"/>
              </a:solidFill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43"/>
              <p:cNvSpPr txBox="1"/>
              <p:nvPr/>
            </p:nvSpPr>
            <p:spPr>
              <a:xfrm>
                <a:off x="815814" y="5135540"/>
                <a:ext cx="156780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 MAC addr</a:t>
                </a:r>
                <a:endParaRPr/>
              </a:p>
            </p:txBody>
          </p:sp>
          <p:cxnSp>
            <p:nvCxnSpPr>
              <p:cNvPr id="1814" name="Google Shape;1814;p43"/>
              <p:cNvCxnSpPr/>
              <p:nvPr/>
            </p:nvCxnSpPr>
            <p:spPr>
              <a:xfrm>
                <a:off x="812800" y="5118100"/>
                <a:ext cx="0" cy="4286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5" name="Google Shape;1815;p43"/>
              <p:cNvCxnSpPr/>
              <p:nvPr/>
            </p:nvCxnSpPr>
            <p:spPr>
              <a:xfrm>
                <a:off x="2336800" y="5118100"/>
                <a:ext cx="0" cy="4286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6" name="Google Shape;1816;p43"/>
              <p:cNvCxnSpPr/>
              <p:nvPr/>
            </p:nvCxnSpPr>
            <p:spPr>
              <a:xfrm>
                <a:off x="3860800" y="5118100"/>
                <a:ext cx="0" cy="4286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17" name="Google Shape;1817;p43"/>
              <p:cNvSpPr/>
              <p:nvPr/>
            </p:nvSpPr>
            <p:spPr>
              <a:xfrm>
                <a:off x="565150" y="5054600"/>
                <a:ext cx="76200" cy="180975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43"/>
              <p:cNvSpPr/>
              <p:nvPr/>
            </p:nvSpPr>
            <p:spPr>
              <a:xfrm>
                <a:off x="644525" y="5054600"/>
                <a:ext cx="76200" cy="180975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19" name="Google Shape;1819;p43"/>
              <p:cNvCxnSpPr/>
              <p:nvPr/>
            </p:nvCxnSpPr>
            <p:spPr>
              <a:xfrm>
                <a:off x="5327650" y="5127625"/>
                <a:ext cx="0" cy="4286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20" name="Google Shape;1820;p43"/>
              <p:cNvSpPr txBox="1"/>
              <p:nvPr/>
            </p:nvSpPr>
            <p:spPr>
              <a:xfrm>
                <a:off x="1122363" y="5557838"/>
                <a:ext cx="98026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address 1</a:t>
                </a:r>
                <a:endParaRPr/>
              </a:p>
            </p:txBody>
          </p:sp>
          <p:sp>
            <p:nvSpPr>
              <p:cNvPr id="1821" name="Google Shape;1821;p43"/>
              <p:cNvSpPr txBox="1"/>
              <p:nvPr/>
            </p:nvSpPr>
            <p:spPr>
              <a:xfrm>
                <a:off x="2582732" y="5554391"/>
                <a:ext cx="98026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address 2</a:t>
                </a:r>
                <a:endParaRPr/>
              </a:p>
            </p:txBody>
          </p:sp>
          <p:sp>
            <p:nvSpPr>
              <p:cNvPr id="1822" name="Google Shape;1822;p43"/>
              <p:cNvSpPr txBox="1"/>
              <p:nvPr/>
            </p:nvSpPr>
            <p:spPr>
              <a:xfrm>
                <a:off x="4103991" y="5556318"/>
                <a:ext cx="98026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address 3</a:t>
                </a:r>
                <a:endParaRPr/>
              </a:p>
            </p:txBody>
          </p:sp>
          <p:sp>
            <p:nvSpPr>
              <p:cNvPr id="1823" name="Google Shape;1823;p43"/>
              <p:cNvSpPr txBox="1"/>
              <p:nvPr/>
            </p:nvSpPr>
            <p:spPr>
              <a:xfrm>
                <a:off x="368445" y="5924984"/>
                <a:ext cx="219002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802.</a:t>
                </a:r>
                <a:r>
                  <a:rPr i="1"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 WiFi  </a:t>
                </a:r>
                <a:r>
                  <a:rPr i="1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frame</a:t>
                </a:r>
                <a:endParaRPr/>
              </a:p>
            </p:txBody>
          </p:sp>
          <p:grpSp>
            <p:nvGrpSpPr>
              <p:cNvPr id="1824" name="Google Shape;1824;p43"/>
              <p:cNvGrpSpPr/>
              <p:nvPr/>
            </p:nvGrpSpPr>
            <p:grpSpPr>
              <a:xfrm>
                <a:off x="565150" y="5451475"/>
                <a:ext cx="155575" cy="180975"/>
                <a:chOff x="1308" y="3186"/>
                <a:chExt cx="98" cy="114"/>
              </a:xfrm>
            </p:grpSpPr>
            <p:sp>
              <p:nvSpPr>
                <p:cNvPr id="1825" name="Google Shape;1825;p43"/>
                <p:cNvSpPr/>
                <p:nvPr/>
              </p:nvSpPr>
              <p:spPr>
                <a:xfrm>
                  <a:off x="1308" y="3186"/>
                  <a:ext cx="48" cy="114"/>
                </a:xfrm>
                <a:custGeom>
                  <a:rect b="b" l="l" r="r" t="t"/>
                  <a:pathLst>
                    <a:path extrusionOk="0" h="150" w="60">
                      <a:moveTo>
                        <a:pt x="60" y="0"/>
                      </a:moveTo>
                      <a:cubicBezTo>
                        <a:pt x="37" y="17"/>
                        <a:pt x="14" y="34"/>
                        <a:pt x="12" y="48"/>
                      </a:cubicBezTo>
                      <a:cubicBezTo>
                        <a:pt x="10" y="62"/>
                        <a:pt x="50" y="67"/>
                        <a:pt x="48" y="84"/>
                      </a:cubicBezTo>
                      <a:cubicBezTo>
                        <a:pt x="46" y="101"/>
                        <a:pt x="8" y="139"/>
                        <a:pt x="0" y="15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6" name="Google Shape;1826;p43"/>
                <p:cNvSpPr/>
                <p:nvPr/>
              </p:nvSpPr>
              <p:spPr>
                <a:xfrm>
                  <a:off x="1358" y="3186"/>
                  <a:ext cx="48" cy="114"/>
                </a:xfrm>
                <a:custGeom>
                  <a:rect b="b" l="l" r="r" t="t"/>
                  <a:pathLst>
                    <a:path extrusionOk="0" h="150" w="60">
                      <a:moveTo>
                        <a:pt x="60" y="0"/>
                      </a:moveTo>
                      <a:cubicBezTo>
                        <a:pt x="37" y="17"/>
                        <a:pt x="14" y="34"/>
                        <a:pt x="12" y="48"/>
                      </a:cubicBezTo>
                      <a:cubicBezTo>
                        <a:pt x="10" y="62"/>
                        <a:pt x="50" y="67"/>
                        <a:pt x="48" y="84"/>
                      </a:cubicBezTo>
                      <a:cubicBezTo>
                        <a:pt x="46" y="101"/>
                        <a:pt x="8" y="139"/>
                        <a:pt x="0" y="15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27" name="Google Shape;1827;p43"/>
              <p:cNvGrpSpPr/>
              <p:nvPr/>
            </p:nvGrpSpPr>
            <p:grpSpPr>
              <a:xfrm>
                <a:off x="5422900" y="5045075"/>
                <a:ext cx="155575" cy="180975"/>
                <a:chOff x="1308" y="3186"/>
                <a:chExt cx="98" cy="114"/>
              </a:xfrm>
            </p:grpSpPr>
            <p:sp>
              <p:nvSpPr>
                <p:cNvPr id="1828" name="Google Shape;1828;p43"/>
                <p:cNvSpPr/>
                <p:nvPr/>
              </p:nvSpPr>
              <p:spPr>
                <a:xfrm>
                  <a:off x="1308" y="3186"/>
                  <a:ext cx="48" cy="114"/>
                </a:xfrm>
                <a:custGeom>
                  <a:rect b="b" l="l" r="r" t="t"/>
                  <a:pathLst>
                    <a:path extrusionOk="0" h="150" w="60">
                      <a:moveTo>
                        <a:pt x="60" y="0"/>
                      </a:moveTo>
                      <a:cubicBezTo>
                        <a:pt x="37" y="17"/>
                        <a:pt x="14" y="34"/>
                        <a:pt x="12" y="48"/>
                      </a:cubicBezTo>
                      <a:cubicBezTo>
                        <a:pt x="10" y="62"/>
                        <a:pt x="50" y="67"/>
                        <a:pt x="48" y="84"/>
                      </a:cubicBezTo>
                      <a:cubicBezTo>
                        <a:pt x="46" y="101"/>
                        <a:pt x="8" y="139"/>
                        <a:pt x="0" y="15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9" name="Google Shape;1829;p43"/>
                <p:cNvSpPr/>
                <p:nvPr/>
              </p:nvSpPr>
              <p:spPr>
                <a:xfrm>
                  <a:off x="1358" y="3186"/>
                  <a:ext cx="48" cy="114"/>
                </a:xfrm>
                <a:custGeom>
                  <a:rect b="b" l="l" r="r" t="t"/>
                  <a:pathLst>
                    <a:path extrusionOk="0" h="150" w="60">
                      <a:moveTo>
                        <a:pt x="60" y="0"/>
                      </a:moveTo>
                      <a:cubicBezTo>
                        <a:pt x="37" y="17"/>
                        <a:pt x="14" y="34"/>
                        <a:pt x="12" y="48"/>
                      </a:cubicBezTo>
                      <a:cubicBezTo>
                        <a:pt x="10" y="62"/>
                        <a:pt x="50" y="67"/>
                        <a:pt x="48" y="84"/>
                      </a:cubicBezTo>
                      <a:cubicBezTo>
                        <a:pt x="46" y="101"/>
                        <a:pt x="8" y="139"/>
                        <a:pt x="0" y="15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30" name="Google Shape;1830;p43"/>
              <p:cNvGrpSpPr/>
              <p:nvPr/>
            </p:nvGrpSpPr>
            <p:grpSpPr>
              <a:xfrm>
                <a:off x="5432425" y="5445125"/>
                <a:ext cx="155575" cy="180975"/>
                <a:chOff x="1308" y="3186"/>
                <a:chExt cx="98" cy="114"/>
              </a:xfrm>
            </p:grpSpPr>
            <p:sp>
              <p:nvSpPr>
                <p:cNvPr id="1831" name="Google Shape;1831;p43"/>
                <p:cNvSpPr/>
                <p:nvPr/>
              </p:nvSpPr>
              <p:spPr>
                <a:xfrm>
                  <a:off x="1308" y="3186"/>
                  <a:ext cx="48" cy="114"/>
                </a:xfrm>
                <a:custGeom>
                  <a:rect b="b" l="l" r="r" t="t"/>
                  <a:pathLst>
                    <a:path extrusionOk="0" h="150" w="60">
                      <a:moveTo>
                        <a:pt x="60" y="0"/>
                      </a:moveTo>
                      <a:cubicBezTo>
                        <a:pt x="37" y="17"/>
                        <a:pt x="14" y="34"/>
                        <a:pt x="12" y="48"/>
                      </a:cubicBezTo>
                      <a:cubicBezTo>
                        <a:pt x="10" y="62"/>
                        <a:pt x="50" y="67"/>
                        <a:pt x="48" y="84"/>
                      </a:cubicBezTo>
                      <a:cubicBezTo>
                        <a:pt x="46" y="101"/>
                        <a:pt x="8" y="139"/>
                        <a:pt x="0" y="15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2" name="Google Shape;1832;p43"/>
                <p:cNvSpPr/>
                <p:nvPr/>
              </p:nvSpPr>
              <p:spPr>
                <a:xfrm>
                  <a:off x="1358" y="3186"/>
                  <a:ext cx="48" cy="114"/>
                </a:xfrm>
                <a:custGeom>
                  <a:rect b="b" l="l" r="r" t="t"/>
                  <a:pathLst>
                    <a:path extrusionOk="0" h="150" w="60">
                      <a:moveTo>
                        <a:pt x="60" y="0"/>
                      </a:moveTo>
                      <a:cubicBezTo>
                        <a:pt x="37" y="17"/>
                        <a:pt x="14" y="34"/>
                        <a:pt x="12" y="48"/>
                      </a:cubicBezTo>
                      <a:cubicBezTo>
                        <a:pt x="10" y="62"/>
                        <a:pt x="50" y="67"/>
                        <a:pt x="48" y="84"/>
                      </a:cubicBezTo>
                      <a:cubicBezTo>
                        <a:pt x="46" y="101"/>
                        <a:pt x="8" y="139"/>
                        <a:pt x="0" y="15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33" name="Google Shape;1833;p43"/>
              <p:cNvSpPr txBox="1"/>
              <p:nvPr/>
            </p:nvSpPr>
            <p:spPr>
              <a:xfrm>
                <a:off x="3820967" y="5133945"/>
                <a:ext cx="155497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R1 MAC addr</a:t>
                </a:r>
                <a:endParaRPr/>
              </a:p>
            </p:txBody>
          </p:sp>
          <p:sp>
            <p:nvSpPr>
              <p:cNvPr id="1834" name="Google Shape;1834;p43"/>
              <p:cNvSpPr txBox="1"/>
              <p:nvPr/>
            </p:nvSpPr>
            <p:spPr>
              <a:xfrm>
                <a:off x="2318185" y="5133945"/>
                <a:ext cx="15758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H1 MAC addr</a:t>
                </a:r>
                <a:endParaRPr/>
              </a:p>
            </p:txBody>
          </p:sp>
        </p:grpSp>
      </p:grpSp>
      <p:grpSp>
        <p:nvGrpSpPr>
          <p:cNvPr id="1835" name="Google Shape;1835;p43"/>
          <p:cNvGrpSpPr/>
          <p:nvPr/>
        </p:nvGrpSpPr>
        <p:grpSpPr>
          <a:xfrm>
            <a:off x="4266103" y="2212094"/>
            <a:ext cx="771477" cy="891732"/>
            <a:chOff x="2534285" y="2184385"/>
            <a:chExt cx="771477" cy="891732"/>
          </a:xfrm>
        </p:grpSpPr>
        <p:grpSp>
          <p:nvGrpSpPr>
            <p:cNvPr id="1836" name="Google Shape;1836;p43"/>
            <p:cNvGrpSpPr/>
            <p:nvPr/>
          </p:nvGrpSpPr>
          <p:grpSpPr>
            <a:xfrm>
              <a:off x="2562121" y="2510967"/>
              <a:ext cx="409575" cy="565150"/>
              <a:chOff x="375561" y="297711"/>
              <a:chExt cx="1252683" cy="2138362"/>
            </a:xfrm>
          </p:grpSpPr>
          <p:sp>
            <p:nvSpPr>
              <p:cNvPr id="1837" name="Google Shape;1837;p43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43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43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40" name="Google Shape;1840;p43"/>
            <p:cNvSpPr/>
            <p:nvPr/>
          </p:nvSpPr>
          <p:spPr>
            <a:xfrm rot="1799862">
              <a:off x="2529609" y="2366820"/>
              <a:ext cx="780829" cy="1905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47843"/>
                  </a:srgbClr>
                </a:gs>
                <a:gs pos="100000">
                  <a:srgbClr val="011199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</p:grpSp>
      <p:sp>
        <p:nvSpPr>
          <p:cNvPr id="1841" name="Google Shape;1841;p43"/>
          <p:cNvSpPr/>
          <p:nvPr/>
        </p:nvSpPr>
        <p:spPr>
          <a:xfrm>
            <a:off x="6068173" y="3172859"/>
            <a:ext cx="4544256" cy="1101192"/>
          </a:xfrm>
          <a:custGeom>
            <a:rect b="b" l="l" r="r" t="t"/>
            <a:pathLst>
              <a:path extrusionOk="0" h="10158" w="10000">
                <a:moveTo>
                  <a:pt x="0" y="3195"/>
                </a:moveTo>
                <a:cubicBezTo>
                  <a:pt x="1468" y="8160"/>
                  <a:pt x="1171" y="7364"/>
                  <a:pt x="1564" y="9623"/>
                </a:cubicBezTo>
                <a:cubicBezTo>
                  <a:pt x="4053" y="10463"/>
                  <a:pt x="6106" y="10217"/>
                  <a:pt x="10000" y="9559"/>
                </a:cubicBezTo>
                <a:cubicBezTo>
                  <a:pt x="5956" y="7036"/>
                  <a:pt x="5102" y="6655"/>
                  <a:pt x="198" y="0"/>
                </a:cubicBezTo>
                <a:cubicBezTo>
                  <a:pt x="190" y="370"/>
                  <a:pt x="110" y="3058"/>
                  <a:pt x="0" y="3195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2" name="Google Shape;1842;p43"/>
          <p:cNvGrpSpPr/>
          <p:nvPr/>
        </p:nvGrpSpPr>
        <p:grpSpPr>
          <a:xfrm>
            <a:off x="6768233" y="3686981"/>
            <a:ext cx="4062542" cy="1287589"/>
            <a:chOff x="6006234" y="5127854"/>
            <a:chExt cx="4062542" cy="1287589"/>
          </a:xfrm>
        </p:grpSpPr>
        <p:sp>
          <p:nvSpPr>
            <p:cNvPr id="1843" name="Google Shape;1843;p43"/>
            <p:cNvSpPr/>
            <p:nvPr/>
          </p:nvSpPr>
          <p:spPr>
            <a:xfrm>
              <a:off x="6006234" y="5651006"/>
              <a:ext cx="3872057" cy="427037"/>
            </a:xfrm>
            <a:prstGeom prst="rect">
              <a:avLst/>
            </a:prstGeom>
            <a:solidFill>
              <a:srgbClr val="37CC99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43"/>
            <p:cNvSpPr txBox="1"/>
            <p:nvPr/>
          </p:nvSpPr>
          <p:spPr>
            <a:xfrm>
              <a:off x="6329923" y="5668446"/>
              <a:ext cx="15549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R1 MAC addr</a:t>
              </a:r>
              <a:endParaRPr/>
            </a:p>
          </p:txBody>
        </p:sp>
        <p:cxnSp>
          <p:nvCxnSpPr>
            <p:cNvPr id="1845" name="Google Shape;1845;p43"/>
            <p:cNvCxnSpPr/>
            <p:nvPr/>
          </p:nvCxnSpPr>
          <p:spPr>
            <a:xfrm>
              <a:off x="6326909" y="5651006"/>
              <a:ext cx="0" cy="428625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6" name="Google Shape;1846;p43"/>
            <p:cNvCxnSpPr/>
            <p:nvPr/>
          </p:nvCxnSpPr>
          <p:spPr>
            <a:xfrm>
              <a:off x="7850909" y="5651006"/>
              <a:ext cx="0" cy="428625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7" name="Google Shape;1847;p43"/>
            <p:cNvCxnSpPr/>
            <p:nvPr/>
          </p:nvCxnSpPr>
          <p:spPr>
            <a:xfrm>
              <a:off x="9374909" y="5651006"/>
              <a:ext cx="0" cy="428625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48" name="Google Shape;1848;p43"/>
            <p:cNvSpPr/>
            <p:nvPr/>
          </p:nvSpPr>
          <p:spPr>
            <a:xfrm>
              <a:off x="6079259" y="5587506"/>
              <a:ext cx="76200" cy="180975"/>
            </a:xfrm>
            <a:custGeom>
              <a:rect b="b" l="l" r="r" t="t"/>
              <a:pathLst>
                <a:path extrusionOk="0" h="150" w="60">
                  <a:moveTo>
                    <a:pt x="60" y="0"/>
                  </a:moveTo>
                  <a:cubicBezTo>
                    <a:pt x="37" y="17"/>
                    <a:pt x="14" y="34"/>
                    <a:pt x="12" y="48"/>
                  </a:cubicBezTo>
                  <a:cubicBezTo>
                    <a:pt x="10" y="62"/>
                    <a:pt x="50" y="67"/>
                    <a:pt x="48" y="84"/>
                  </a:cubicBezTo>
                  <a:cubicBezTo>
                    <a:pt x="46" y="101"/>
                    <a:pt x="8" y="139"/>
                    <a:pt x="0" y="150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43"/>
            <p:cNvSpPr/>
            <p:nvPr/>
          </p:nvSpPr>
          <p:spPr>
            <a:xfrm>
              <a:off x="6158634" y="5587506"/>
              <a:ext cx="76200" cy="180975"/>
            </a:xfrm>
            <a:custGeom>
              <a:rect b="b" l="l" r="r" t="t"/>
              <a:pathLst>
                <a:path extrusionOk="0" h="150" w="60">
                  <a:moveTo>
                    <a:pt x="60" y="0"/>
                  </a:moveTo>
                  <a:cubicBezTo>
                    <a:pt x="37" y="17"/>
                    <a:pt x="14" y="34"/>
                    <a:pt x="12" y="48"/>
                  </a:cubicBezTo>
                  <a:cubicBezTo>
                    <a:pt x="10" y="62"/>
                    <a:pt x="50" y="67"/>
                    <a:pt x="48" y="84"/>
                  </a:cubicBezTo>
                  <a:cubicBezTo>
                    <a:pt x="46" y="101"/>
                    <a:pt x="8" y="139"/>
                    <a:pt x="0" y="150"/>
                  </a:cubicBezTo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43"/>
            <p:cNvSpPr txBox="1"/>
            <p:nvPr/>
          </p:nvSpPr>
          <p:spPr>
            <a:xfrm>
              <a:off x="6428654" y="6076889"/>
              <a:ext cx="14200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MAC dest addr</a:t>
              </a:r>
              <a:endParaRPr/>
            </a:p>
          </p:txBody>
        </p:sp>
        <p:sp>
          <p:nvSpPr>
            <p:cNvPr id="1851" name="Google Shape;1851;p43"/>
            <p:cNvSpPr txBox="1"/>
            <p:nvPr/>
          </p:nvSpPr>
          <p:spPr>
            <a:xfrm>
              <a:off x="7833604" y="6059588"/>
              <a:ext cx="161807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MAC source addr</a:t>
              </a:r>
              <a:endParaRPr/>
            </a:p>
          </p:txBody>
        </p:sp>
        <p:sp>
          <p:nvSpPr>
            <p:cNvPr id="1852" name="Google Shape;1852;p43"/>
            <p:cNvSpPr txBox="1"/>
            <p:nvPr/>
          </p:nvSpPr>
          <p:spPr>
            <a:xfrm>
              <a:off x="7655936" y="5127854"/>
              <a:ext cx="241284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802.</a:t>
              </a:r>
              <a:r>
                <a:rPr i="1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 Ethernet </a:t>
              </a: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  <p:grpSp>
          <p:nvGrpSpPr>
            <p:cNvPr id="1853" name="Google Shape;1853;p43"/>
            <p:cNvGrpSpPr/>
            <p:nvPr/>
          </p:nvGrpSpPr>
          <p:grpSpPr>
            <a:xfrm>
              <a:off x="6079259" y="5984381"/>
              <a:ext cx="155575" cy="180975"/>
              <a:chOff x="1308" y="3186"/>
              <a:chExt cx="98" cy="114"/>
            </a:xfrm>
          </p:grpSpPr>
          <p:sp>
            <p:nvSpPr>
              <p:cNvPr id="1854" name="Google Shape;1854;p43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43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6" name="Google Shape;1856;p43"/>
            <p:cNvSpPr/>
            <p:nvPr/>
          </p:nvSpPr>
          <p:spPr>
            <a:xfrm>
              <a:off x="9563939" y="5660497"/>
              <a:ext cx="98425" cy="45719"/>
            </a:xfrm>
            <a:prstGeom prst="rect">
              <a:avLst/>
            </a:prstGeom>
            <a:solidFill>
              <a:srgbClr val="37CC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7" name="Google Shape;1857;p43"/>
            <p:cNvGrpSpPr/>
            <p:nvPr/>
          </p:nvGrpSpPr>
          <p:grpSpPr>
            <a:xfrm>
              <a:off x="9538539" y="5595092"/>
              <a:ext cx="155575" cy="180975"/>
              <a:chOff x="1308" y="3186"/>
              <a:chExt cx="98" cy="114"/>
            </a:xfrm>
          </p:grpSpPr>
          <p:sp>
            <p:nvSpPr>
              <p:cNvPr id="1858" name="Google Shape;1858;p43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43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0" name="Google Shape;1860;p43"/>
            <p:cNvGrpSpPr/>
            <p:nvPr/>
          </p:nvGrpSpPr>
          <p:grpSpPr>
            <a:xfrm>
              <a:off x="9548064" y="5995142"/>
              <a:ext cx="155575" cy="180975"/>
              <a:chOff x="1308" y="3186"/>
              <a:chExt cx="98" cy="114"/>
            </a:xfrm>
          </p:grpSpPr>
          <p:sp>
            <p:nvSpPr>
              <p:cNvPr id="1861" name="Google Shape;1861;p43"/>
              <p:cNvSpPr/>
              <p:nvPr/>
            </p:nvSpPr>
            <p:spPr>
              <a:xfrm>
                <a:off x="130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43"/>
              <p:cNvSpPr/>
              <p:nvPr/>
            </p:nvSpPr>
            <p:spPr>
              <a:xfrm>
                <a:off x="1358" y="3186"/>
                <a:ext cx="48" cy="114"/>
              </a:xfrm>
              <a:custGeom>
                <a:rect b="b" l="l" r="r" t="t"/>
                <a:pathLst>
                  <a:path extrusionOk="0" h="150" w="60">
                    <a:moveTo>
                      <a:pt x="60" y="0"/>
                    </a:moveTo>
                    <a:cubicBezTo>
                      <a:pt x="37" y="17"/>
                      <a:pt x="14" y="34"/>
                      <a:pt x="12" y="48"/>
                    </a:cubicBezTo>
                    <a:cubicBezTo>
                      <a:pt x="10" y="62"/>
                      <a:pt x="50" y="67"/>
                      <a:pt x="48" y="84"/>
                    </a:cubicBezTo>
                    <a:cubicBezTo>
                      <a:pt x="46" y="101"/>
                      <a:pt x="8" y="139"/>
                      <a:pt x="0" y="150"/>
                    </a:cubicBezTo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3" name="Google Shape;1863;p43"/>
            <p:cNvSpPr txBox="1"/>
            <p:nvPr/>
          </p:nvSpPr>
          <p:spPr>
            <a:xfrm>
              <a:off x="7832294" y="5666851"/>
              <a:ext cx="157581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H2 MAC addr</a:t>
              </a:r>
              <a:endParaRPr/>
            </a:p>
          </p:txBody>
        </p:sp>
      </p:grpSp>
      <p:grpSp>
        <p:nvGrpSpPr>
          <p:cNvPr id="1864" name="Google Shape;1864;p43"/>
          <p:cNvGrpSpPr/>
          <p:nvPr/>
        </p:nvGrpSpPr>
        <p:grpSpPr>
          <a:xfrm>
            <a:off x="5698628" y="2762261"/>
            <a:ext cx="780829" cy="768052"/>
            <a:chOff x="2503903" y="2308065"/>
            <a:chExt cx="780829" cy="768052"/>
          </a:xfrm>
        </p:grpSpPr>
        <p:grpSp>
          <p:nvGrpSpPr>
            <p:cNvPr id="1865" name="Google Shape;1865;p43"/>
            <p:cNvGrpSpPr/>
            <p:nvPr/>
          </p:nvGrpSpPr>
          <p:grpSpPr>
            <a:xfrm>
              <a:off x="2562121" y="2510967"/>
              <a:ext cx="409575" cy="565150"/>
              <a:chOff x="375561" y="297711"/>
              <a:chExt cx="1252683" cy="2138362"/>
            </a:xfrm>
          </p:grpSpPr>
          <p:sp>
            <p:nvSpPr>
              <p:cNvPr id="1866" name="Google Shape;1866;p43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43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8" name="Google Shape;1868;p43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9" name="Google Shape;1869;p43"/>
            <p:cNvSpPr/>
            <p:nvPr/>
          </p:nvSpPr>
          <p:spPr>
            <a:xfrm>
              <a:off x="2503903" y="2308065"/>
              <a:ext cx="780829" cy="1905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47843"/>
                  </a:srgbClr>
                </a:gs>
                <a:gs pos="100000">
                  <a:srgbClr val="011199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44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802.11 frame: addressing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77" name="Google Shape;1877;p44"/>
          <p:cNvGrpSpPr/>
          <p:nvPr/>
        </p:nvGrpSpPr>
        <p:grpSpPr>
          <a:xfrm>
            <a:off x="2193926" y="2445464"/>
            <a:ext cx="7481098" cy="403388"/>
            <a:chOff x="2290908" y="1240118"/>
            <a:chExt cx="7481098" cy="403388"/>
          </a:xfrm>
        </p:grpSpPr>
        <p:sp>
          <p:nvSpPr>
            <p:cNvPr id="1878" name="Google Shape;1878;p44"/>
            <p:cNvSpPr txBox="1"/>
            <p:nvPr/>
          </p:nvSpPr>
          <p:spPr>
            <a:xfrm>
              <a:off x="2290908" y="1240482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879" name="Google Shape;1879;p44"/>
            <p:cNvSpPr txBox="1"/>
            <p:nvPr/>
          </p:nvSpPr>
          <p:spPr>
            <a:xfrm>
              <a:off x="3052908" y="1240482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880" name="Google Shape;1880;p44"/>
            <p:cNvSpPr txBox="1"/>
            <p:nvPr/>
          </p:nvSpPr>
          <p:spPr>
            <a:xfrm>
              <a:off x="3967308" y="1240482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881" name="Google Shape;1881;p44"/>
            <p:cNvSpPr txBox="1"/>
            <p:nvPr/>
          </p:nvSpPr>
          <p:spPr>
            <a:xfrm>
              <a:off x="4729308" y="1240482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882" name="Google Shape;1882;p44"/>
            <p:cNvSpPr txBox="1"/>
            <p:nvPr/>
          </p:nvSpPr>
          <p:spPr>
            <a:xfrm>
              <a:off x="5567508" y="1240482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883" name="Google Shape;1883;p44"/>
            <p:cNvSpPr txBox="1"/>
            <p:nvPr/>
          </p:nvSpPr>
          <p:spPr>
            <a:xfrm>
              <a:off x="6405708" y="1240482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884" name="Google Shape;1884;p44"/>
            <p:cNvSpPr txBox="1"/>
            <p:nvPr/>
          </p:nvSpPr>
          <p:spPr>
            <a:xfrm>
              <a:off x="7251796" y="1243396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885" name="Google Shape;1885;p44"/>
            <p:cNvSpPr txBox="1"/>
            <p:nvPr/>
          </p:nvSpPr>
          <p:spPr>
            <a:xfrm>
              <a:off x="7929708" y="1240482"/>
              <a:ext cx="10278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0 - 2312</a:t>
              </a:r>
              <a:endParaRPr/>
            </a:p>
          </p:txBody>
        </p:sp>
        <p:sp>
          <p:nvSpPr>
            <p:cNvPr id="1886" name="Google Shape;1886;p44"/>
            <p:cNvSpPr txBox="1"/>
            <p:nvPr/>
          </p:nvSpPr>
          <p:spPr>
            <a:xfrm>
              <a:off x="9457496" y="1240118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1887" name="Google Shape;1887;p44"/>
          <p:cNvGrpSpPr/>
          <p:nvPr/>
        </p:nvGrpSpPr>
        <p:grpSpPr>
          <a:xfrm>
            <a:off x="1842654" y="2807276"/>
            <a:ext cx="8130594" cy="854364"/>
            <a:chOff x="1939636" y="1546513"/>
            <a:chExt cx="8130594" cy="854364"/>
          </a:xfrm>
        </p:grpSpPr>
        <p:grpSp>
          <p:nvGrpSpPr>
            <p:cNvPr id="1888" name="Google Shape;1888;p44"/>
            <p:cNvGrpSpPr/>
            <p:nvPr/>
          </p:nvGrpSpPr>
          <p:grpSpPr>
            <a:xfrm>
              <a:off x="1939636" y="1546513"/>
              <a:ext cx="8091055" cy="854364"/>
              <a:chOff x="1981199" y="2322368"/>
              <a:chExt cx="8091055" cy="854364"/>
            </a:xfrm>
          </p:grpSpPr>
          <p:sp>
            <p:nvSpPr>
              <p:cNvPr id="1889" name="Google Shape;1889;p44"/>
              <p:cNvSpPr/>
              <p:nvPr/>
            </p:nvSpPr>
            <p:spPr>
              <a:xfrm>
                <a:off x="1981199" y="2369127"/>
                <a:ext cx="8091055" cy="748146"/>
              </a:xfrm>
              <a:prstGeom prst="rect">
                <a:avLst/>
              </a:prstGeom>
              <a:solidFill>
                <a:srgbClr val="37CC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90" name="Google Shape;1890;p44"/>
              <p:cNvCxnSpPr/>
              <p:nvPr/>
            </p:nvCxnSpPr>
            <p:spPr>
              <a:xfrm>
                <a:off x="2826327" y="2341418"/>
                <a:ext cx="0" cy="80356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1" name="Google Shape;1891;p44"/>
              <p:cNvCxnSpPr/>
              <p:nvPr/>
            </p:nvCxnSpPr>
            <p:spPr>
              <a:xfrm>
                <a:off x="3674052" y="2369993"/>
                <a:ext cx="0" cy="80356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2" name="Google Shape;1892;p44"/>
              <p:cNvCxnSpPr/>
              <p:nvPr/>
            </p:nvCxnSpPr>
            <p:spPr>
              <a:xfrm>
                <a:off x="4515427" y="2373168"/>
                <a:ext cx="0" cy="80356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3" name="Google Shape;1893;p44"/>
              <p:cNvCxnSpPr/>
              <p:nvPr/>
            </p:nvCxnSpPr>
            <p:spPr>
              <a:xfrm>
                <a:off x="5347277" y="2360468"/>
                <a:ext cx="0" cy="80356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4" name="Google Shape;1894;p44"/>
              <p:cNvCxnSpPr/>
              <p:nvPr/>
            </p:nvCxnSpPr>
            <p:spPr>
              <a:xfrm>
                <a:off x="6185477" y="2347768"/>
                <a:ext cx="0" cy="80356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5" name="Google Shape;1895;p44"/>
              <p:cNvCxnSpPr/>
              <p:nvPr/>
            </p:nvCxnSpPr>
            <p:spPr>
              <a:xfrm>
                <a:off x="7023677" y="2335068"/>
                <a:ext cx="0" cy="80356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6" name="Google Shape;1896;p44"/>
              <p:cNvCxnSpPr/>
              <p:nvPr/>
            </p:nvCxnSpPr>
            <p:spPr>
              <a:xfrm>
                <a:off x="7861877" y="2322368"/>
                <a:ext cx="0" cy="80356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7" name="Google Shape;1897;p44"/>
              <p:cNvCxnSpPr/>
              <p:nvPr/>
            </p:nvCxnSpPr>
            <p:spPr>
              <a:xfrm>
                <a:off x="9236652" y="2369993"/>
                <a:ext cx="0" cy="80356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98" name="Google Shape;1898;p44"/>
            <p:cNvSpPr/>
            <p:nvPr/>
          </p:nvSpPr>
          <p:spPr>
            <a:xfrm>
              <a:off x="1953485" y="1672504"/>
              <a:ext cx="838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endParaRPr/>
            </a:p>
          </p:txBody>
        </p:sp>
        <p:sp>
          <p:nvSpPr>
            <p:cNvPr id="1899" name="Google Shape;1899;p44"/>
            <p:cNvSpPr/>
            <p:nvPr/>
          </p:nvSpPr>
          <p:spPr>
            <a:xfrm>
              <a:off x="2803520" y="1672504"/>
              <a:ext cx="838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duration</a:t>
              </a:r>
              <a:endParaRPr/>
            </a:p>
          </p:txBody>
        </p:sp>
        <p:sp>
          <p:nvSpPr>
            <p:cNvPr id="1900" name="Google Shape;1900;p44"/>
            <p:cNvSpPr/>
            <p:nvPr/>
          </p:nvSpPr>
          <p:spPr>
            <a:xfrm>
              <a:off x="3669430" y="1672504"/>
              <a:ext cx="838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901" name="Google Shape;1901;p44"/>
            <p:cNvSpPr/>
            <p:nvPr/>
          </p:nvSpPr>
          <p:spPr>
            <a:xfrm>
              <a:off x="4507630" y="1672504"/>
              <a:ext cx="838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902" name="Google Shape;1902;p44"/>
            <p:cNvSpPr/>
            <p:nvPr/>
          </p:nvSpPr>
          <p:spPr>
            <a:xfrm>
              <a:off x="7022230" y="1672504"/>
              <a:ext cx="838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903" name="Google Shape;1903;p44"/>
            <p:cNvSpPr/>
            <p:nvPr/>
          </p:nvSpPr>
          <p:spPr>
            <a:xfrm>
              <a:off x="5345830" y="1672504"/>
              <a:ext cx="838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904" name="Google Shape;1904;p44"/>
            <p:cNvSpPr/>
            <p:nvPr/>
          </p:nvSpPr>
          <p:spPr>
            <a:xfrm>
              <a:off x="6184030" y="1672504"/>
              <a:ext cx="838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5" name="Google Shape;1905;p44"/>
            <p:cNvSpPr/>
            <p:nvPr/>
          </p:nvSpPr>
          <p:spPr>
            <a:xfrm>
              <a:off x="7860430" y="1672504"/>
              <a:ext cx="1371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payload</a:t>
              </a:r>
              <a:endParaRPr/>
            </a:p>
          </p:txBody>
        </p:sp>
        <p:sp>
          <p:nvSpPr>
            <p:cNvPr id="1906" name="Google Shape;1906;p44"/>
            <p:cNvSpPr/>
            <p:nvPr/>
          </p:nvSpPr>
          <p:spPr>
            <a:xfrm>
              <a:off x="9232030" y="1672504"/>
              <a:ext cx="838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1907" name="Google Shape;1907;p44"/>
            <p:cNvSpPr txBox="1"/>
            <p:nvPr/>
          </p:nvSpPr>
          <p:spPr>
            <a:xfrm>
              <a:off x="6142992" y="1705119"/>
              <a:ext cx="857927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seq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endParaRPr/>
            </a:p>
          </p:txBody>
        </p:sp>
      </p:grpSp>
      <p:grpSp>
        <p:nvGrpSpPr>
          <p:cNvPr id="1908" name="Google Shape;1908;p44"/>
          <p:cNvGrpSpPr/>
          <p:nvPr/>
        </p:nvGrpSpPr>
        <p:grpSpPr>
          <a:xfrm>
            <a:off x="2700050" y="1584472"/>
            <a:ext cx="3120341" cy="1172583"/>
            <a:chOff x="2700050" y="1584472"/>
            <a:chExt cx="3120341" cy="1172583"/>
          </a:xfrm>
        </p:grpSpPr>
        <p:sp>
          <p:nvSpPr>
            <p:cNvPr id="1909" name="Google Shape;1909;p44"/>
            <p:cNvSpPr txBox="1"/>
            <p:nvPr/>
          </p:nvSpPr>
          <p:spPr>
            <a:xfrm>
              <a:off x="2700050" y="1584472"/>
              <a:ext cx="3120341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duration of reserved 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transmission time (RTS/CTS)</a:t>
              </a:r>
              <a:endParaRPr/>
            </a:p>
          </p:txBody>
        </p:sp>
        <p:cxnSp>
          <p:nvCxnSpPr>
            <p:cNvPr id="1910" name="Google Shape;1910;p44"/>
            <p:cNvCxnSpPr/>
            <p:nvPr/>
          </p:nvCxnSpPr>
          <p:spPr>
            <a:xfrm>
              <a:off x="2826327" y="2133600"/>
              <a:ext cx="0" cy="62345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11" name="Google Shape;1911;p44"/>
          <p:cNvGrpSpPr/>
          <p:nvPr/>
        </p:nvGrpSpPr>
        <p:grpSpPr>
          <a:xfrm>
            <a:off x="6050830" y="1584904"/>
            <a:ext cx="3938298" cy="1186006"/>
            <a:chOff x="6050830" y="1584904"/>
            <a:chExt cx="3938298" cy="1186006"/>
          </a:xfrm>
        </p:grpSpPr>
        <p:sp>
          <p:nvSpPr>
            <p:cNvPr id="1912" name="Google Shape;1912;p44"/>
            <p:cNvSpPr txBox="1"/>
            <p:nvPr/>
          </p:nvSpPr>
          <p:spPr>
            <a:xfrm>
              <a:off x="6050830" y="1584904"/>
              <a:ext cx="3938298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frame sequence # (for reliable data transfer)</a:t>
              </a:r>
              <a:endParaRPr/>
            </a:p>
          </p:txBody>
        </p:sp>
        <p:cxnSp>
          <p:nvCxnSpPr>
            <p:cNvPr id="1913" name="Google Shape;1913;p44"/>
            <p:cNvCxnSpPr/>
            <p:nvPr/>
          </p:nvCxnSpPr>
          <p:spPr>
            <a:xfrm>
              <a:off x="6179127" y="2147455"/>
              <a:ext cx="0" cy="62345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14" name="Google Shape;1914;p44"/>
          <p:cNvGrpSpPr/>
          <p:nvPr/>
        </p:nvGrpSpPr>
        <p:grpSpPr>
          <a:xfrm>
            <a:off x="1731386" y="3602038"/>
            <a:ext cx="8562541" cy="1852978"/>
            <a:chOff x="1731386" y="3602038"/>
            <a:chExt cx="8562541" cy="1852978"/>
          </a:xfrm>
        </p:grpSpPr>
        <p:sp>
          <p:nvSpPr>
            <p:cNvPr id="1915" name="Google Shape;1915;p44"/>
            <p:cNvSpPr/>
            <p:nvPr/>
          </p:nvSpPr>
          <p:spPr>
            <a:xfrm>
              <a:off x="1746395" y="3602038"/>
              <a:ext cx="8503916" cy="1054105"/>
            </a:xfrm>
            <a:custGeom>
              <a:rect b="b" l="l" r="r" t="t"/>
              <a:pathLst>
                <a:path extrusionOk="0" h="9881" w="9935">
                  <a:moveTo>
                    <a:pt x="119" y="0"/>
                  </a:moveTo>
                  <a:cubicBezTo>
                    <a:pt x="176" y="5632"/>
                    <a:pt x="105" y="6587"/>
                    <a:pt x="0" y="9881"/>
                  </a:cubicBezTo>
                  <a:lnTo>
                    <a:pt x="9935" y="9741"/>
                  </a:lnTo>
                  <a:cubicBezTo>
                    <a:pt x="5001" y="7179"/>
                    <a:pt x="1810" y="6071"/>
                    <a:pt x="1083" y="0"/>
                  </a:cubicBezTo>
                  <a:lnTo>
                    <a:pt x="119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44"/>
            <p:cNvSpPr txBox="1"/>
            <p:nvPr/>
          </p:nvSpPr>
          <p:spPr>
            <a:xfrm>
              <a:off x="2200420" y="4306888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917" name="Google Shape;1917;p44"/>
            <p:cNvSpPr txBox="1"/>
            <p:nvPr/>
          </p:nvSpPr>
          <p:spPr>
            <a:xfrm>
              <a:off x="3073545" y="431165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918" name="Google Shape;1918;p44"/>
            <p:cNvSpPr txBox="1"/>
            <p:nvPr/>
          </p:nvSpPr>
          <p:spPr>
            <a:xfrm>
              <a:off x="4121295" y="430847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919" name="Google Shape;1919;p44"/>
            <p:cNvSpPr txBox="1"/>
            <p:nvPr/>
          </p:nvSpPr>
          <p:spPr>
            <a:xfrm>
              <a:off x="4997595" y="430530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920" name="Google Shape;1920;p44"/>
            <p:cNvSpPr txBox="1"/>
            <p:nvPr/>
          </p:nvSpPr>
          <p:spPr>
            <a:xfrm>
              <a:off x="5654820" y="430847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921" name="Google Shape;1921;p44"/>
            <p:cNvSpPr txBox="1"/>
            <p:nvPr/>
          </p:nvSpPr>
          <p:spPr>
            <a:xfrm>
              <a:off x="6308870" y="430530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922" name="Google Shape;1922;p44"/>
            <p:cNvSpPr txBox="1"/>
            <p:nvPr/>
          </p:nvSpPr>
          <p:spPr>
            <a:xfrm>
              <a:off x="8388495" y="430847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923" name="Google Shape;1923;p44"/>
            <p:cNvSpPr txBox="1"/>
            <p:nvPr/>
          </p:nvSpPr>
          <p:spPr>
            <a:xfrm>
              <a:off x="9061595" y="430530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924" name="Google Shape;1924;p44"/>
            <p:cNvSpPr txBox="1"/>
            <p:nvPr/>
          </p:nvSpPr>
          <p:spPr>
            <a:xfrm>
              <a:off x="9779145" y="430847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925" name="Google Shape;1925;p44"/>
            <p:cNvSpPr txBox="1"/>
            <p:nvPr/>
          </p:nvSpPr>
          <p:spPr>
            <a:xfrm>
              <a:off x="7042295" y="430847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926" name="Google Shape;1926;p44"/>
            <p:cNvSpPr txBox="1"/>
            <p:nvPr/>
          </p:nvSpPr>
          <p:spPr>
            <a:xfrm>
              <a:off x="7724920" y="430847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grpSp>
          <p:nvGrpSpPr>
            <p:cNvPr id="1927" name="Google Shape;1927;p44"/>
            <p:cNvGrpSpPr/>
            <p:nvPr/>
          </p:nvGrpSpPr>
          <p:grpSpPr>
            <a:xfrm>
              <a:off x="1731386" y="4613565"/>
              <a:ext cx="8562541" cy="841451"/>
              <a:chOff x="1759095" y="5313789"/>
              <a:chExt cx="8562541" cy="841451"/>
            </a:xfrm>
          </p:grpSpPr>
          <p:grpSp>
            <p:nvGrpSpPr>
              <p:cNvPr id="1928" name="Google Shape;1928;p44"/>
              <p:cNvGrpSpPr/>
              <p:nvPr/>
            </p:nvGrpSpPr>
            <p:grpSpPr>
              <a:xfrm>
                <a:off x="1773382" y="5313789"/>
                <a:ext cx="8548254" cy="841451"/>
                <a:chOff x="1981199" y="2335068"/>
                <a:chExt cx="8091055" cy="841451"/>
              </a:xfrm>
            </p:grpSpPr>
            <p:sp>
              <p:nvSpPr>
                <p:cNvPr id="1929" name="Google Shape;1929;p44"/>
                <p:cNvSpPr/>
                <p:nvPr/>
              </p:nvSpPr>
              <p:spPr>
                <a:xfrm>
                  <a:off x="1981199" y="2369127"/>
                  <a:ext cx="8091055" cy="748146"/>
                </a:xfrm>
                <a:prstGeom prst="rect">
                  <a:avLst/>
                </a:prstGeom>
                <a:solidFill>
                  <a:srgbClr val="37CC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30" name="Google Shape;1930;p44"/>
                <p:cNvCxnSpPr/>
                <p:nvPr/>
              </p:nvCxnSpPr>
              <p:spPr>
                <a:xfrm>
                  <a:off x="2908926" y="2360389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1" name="Google Shape;1931;p44"/>
                <p:cNvCxnSpPr/>
                <p:nvPr/>
              </p:nvCxnSpPr>
              <p:spPr>
                <a:xfrm>
                  <a:off x="3846433" y="2358610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2" name="Google Shape;1932;p44"/>
                <p:cNvCxnSpPr/>
                <p:nvPr/>
              </p:nvCxnSpPr>
              <p:spPr>
                <a:xfrm>
                  <a:off x="4849415" y="2361785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3" name="Google Shape;1933;p44"/>
                <p:cNvCxnSpPr/>
                <p:nvPr/>
              </p:nvCxnSpPr>
              <p:spPr>
                <a:xfrm>
                  <a:off x="5508884" y="2364262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4" name="Google Shape;1934;p44"/>
                <p:cNvCxnSpPr/>
                <p:nvPr/>
              </p:nvCxnSpPr>
              <p:spPr>
                <a:xfrm>
                  <a:off x="6153156" y="2351563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5" name="Google Shape;1935;p44"/>
                <p:cNvCxnSpPr/>
                <p:nvPr/>
              </p:nvCxnSpPr>
              <p:spPr>
                <a:xfrm>
                  <a:off x="6808202" y="2335068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6" name="Google Shape;1936;p44"/>
                <p:cNvCxnSpPr/>
                <p:nvPr/>
              </p:nvCxnSpPr>
              <p:spPr>
                <a:xfrm>
                  <a:off x="7456064" y="2356515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7" name="Google Shape;1937;p44"/>
                <p:cNvCxnSpPr/>
                <p:nvPr/>
              </p:nvCxnSpPr>
              <p:spPr>
                <a:xfrm>
                  <a:off x="9394667" y="2358610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8" name="Google Shape;1938;p44"/>
                <p:cNvCxnSpPr/>
                <p:nvPr/>
              </p:nvCxnSpPr>
              <p:spPr>
                <a:xfrm>
                  <a:off x="8103090" y="2364735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9" name="Google Shape;1939;p44"/>
                <p:cNvCxnSpPr/>
                <p:nvPr/>
              </p:nvCxnSpPr>
              <p:spPr>
                <a:xfrm>
                  <a:off x="8750116" y="2372955"/>
                  <a:ext cx="0" cy="80356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940" name="Google Shape;1940;p44"/>
              <p:cNvSpPr/>
              <p:nvPr/>
            </p:nvSpPr>
            <p:spPr>
              <a:xfrm>
                <a:off x="2749695" y="5419734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type</a:t>
                </a:r>
                <a:endParaRPr/>
              </a:p>
            </p:txBody>
          </p:sp>
          <p:sp>
            <p:nvSpPr>
              <p:cNvPr id="1941" name="Google Shape;1941;p44"/>
              <p:cNvSpPr/>
              <p:nvPr/>
            </p:nvSpPr>
            <p:spPr>
              <a:xfrm>
                <a:off x="5492895" y="5419734"/>
                <a:ext cx="685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from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AP</a:t>
                </a:r>
                <a:endParaRPr/>
              </a:p>
            </p:txBody>
          </p:sp>
          <p:sp>
            <p:nvSpPr>
              <p:cNvPr id="1942" name="Google Shape;1942;p44"/>
              <p:cNvSpPr/>
              <p:nvPr/>
            </p:nvSpPr>
            <p:spPr>
              <a:xfrm>
                <a:off x="3740295" y="5419734"/>
                <a:ext cx="1066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subtype</a:t>
                </a:r>
                <a:endParaRPr/>
              </a:p>
            </p:txBody>
          </p:sp>
          <p:sp>
            <p:nvSpPr>
              <p:cNvPr id="1943" name="Google Shape;1943;p44"/>
              <p:cNvSpPr/>
              <p:nvPr/>
            </p:nvSpPr>
            <p:spPr>
              <a:xfrm>
                <a:off x="4807095" y="5419734"/>
                <a:ext cx="685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to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AP</a:t>
                </a:r>
                <a:endParaRPr/>
              </a:p>
            </p:txBody>
          </p:sp>
          <p:sp>
            <p:nvSpPr>
              <p:cNvPr id="1944" name="Google Shape;1944;p44"/>
              <p:cNvSpPr/>
              <p:nvPr/>
            </p:nvSpPr>
            <p:spPr>
              <a:xfrm>
                <a:off x="6178695" y="5419734"/>
                <a:ext cx="685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more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frag</a:t>
                </a:r>
                <a:endParaRPr/>
              </a:p>
            </p:txBody>
          </p:sp>
          <p:sp>
            <p:nvSpPr>
              <p:cNvPr id="1945" name="Google Shape;1945;p44"/>
              <p:cNvSpPr/>
              <p:nvPr/>
            </p:nvSpPr>
            <p:spPr>
              <a:xfrm>
                <a:off x="8921895" y="5419734"/>
                <a:ext cx="685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WEP</a:t>
                </a:r>
                <a:endParaRPr/>
              </a:p>
            </p:txBody>
          </p:sp>
          <p:sp>
            <p:nvSpPr>
              <p:cNvPr id="1946" name="Google Shape;1946;p44"/>
              <p:cNvSpPr/>
              <p:nvPr/>
            </p:nvSpPr>
            <p:spPr>
              <a:xfrm>
                <a:off x="8236095" y="5419734"/>
                <a:ext cx="685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more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  <p:sp>
            <p:nvSpPr>
              <p:cNvPr id="1947" name="Google Shape;1947;p44"/>
              <p:cNvSpPr/>
              <p:nvPr/>
            </p:nvSpPr>
            <p:spPr>
              <a:xfrm>
                <a:off x="7550295" y="5419734"/>
                <a:ext cx="685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power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mgt</a:t>
                </a:r>
                <a:endParaRPr/>
              </a:p>
            </p:txBody>
          </p:sp>
          <p:sp>
            <p:nvSpPr>
              <p:cNvPr id="1948" name="Google Shape;1948;p44"/>
              <p:cNvSpPr/>
              <p:nvPr/>
            </p:nvSpPr>
            <p:spPr>
              <a:xfrm>
                <a:off x="6864495" y="5419734"/>
                <a:ext cx="685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retry</a:t>
                </a:r>
                <a:endParaRPr/>
              </a:p>
            </p:txBody>
          </p:sp>
          <p:sp>
            <p:nvSpPr>
              <p:cNvPr id="1949" name="Google Shape;1949;p44"/>
              <p:cNvSpPr/>
              <p:nvPr/>
            </p:nvSpPr>
            <p:spPr>
              <a:xfrm>
                <a:off x="9607695" y="5419734"/>
                <a:ext cx="685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rsvd</a:t>
                </a:r>
                <a:endParaRPr/>
              </a:p>
            </p:txBody>
          </p:sp>
          <p:sp>
            <p:nvSpPr>
              <p:cNvPr id="1950" name="Google Shape;1950;p44"/>
              <p:cNvSpPr/>
              <p:nvPr/>
            </p:nvSpPr>
            <p:spPr>
              <a:xfrm>
                <a:off x="1759095" y="5419734"/>
                <a:ext cx="990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protocol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version</a:t>
                </a:r>
                <a:endParaRPr/>
              </a:p>
            </p:txBody>
          </p:sp>
        </p:grpSp>
      </p:grpSp>
      <p:grpSp>
        <p:nvGrpSpPr>
          <p:cNvPr id="1951" name="Google Shape;1951;p44"/>
          <p:cNvGrpSpPr/>
          <p:nvPr/>
        </p:nvGrpSpPr>
        <p:grpSpPr>
          <a:xfrm>
            <a:off x="3033424" y="5444836"/>
            <a:ext cx="4794394" cy="820183"/>
            <a:chOff x="3033424" y="5444836"/>
            <a:chExt cx="4794394" cy="820183"/>
          </a:xfrm>
        </p:grpSpPr>
        <p:sp>
          <p:nvSpPr>
            <p:cNvPr id="1952" name="Google Shape;1952;p44"/>
            <p:cNvSpPr txBox="1"/>
            <p:nvPr/>
          </p:nvSpPr>
          <p:spPr>
            <a:xfrm>
              <a:off x="3033424" y="5895687"/>
              <a:ext cx="47943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frame type (RTS, CTS, ACK, data)</a:t>
              </a:r>
              <a:endParaRPr/>
            </a:p>
          </p:txBody>
        </p:sp>
        <p:cxnSp>
          <p:nvCxnSpPr>
            <p:cNvPr id="1953" name="Google Shape;1953;p44"/>
            <p:cNvCxnSpPr/>
            <p:nvPr/>
          </p:nvCxnSpPr>
          <p:spPr>
            <a:xfrm>
              <a:off x="3172690" y="5444836"/>
              <a:ext cx="0" cy="4572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9" name="Google Shape;1959;p45"/>
          <p:cNvCxnSpPr/>
          <p:nvPr/>
        </p:nvCxnSpPr>
        <p:spPr>
          <a:xfrm>
            <a:off x="8839201" y="2036617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0" name="Google Shape;1960;p45"/>
          <p:cNvSpPr txBox="1"/>
          <p:nvPr>
            <p:ph type="title"/>
          </p:nvPr>
        </p:nvSpPr>
        <p:spPr>
          <a:xfrm>
            <a:off x="787400" y="2359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802.11: mobility within same subnet</a:t>
            </a:r>
            <a:endParaRPr/>
          </a:p>
        </p:txBody>
      </p:sp>
      <p:sp>
        <p:nvSpPr>
          <p:cNvPr id="1961" name="Google Shape;1961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2" name="Google Shape;1962;p45"/>
          <p:cNvSpPr txBox="1"/>
          <p:nvPr/>
        </p:nvSpPr>
        <p:spPr>
          <a:xfrm>
            <a:off x="1454727" y="1630364"/>
            <a:ext cx="6276109" cy="14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H1 remains in same IP subnet: IP address can remain same</a:t>
            </a:r>
            <a:endParaRPr/>
          </a:p>
        </p:txBody>
      </p:sp>
      <p:sp>
        <p:nvSpPr>
          <p:cNvPr id="1963" name="Google Shape;1963;p45"/>
          <p:cNvSpPr/>
          <p:nvPr/>
        </p:nvSpPr>
        <p:spPr>
          <a:xfrm>
            <a:off x="8721581" y="3304454"/>
            <a:ext cx="2154237" cy="2093912"/>
          </a:xfrm>
          <a:prstGeom prst="ellipse">
            <a:avLst/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45"/>
          <p:cNvSpPr/>
          <p:nvPr/>
        </p:nvSpPr>
        <p:spPr>
          <a:xfrm>
            <a:off x="7015018" y="3366366"/>
            <a:ext cx="2278063" cy="2051050"/>
          </a:xfrm>
          <a:prstGeom prst="ellipse">
            <a:avLst/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5" name="Google Shape;1965;p45"/>
          <p:cNvCxnSpPr/>
          <p:nvPr/>
        </p:nvCxnSpPr>
        <p:spPr>
          <a:xfrm>
            <a:off x="9134331" y="4350616"/>
            <a:ext cx="304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6" name="Google Shape;1966;p45"/>
          <p:cNvCxnSpPr/>
          <p:nvPr/>
        </p:nvCxnSpPr>
        <p:spPr>
          <a:xfrm rot="10800000">
            <a:off x="8646968" y="4253779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7" name="Google Shape;1967;p45"/>
          <p:cNvCxnSpPr/>
          <p:nvPr/>
        </p:nvCxnSpPr>
        <p:spPr>
          <a:xfrm rot="10800000">
            <a:off x="8661256" y="4329979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8" name="Google Shape;1968;p45"/>
          <p:cNvCxnSpPr/>
          <p:nvPr/>
        </p:nvCxnSpPr>
        <p:spPr>
          <a:xfrm rot="10800000">
            <a:off x="8604106" y="4396654"/>
            <a:ext cx="19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69" name="Google Shape;1969;p45"/>
          <p:cNvGrpSpPr/>
          <p:nvPr/>
        </p:nvGrpSpPr>
        <p:grpSpPr>
          <a:xfrm>
            <a:off x="10347181" y="3791816"/>
            <a:ext cx="333375" cy="369888"/>
            <a:chOff x="313" y="1497"/>
            <a:chExt cx="1152" cy="1014"/>
          </a:xfrm>
        </p:grpSpPr>
        <p:pic>
          <p:nvPicPr>
            <p:cNvPr descr="laptop_stylized_small" id="1970" name="Google Shape;1970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71" name="Google Shape;1971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2" name="Google Shape;1972;p45"/>
          <p:cNvGrpSpPr/>
          <p:nvPr/>
        </p:nvGrpSpPr>
        <p:grpSpPr>
          <a:xfrm>
            <a:off x="7310293" y="4280766"/>
            <a:ext cx="525463" cy="392113"/>
            <a:chOff x="2751" y="1851"/>
            <a:chExt cx="462" cy="478"/>
          </a:xfrm>
        </p:grpSpPr>
        <p:pic>
          <p:nvPicPr>
            <p:cNvPr descr="iphone_stylized_small" id="1973" name="Google Shape;1973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74" name="Google Shape;1974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5" name="Google Shape;1975;p45"/>
          <p:cNvGrpSpPr/>
          <p:nvPr/>
        </p:nvGrpSpPr>
        <p:grpSpPr>
          <a:xfrm>
            <a:off x="9686781" y="4717329"/>
            <a:ext cx="363537" cy="338137"/>
            <a:chOff x="313" y="1497"/>
            <a:chExt cx="1152" cy="1014"/>
          </a:xfrm>
        </p:grpSpPr>
        <p:pic>
          <p:nvPicPr>
            <p:cNvPr descr="laptop_stylized_small" id="1976" name="Google Shape;1976;p4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77" name="Google Shape;1977;p4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8" name="Google Shape;1978;p45"/>
          <p:cNvGrpSpPr/>
          <p:nvPr/>
        </p:nvGrpSpPr>
        <p:grpSpPr>
          <a:xfrm>
            <a:off x="8458056" y="4737966"/>
            <a:ext cx="376237" cy="347663"/>
            <a:chOff x="313" y="1497"/>
            <a:chExt cx="1152" cy="1014"/>
          </a:xfrm>
        </p:grpSpPr>
        <p:pic>
          <p:nvPicPr>
            <p:cNvPr descr="laptop_stylized_small" id="1979" name="Google Shape;1979;p4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80" name="Google Shape;1980;p4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1" name="Google Shape;1981;p45"/>
          <p:cNvGrpSpPr/>
          <p:nvPr/>
        </p:nvGrpSpPr>
        <p:grpSpPr>
          <a:xfrm>
            <a:off x="7735743" y="4757016"/>
            <a:ext cx="384175" cy="438150"/>
            <a:chOff x="313" y="1497"/>
            <a:chExt cx="1152" cy="1014"/>
          </a:xfrm>
        </p:grpSpPr>
        <p:pic>
          <p:nvPicPr>
            <p:cNvPr descr="laptop_stylized_small" id="1982" name="Google Shape;1982;p4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83" name="Google Shape;1983;p4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4" name="Google Shape;1984;p45"/>
          <p:cNvGrpSpPr/>
          <p:nvPr/>
        </p:nvGrpSpPr>
        <p:grpSpPr>
          <a:xfrm>
            <a:off x="7634143" y="3599729"/>
            <a:ext cx="487363" cy="401637"/>
            <a:chOff x="2751" y="1851"/>
            <a:chExt cx="462" cy="478"/>
          </a:xfrm>
        </p:grpSpPr>
        <p:pic>
          <p:nvPicPr>
            <p:cNvPr descr="iphone_stylized_small" id="1985" name="Google Shape;1985;p4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86" name="Google Shape;1986;p4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87" name="Google Shape;1987;p45"/>
          <p:cNvGrpSpPr/>
          <p:nvPr/>
        </p:nvGrpSpPr>
        <p:grpSpPr>
          <a:xfrm>
            <a:off x="10194781" y="4260129"/>
            <a:ext cx="527050" cy="392112"/>
            <a:chOff x="2751" y="1851"/>
            <a:chExt cx="462" cy="478"/>
          </a:xfrm>
        </p:grpSpPr>
        <p:pic>
          <p:nvPicPr>
            <p:cNvPr descr="iphone_stylized_small" id="1988" name="Google Shape;1988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89" name="Google Shape;1989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0" name="Google Shape;1990;p45"/>
          <p:cNvGrpSpPr/>
          <p:nvPr/>
        </p:nvGrpSpPr>
        <p:grpSpPr>
          <a:xfrm>
            <a:off x="8762856" y="4117254"/>
            <a:ext cx="376237" cy="349250"/>
            <a:chOff x="313" y="1497"/>
            <a:chExt cx="1152" cy="1014"/>
          </a:xfrm>
        </p:grpSpPr>
        <p:pic>
          <p:nvPicPr>
            <p:cNvPr descr="laptop_stylized_small" id="1991" name="Google Shape;1991;p4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992" name="Google Shape;1992;p4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3" name="Google Shape;1993;p45"/>
          <p:cNvGrpSpPr/>
          <p:nvPr/>
        </p:nvGrpSpPr>
        <p:grpSpPr>
          <a:xfrm>
            <a:off x="7857981" y="3934691"/>
            <a:ext cx="762000" cy="663575"/>
            <a:chOff x="2967" y="478"/>
            <a:chExt cx="788" cy="625"/>
          </a:xfrm>
        </p:grpSpPr>
        <p:pic>
          <p:nvPicPr>
            <p:cNvPr descr="access_point_stylized_small" id="1994" name="Google Shape;1994;p4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95" name="Google Shape;1995;p4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6" name="Google Shape;1996;p45"/>
          <p:cNvGrpSpPr/>
          <p:nvPr/>
        </p:nvGrpSpPr>
        <p:grpSpPr>
          <a:xfrm>
            <a:off x="9494693" y="3955329"/>
            <a:ext cx="762000" cy="661987"/>
            <a:chOff x="2967" y="478"/>
            <a:chExt cx="788" cy="625"/>
          </a:xfrm>
        </p:grpSpPr>
        <p:pic>
          <p:nvPicPr>
            <p:cNvPr descr="access_point_stylized_small" id="1997" name="Google Shape;1997;p4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998" name="Google Shape;1998;p4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9" name="Google Shape;1999;p45"/>
          <p:cNvSpPr txBox="1"/>
          <p:nvPr/>
        </p:nvSpPr>
        <p:spPr>
          <a:xfrm>
            <a:off x="8061181" y="5018954"/>
            <a:ext cx="446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/>
          </a:p>
        </p:txBody>
      </p:sp>
      <p:sp>
        <p:nvSpPr>
          <p:cNvPr id="2000" name="Google Shape;2000;p45"/>
          <p:cNvSpPr txBox="1"/>
          <p:nvPr/>
        </p:nvSpPr>
        <p:spPr>
          <a:xfrm>
            <a:off x="10063018" y="5012604"/>
            <a:ext cx="7667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BBS 2</a:t>
            </a:r>
            <a:endParaRPr/>
          </a:p>
        </p:txBody>
      </p:sp>
      <p:sp>
        <p:nvSpPr>
          <p:cNvPr id="2001" name="Google Shape;2001;p45"/>
          <p:cNvSpPr txBox="1"/>
          <p:nvPr/>
        </p:nvSpPr>
        <p:spPr>
          <a:xfrm>
            <a:off x="6954693" y="5114204"/>
            <a:ext cx="7667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BBS 1</a:t>
            </a:r>
            <a:endParaRPr/>
          </a:p>
        </p:txBody>
      </p:sp>
      <p:cxnSp>
        <p:nvCxnSpPr>
          <p:cNvPr id="2002" name="Google Shape;2002;p45"/>
          <p:cNvCxnSpPr/>
          <p:nvPr/>
        </p:nvCxnSpPr>
        <p:spPr>
          <a:xfrm rot="10800000">
            <a:off x="8972406" y="3121891"/>
            <a:ext cx="744537" cy="116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3" name="Google Shape;2003;p45"/>
          <p:cNvCxnSpPr/>
          <p:nvPr/>
        </p:nvCxnSpPr>
        <p:spPr>
          <a:xfrm flipH="1" rot="10800000">
            <a:off x="8126268" y="3142529"/>
            <a:ext cx="657225" cy="11382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4" name="Google Shape;2004;p45"/>
          <p:cNvSpPr txBox="1"/>
          <p:nvPr/>
        </p:nvSpPr>
        <p:spPr>
          <a:xfrm>
            <a:off x="1454728" y="2627891"/>
            <a:ext cx="6276108" cy="905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switch: which AP is associated with H1?</a:t>
            </a:r>
            <a:endParaRPr/>
          </a:p>
        </p:txBody>
      </p:sp>
      <p:grpSp>
        <p:nvGrpSpPr>
          <p:cNvPr id="2005" name="Google Shape;2005;p45"/>
          <p:cNvGrpSpPr/>
          <p:nvPr/>
        </p:nvGrpSpPr>
        <p:grpSpPr>
          <a:xfrm>
            <a:off x="8482451" y="1855928"/>
            <a:ext cx="744676" cy="388508"/>
            <a:chOff x="7493876" y="2774731"/>
            <a:chExt cx="1481958" cy="894622"/>
          </a:xfrm>
        </p:grpSpPr>
        <p:sp>
          <p:nvSpPr>
            <p:cNvPr id="2006" name="Google Shape;2006;p4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07" name="Google Shape;2007;p4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08" name="Google Shape;2008;p4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09" name="Google Shape;2009;p4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0" name="Google Shape;2010;p4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1" name="Google Shape;2011;p4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2012;p4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13" name="Google Shape;2013;p45"/>
          <p:cNvGrpSpPr/>
          <p:nvPr/>
        </p:nvGrpSpPr>
        <p:grpSpPr>
          <a:xfrm>
            <a:off x="8491494" y="2852015"/>
            <a:ext cx="711278" cy="420709"/>
            <a:chOff x="3668110" y="2448910"/>
            <a:chExt cx="3794234" cy="2165130"/>
          </a:xfrm>
        </p:grpSpPr>
        <p:sp>
          <p:nvSpPr>
            <p:cNvPr id="2014" name="Google Shape;2014;p4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4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16" name="Google Shape;2016;p4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017" name="Google Shape;2017;p4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8" name="Google Shape;2018;p4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2019;p4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4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21" name="Google Shape;2021;p45"/>
          <p:cNvSpPr txBox="1"/>
          <p:nvPr/>
        </p:nvSpPr>
        <p:spPr>
          <a:xfrm>
            <a:off x="1316183" y="3537600"/>
            <a:ext cx="5334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self-learning (Ch. 6): switch will see frame from H1 and “remember” which switch port can be used to reach H1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46"/>
          <p:cNvSpPr txBox="1"/>
          <p:nvPr>
            <p:ph type="title"/>
          </p:nvPr>
        </p:nvSpPr>
        <p:spPr>
          <a:xfrm>
            <a:off x="621146" y="42988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802.11: advanced capabilities</a:t>
            </a:r>
            <a:endParaRPr/>
          </a:p>
        </p:txBody>
      </p:sp>
      <p:sp>
        <p:nvSpPr>
          <p:cNvPr id="2028" name="Google Shape;2028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9" name="Google Shape;2029;p46"/>
          <p:cNvSpPr txBox="1"/>
          <p:nvPr/>
        </p:nvSpPr>
        <p:spPr>
          <a:xfrm>
            <a:off x="606570" y="1351395"/>
            <a:ext cx="657008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Rate adaptation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station, mobile dynamically change transmission rate (physical layer modulation technique) as mobile moves, SNR varies </a:t>
            </a:r>
            <a:endParaRPr/>
          </a:p>
        </p:txBody>
      </p:sp>
      <p:grpSp>
        <p:nvGrpSpPr>
          <p:cNvPr id="2030" name="Google Shape;2030;p46"/>
          <p:cNvGrpSpPr/>
          <p:nvPr/>
        </p:nvGrpSpPr>
        <p:grpSpPr>
          <a:xfrm>
            <a:off x="7462701" y="2055525"/>
            <a:ext cx="3731772" cy="2664675"/>
            <a:chOff x="7462701" y="1501343"/>
            <a:chExt cx="2762898" cy="2664675"/>
          </a:xfrm>
        </p:grpSpPr>
        <p:sp>
          <p:nvSpPr>
            <p:cNvPr id="2031" name="Google Shape;2031;p46"/>
            <p:cNvSpPr/>
            <p:nvPr/>
          </p:nvSpPr>
          <p:spPr>
            <a:xfrm>
              <a:off x="8114868" y="1820430"/>
              <a:ext cx="631825" cy="1687513"/>
            </a:xfrm>
            <a:custGeom>
              <a:rect b="b" l="l" r="r" t="t"/>
              <a:pathLst>
                <a:path extrusionOk="0" h="1592" w="384">
                  <a:moveTo>
                    <a:pt x="0" y="0"/>
                  </a:moveTo>
                  <a:cubicBezTo>
                    <a:pt x="66" y="110"/>
                    <a:pt x="133" y="220"/>
                    <a:pt x="184" y="384"/>
                  </a:cubicBezTo>
                  <a:cubicBezTo>
                    <a:pt x="235" y="548"/>
                    <a:pt x="271" y="783"/>
                    <a:pt x="304" y="984"/>
                  </a:cubicBezTo>
                  <a:cubicBezTo>
                    <a:pt x="337" y="1185"/>
                    <a:pt x="371" y="1492"/>
                    <a:pt x="384" y="1592"/>
                  </a:cubicBezTo>
                </a:path>
              </a:pathLst>
            </a:custGeom>
            <a:noFill/>
            <a:ln cap="flat" cmpd="sng" w="2857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46"/>
            <p:cNvSpPr/>
            <p:nvPr/>
          </p:nvSpPr>
          <p:spPr>
            <a:xfrm>
              <a:off x="8522855" y="1666443"/>
              <a:ext cx="604838" cy="1879600"/>
            </a:xfrm>
            <a:custGeom>
              <a:rect b="b" l="l" r="r" t="t"/>
              <a:pathLst>
                <a:path extrusionOk="0" h="1800" w="432">
                  <a:moveTo>
                    <a:pt x="0" y="0"/>
                  </a:moveTo>
                  <a:cubicBezTo>
                    <a:pt x="62" y="98"/>
                    <a:pt x="125" y="196"/>
                    <a:pt x="168" y="296"/>
                  </a:cubicBezTo>
                  <a:cubicBezTo>
                    <a:pt x="211" y="396"/>
                    <a:pt x="224" y="451"/>
                    <a:pt x="256" y="600"/>
                  </a:cubicBezTo>
                  <a:cubicBezTo>
                    <a:pt x="288" y="749"/>
                    <a:pt x="331" y="992"/>
                    <a:pt x="360" y="1192"/>
                  </a:cubicBezTo>
                  <a:cubicBezTo>
                    <a:pt x="389" y="1392"/>
                    <a:pt x="410" y="1596"/>
                    <a:pt x="432" y="1800"/>
                  </a:cubicBez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46"/>
            <p:cNvSpPr/>
            <p:nvPr/>
          </p:nvSpPr>
          <p:spPr>
            <a:xfrm>
              <a:off x="8961005" y="1666443"/>
              <a:ext cx="571500" cy="1889125"/>
            </a:xfrm>
            <a:custGeom>
              <a:rect b="b" l="l" r="r" t="t"/>
              <a:pathLst>
                <a:path extrusionOk="0" h="1792" w="408">
                  <a:moveTo>
                    <a:pt x="0" y="0"/>
                  </a:moveTo>
                  <a:cubicBezTo>
                    <a:pt x="56" y="98"/>
                    <a:pt x="113" y="197"/>
                    <a:pt x="152" y="296"/>
                  </a:cubicBezTo>
                  <a:cubicBezTo>
                    <a:pt x="191" y="395"/>
                    <a:pt x="200" y="443"/>
                    <a:pt x="232" y="592"/>
                  </a:cubicBezTo>
                  <a:cubicBezTo>
                    <a:pt x="264" y="741"/>
                    <a:pt x="315" y="992"/>
                    <a:pt x="344" y="1192"/>
                  </a:cubicBezTo>
                  <a:cubicBezTo>
                    <a:pt x="373" y="1392"/>
                    <a:pt x="397" y="1691"/>
                    <a:pt x="408" y="1792"/>
                  </a:cubicBezTo>
                </a:path>
              </a:pathLst>
            </a:custGeom>
            <a:noFill/>
            <a:ln cap="flat" cmpd="sng" w="28575">
              <a:solidFill>
                <a:srgbClr val="0099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46"/>
            <p:cNvSpPr/>
            <p:nvPr/>
          </p:nvSpPr>
          <p:spPr>
            <a:xfrm>
              <a:off x="8100580" y="1658505"/>
              <a:ext cx="1847850" cy="191135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5" name="Google Shape;2035;p46"/>
            <p:cNvCxnSpPr/>
            <p:nvPr/>
          </p:nvCxnSpPr>
          <p:spPr>
            <a:xfrm>
              <a:off x="8100580" y="1987118"/>
              <a:ext cx="18383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6" name="Google Shape;2036;p46"/>
            <p:cNvCxnSpPr/>
            <p:nvPr/>
          </p:nvCxnSpPr>
          <p:spPr>
            <a:xfrm>
              <a:off x="8106930" y="2296680"/>
              <a:ext cx="18383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7" name="Google Shape;2037;p46"/>
            <p:cNvCxnSpPr/>
            <p:nvPr/>
          </p:nvCxnSpPr>
          <p:spPr>
            <a:xfrm>
              <a:off x="8111693" y="2615768"/>
              <a:ext cx="183991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8" name="Google Shape;2038;p46"/>
            <p:cNvCxnSpPr/>
            <p:nvPr/>
          </p:nvCxnSpPr>
          <p:spPr>
            <a:xfrm>
              <a:off x="8118043" y="2925330"/>
              <a:ext cx="183991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9" name="Google Shape;2039;p46"/>
            <p:cNvCxnSpPr/>
            <p:nvPr/>
          </p:nvCxnSpPr>
          <p:spPr>
            <a:xfrm>
              <a:off x="8124393" y="3246005"/>
              <a:ext cx="183991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0" name="Google Shape;2040;p46"/>
            <p:cNvCxnSpPr/>
            <p:nvPr/>
          </p:nvCxnSpPr>
          <p:spPr>
            <a:xfrm>
              <a:off x="8583180" y="1658505"/>
              <a:ext cx="0" cy="1911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1" name="Google Shape;2041;p46"/>
            <p:cNvCxnSpPr/>
            <p:nvPr/>
          </p:nvCxnSpPr>
          <p:spPr>
            <a:xfrm>
              <a:off x="9040380" y="1669618"/>
              <a:ext cx="0" cy="1911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2" name="Google Shape;2042;p46"/>
            <p:cNvCxnSpPr/>
            <p:nvPr/>
          </p:nvCxnSpPr>
          <p:spPr>
            <a:xfrm>
              <a:off x="9495993" y="1663268"/>
              <a:ext cx="0" cy="1911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3" name="Google Shape;2043;p46"/>
            <p:cNvSpPr txBox="1"/>
            <p:nvPr/>
          </p:nvSpPr>
          <p:spPr>
            <a:xfrm>
              <a:off x="8464118" y="3555568"/>
              <a:ext cx="3930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aseline="3000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46"/>
            <p:cNvSpPr txBox="1"/>
            <p:nvPr/>
          </p:nvSpPr>
          <p:spPr>
            <a:xfrm>
              <a:off x="8919730" y="3555568"/>
              <a:ext cx="3930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</a:t>
              </a:r>
              <a:endParaRPr baseline="3000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46"/>
            <p:cNvSpPr txBox="1"/>
            <p:nvPr/>
          </p:nvSpPr>
          <p:spPr>
            <a:xfrm>
              <a:off x="9365818" y="3557155"/>
              <a:ext cx="3930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</a:t>
              </a:r>
              <a:endParaRPr baseline="3000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46"/>
            <p:cNvSpPr txBox="1"/>
            <p:nvPr/>
          </p:nvSpPr>
          <p:spPr>
            <a:xfrm>
              <a:off x="9832543" y="3560330"/>
              <a:ext cx="3930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40</a:t>
              </a:r>
              <a:endParaRPr baseline="3000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46"/>
            <p:cNvSpPr txBox="1"/>
            <p:nvPr/>
          </p:nvSpPr>
          <p:spPr>
            <a:xfrm>
              <a:off x="8808099" y="3827464"/>
              <a:ext cx="86914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SNR(dB)</a:t>
              </a:r>
              <a:endParaRPr/>
            </a:p>
          </p:txBody>
        </p:sp>
        <p:sp>
          <p:nvSpPr>
            <p:cNvPr id="2048" name="Google Shape;2048;p46"/>
            <p:cNvSpPr txBox="1"/>
            <p:nvPr/>
          </p:nvSpPr>
          <p:spPr>
            <a:xfrm rot="-5400000">
              <a:off x="7376940" y="2379023"/>
              <a:ext cx="51007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BER</a:t>
              </a:r>
              <a:endParaRPr/>
            </a:p>
          </p:txBody>
        </p:sp>
        <p:sp>
          <p:nvSpPr>
            <p:cNvPr id="2049" name="Google Shape;2049;p46"/>
            <p:cNvSpPr txBox="1"/>
            <p:nvPr/>
          </p:nvSpPr>
          <p:spPr>
            <a:xfrm>
              <a:off x="7689128" y="1501343"/>
              <a:ext cx="465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aseline="30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/>
            </a:p>
          </p:txBody>
        </p:sp>
        <p:sp>
          <p:nvSpPr>
            <p:cNvPr id="2050" name="Google Shape;2050;p46"/>
            <p:cNvSpPr txBox="1"/>
            <p:nvPr/>
          </p:nvSpPr>
          <p:spPr>
            <a:xfrm>
              <a:off x="7701828" y="1820430"/>
              <a:ext cx="465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aseline="30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-2</a:t>
              </a:r>
              <a:endParaRPr/>
            </a:p>
          </p:txBody>
        </p:sp>
        <p:sp>
          <p:nvSpPr>
            <p:cNvPr id="2051" name="Google Shape;2051;p46"/>
            <p:cNvSpPr txBox="1"/>
            <p:nvPr/>
          </p:nvSpPr>
          <p:spPr>
            <a:xfrm>
              <a:off x="7693890" y="2131580"/>
              <a:ext cx="465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aseline="30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-3</a:t>
              </a:r>
              <a:endParaRPr/>
            </a:p>
          </p:txBody>
        </p:sp>
        <p:sp>
          <p:nvSpPr>
            <p:cNvPr id="2052" name="Google Shape;2052;p46"/>
            <p:cNvSpPr txBox="1"/>
            <p:nvPr/>
          </p:nvSpPr>
          <p:spPr>
            <a:xfrm>
              <a:off x="7701828" y="2752293"/>
              <a:ext cx="465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aseline="30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-5</a:t>
              </a:r>
              <a:endParaRPr/>
            </a:p>
          </p:txBody>
        </p:sp>
        <p:sp>
          <p:nvSpPr>
            <p:cNvPr id="2053" name="Google Shape;2053;p46"/>
            <p:cNvSpPr txBox="1"/>
            <p:nvPr/>
          </p:nvSpPr>
          <p:spPr>
            <a:xfrm>
              <a:off x="7703415" y="3071380"/>
              <a:ext cx="465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aseline="30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-6</a:t>
              </a:r>
              <a:endParaRPr/>
            </a:p>
          </p:txBody>
        </p:sp>
        <p:sp>
          <p:nvSpPr>
            <p:cNvPr id="2054" name="Google Shape;2054;p46"/>
            <p:cNvSpPr txBox="1"/>
            <p:nvPr/>
          </p:nvSpPr>
          <p:spPr>
            <a:xfrm>
              <a:off x="7697065" y="3399993"/>
              <a:ext cx="465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aseline="30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-7</a:t>
              </a:r>
              <a:endParaRPr/>
            </a:p>
          </p:txBody>
        </p:sp>
        <p:sp>
          <p:nvSpPr>
            <p:cNvPr id="2055" name="Google Shape;2055;p46"/>
            <p:cNvSpPr txBox="1"/>
            <p:nvPr/>
          </p:nvSpPr>
          <p:spPr>
            <a:xfrm>
              <a:off x="7690715" y="2455430"/>
              <a:ext cx="465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r>
                <a:rPr baseline="30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-4</a:t>
              </a:r>
              <a:endParaRPr/>
            </a:p>
          </p:txBody>
        </p:sp>
      </p:grpSp>
      <p:sp>
        <p:nvSpPr>
          <p:cNvPr id="2056" name="Google Shape;2056;p46"/>
          <p:cNvSpPr/>
          <p:nvPr/>
        </p:nvSpPr>
        <p:spPr>
          <a:xfrm>
            <a:off x="10131137" y="3758480"/>
            <a:ext cx="152400" cy="16192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7" name="Google Shape;2057;p46"/>
          <p:cNvGrpSpPr/>
          <p:nvPr/>
        </p:nvGrpSpPr>
        <p:grpSpPr>
          <a:xfrm>
            <a:off x="8550275" y="5018232"/>
            <a:ext cx="1525223" cy="787073"/>
            <a:chOff x="1997075" y="4768850"/>
            <a:chExt cx="1525223" cy="787073"/>
          </a:xfrm>
        </p:grpSpPr>
        <p:cxnSp>
          <p:nvCxnSpPr>
            <p:cNvPr id="2058" name="Google Shape;2058;p46"/>
            <p:cNvCxnSpPr/>
            <p:nvPr/>
          </p:nvCxnSpPr>
          <p:spPr>
            <a:xfrm>
              <a:off x="1997075" y="5237163"/>
              <a:ext cx="296863" cy="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9" name="Google Shape;2059;p46"/>
            <p:cNvCxnSpPr/>
            <p:nvPr/>
          </p:nvCxnSpPr>
          <p:spPr>
            <a:xfrm>
              <a:off x="1997075" y="5064125"/>
              <a:ext cx="296863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060" name="Google Shape;2060;p46"/>
            <p:cNvCxnSpPr/>
            <p:nvPr/>
          </p:nvCxnSpPr>
          <p:spPr>
            <a:xfrm>
              <a:off x="2006600" y="4894263"/>
              <a:ext cx="269875" cy="0"/>
            </a:xfrm>
            <a:prstGeom prst="straightConnector1">
              <a:avLst/>
            </a:prstGeom>
            <a:noFill/>
            <a:ln cap="flat" cmpd="sng" w="28575">
              <a:solidFill>
                <a:srgbClr val="0099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2061" name="Google Shape;2061;p46"/>
            <p:cNvSpPr txBox="1"/>
            <p:nvPr/>
          </p:nvSpPr>
          <p:spPr>
            <a:xfrm>
              <a:off x="2279650" y="4768850"/>
              <a:ext cx="12426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QAM256 (8 Mbps)</a:t>
              </a:r>
              <a:endParaRPr/>
            </a:p>
          </p:txBody>
        </p:sp>
        <p:sp>
          <p:nvSpPr>
            <p:cNvPr id="2062" name="Google Shape;2062;p46"/>
            <p:cNvSpPr txBox="1"/>
            <p:nvPr/>
          </p:nvSpPr>
          <p:spPr>
            <a:xfrm>
              <a:off x="2271713" y="4922838"/>
              <a:ext cx="1170513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QAM16 (4 Mbps)</a:t>
              </a:r>
              <a:endParaRPr/>
            </a:p>
          </p:txBody>
        </p:sp>
        <p:sp>
          <p:nvSpPr>
            <p:cNvPr id="2063" name="Google Shape;2063;p46"/>
            <p:cNvSpPr txBox="1"/>
            <p:nvPr/>
          </p:nvSpPr>
          <p:spPr>
            <a:xfrm>
              <a:off x="2281238" y="5103813"/>
              <a:ext cx="1016625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BPSK (1 Mbps)</a:t>
              </a:r>
              <a:endParaRPr/>
            </a:p>
          </p:txBody>
        </p:sp>
        <p:sp>
          <p:nvSpPr>
            <p:cNvPr id="2064" name="Google Shape;2064;p46"/>
            <p:cNvSpPr/>
            <p:nvPr/>
          </p:nvSpPr>
          <p:spPr>
            <a:xfrm>
              <a:off x="2065338" y="5330825"/>
              <a:ext cx="152400" cy="16192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46"/>
            <p:cNvSpPr txBox="1"/>
            <p:nvPr/>
          </p:nvSpPr>
          <p:spPr>
            <a:xfrm>
              <a:off x="2290763" y="5294313"/>
              <a:ext cx="1069524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operating point</a:t>
              </a:r>
              <a:endParaRPr/>
            </a:p>
          </p:txBody>
        </p:sp>
      </p:grpSp>
      <p:sp>
        <p:nvSpPr>
          <p:cNvPr id="2066" name="Google Shape;2066;p46"/>
          <p:cNvSpPr txBox="1"/>
          <p:nvPr/>
        </p:nvSpPr>
        <p:spPr>
          <a:xfrm>
            <a:off x="1136075" y="3954895"/>
            <a:ext cx="657961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SNR decreases, BER increase as node moves away from base station</a:t>
            </a:r>
            <a:endParaRPr/>
          </a:p>
        </p:txBody>
      </p:sp>
      <p:sp>
        <p:nvSpPr>
          <p:cNvPr id="2067" name="Google Shape;2067;p46"/>
          <p:cNvSpPr txBox="1"/>
          <p:nvPr/>
        </p:nvSpPr>
        <p:spPr>
          <a:xfrm>
            <a:off x="1108367" y="4893108"/>
            <a:ext cx="661843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BER becomes too high, switch to lower transmission rate but with lower BER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47"/>
          <p:cNvSpPr txBox="1"/>
          <p:nvPr>
            <p:ph type="title"/>
          </p:nvPr>
        </p:nvSpPr>
        <p:spPr>
          <a:xfrm>
            <a:off x="621146" y="42988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802.11: advanced capabilities</a:t>
            </a:r>
            <a:endParaRPr/>
          </a:p>
        </p:txBody>
      </p:sp>
      <p:sp>
        <p:nvSpPr>
          <p:cNvPr id="2074" name="Google Shape;2074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5" name="Google Shape;2075;p47"/>
          <p:cNvSpPr/>
          <p:nvPr/>
        </p:nvSpPr>
        <p:spPr>
          <a:xfrm>
            <a:off x="739054" y="1405371"/>
            <a:ext cx="1027531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power management</a:t>
            </a:r>
            <a:endParaRPr/>
          </a:p>
          <a:p>
            <a:pPr indent="-285750" lvl="0" marL="354013" marR="0" rtl="0" algn="l"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node-to-AP: “I am going to sleep until next beacon frame”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1" marL="69532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 knows not to transmit frames to this node</a:t>
            </a:r>
            <a:endParaRPr/>
          </a:p>
          <a:p>
            <a:pPr indent="-238125" lvl="1" marL="69532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wakes up before next beacon frame</a:t>
            </a:r>
            <a:endParaRPr/>
          </a:p>
          <a:p>
            <a:pPr indent="-285750" lvl="0" marL="354013" marR="0" rtl="0" algn="l"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beacon frame: contains list of mobiles with AP-to-mobile frames waiting to be sent</a:t>
            </a:r>
            <a:endParaRPr/>
          </a:p>
          <a:p>
            <a:pPr indent="-244475" lvl="1" marL="70167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will stay awake if AP-to-mobile frames to be sent; otherwise sleep again until next beacon frame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4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7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082" name="Google Shape;20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34" y="6599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083" name="Google Shape;2083;p48"/>
          <p:cNvSpPr txBox="1"/>
          <p:nvPr/>
        </p:nvSpPr>
        <p:spPr>
          <a:xfrm>
            <a:off x="916765" y="2251719"/>
            <a:ext cx="5571867" cy="92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8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2084" name="Google Shape;2084;p48"/>
          <p:cNvSpPr txBox="1"/>
          <p:nvPr/>
        </p:nvSpPr>
        <p:spPr>
          <a:xfrm>
            <a:off x="762000" y="3068638"/>
            <a:ext cx="4826000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Wireless links and network characteristics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CDMA: code division multiple access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rPr>
              <a:t>WiFi: 802.11 wireless LANs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Bluetooth</a:t>
            </a:r>
            <a:endParaRPr/>
          </a:p>
        </p:txBody>
      </p:sp>
      <p:sp>
        <p:nvSpPr>
          <p:cNvPr id="2085" name="Google Shape;2085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22: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49"/>
          <p:cNvSpPr txBox="1"/>
          <p:nvPr>
            <p:ph type="title"/>
          </p:nvPr>
        </p:nvSpPr>
        <p:spPr>
          <a:xfrm>
            <a:off x="621146" y="42988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Personal area networks: Bluetooth</a:t>
            </a:r>
            <a:endParaRPr/>
          </a:p>
        </p:txBody>
      </p:sp>
      <p:sp>
        <p:nvSpPr>
          <p:cNvPr id="2092" name="Google Shape;2092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3" name="Google Shape;2093;p49"/>
          <p:cNvSpPr txBox="1"/>
          <p:nvPr/>
        </p:nvSpPr>
        <p:spPr>
          <a:xfrm>
            <a:off x="1068820" y="1464542"/>
            <a:ext cx="6869834" cy="5060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than 10 m diameter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replacement for cables (mouse, keyboard, headphones)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 hoc: no infrastructure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2.4-2.5 GHz ISM radio band, up to 3 Mbps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controller / client devices:</a:t>
            </a:r>
            <a:endParaRPr/>
          </a:p>
          <a:p>
            <a:pPr indent="-231775" lvl="1" marL="6953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polls clients, grants requests for client transmissions</a:t>
            </a:r>
            <a:endParaRPr/>
          </a:p>
        </p:txBody>
      </p:sp>
      <p:sp>
        <p:nvSpPr>
          <p:cNvPr id="2094" name="Google Shape;2094;p49"/>
          <p:cNvSpPr/>
          <p:nvPr/>
        </p:nvSpPr>
        <p:spPr>
          <a:xfrm>
            <a:off x="7869382" y="1155700"/>
            <a:ext cx="3479800" cy="3416300"/>
          </a:xfrm>
          <a:prstGeom prst="ellipse">
            <a:avLst/>
          </a:prstGeom>
          <a:solidFill>
            <a:srgbClr val="9AE0FF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49"/>
          <p:cNvSpPr txBox="1"/>
          <p:nvPr/>
        </p:nvSpPr>
        <p:spPr>
          <a:xfrm>
            <a:off x="10431607" y="2600325"/>
            <a:ext cx="1019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radius of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/>
          </a:p>
        </p:txBody>
      </p:sp>
      <p:grpSp>
        <p:nvGrpSpPr>
          <p:cNvPr id="2096" name="Google Shape;2096;p49"/>
          <p:cNvGrpSpPr/>
          <p:nvPr/>
        </p:nvGrpSpPr>
        <p:grpSpPr>
          <a:xfrm>
            <a:off x="8907607" y="2092325"/>
            <a:ext cx="320675" cy="336550"/>
            <a:chOff x="4166" y="3398"/>
            <a:chExt cx="202" cy="212"/>
          </a:xfrm>
        </p:grpSpPr>
        <p:sp>
          <p:nvSpPr>
            <p:cNvPr id="2097" name="Google Shape;2097;p49"/>
            <p:cNvSpPr/>
            <p:nvPr/>
          </p:nvSpPr>
          <p:spPr>
            <a:xfrm>
              <a:off x="4176" y="3408"/>
              <a:ext cx="192" cy="184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49"/>
            <p:cNvSpPr txBox="1"/>
            <p:nvPr/>
          </p:nvSpPr>
          <p:spPr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</p:grpSp>
      <p:grpSp>
        <p:nvGrpSpPr>
          <p:cNvPr id="2099" name="Google Shape;2099;p49"/>
          <p:cNvGrpSpPr/>
          <p:nvPr/>
        </p:nvGrpSpPr>
        <p:grpSpPr>
          <a:xfrm>
            <a:off x="9822007" y="3387725"/>
            <a:ext cx="320675" cy="336550"/>
            <a:chOff x="4166" y="3398"/>
            <a:chExt cx="202" cy="212"/>
          </a:xfrm>
        </p:grpSpPr>
        <p:sp>
          <p:nvSpPr>
            <p:cNvPr id="2100" name="Google Shape;2100;p49"/>
            <p:cNvSpPr/>
            <p:nvPr/>
          </p:nvSpPr>
          <p:spPr>
            <a:xfrm>
              <a:off x="4176" y="3408"/>
              <a:ext cx="192" cy="184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49"/>
            <p:cNvSpPr txBox="1"/>
            <p:nvPr/>
          </p:nvSpPr>
          <p:spPr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</p:grpSp>
      <p:grpSp>
        <p:nvGrpSpPr>
          <p:cNvPr id="2102" name="Google Shape;2102;p49"/>
          <p:cNvGrpSpPr/>
          <p:nvPr/>
        </p:nvGrpSpPr>
        <p:grpSpPr>
          <a:xfrm>
            <a:off x="8615507" y="3451225"/>
            <a:ext cx="320675" cy="336550"/>
            <a:chOff x="4166" y="3398"/>
            <a:chExt cx="202" cy="212"/>
          </a:xfrm>
        </p:grpSpPr>
        <p:sp>
          <p:nvSpPr>
            <p:cNvPr id="2103" name="Google Shape;2103;p49"/>
            <p:cNvSpPr/>
            <p:nvPr/>
          </p:nvSpPr>
          <p:spPr>
            <a:xfrm>
              <a:off x="4176" y="3408"/>
              <a:ext cx="192" cy="184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49"/>
            <p:cNvSpPr txBox="1"/>
            <p:nvPr/>
          </p:nvSpPr>
          <p:spPr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</p:grpSp>
      <p:grpSp>
        <p:nvGrpSpPr>
          <p:cNvPr id="2105" name="Google Shape;2105;p49"/>
          <p:cNvGrpSpPr/>
          <p:nvPr/>
        </p:nvGrpSpPr>
        <p:grpSpPr>
          <a:xfrm>
            <a:off x="9971232" y="1990725"/>
            <a:ext cx="306388" cy="336550"/>
            <a:chOff x="4784" y="2710"/>
            <a:chExt cx="193" cy="212"/>
          </a:xfrm>
        </p:grpSpPr>
        <p:sp>
          <p:nvSpPr>
            <p:cNvPr id="2106" name="Google Shape;2106;p49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80808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49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108" name="Google Shape;2108;p49"/>
          <p:cNvGrpSpPr/>
          <p:nvPr/>
        </p:nvGrpSpPr>
        <p:grpSpPr>
          <a:xfrm>
            <a:off x="9425132" y="3540125"/>
            <a:ext cx="306388" cy="336550"/>
            <a:chOff x="4784" y="2710"/>
            <a:chExt cx="193" cy="212"/>
          </a:xfrm>
        </p:grpSpPr>
        <p:sp>
          <p:nvSpPr>
            <p:cNvPr id="2109" name="Google Shape;2109;p49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80808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49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111" name="Google Shape;2111;p49"/>
          <p:cNvGrpSpPr/>
          <p:nvPr/>
        </p:nvGrpSpPr>
        <p:grpSpPr>
          <a:xfrm>
            <a:off x="9145732" y="2498725"/>
            <a:ext cx="306388" cy="336550"/>
            <a:chOff x="4784" y="2710"/>
            <a:chExt cx="193" cy="212"/>
          </a:xfrm>
        </p:grpSpPr>
        <p:sp>
          <p:nvSpPr>
            <p:cNvPr id="2112" name="Google Shape;2112;p49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80808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49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114" name="Google Shape;2114;p49"/>
          <p:cNvGrpSpPr/>
          <p:nvPr/>
        </p:nvGrpSpPr>
        <p:grpSpPr>
          <a:xfrm>
            <a:off x="10466532" y="3362325"/>
            <a:ext cx="306388" cy="336550"/>
            <a:chOff x="4784" y="2710"/>
            <a:chExt cx="193" cy="212"/>
          </a:xfrm>
        </p:grpSpPr>
        <p:sp>
          <p:nvSpPr>
            <p:cNvPr id="2115" name="Google Shape;2115;p49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80808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49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117" name="Google Shape;2117;p49"/>
          <p:cNvGrpSpPr/>
          <p:nvPr/>
        </p:nvGrpSpPr>
        <p:grpSpPr>
          <a:xfrm>
            <a:off x="8539308" y="4632327"/>
            <a:ext cx="3024188" cy="1330325"/>
            <a:chOff x="4270" y="2826"/>
            <a:chExt cx="1905" cy="838"/>
          </a:xfrm>
        </p:grpSpPr>
        <p:grpSp>
          <p:nvGrpSpPr>
            <p:cNvPr id="2118" name="Google Shape;2118;p49"/>
            <p:cNvGrpSpPr/>
            <p:nvPr/>
          </p:nvGrpSpPr>
          <p:grpSpPr>
            <a:xfrm>
              <a:off x="4270" y="2878"/>
              <a:ext cx="210" cy="212"/>
              <a:chOff x="1334" y="2718"/>
              <a:chExt cx="210" cy="212"/>
            </a:xfrm>
          </p:grpSpPr>
          <p:sp>
            <p:nvSpPr>
              <p:cNvPr id="2119" name="Google Shape;2119;p49"/>
              <p:cNvSpPr/>
              <p:nvPr/>
            </p:nvSpPr>
            <p:spPr>
              <a:xfrm>
                <a:off x="1352" y="2728"/>
                <a:ext cx="192" cy="184"/>
              </a:xfrm>
              <a:prstGeom prst="ellipse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0" name="Google Shape;2120;p49"/>
              <p:cNvSpPr txBox="1"/>
              <p:nvPr/>
            </p:nvSpPr>
            <p:spPr>
              <a:xfrm>
                <a:off x="1334" y="2718"/>
                <a:ext cx="19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grpSp>
          <p:nvGrpSpPr>
            <p:cNvPr id="2121" name="Google Shape;2121;p49"/>
            <p:cNvGrpSpPr/>
            <p:nvPr/>
          </p:nvGrpSpPr>
          <p:grpSpPr>
            <a:xfrm>
              <a:off x="4294" y="3166"/>
              <a:ext cx="202" cy="212"/>
              <a:chOff x="4166" y="3398"/>
              <a:chExt cx="202" cy="212"/>
            </a:xfrm>
          </p:grpSpPr>
          <p:sp>
            <p:nvSpPr>
              <p:cNvPr id="2122" name="Google Shape;2122;p49"/>
              <p:cNvSpPr/>
              <p:nvPr/>
            </p:nvSpPr>
            <p:spPr>
              <a:xfrm>
                <a:off x="4176" y="3408"/>
                <a:ext cx="192" cy="184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49"/>
              <p:cNvSpPr txBox="1"/>
              <p:nvPr/>
            </p:nvSpPr>
            <p:spPr>
              <a:xfrm>
                <a:off x="4166" y="3398"/>
                <a:ext cx="19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/>
              </a:p>
            </p:txBody>
          </p:sp>
        </p:grpSp>
        <p:sp>
          <p:nvSpPr>
            <p:cNvPr id="2124" name="Google Shape;2124;p49"/>
            <p:cNvSpPr txBox="1"/>
            <p:nvPr/>
          </p:nvSpPr>
          <p:spPr>
            <a:xfrm>
              <a:off x="4523" y="2826"/>
              <a:ext cx="1652" cy="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master controller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client device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parked device (inactive)</a:t>
              </a:r>
              <a:endParaRPr/>
            </a:p>
          </p:txBody>
        </p:sp>
        <p:grpSp>
          <p:nvGrpSpPr>
            <p:cNvPr id="2125" name="Google Shape;2125;p49"/>
            <p:cNvGrpSpPr/>
            <p:nvPr/>
          </p:nvGrpSpPr>
          <p:grpSpPr>
            <a:xfrm>
              <a:off x="4292" y="3398"/>
              <a:ext cx="193" cy="212"/>
              <a:chOff x="4784" y="2710"/>
              <a:chExt cx="193" cy="212"/>
            </a:xfrm>
          </p:grpSpPr>
          <p:sp>
            <p:nvSpPr>
              <p:cNvPr id="2126" name="Google Shape;2126;p49"/>
              <p:cNvSpPr/>
              <p:nvPr/>
            </p:nvSpPr>
            <p:spPr>
              <a:xfrm>
                <a:off x="4784" y="2720"/>
                <a:ext cx="192" cy="184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80808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49"/>
              <p:cNvSpPr txBox="1"/>
              <p:nvPr/>
            </p:nvSpPr>
            <p:spPr>
              <a:xfrm>
                <a:off x="4786" y="2710"/>
                <a:ext cx="19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69696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969696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/>
              </a:p>
            </p:txBody>
          </p:sp>
        </p:grpSp>
      </p:grpSp>
      <p:cxnSp>
        <p:nvCxnSpPr>
          <p:cNvPr id="2128" name="Google Shape;2128;p49"/>
          <p:cNvCxnSpPr>
            <a:stCxn id="2094" idx="2"/>
            <a:endCxn id="2095" idx="3"/>
          </p:cNvCxnSpPr>
          <p:nvPr/>
        </p:nvCxnSpPr>
        <p:spPr>
          <a:xfrm>
            <a:off x="7869382" y="2863850"/>
            <a:ext cx="3581400" cy="27000"/>
          </a:xfrm>
          <a:prstGeom prst="straightConnector1">
            <a:avLst/>
          </a:prstGeom>
          <a:noFill/>
          <a:ln cap="flat" cmpd="sng" w="12700">
            <a:solidFill>
              <a:srgbClr val="011199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129" name="Google Shape;2129;p49"/>
          <p:cNvGrpSpPr/>
          <p:nvPr/>
        </p:nvGrpSpPr>
        <p:grpSpPr>
          <a:xfrm>
            <a:off x="9466407" y="2727325"/>
            <a:ext cx="333375" cy="336550"/>
            <a:chOff x="1334" y="2718"/>
            <a:chExt cx="210" cy="212"/>
          </a:xfrm>
        </p:grpSpPr>
        <p:sp>
          <p:nvSpPr>
            <p:cNvPr id="2130" name="Google Shape;2130;p49"/>
            <p:cNvSpPr/>
            <p:nvPr/>
          </p:nvSpPr>
          <p:spPr>
            <a:xfrm>
              <a:off x="1352" y="2728"/>
              <a:ext cx="192" cy="184"/>
            </a:xfrm>
            <a:prstGeom prst="ellipse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49"/>
            <p:cNvSpPr txBox="1"/>
            <p:nvPr/>
          </p:nvSpPr>
          <p:spPr>
            <a:xfrm>
              <a:off x="1334" y="271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50"/>
          <p:cNvSpPr txBox="1"/>
          <p:nvPr>
            <p:ph type="title"/>
          </p:nvPr>
        </p:nvSpPr>
        <p:spPr>
          <a:xfrm>
            <a:off x="621146" y="42988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Personal area networks: Bluetooth</a:t>
            </a:r>
            <a:endParaRPr/>
          </a:p>
        </p:txBody>
      </p:sp>
      <p:sp>
        <p:nvSpPr>
          <p:cNvPr id="2138" name="Google Shape;2138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9" name="Google Shape;2139;p50"/>
          <p:cNvSpPr txBox="1"/>
          <p:nvPr/>
        </p:nvSpPr>
        <p:spPr>
          <a:xfrm>
            <a:off x="1041111" y="1464542"/>
            <a:ext cx="6371071" cy="5282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TDM,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625 </a:t>
            </a:r>
            <a:r>
              <a:rPr lang="en-US" sz="2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 sec. slot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FDM: sender uses 79 frequency channels in known, pseudo-random order slot-to-slot (spread spectrum)</a:t>
            </a:r>
            <a:endParaRPr/>
          </a:p>
          <a:p>
            <a:pPr indent="-285750" lvl="1" marL="6286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devices/equipment not in piconet only interfere in some slots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parked mode: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 can “go to sleep” (park) and later wakeup (to preserve battery)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bootstrapping: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self-assemble (plug and play) into piconet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50"/>
          <p:cNvSpPr/>
          <p:nvPr/>
        </p:nvSpPr>
        <p:spPr>
          <a:xfrm>
            <a:off x="7869382" y="1155700"/>
            <a:ext cx="3479800" cy="3416300"/>
          </a:xfrm>
          <a:prstGeom prst="ellipse">
            <a:avLst/>
          </a:prstGeom>
          <a:solidFill>
            <a:srgbClr val="9AE0FF">
              <a:alpha val="4862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50"/>
          <p:cNvSpPr txBox="1"/>
          <p:nvPr/>
        </p:nvSpPr>
        <p:spPr>
          <a:xfrm>
            <a:off x="10431607" y="2600325"/>
            <a:ext cx="1019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radius of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/>
          </a:p>
        </p:txBody>
      </p:sp>
      <p:grpSp>
        <p:nvGrpSpPr>
          <p:cNvPr id="2142" name="Google Shape;2142;p50"/>
          <p:cNvGrpSpPr/>
          <p:nvPr/>
        </p:nvGrpSpPr>
        <p:grpSpPr>
          <a:xfrm>
            <a:off x="8907607" y="2092325"/>
            <a:ext cx="320675" cy="336550"/>
            <a:chOff x="4166" y="3398"/>
            <a:chExt cx="202" cy="212"/>
          </a:xfrm>
        </p:grpSpPr>
        <p:sp>
          <p:nvSpPr>
            <p:cNvPr id="2143" name="Google Shape;2143;p50"/>
            <p:cNvSpPr/>
            <p:nvPr/>
          </p:nvSpPr>
          <p:spPr>
            <a:xfrm>
              <a:off x="4176" y="3408"/>
              <a:ext cx="192" cy="184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50"/>
            <p:cNvSpPr txBox="1"/>
            <p:nvPr/>
          </p:nvSpPr>
          <p:spPr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</p:grpSp>
      <p:grpSp>
        <p:nvGrpSpPr>
          <p:cNvPr id="2145" name="Google Shape;2145;p50"/>
          <p:cNvGrpSpPr/>
          <p:nvPr/>
        </p:nvGrpSpPr>
        <p:grpSpPr>
          <a:xfrm>
            <a:off x="9822007" y="3387725"/>
            <a:ext cx="320675" cy="336550"/>
            <a:chOff x="4166" y="3398"/>
            <a:chExt cx="202" cy="212"/>
          </a:xfrm>
        </p:grpSpPr>
        <p:sp>
          <p:nvSpPr>
            <p:cNvPr id="2146" name="Google Shape;2146;p50"/>
            <p:cNvSpPr/>
            <p:nvPr/>
          </p:nvSpPr>
          <p:spPr>
            <a:xfrm>
              <a:off x="4176" y="3408"/>
              <a:ext cx="192" cy="184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50"/>
            <p:cNvSpPr txBox="1"/>
            <p:nvPr/>
          </p:nvSpPr>
          <p:spPr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</p:grpSp>
      <p:grpSp>
        <p:nvGrpSpPr>
          <p:cNvPr id="2148" name="Google Shape;2148;p50"/>
          <p:cNvGrpSpPr/>
          <p:nvPr/>
        </p:nvGrpSpPr>
        <p:grpSpPr>
          <a:xfrm>
            <a:off x="8615507" y="3451225"/>
            <a:ext cx="320675" cy="336550"/>
            <a:chOff x="4166" y="3398"/>
            <a:chExt cx="202" cy="212"/>
          </a:xfrm>
        </p:grpSpPr>
        <p:sp>
          <p:nvSpPr>
            <p:cNvPr id="2149" name="Google Shape;2149;p50"/>
            <p:cNvSpPr/>
            <p:nvPr/>
          </p:nvSpPr>
          <p:spPr>
            <a:xfrm>
              <a:off x="4176" y="3408"/>
              <a:ext cx="192" cy="184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50"/>
            <p:cNvSpPr txBox="1"/>
            <p:nvPr/>
          </p:nvSpPr>
          <p:spPr>
            <a:xfrm>
              <a:off x="4166" y="339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</p:grpSp>
      <p:grpSp>
        <p:nvGrpSpPr>
          <p:cNvPr id="2151" name="Google Shape;2151;p50"/>
          <p:cNvGrpSpPr/>
          <p:nvPr/>
        </p:nvGrpSpPr>
        <p:grpSpPr>
          <a:xfrm>
            <a:off x="9971232" y="1990725"/>
            <a:ext cx="306388" cy="336550"/>
            <a:chOff x="4784" y="2710"/>
            <a:chExt cx="193" cy="212"/>
          </a:xfrm>
        </p:grpSpPr>
        <p:sp>
          <p:nvSpPr>
            <p:cNvPr id="2152" name="Google Shape;2152;p50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80808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50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154" name="Google Shape;2154;p50"/>
          <p:cNvGrpSpPr/>
          <p:nvPr/>
        </p:nvGrpSpPr>
        <p:grpSpPr>
          <a:xfrm>
            <a:off x="9425132" y="3540125"/>
            <a:ext cx="306388" cy="336550"/>
            <a:chOff x="4784" y="2710"/>
            <a:chExt cx="193" cy="212"/>
          </a:xfrm>
        </p:grpSpPr>
        <p:sp>
          <p:nvSpPr>
            <p:cNvPr id="2155" name="Google Shape;2155;p50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80808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50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157" name="Google Shape;2157;p50"/>
          <p:cNvGrpSpPr/>
          <p:nvPr/>
        </p:nvGrpSpPr>
        <p:grpSpPr>
          <a:xfrm>
            <a:off x="9145732" y="2498725"/>
            <a:ext cx="306388" cy="336550"/>
            <a:chOff x="4784" y="2710"/>
            <a:chExt cx="193" cy="212"/>
          </a:xfrm>
        </p:grpSpPr>
        <p:sp>
          <p:nvSpPr>
            <p:cNvPr id="2158" name="Google Shape;2158;p50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80808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50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160" name="Google Shape;2160;p50"/>
          <p:cNvGrpSpPr/>
          <p:nvPr/>
        </p:nvGrpSpPr>
        <p:grpSpPr>
          <a:xfrm>
            <a:off x="10466532" y="3362325"/>
            <a:ext cx="306388" cy="336550"/>
            <a:chOff x="4784" y="2710"/>
            <a:chExt cx="193" cy="212"/>
          </a:xfrm>
        </p:grpSpPr>
        <p:sp>
          <p:nvSpPr>
            <p:cNvPr id="2161" name="Google Shape;2161;p50"/>
            <p:cNvSpPr/>
            <p:nvPr/>
          </p:nvSpPr>
          <p:spPr>
            <a:xfrm>
              <a:off x="4784" y="2720"/>
              <a:ext cx="192" cy="184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80808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50"/>
            <p:cNvSpPr txBox="1"/>
            <p:nvPr/>
          </p:nvSpPr>
          <p:spPr>
            <a:xfrm>
              <a:off x="4786" y="2710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969696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grpSp>
        <p:nvGrpSpPr>
          <p:cNvPr id="2163" name="Google Shape;2163;p50"/>
          <p:cNvGrpSpPr/>
          <p:nvPr/>
        </p:nvGrpSpPr>
        <p:grpSpPr>
          <a:xfrm>
            <a:off x="8539308" y="4632327"/>
            <a:ext cx="3024188" cy="1330325"/>
            <a:chOff x="4270" y="2826"/>
            <a:chExt cx="1905" cy="838"/>
          </a:xfrm>
        </p:grpSpPr>
        <p:grpSp>
          <p:nvGrpSpPr>
            <p:cNvPr id="2164" name="Google Shape;2164;p50"/>
            <p:cNvGrpSpPr/>
            <p:nvPr/>
          </p:nvGrpSpPr>
          <p:grpSpPr>
            <a:xfrm>
              <a:off x="4270" y="2878"/>
              <a:ext cx="210" cy="212"/>
              <a:chOff x="1334" y="2718"/>
              <a:chExt cx="210" cy="212"/>
            </a:xfrm>
          </p:grpSpPr>
          <p:sp>
            <p:nvSpPr>
              <p:cNvPr id="2165" name="Google Shape;2165;p50"/>
              <p:cNvSpPr/>
              <p:nvPr/>
            </p:nvSpPr>
            <p:spPr>
              <a:xfrm>
                <a:off x="1352" y="2728"/>
                <a:ext cx="192" cy="184"/>
              </a:xfrm>
              <a:prstGeom prst="ellipse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p50"/>
              <p:cNvSpPr txBox="1"/>
              <p:nvPr/>
            </p:nvSpPr>
            <p:spPr>
              <a:xfrm>
                <a:off x="1334" y="2718"/>
                <a:ext cx="19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grpSp>
          <p:nvGrpSpPr>
            <p:cNvPr id="2167" name="Google Shape;2167;p50"/>
            <p:cNvGrpSpPr/>
            <p:nvPr/>
          </p:nvGrpSpPr>
          <p:grpSpPr>
            <a:xfrm>
              <a:off x="4294" y="3166"/>
              <a:ext cx="202" cy="212"/>
              <a:chOff x="4166" y="3398"/>
              <a:chExt cx="202" cy="212"/>
            </a:xfrm>
          </p:grpSpPr>
          <p:sp>
            <p:nvSpPr>
              <p:cNvPr id="2168" name="Google Shape;2168;p50"/>
              <p:cNvSpPr/>
              <p:nvPr/>
            </p:nvSpPr>
            <p:spPr>
              <a:xfrm>
                <a:off x="4176" y="3408"/>
                <a:ext cx="192" cy="184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9" name="Google Shape;2169;p50"/>
              <p:cNvSpPr txBox="1"/>
              <p:nvPr/>
            </p:nvSpPr>
            <p:spPr>
              <a:xfrm>
                <a:off x="4166" y="3398"/>
                <a:ext cx="19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/>
              </a:p>
            </p:txBody>
          </p:sp>
        </p:grpSp>
        <p:sp>
          <p:nvSpPr>
            <p:cNvPr id="2170" name="Google Shape;2170;p50"/>
            <p:cNvSpPr txBox="1"/>
            <p:nvPr/>
          </p:nvSpPr>
          <p:spPr>
            <a:xfrm>
              <a:off x="4523" y="2826"/>
              <a:ext cx="1652" cy="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master controller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client device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parked device (inactive)</a:t>
              </a:r>
              <a:endParaRPr/>
            </a:p>
          </p:txBody>
        </p:sp>
        <p:grpSp>
          <p:nvGrpSpPr>
            <p:cNvPr id="2171" name="Google Shape;2171;p50"/>
            <p:cNvGrpSpPr/>
            <p:nvPr/>
          </p:nvGrpSpPr>
          <p:grpSpPr>
            <a:xfrm>
              <a:off x="4292" y="3398"/>
              <a:ext cx="193" cy="212"/>
              <a:chOff x="4784" y="2710"/>
              <a:chExt cx="193" cy="212"/>
            </a:xfrm>
          </p:grpSpPr>
          <p:sp>
            <p:nvSpPr>
              <p:cNvPr id="2172" name="Google Shape;2172;p50"/>
              <p:cNvSpPr/>
              <p:nvPr/>
            </p:nvSpPr>
            <p:spPr>
              <a:xfrm>
                <a:off x="4784" y="2720"/>
                <a:ext cx="192" cy="184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808080"/>
                </a:solidFill>
                <a:prstDash val="dot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1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3" name="Google Shape;2173;p50"/>
              <p:cNvSpPr txBox="1"/>
              <p:nvPr/>
            </p:nvSpPr>
            <p:spPr>
              <a:xfrm>
                <a:off x="4786" y="2710"/>
                <a:ext cx="191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69696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969696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/>
              </a:p>
            </p:txBody>
          </p:sp>
        </p:grpSp>
      </p:grpSp>
      <p:cxnSp>
        <p:nvCxnSpPr>
          <p:cNvPr id="2174" name="Google Shape;2174;p50"/>
          <p:cNvCxnSpPr>
            <a:stCxn id="2140" idx="2"/>
            <a:endCxn id="2141" idx="3"/>
          </p:cNvCxnSpPr>
          <p:nvPr/>
        </p:nvCxnSpPr>
        <p:spPr>
          <a:xfrm>
            <a:off x="7869382" y="2863850"/>
            <a:ext cx="3581400" cy="27000"/>
          </a:xfrm>
          <a:prstGeom prst="straightConnector1">
            <a:avLst/>
          </a:prstGeom>
          <a:noFill/>
          <a:ln cap="flat" cmpd="sng" w="12700">
            <a:solidFill>
              <a:srgbClr val="011199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175" name="Google Shape;2175;p50"/>
          <p:cNvGrpSpPr/>
          <p:nvPr/>
        </p:nvGrpSpPr>
        <p:grpSpPr>
          <a:xfrm>
            <a:off x="9466407" y="2727325"/>
            <a:ext cx="333375" cy="336550"/>
            <a:chOff x="1334" y="2718"/>
            <a:chExt cx="210" cy="212"/>
          </a:xfrm>
        </p:grpSpPr>
        <p:sp>
          <p:nvSpPr>
            <p:cNvPr id="2176" name="Google Shape;2176;p50"/>
            <p:cNvSpPr/>
            <p:nvPr/>
          </p:nvSpPr>
          <p:spPr>
            <a:xfrm>
              <a:off x="1352" y="2728"/>
              <a:ext cx="192" cy="184"/>
            </a:xfrm>
            <a:prstGeom prst="ellipse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50"/>
            <p:cNvSpPr txBox="1"/>
            <p:nvPr/>
          </p:nvSpPr>
          <p:spPr>
            <a:xfrm>
              <a:off x="1334" y="2718"/>
              <a:ext cx="19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51"/>
          <p:cNvSpPr txBox="1"/>
          <p:nvPr>
            <p:ph type="title"/>
          </p:nvPr>
        </p:nvSpPr>
        <p:spPr>
          <a:xfrm>
            <a:off x="567267" y="4153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Pandemic + Bluetooth</a:t>
            </a:r>
            <a:endParaRPr/>
          </a:p>
        </p:txBody>
      </p:sp>
      <p:pic>
        <p:nvPicPr>
          <p:cNvPr id="2183" name="Google Shape;218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6330" y="1309959"/>
            <a:ext cx="9199339" cy="5132704"/>
          </a:xfrm>
          <a:prstGeom prst="rect">
            <a:avLst/>
          </a:prstGeom>
          <a:noFill/>
          <a:ln>
            <a:noFill/>
          </a:ln>
        </p:spPr>
      </p:pic>
      <p:sp>
        <p:nvSpPr>
          <p:cNvPr id="2184" name="Google Shape;2184;p51"/>
          <p:cNvSpPr txBox="1"/>
          <p:nvPr/>
        </p:nvSpPr>
        <p:spPr>
          <a:xfrm>
            <a:off x="0" y="6583273"/>
            <a:ext cx="3890809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10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https://www.macrumors.com/guide/exposure-notification/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52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7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192" name="Google Shape;219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34" y="6599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193" name="Google Shape;2193;p52"/>
          <p:cNvSpPr txBox="1"/>
          <p:nvPr/>
        </p:nvSpPr>
        <p:spPr>
          <a:xfrm>
            <a:off x="916765" y="2251719"/>
            <a:ext cx="5571867" cy="92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8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2194" name="Google Shape;2194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5" name="Google Shape;2195;p52"/>
          <p:cNvSpPr txBox="1"/>
          <p:nvPr/>
        </p:nvSpPr>
        <p:spPr>
          <a:xfrm>
            <a:off x="762000" y="3068638"/>
            <a:ext cx="4826000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Wireless links and network characteristics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WiFi: 802.11 wireless LANs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Cellular networks: 4G and 5G</a:t>
            </a:r>
            <a:endParaRPr/>
          </a:p>
        </p:txBody>
      </p:sp>
      <p:sp>
        <p:nvSpPr>
          <p:cNvPr id="2196" name="Google Shape;2196;p52"/>
          <p:cNvSpPr txBox="1"/>
          <p:nvPr/>
        </p:nvSpPr>
        <p:spPr>
          <a:xfrm>
            <a:off x="6045200" y="3119438"/>
            <a:ext cx="5702300" cy="32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 management: principles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 management: practice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4G/5G networks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Mobile IP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Mobility: impact on higher-layer protocols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53"/>
          <p:cNvSpPr txBox="1"/>
          <p:nvPr>
            <p:ph type="title"/>
          </p:nvPr>
        </p:nvSpPr>
        <p:spPr>
          <a:xfrm>
            <a:off x="621146" y="42988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4G/5G cellular networks</a:t>
            </a:r>
            <a:endParaRPr/>
          </a:p>
        </p:txBody>
      </p:sp>
      <p:sp>
        <p:nvSpPr>
          <p:cNvPr id="2203" name="Google Shape;2203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4" name="Google Shape;2204;p53"/>
          <p:cNvSpPr/>
          <p:nvPr/>
        </p:nvSpPr>
        <p:spPr>
          <a:xfrm>
            <a:off x="751411" y="1491868"/>
            <a:ext cx="10275310" cy="497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295275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solution for wide-area mobile Internet</a:t>
            </a:r>
            <a:endParaRPr/>
          </a:p>
          <a:p>
            <a:pPr indent="-295275" lvl="0" marL="295275" marR="0" rtl="0" algn="l"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widespread deployment/use:</a:t>
            </a:r>
            <a:endParaRPr/>
          </a:p>
          <a:p>
            <a:pPr indent="-282575" lvl="1" marL="68897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mobile-broadband-connected devices than fixed-broadband-connected devices devices (5-1 in 2019)!</a:t>
            </a:r>
            <a:endParaRPr/>
          </a:p>
          <a:p>
            <a:pPr indent="-282575" lvl="1" marL="68897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 availability: 97% of time in Korea (90% in US)</a:t>
            </a:r>
            <a:endParaRPr/>
          </a:p>
          <a:p>
            <a:pPr indent="-295275" lvl="0" marL="29527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transmission rates up to 100’s Mbps</a:t>
            </a:r>
            <a:endParaRPr/>
          </a:p>
          <a:p>
            <a:pPr indent="-295275" lvl="0" marL="29527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standards: 3rd Generation Partnership Project (3GPP)</a:t>
            </a:r>
            <a:endParaRPr/>
          </a:p>
          <a:p>
            <a:pPr indent="-282575" lvl="1" marL="750888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wwww.3gpp.org</a:t>
            </a:r>
            <a:endParaRPr/>
          </a:p>
          <a:p>
            <a:pPr indent="-282575" lvl="1" marL="750888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4G: Long-Term Evolution (LTE)standard</a:t>
            </a:r>
            <a:endParaRPr/>
          </a:p>
          <a:p>
            <a:pPr indent="0" lvl="1" marL="45720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29527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54"/>
          <p:cNvSpPr txBox="1"/>
          <p:nvPr>
            <p:ph type="title"/>
          </p:nvPr>
        </p:nvSpPr>
        <p:spPr>
          <a:xfrm>
            <a:off x="621146" y="42988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4G/5G cellular networks</a:t>
            </a:r>
            <a:endParaRPr/>
          </a:p>
        </p:txBody>
      </p:sp>
      <p:sp>
        <p:nvSpPr>
          <p:cNvPr id="2211" name="Google Shape;2211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2" name="Google Shape;2212;p54"/>
          <p:cNvSpPr/>
          <p:nvPr/>
        </p:nvSpPr>
        <p:spPr>
          <a:xfrm>
            <a:off x="640199" y="1405369"/>
            <a:ext cx="504390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similarities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to wired Internet</a:t>
            </a:r>
            <a:endParaRPr/>
          </a:p>
          <a:p>
            <a:pPr indent="-295275" lvl="0" marL="2952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edge/core distinction, but both belong to same carrier</a:t>
            </a:r>
            <a:endParaRPr/>
          </a:p>
          <a:p>
            <a:pPr indent="-295275" lvl="0" marL="2952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cellular network: a network of networks</a:t>
            </a:r>
            <a:endParaRPr/>
          </a:p>
          <a:p>
            <a:pPr indent="-295275" lvl="0" marL="2952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widespread use of protocols we’ve studied: HTTP, DNS, TCP, UDP, IP, NAT, separation of data/control planes, SDN, Ethernet, tunneling</a:t>
            </a:r>
            <a:endParaRPr/>
          </a:p>
          <a:p>
            <a:pPr indent="-295275" lvl="0" marL="2952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interconnected to wired Internet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1" marL="752475" marR="0" rtl="0" algn="l"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29527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54"/>
          <p:cNvSpPr/>
          <p:nvPr/>
        </p:nvSpPr>
        <p:spPr>
          <a:xfrm>
            <a:off x="6217215" y="1421845"/>
            <a:ext cx="504390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differences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from wired Internet</a:t>
            </a:r>
            <a:endParaRPr/>
          </a:p>
          <a:p>
            <a:pPr indent="-295275" lvl="0" marL="2952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wireless link layer</a:t>
            </a:r>
            <a:endParaRPr/>
          </a:p>
          <a:p>
            <a:pPr indent="-295275" lvl="0" marL="2952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 as a 1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 service </a:t>
            </a:r>
            <a:endParaRPr/>
          </a:p>
          <a:p>
            <a:pPr indent="-295275" lvl="0" marL="2952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“identity” (via SIM card)</a:t>
            </a:r>
            <a:endParaRPr/>
          </a:p>
          <a:p>
            <a:pPr indent="-295275" lvl="0" marL="2952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model: users subscribe to a cellular provider</a:t>
            </a:r>
            <a:endParaRPr/>
          </a:p>
          <a:p>
            <a:pPr indent="-222250" lvl="1" marL="5175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notion of “home network” versus roaming on visited nets</a:t>
            </a:r>
            <a:endParaRPr/>
          </a:p>
          <a:p>
            <a:pPr indent="-222250" lvl="1" marL="5175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access, with authentication infrastructure, and inter-carrier settlements</a:t>
            </a:r>
            <a:endParaRPr/>
          </a:p>
          <a:p>
            <a:pPr indent="-180975" lvl="0" marL="2952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875" lvl="1" marL="752475" marR="0" rtl="0" algn="l"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295275" marR="0" rtl="0" algn="l"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9" name="Google Shape;2219;p55"/>
          <p:cNvGrpSpPr/>
          <p:nvPr/>
        </p:nvGrpSpPr>
        <p:grpSpPr>
          <a:xfrm>
            <a:off x="4562645" y="1600694"/>
            <a:ext cx="2591924" cy="2180474"/>
            <a:chOff x="4562645" y="1600694"/>
            <a:chExt cx="2591924" cy="2180474"/>
          </a:xfrm>
        </p:grpSpPr>
        <p:sp>
          <p:nvSpPr>
            <p:cNvPr id="2220" name="Google Shape;2220;p55"/>
            <p:cNvSpPr/>
            <p:nvPr/>
          </p:nvSpPr>
          <p:spPr>
            <a:xfrm>
              <a:off x="4757358" y="1791732"/>
              <a:ext cx="2397211" cy="1989436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55"/>
            <p:cNvSpPr txBox="1"/>
            <p:nvPr/>
          </p:nvSpPr>
          <p:spPr>
            <a:xfrm>
              <a:off x="4562645" y="2549748"/>
              <a:ext cx="1589760" cy="378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device 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(</a:t>
              </a:r>
              <a:r>
                <a:rPr b="1"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2222" name="Google Shape;2222;p55"/>
            <p:cNvSpPr txBox="1"/>
            <p:nvPr/>
          </p:nvSpPr>
          <p:spPr>
            <a:xfrm>
              <a:off x="5930492" y="2821542"/>
              <a:ext cx="944297" cy="391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(eNode-B)  </a:t>
              </a:r>
              <a:endParaRPr b="1" sz="10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3" name="Google Shape;2223;p55"/>
            <p:cNvGrpSpPr/>
            <p:nvPr/>
          </p:nvGrpSpPr>
          <p:grpSpPr>
            <a:xfrm>
              <a:off x="5111346" y="1885219"/>
              <a:ext cx="733407" cy="660273"/>
              <a:chOff x="2751" y="1851"/>
              <a:chExt cx="462" cy="478"/>
            </a:xfrm>
          </p:grpSpPr>
          <p:pic>
            <p:nvPicPr>
              <p:cNvPr descr="iphone_stylized_small" id="2224" name="Google Shape;2224;p5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2225" name="Google Shape;2225;p5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26" name="Google Shape;2226;p55"/>
            <p:cNvGrpSpPr/>
            <p:nvPr/>
          </p:nvGrpSpPr>
          <p:grpSpPr>
            <a:xfrm>
              <a:off x="5813450" y="3333577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2227" name="Google Shape;2227;p5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2228" name="Google Shape;2228;p5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9" name="Google Shape;2229;p55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230" name="Google Shape;2230;p5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31" name="Google Shape;2231;p55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55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3" name="Google Shape;2233;p55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4" name="Google Shape;2234;p55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5" name="Google Shape;2235;p55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6" name="Google Shape;2236;p55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37" name="Google Shape;2237;p55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2238" name="Google Shape;2238;p55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9" name="Google Shape;2239;p55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0" name="Google Shape;2240;p5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1" name="Google Shape;2241;p55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2" name="Google Shape;2242;p55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3" name="Google Shape;2243;p55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44" name="Google Shape;2244;p55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55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55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55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8" name="Google Shape;2248;p55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9" name="Google Shape;2249;p55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0" name="Google Shape;2250;p55"/>
            <p:cNvGrpSpPr/>
            <p:nvPr/>
          </p:nvGrpSpPr>
          <p:grpSpPr>
            <a:xfrm>
              <a:off x="4909191" y="2961947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2251" name="Google Shape;2251;p5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252" name="Google Shape;2252;p5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53" name="Google Shape;2253;p55"/>
            <p:cNvGrpSpPr/>
            <p:nvPr/>
          </p:nvGrpSpPr>
          <p:grpSpPr>
            <a:xfrm>
              <a:off x="5970432" y="1600694"/>
              <a:ext cx="466245" cy="953439"/>
              <a:chOff x="6476205" y="1279015"/>
              <a:chExt cx="466245" cy="953439"/>
            </a:xfrm>
          </p:grpSpPr>
          <p:grpSp>
            <p:nvGrpSpPr>
              <p:cNvPr id="2254" name="Google Shape;2254;p55"/>
              <p:cNvGrpSpPr/>
              <p:nvPr/>
            </p:nvGrpSpPr>
            <p:grpSpPr>
              <a:xfrm>
                <a:off x="6476205" y="1279015"/>
                <a:ext cx="466245" cy="434369"/>
                <a:chOff x="2920" y="1424"/>
                <a:chExt cx="326" cy="320"/>
              </a:xfrm>
            </p:grpSpPr>
            <p:sp>
              <p:nvSpPr>
                <p:cNvPr id="2255" name="Google Shape;2255;p55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56" name="Google Shape;2256;p55"/>
                <p:cNvGrpSpPr/>
                <p:nvPr/>
              </p:nvGrpSpPr>
              <p:grpSpPr>
                <a:xfrm>
                  <a:off x="2949" y="1424"/>
                  <a:ext cx="265" cy="280"/>
                  <a:chOff x="2949" y="1424"/>
                  <a:chExt cx="265" cy="280"/>
                </a:xfrm>
              </p:grpSpPr>
              <p:sp>
                <p:nvSpPr>
                  <p:cNvPr id="2257" name="Google Shape;2257;p55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8" name="Google Shape;2258;p55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9" name="Google Shape;2259;p55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0" name="Google Shape;2260;p55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1" name="Google Shape;2261;p55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262" name="Google Shape;2262;p55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63" name="Google Shape;2263;p55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2264" name="Google Shape;2264;p5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65" name="Google Shape;2265;p5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66" name="Google Shape;2266;p5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67" name="Google Shape;2267;p5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68" name="Google Shape;2268;p5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69" name="Google Shape;2269;p5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0" name="Google Shape;2270;p5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1" name="Google Shape;2271;p5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2" name="Google Shape;2272;p5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3" name="Google Shape;2273;p5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4" name="Google Shape;2274;p5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5" name="Google Shape;2275;p5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6" name="Google Shape;2276;p5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7" name="Google Shape;2277;p5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8" name="Google Shape;2278;p5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2279" name="Google Shape;2279;p55"/>
            <p:cNvGrpSpPr/>
            <p:nvPr/>
          </p:nvGrpSpPr>
          <p:grpSpPr>
            <a:xfrm>
              <a:off x="6091888" y="2409568"/>
              <a:ext cx="767148" cy="417298"/>
              <a:chOff x="1503784" y="3006600"/>
              <a:chExt cx="1771786" cy="957087"/>
            </a:xfrm>
          </p:grpSpPr>
          <p:grpSp>
            <p:nvGrpSpPr>
              <p:cNvPr id="2280" name="Google Shape;2280;p55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2281" name="Google Shape;2281;p55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282" name="Google Shape;2282;p55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2283" name="Google Shape;2283;p55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2284" name="Google Shape;2284;p55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2285" name="Google Shape;2285;p55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6" name="Google Shape;2286;p55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87" name="Google Shape;2287;p55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2288" name="Google Shape;2288;p55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9" name="Google Shape;2289;p55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290" name="Google Shape;2290;p55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1" name="Google Shape;2291;p55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2" name="Google Shape;2292;p55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3" name="Google Shape;2293;p55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4" name="Google Shape;2294;p55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5" name="Google Shape;2295;p55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96" name="Google Shape;2296;p55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2297" name="Google Shape;2297;p55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8" name="Google Shape;2298;p55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9" name="Google Shape;2299;p55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0" name="Google Shape;2300;p55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301" name="Google Shape;2301;p55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2" name="Google Shape;2302;p55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03" name="Google Shape;2303;p55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Elements of 4G LTE architecture</a:t>
            </a:r>
            <a:endParaRPr/>
          </a:p>
        </p:txBody>
      </p:sp>
      <p:sp>
        <p:nvSpPr>
          <p:cNvPr id="2304" name="Google Shape;2304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05" name="Google Shape;2305;p55"/>
          <p:cNvCxnSpPr/>
          <p:nvPr/>
        </p:nvCxnSpPr>
        <p:spPr>
          <a:xfrm>
            <a:off x="4805662" y="5630267"/>
            <a:ext cx="193506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306" name="Google Shape;2306;p55"/>
          <p:cNvCxnSpPr/>
          <p:nvPr/>
        </p:nvCxnSpPr>
        <p:spPr>
          <a:xfrm rot="10800000">
            <a:off x="6787850" y="5410809"/>
            <a:ext cx="0" cy="4790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07" name="Google Shape;2307;p55"/>
          <p:cNvCxnSpPr/>
          <p:nvPr/>
        </p:nvCxnSpPr>
        <p:spPr>
          <a:xfrm rot="10800000">
            <a:off x="4812498" y="5371201"/>
            <a:ext cx="0" cy="4790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08" name="Google Shape;2308;p55"/>
          <p:cNvSpPr txBox="1"/>
          <p:nvPr/>
        </p:nvSpPr>
        <p:spPr>
          <a:xfrm>
            <a:off x="5063179" y="5347439"/>
            <a:ext cx="1450589" cy="5909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radio access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grpSp>
        <p:nvGrpSpPr>
          <p:cNvPr id="2309" name="Google Shape;2309;p55"/>
          <p:cNvGrpSpPr/>
          <p:nvPr/>
        </p:nvGrpSpPr>
        <p:grpSpPr>
          <a:xfrm>
            <a:off x="6882251" y="5401405"/>
            <a:ext cx="4460358" cy="479012"/>
            <a:chOff x="6882251" y="5401405"/>
            <a:chExt cx="4460358" cy="479012"/>
          </a:xfrm>
        </p:grpSpPr>
        <p:cxnSp>
          <p:nvCxnSpPr>
            <p:cNvPr id="2310" name="Google Shape;2310;p55"/>
            <p:cNvCxnSpPr/>
            <p:nvPr/>
          </p:nvCxnSpPr>
          <p:spPr>
            <a:xfrm>
              <a:off x="6882251" y="5630267"/>
              <a:ext cx="43915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311" name="Google Shape;2311;p55"/>
            <p:cNvSpPr txBox="1"/>
            <p:nvPr/>
          </p:nvSpPr>
          <p:spPr>
            <a:xfrm>
              <a:off x="7166924" y="5424089"/>
              <a:ext cx="3695760" cy="4001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all-IP Enhanced Packet Core (EPC)</a:t>
              </a:r>
              <a:endParaRPr/>
            </a:p>
          </p:txBody>
        </p:sp>
        <p:cxnSp>
          <p:nvCxnSpPr>
            <p:cNvPr id="2312" name="Google Shape;2312;p55"/>
            <p:cNvCxnSpPr/>
            <p:nvPr/>
          </p:nvCxnSpPr>
          <p:spPr>
            <a:xfrm rot="10800000">
              <a:off x="11342609" y="5401405"/>
              <a:ext cx="0" cy="4790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313" name="Google Shape;2313;p55"/>
          <p:cNvGrpSpPr/>
          <p:nvPr/>
        </p:nvGrpSpPr>
        <p:grpSpPr>
          <a:xfrm>
            <a:off x="5834965" y="1910325"/>
            <a:ext cx="6067919" cy="2763823"/>
            <a:chOff x="5834965" y="1910325"/>
            <a:chExt cx="6067919" cy="2763823"/>
          </a:xfrm>
        </p:grpSpPr>
        <p:sp>
          <p:nvSpPr>
            <p:cNvPr id="2314" name="Google Shape;2314;p55"/>
            <p:cNvSpPr/>
            <p:nvPr/>
          </p:nvSpPr>
          <p:spPr>
            <a:xfrm>
              <a:off x="6908799" y="1910325"/>
              <a:ext cx="4498899" cy="2763823"/>
            </a:xfrm>
            <a:custGeom>
              <a:rect b="b" l="l" r="r" t="t"/>
              <a:pathLst>
                <a:path extrusionOk="0" h="761031" w="1404583">
                  <a:moveTo>
                    <a:pt x="231469" y="21319"/>
                  </a:moveTo>
                  <a:cubicBezTo>
                    <a:pt x="113339" y="68148"/>
                    <a:pt x="168135" y="217890"/>
                    <a:pt x="130383" y="294045"/>
                  </a:cubicBezTo>
                  <a:cubicBezTo>
                    <a:pt x="92631" y="370200"/>
                    <a:pt x="15047" y="419628"/>
                    <a:pt x="4957" y="478252"/>
                  </a:cubicBezTo>
                  <a:cubicBezTo>
                    <a:pt x="-5133" y="536876"/>
                    <a:pt x="-6784" y="601806"/>
                    <a:pt x="69845" y="645790"/>
                  </a:cubicBezTo>
                  <a:cubicBezTo>
                    <a:pt x="114412" y="664652"/>
                    <a:pt x="174902" y="743051"/>
                    <a:pt x="363588" y="758567"/>
                  </a:cubicBezTo>
                  <a:cubicBezTo>
                    <a:pt x="827649" y="755219"/>
                    <a:pt x="1109615" y="783142"/>
                    <a:pt x="1278658" y="709030"/>
                  </a:cubicBezTo>
                  <a:cubicBezTo>
                    <a:pt x="1447701" y="634918"/>
                    <a:pt x="1407676" y="440091"/>
                    <a:pt x="1377847" y="313896"/>
                  </a:cubicBezTo>
                  <a:cubicBezTo>
                    <a:pt x="1318189" y="194584"/>
                    <a:pt x="1265114" y="253952"/>
                    <a:pt x="1146823" y="100862"/>
                  </a:cubicBezTo>
                  <a:cubicBezTo>
                    <a:pt x="1043800" y="52777"/>
                    <a:pt x="899969" y="21099"/>
                    <a:pt x="839164" y="13068"/>
                  </a:cubicBezTo>
                  <a:cubicBezTo>
                    <a:pt x="716407" y="20525"/>
                    <a:pt x="349599" y="-25510"/>
                    <a:pt x="231469" y="21319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5" name="Google Shape;2315;p55"/>
            <p:cNvCxnSpPr/>
            <p:nvPr/>
          </p:nvCxnSpPr>
          <p:spPr>
            <a:xfrm rot="10800000">
              <a:off x="8724767" y="3505909"/>
              <a:ext cx="187288" cy="6828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6" name="Google Shape;2316;p55"/>
            <p:cNvCxnSpPr/>
            <p:nvPr/>
          </p:nvCxnSpPr>
          <p:spPr>
            <a:xfrm>
              <a:off x="8754732" y="3491584"/>
              <a:ext cx="1060146" cy="4124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7" name="Google Shape;2317;p55"/>
            <p:cNvCxnSpPr>
              <a:endCxn id="2318" idx="4"/>
            </p:cNvCxnSpPr>
            <p:nvPr/>
          </p:nvCxnSpPr>
          <p:spPr>
            <a:xfrm flipH="1" rot="10800000">
              <a:off x="9814915" y="3680349"/>
              <a:ext cx="818100" cy="22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9" name="Google Shape;2319;p55"/>
            <p:cNvCxnSpPr/>
            <p:nvPr/>
          </p:nvCxnSpPr>
          <p:spPr>
            <a:xfrm rot="10800000">
              <a:off x="7656511" y="3055704"/>
              <a:ext cx="1124574" cy="419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0" name="Google Shape;2320;p55"/>
            <p:cNvCxnSpPr/>
            <p:nvPr/>
          </p:nvCxnSpPr>
          <p:spPr>
            <a:xfrm flipH="1" rot="10800000">
              <a:off x="8781081" y="2910099"/>
              <a:ext cx="1002157" cy="565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1" name="Google Shape;2321;p55"/>
            <p:cNvCxnSpPr>
              <a:stCxn id="2322" idx="4"/>
            </p:cNvCxnSpPr>
            <p:nvPr/>
          </p:nvCxnSpPr>
          <p:spPr>
            <a:xfrm>
              <a:off x="7389190" y="3739485"/>
              <a:ext cx="1522800" cy="449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3" name="Google Shape;2323;p55"/>
            <p:cNvCxnSpPr/>
            <p:nvPr/>
          </p:nvCxnSpPr>
          <p:spPr>
            <a:xfrm flipH="1" rot="10800000">
              <a:off x="7209979" y="3485174"/>
              <a:ext cx="1514786" cy="233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4" name="Google Shape;2324;p55"/>
            <p:cNvCxnSpPr/>
            <p:nvPr/>
          </p:nvCxnSpPr>
          <p:spPr>
            <a:xfrm>
              <a:off x="10631673" y="3529431"/>
              <a:ext cx="90954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25" name="Google Shape;2325;p55"/>
            <p:cNvSpPr txBox="1"/>
            <p:nvPr/>
          </p:nvSpPr>
          <p:spPr>
            <a:xfrm>
              <a:off x="7973562" y="2332045"/>
              <a:ext cx="1096302" cy="5646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2326" name="Google Shape;2326;p55"/>
            <p:cNvSpPr txBox="1"/>
            <p:nvPr/>
          </p:nvSpPr>
          <p:spPr>
            <a:xfrm>
              <a:off x="7791233" y="4413571"/>
              <a:ext cx="2353669" cy="250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Serving Gateway (</a:t>
              </a:r>
              <a:r>
                <a:rPr b="1"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S-GW</a:t>
              </a: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2327" name="Google Shape;2327;p55"/>
            <p:cNvSpPr txBox="1"/>
            <p:nvPr/>
          </p:nvSpPr>
          <p:spPr>
            <a:xfrm>
              <a:off x="10033417" y="2441096"/>
              <a:ext cx="1682278" cy="407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2328" name="Google Shape;2328;p55"/>
            <p:cNvSpPr txBox="1"/>
            <p:nvPr/>
          </p:nvSpPr>
          <p:spPr>
            <a:xfrm>
              <a:off x="9897766" y="3928199"/>
              <a:ext cx="1853514" cy="250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PDN gateway (</a:t>
              </a:r>
              <a:r>
                <a:rPr b="1"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cxnSp>
          <p:nvCxnSpPr>
            <p:cNvPr id="2329" name="Google Shape;2329;p55"/>
            <p:cNvCxnSpPr>
              <a:endCxn id="2330" idx="2"/>
            </p:cNvCxnSpPr>
            <p:nvPr/>
          </p:nvCxnSpPr>
          <p:spPr>
            <a:xfrm>
              <a:off x="8754732" y="3505907"/>
              <a:ext cx="1875300" cy="1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1" name="Google Shape;2331;p55"/>
            <p:cNvCxnSpPr/>
            <p:nvPr/>
          </p:nvCxnSpPr>
          <p:spPr>
            <a:xfrm flipH="1" rot="10800000">
              <a:off x="8912055" y="3904049"/>
              <a:ext cx="902823" cy="2846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2" name="Google Shape;2332;p55"/>
            <p:cNvCxnSpPr/>
            <p:nvPr/>
          </p:nvCxnSpPr>
          <p:spPr>
            <a:xfrm flipH="1" rot="10800000">
              <a:off x="7656511" y="4188741"/>
              <a:ext cx="1304940" cy="619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3" name="Google Shape;2333;p55"/>
            <p:cNvCxnSpPr>
              <a:stCxn id="2322" idx="4"/>
              <a:endCxn id="2334" idx="2"/>
            </p:cNvCxnSpPr>
            <p:nvPr/>
          </p:nvCxnSpPr>
          <p:spPr>
            <a:xfrm>
              <a:off x="7389190" y="3739485"/>
              <a:ext cx="237900" cy="49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5" name="Google Shape;2335;p55"/>
            <p:cNvCxnSpPr/>
            <p:nvPr/>
          </p:nvCxnSpPr>
          <p:spPr>
            <a:xfrm flipH="1" rot="10800000">
              <a:off x="7656513" y="3505909"/>
              <a:ext cx="1124569" cy="74481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6" name="Google Shape;2336;p55"/>
            <p:cNvCxnSpPr>
              <a:stCxn id="2337" idx="0"/>
            </p:cNvCxnSpPr>
            <p:nvPr/>
          </p:nvCxnSpPr>
          <p:spPr>
            <a:xfrm flipH="1">
              <a:off x="6399663" y="3631997"/>
              <a:ext cx="935400" cy="1019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8" name="Google Shape;2338;p55"/>
            <p:cNvCxnSpPr>
              <a:stCxn id="2339" idx="13"/>
            </p:cNvCxnSpPr>
            <p:nvPr/>
          </p:nvCxnSpPr>
          <p:spPr>
            <a:xfrm flipH="1">
              <a:off x="5834965" y="3632847"/>
              <a:ext cx="1499700" cy="66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40" name="Google Shape;2340;p55"/>
            <p:cNvSpPr txBox="1"/>
            <p:nvPr/>
          </p:nvSpPr>
          <p:spPr>
            <a:xfrm>
              <a:off x="11042136" y="3315067"/>
              <a:ext cx="860748" cy="491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</a:t>
              </a:r>
              <a:endParaRPr/>
            </a:p>
          </p:txBody>
        </p:sp>
        <p:grpSp>
          <p:nvGrpSpPr>
            <p:cNvPr id="2341" name="Google Shape;2341;p55"/>
            <p:cNvGrpSpPr/>
            <p:nvPr/>
          </p:nvGrpSpPr>
          <p:grpSpPr>
            <a:xfrm>
              <a:off x="9309047" y="2092807"/>
              <a:ext cx="439787" cy="517111"/>
              <a:chOff x="4501086" y="2717689"/>
              <a:chExt cx="347435" cy="424729"/>
            </a:xfrm>
          </p:grpSpPr>
          <p:sp>
            <p:nvSpPr>
              <p:cNvPr id="2342" name="Google Shape;2342;p55"/>
              <p:cNvSpPr/>
              <p:nvPr/>
            </p:nvSpPr>
            <p:spPr>
              <a:xfrm>
                <a:off x="4501086" y="2764691"/>
                <a:ext cx="345572" cy="328307"/>
              </a:xfrm>
              <a:prstGeom prst="rect">
                <a:avLst/>
              </a:prstGeom>
              <a:gradFill>
                <a:gsLst>
                  <a:gs pos="0">
                    <a:srgbClr val="CDD3D7"/>
                  </a:gs>
                  <a:gs pos="1000">
                    <a:srgbClr val="CDD3D7"/>
                  </a:gs>
                  <a:gs pos="100000">
                    <a:srgbClr val="E7ECF0"/>
                  </a:gs>
                </a:gsLst>
                <a:lin ang="54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55"/>
              <p:cNvSpPr/>
              <p:nvPr/>
            </p:nvSpPr>
            <p:spPr>
              <a:xfrm>
                <a:off x="4501086" y="2717689"/>
                <a:ext cx="345572" cy="98840"/>
              </a:xfrm>
              <a:prstGeom prst="ellipse">
                <a:avLst/>
              </a:prstGeom>
              <a:solidFill>
                <a:srgbClr val="E2E7EA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55"/>
              <p:cNvSpPr/>
              <p:nvPr/>
            </p:nvSpPr>
            <p:spPr>
              <a:xfrm>
                <a:off x="4502949" y="3043578"/>
                <a:ext cx="345572" cy="98840"/>
              </a:xfrm>
              <a:prstGeom prst="ellipse">
                <a:avLst/>
              </a:prstGeom>
              <a:solidFill>
                <a:srgbClr val="CDD3D7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55"/>
              <p:cNvSpPr/>
              <p:nvPr/>
            </p:nvSpPr>
            <p:spPr>
              <a:xfrm>
                <a:off x="4504261" y="3036961"/>
                <a:ext cx="339222" cy="52862"/>
              </a:xfrm>
              <a:prstGeom prst="rect">
                <a:avLst/>
              </a:prstGeom>
              <a:solidFill>
                <a:srgbClr val="CDD3D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6" name="Google Shape;2346;p55"/>
            <p:cNvGrpSpPr/>
            <p:nvPr/>
          </p:nvGrpSpPr>
          <p:grpSpPr>
            <a:xfrm>
              <a:off x="8517277" y="3881562"/>
              <a:ext cx="883221" cy="540618"/>
              <a:chOff x="7493876" y="2774731"/>
              <a:chExt cx="1481958" cy="894622"/>
            </a:xfrm>
          </p:grpSpPr>
          <p:sp>
            <p:nvSpPr>
              <p:cNvPr id="2347" name="Google Shape;2347;p5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348" name="Google Shape;2348;p5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349" name="Google Shape;2349;p5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50" name="Google Shape;2350;p5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1" name="Google Shape;2351;p5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2" name="Google Shape;2352;p5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3" name="Google Shape;2353;p5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54" name="Google Shape;2354;p55"/>
            <p:cNvGrpSpPr/>
            <p:nvPr/>
          </p:nvGrpSpPr>
          <p:grpSpPr>
            <a:xfrm>
              <a:off x="10191431" y="3330376"/>
              <a:ext cx="883221" cy="540618"/>
              <a:chOff x="7493876" y="2774731"/>
              <a:chExt cx="1481958" cy="894622"/>
            </a:xfrm>
          </p:grpSpPr>
          <p:sp>
            <p:nvSpPr>
              <p:cNvPr id="2355" name="Google Shape;2355;p5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318" name="Google Shape;2318;p5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356" name="Google Shape;2356;p5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57" name="Google Shape;2357;p5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8" name="Google Shape;2358;p5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9" name="Google Shape;2359;p5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0" name="Google Shape;2330;p5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60" name="Google Shape;2360;p55"/>
            <p:cNvGrpSpPr/>
            <p:nvPr/>
          </p:nvGrpSpPr>
          <p:grpSpPr>
            <a:xfrm>
              <a:off x="8517278" y="3314233"/>
              <a:ext cx="495296" cy="318654"/>
              <a:chOff x="7493876" y="2774731"/>
              <a:chExt cx="1481958" cy="894622"/>
            </a:xfrm>
          </p:grpSpPr>
          <p:sp>
            <p:nvSpPr>
              <p:cNvPr id="2361" name="Google Shape;2361;p5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362" name="Google Shape;2362;p5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363" name="Google Shape;2363;p5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64" name="Google Shape;2364;p5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5" name="Google Shape;2365;p5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6" name="Google Shape;2366;p5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7" name="Google Shape;2367;p5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68" name="Google Shape;2368;p55"/>
            <p:cNvGrpSpPr/>
            <p:nvPr/>
          </p:nvGrpSpPr>
          <p:grpSpPr>
            <a:xfrm>
              <a:off x="9508439" y="3732448"/>
              <a:ext cx="495296" cy="318654"/>
              <a:chOff x="7493876" y="2774731"/>
              <a:chExt cx="1481958" cy="894622"/>
            </a:xfrm>
          </p:grpSpPr>
          <p:sp>
            <p:nvSpPr>
              <p:cNvPr id="2369" name="Google Shape;2369;p5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370" name="Google Shape;2370;p5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371" name="Google Shape;2371;p5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72" name="Google Shape;2372;p5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3" name="Google Shape;2373;p5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4" name="Google Shape;2374;p5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5" name="Google Shape;2375;p5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76" name="Google Shape;2376;p55"/>
            <p:cNvGrpSpPr/>
            <p:nvPr/>
          </p:nvGrpSpPr>
          <p:grpSpPr>
            <a:xfrm>
              <a:off x="7141557" y="3533202"/>
              <a:ext cx="495296" cy="318654"/>
              <a:chOff x="7493876" y="2774731"/>
              <a:chExt cx="1481958" cy="894622"/>
            </a:xfrm>
          </p:grpSpPr>
          <p:sp>
            <p:nvSpPr>
              <p:cNvPr id="2377" name="Google Shape;2377;p5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322" name="Google Shape;2322;p5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378" name="Google Shape;2378;p5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79" name="Google Shape;2379;p5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0" name="Google Shape;2380;p5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7" name="Google Shape;2337;p5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9" name="Google Shape;2339;p5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81" name="Google Shape;2381;p55"/>
            <p:cNvGrpSpPr/>
            <p:nvPr/>
          </p:nvGrpSpPr>
          <p:grpSpPr>
            <a:xfrm>
              <a:off x="7381204" y="4125100"/>
              <a:ext cx="495296" cy="318654"/>
              <a:chOff x="7493876" y="2774731"/>
              <a:chExt cx="1481958" cy="894622"/>
            </a:xfrm>
          </p:grpSpPr>
          <p:sp>
            <p:nvSpPr>
              <p:cNvPr id="2382" name="Google Shape;2382;p5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383" name="Google Shape;2383;p5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384" name="Google Shape;2384;p5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85" name="Google Shape;2385;p5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6" name="Google Shape;2386;p5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7" name="Google Shape;2387;p5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4" name="Google Shape;2334;p5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A screen shot of a computer&#10;&#10;Description automatically generated" id="2388" name="Google Shape;2388;p5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463485" y="2143958"/>
              <a:ext cx="645858" cy="12047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9" name="Google Shape;2389;p55"/>
            <p:cNvSpPr/>
            <p:nvPr/>
          </p:nvSpPr>
          <p:spPr>
            <a:xfrm>
              <a:off x="9181074" y="2063579"/>
              <a:ext cx="630195" cy="568410"/>
            </a:xfrm>
            <a:prstGeom prst="can">
              <a:avLst>
                <a:gd fmla="val 25000" name="adj"/>
              </a:avLst>
            </a:prstGeom>
            <a:gradFill>
              <a:gsLst>
                <a:gs pos="0">
                  <a:srgbClr val="C4CDD3"/>
                </a:gs>
                <a:gs pos="3800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screen shot of a computer&#10;&#10;Description automatically generated" id="2390" name="Google Shape;2390;p5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543539" y="2209860"/>
              <a:ext cx="645858" cy="120472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91" name="Google Shape;2391;p55"/>
            <p:cNvCxnSpPr>
              <a:stCxn id="2339" idx="12"/>
            </p:cNvCxnSpPr>
            <p:nvPr/>
          </p:nvCxnSpPr>
          <p:spPr>
            <a:xfrm rot="10800000">
              <a:off x="6734551" y="2792772"/>
              <a:ext cx="600900" cy="876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92" name="Google Shape;2392;p55"/>
          <p:cNvSpPr txBox="1"/>
          <p:nvPr/>
        </p:nvSpPr>
        <p:spPr>
          <a:xfrm>
            <a:off x="6567285" y="4467432"/>
            <a:ext cx="3257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text on a white background&#10;&#10;Description automatically generated" id="2393" name="Google Shape;2393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28755" y="3842952"/>
            <a:ext cx="1051879" cy="988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2394" name="Google Shape;2394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65235" y="4353698"/>
            <a:ext cx="771378" cy="724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2395" name="Google Shape;2395;p5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8723" y="4567881"/>
            <a:ext cx="523550" cy="492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6" name="Google Shape;2396;p55"/>
          <p:cNvGrpSpPr/>
          <p:nvPr/>
        </p:nvGrpSpPr>
        <p:grpSpPr>
          <a:xfrm>
            <a:off x="701983" y="1899639"/>
            <a:ext cx="4599066" cy="4648200"/>
            <a:chOff x="701983" y="1899639"/>
            <a:chExt cx="4599066" cy="4648200"/>
          </a:xfrm>
        </p:grpSpPr>
        <p:sp>
          <p:nvSpPr>
            <p:cNvPr id="2397" name="Google Shape;2397;p55"/>
            <p:cNvSpPr/>
            <p:nvPr/>
          </p:nvSpPr>
          <p:spPr>
            <a:xfrm>
              <a:off x="701983" y="1899639"/>
              <a:ext cx="3956515" cy="46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 device:</a:t>
              </a:r>
              <a:endParaRPr/>
            </a:p>
            <a:p>
              <a:pPr indent="-285750" lvl="0" marL="285750" marR="0" rtl="0" algn="l"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smartphone, tablet, laptop, IoT, ... with 4G LTE radio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64-bit International Mobile Subscriber Identity (IMSI), stored on SIM (Subscriber Identity Module) card</a:t>
              </a:r>
              <a:endParaRPr/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LTE jargon: User Equipment (UE)</a:t>
              </a:r>
              <a:endParaRPr/>
            </a:p>
            <a:p>
              <a:pPr indent="-107950" lvl="0" marL="285750" marR="0" rtl="0" algn="l">
                <a:spcBef>
                  <a:spcPts val="560"/>
                </a:spcBef>
                <a:spcAft>
                  <a:spcPts val="0"/>
                </a:spcAft>
                <a:buClr>
                  <a:srgbClr val="011199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98" name="Google Shape;2398;p55"/>
            <p:cNvCxnSpPr/>
            <p:nvPr/>
          </p:nvCxnSpPr>
          <p:spPr>
            <a:xfrm>
              <a:off x="3039762" y="2187146"/>
              <a:ext cx="226128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99" name="Google Shape;2399;p55"/>
          <p:cNvSpPr/>
          <p:nvPr/>
        </p:nvSpPr>
        <p:spPr>
          <a:xfrm>
            <a:off x="7216346" y="5362833"/>
            <a:ext cx="642551" cy="568411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4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p56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Elements of 4G LTE architecture</a:t>
            </a:r>
            <a:endParaRPr/>
          </a:p>
        </p:txBody>
      </p:sp>
      <p:sp>
        <p:nvSpPr>
          <p:cNvPr id="2406" name="Google Shape;2406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7" name="Google Shape;2407;p56"/>
          <p:cNvSpPr/>
          <p:nvPr/>
        </p:nvSpPr>
        <p:spPr>
          <a:xfrm>
            <a:off x="4757358" y="1791732"/>
            <a:ext cx="2397211" cy="19894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56"/>
          <p:cNvSpPr/>
          <p:nvPr/>
        </p:nvSpPr>
        <p:spPr>
          <a:xfrm>
            <a:off x="6908799" y="1910325"/>
            <a:ext cx="4498899" cy="2763823"/>
          </a:xfrm>
          <a:custGeom>
            <a:rect b="b" l="l" r="r" t="t"/>
            <a:pathLst>
              <a:path extrusionOk="0" h="761031" w="1404583">
                <a:moveTo>
                  <a:pt x="231469" y="21319"/>
                </a:moveTo>
                <a:cubicBezTo>
                  <a:pt x="113339" y="68148"/>
                  <a:pt x="168135" y="217890"/>
                  <a:pt x="130383" y="294045"/>
                </a:cubicBezTo>
                <a:cubicBezTo>
                  <a:pt x="92631" y="370200"/>
                  <a:pt x="15047" y="419628"/>
                  <a:pt x="4957" y="478252"/>
                </a:cubicBezTo>
                <a:cubicBezTo>
                  <a:pt x="-5133" y="536876"/>
                  <a:pt x="-6784" y="601806"/>
                  <a:pt x="69845" y="645790"/>
                </a:cubicBezTo>
                <a:cubicBezTo>
                  <a:pt x="114412" y="664652"/>
                  <a:pt x="174902" y="743051"/>
                  <a:pt x="363588" y="758567"/>
                </a:cubicBezTo>
                <a:cubicBezTo>
                  <a:pt x="827649" y="755219"/>
                  <a:pt x="1109615" y="783142"/>
                  <a:pt x="1278658" y="709030"/>
                </a:cubicBezTo>
                <a:cubicBezTo>
                  <a:pt x="1447701" y="634918"/>
                  <a:pt x="1407676" y="440091"/>
                  <a:pt x="1377847" y="313896"/>
                </a:cubicBezTo>
                <a:cubicBezTo>
                  <a:pt x="1318189" y="194584"/>
                  <a:pt x="1265114" y="253952"/>
                  <a:pt x="1146823" y="100862"/>
                </a:cubicBezTo>
                <a:cubicBezTo>
                  <a:pt x="1043800" y="52777"/>
                  <a:pt x="899969" y="21099"/>
                  <a:pt x="839164" y="13068"/>
                </a:cubicBezTo>
                <a:cubicBezTo>
                  <a:pt x="716407" y="20525"/>
                  <a:pt x="349599" y="-25510"/>
                  <a:pt x="231469" y="2131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9" name="Google Shape;2409;p56"/>
          <p:cNvCxnSpPr/>
          <p:nvPr/>
        </p:nvCxnSpPr>
        <p:spPr>
          <a:xfrm rot="10800000">
            <a:off x="8724767" y="3505909"/>
            <a:ext cx="187288" cy="6828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0" name="Google Shape;2410;p56"/>
          <p:cNvCxnSpPr/>
          <p:nvPr/>
        </p:nvCxnSpPr>
        <p:spPr>
          <a:xfrm>
            <a:off x="8754732" y="3491584"/>
            <a:ext cx="1060146" cy="4124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1" name="Google Shape;2411;p56"/>
          <p:cNvCxnSpPr>
            <a:endCxn id="2412" idx="4"/>
          </p:cNvCxnSpPr>
          <p:nvPr/>
        </p:nvCxnSpPr>
        <p:spPr>
          <a:xfrm flipH="1" rot="10800000">
            <a:off x="9814915" y="3680349"/>
            <a:ext cx="818100" cy="22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3" name="Google Shape;2413;p56"/>
          <p:cNvCxnSpPr/>
          <p:nvPr/>
        </p:nvCxnSpPr>
        <p:spPr>
          <a:xfrm rot="10800000">
            <a:off x="7656511" y="3055704"/>
            <a:ext cx="1124574" cy="4198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4" name="Google Shape;2414;p56"/>
          <p:cNvCxnSpPr/>
          <p:nvPr/>
        </p:nvCxnSpPr>
        <p:spPr>
          <a:xfrm flipH="1" rot="10800000">
            <a:off x="8781081" y="2910099"/>
            <a:ext cx="1002157" cy="56540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5" name="Google Shape;2415;p56"/>
          <p:cNvCxnSpPr>
            <a:stCxn id="2416" idx="4"/>
          </p:cNvCxnSpPr>
          <p:nvPr/>
        </p:nvCxnSpPr>
        <p:spPr>
          <a:xfrm>
            <a:off x="7389190" y="3739485"/>
            <a:ext cx="1522800" cy="44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7" name="Google Shape;2417;p56"/>
          <p:cNvCxnSpPr/>
          <p:nvPr/>
        </p:nvCxnSpPr>
        <p:spPr>
          <a:xfrm flipH="1" rot="10800000">
            <a:off x="7209979" y="3485174"/>
            <a:ext cx="1514786" cy="233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8" name="Google Shape;2418;p56"/>
          <p:cNvCxnSpPr/>
          <p:nvPr/>
        </p:nvCxnSpPr>
        <p:spPr>
          <a:xfrm>
            <a:off x="10631673" y="3529431"/>
            <a:ext cx="90954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19" name="Google Shape;2419;p56"/>
          <p:cNvSpPr txBox="1"/>
          <p:nvPr/>
        </p:nvSpPr>
        <p:spPr>
          <a:xfrm>
            <a:off x="7973562" y="2332045"/>
            <a:ext cx="1096302" cy="5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420" name="Google Shape;2420;p56"/>
          <p:cNvSpPr txBox="1"/>
          <p:nvPr/>
        </p:nvSpPr>
        <p:spPr>
          <a:xfrm>
            <a:off x="7791233" y="4413571"/>
            <a:ext cx="2353669" cy="2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Serving Gateway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421" name="Google Shape;2421;p56"/>
          <p:cNvSpPr txBox="1"/>
          <p:nvPr/>
        </p:nvSpPr>
        <p:spPr>
          <a:xfrm>
            <a:off x="10033417" y="2441096"/>
            <a:ext cx="1682278" cy="407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422" name="Google Shape;2422;p56"/>
          <p:cNvSpPr txBox="1"/>
          <p:nvPr/>
        </p:nvSpPr>
        <p:spPr>
          <a:xfrm>
            <a:off x="9897766" y="3928199"/>
            <a:ext cx="1853514" cy="2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PDN gateway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423" name="Google Shape;2423;p56"/>
          <p:cNvSpPr txBox="1"/>
          <p:nvPr/>
        </p:nvSpPr>
        <p:spPr>
          <a:xfrm>
            <a:off x="6567285" y="4467432"/>
            <a:ext cx="3257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4" name="Google Shape;2424;p56"/>
          <p:cNvCxnSpPr>
            <a:endCxn id="2425" idx="2"/>
          </p:cNvCxnSpPr>
          <p:nvPr/>
        </p:nvCxnSpPr>
        <p:spPr>
          <a:xfrm>
            <a:off x="8754732" y="3505907"/>
            <a:ext cx="1875300" cy="1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26" name="Google Shape;2426;p56"/>
          <p:cNvCxnSpPr/>
          <p:nvPr/>
        </p:nvCxnSpPr>
        <p:spPr>
          <a:xfrm flipH="1" rot="10800000">
            <a:off x="8912055" y="3904049"/>
            <a:ext cx="902823" cy="28469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27" name="Google Shape;2427;p56"/>
          <p:cNvCxnSpPr/>
          <p:nvPr/>
        </p:nvCxnSpPr>
        <p:spPr>
          <a:xfrm flipH="1" rot="10800000">
            <a:off x="7656511" y="4188741"/>
            <a:ext cx="1304940" cy="619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28" name="Google Shape;2428;p56"/>
          <p:cNvCxnSpPr>
            <a:stCxn id="2416" idx="4"/>
            <a:endCxn id="2429" idx="2"/>
          </p:cNvCxnSpPr>
          <p:nvPr/>
        </p:nvCxnSpPr>
        <p:spPr>
          <a:xfrm>
            <a:off x="7389190" y="3739485"/>
            <a:ext cx="237900" cy="4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0" name="Google Shape;2430;p56"/>
          <p:cNvCxnSpPr/>
          <p:nvPr/>
        </p:nvCxnSpPr>
        <p:spPr>
          <a:xfrm flipH="1" rot="10800000">
            <a:off x="7656513" y="3505909"/>
            <a:ext cx="1124569" cy="7448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1" name="Google Shape;2431;p56"/>
          <p:cNvCxnSpPr>
            <a:stCxn id="2432" idx="0"/>
          </p:cNvCxnSpPr>
          <p:nvPr/>
        </p:nvCxnSpPr>
        <p:spPr>
          <a:xfrm flipH="1">
            <a:off x="6399663" y="3631997"/>
            <a:ext cx="935400" cy="101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3" name="Google Shape;2433;p56"/>
          <p:cNvCxnSpPr>
            <a:stCxn id="2434" idx="12"/>
          </p:cNvCxnSpPr>
          <p:nvPr/>
        </p:nvCxnSpPr>
        <p:spPr>
          <a:xfrm rot="10800000">
            <a:off x="6675151" y="2682372"/>
            <a:ext cx="660300" cy="98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5" name="Google Shape;2435;p56"/>
          <p:cNvCxnSpPr>
            <a:stCxn id="2434" idx="13"/>
          </p:cNvCxnSpPr>
          <p:nvPr/>
        </p:nvCxnSpPr>
        <p:spPr>
          <a:xfrm flipH="1">
            <a:off x="5834965" y="3632847"/>
            <a:ext cx="14997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36" name="Google Shape;2436;p56"/>
          <p:cNvSpPr txBox="1"/>
          <p:nvPr/>
        </p:nvSpPr>
        <p:spPr>
          <a:xfrm>
            <a:off x="11042136" y="3315067"/>
            <a:ext cx="860748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437" name="Google Shape;2437;p56"/>
          <p:cNvSpPr txBox="1"/>
          <p:nvPr/>
        </p:nvSpPr>
        <p:spPr>
          <a:xfrm>
            <a:off x="4562645" y="2549748"/>
            <a:ext cx="1589760" cy="37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device 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2438" name="Google Shape;2438;p56"/>
          <p:cNvGrpSpPr/>
          <p:nvPr/>
        </p:nvGrpSpPr>
        <p:grpSpPr>
          <a:xfrm>
            <a:off x="9309047" y="2092807"/>
            <a:ext cx="439787" cy="517111"/>
            <a:chOff x="4501086" y="2717689"/>
            <a:chExt cx="347435" cy="424729"/>
          </a:xfrm>
        </p:grpSpPr>
        <p:sp>
          <p:nvSpPr>
            <p:cNvPr id="2439" name="Google Shape;2439;p56"/>
            <p:cNvSpPr/>
            <p:nvPr/>
          </p:nvSpPr>
          <p:spPr>
            <a:xfrm>
              <a:off x="4501086" y="2764691"/>
              <a:ext cx="345572" cy="328307"/>
            </a:xfrm>
            <a:prstGeom prst="rect">
              <a:avLst/>
            </a:prstGeom>
            <a:gradFill>
              <a:gsLst>
                <a:gs pos="0">
                  <a:srgbClr val="CDD3D7"/>
                </a:gs>
                <a:gs pos="1000">
                  <a:srgbClr val="CDD3D7"/>
                </a:gs>
                <a:gs pos="100000">
                  <a:srgbClr val="E7ECF0"/>
                </a:gs>
              </a:gsLst>
              <a:lin ang="54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0" name="Google Shape;2440;p56"/>
            <p:cNvSpPr/>
            <p:nvPr/>
          </p:nvSpPr>
          <p:spPr>
            <a:xfrm>
              <a:off x="4501086" y="2717689"/>
              <a:ext cx="345572" cy="98840"/>
            </a:xfrm>
            <a:prstGeom prst="ellipse">
              <a:avLst/>
            </a:prstGeom>
            <a:solidFill>
              <a:srgbClr val="E2E7EA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1" name="Google Shape;2441;p56"/>
            <p:cNvSpPr/>
            <p:nvPr/>
          </p:nvSpPr>
          <p:spPr>
            <a:xfrm>
              <a:off x="4502949" y="3043578"/>
              <a:ext cx="345572" cy="98840"/>
            </a:xfrm>
            <a:prstGeom prst="ellipse">
              <a:avLst/>
            </a:prstGeom>
            <a:solidFill>
              <a:srgbClr val="CDD3D7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2" name="Google Shape;2442;p56"/>
            <p:cNvSpPr/>
            <p:nvPr/>
          </p:nvSpPr>
          <p:spPr>
            <a:xfrm>
              <a:off x="4504261" y="3036961"/>
              <a:ext cx="339222" cy="52862"/>
            </a:xfrm>
            <a:prstGeom prst="rect">
              <a:avLst/>
            </a:prstGeom>
            <a:solidFill>
              <a:srgbClr val="CDD3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3" name="Google Shape;2443;p56"/>
          <p:cNvSpPr txBox="1"/>
          <p:nvPr/>
        </p:nvSpPr>
        <p:spPr>
          <a:xfrm>
            <a:off x="5930492" y="2821542"/>
            <a:ext cx="944297" cy="391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(eNode-B)  </a:t>
            </a:r>
            <a:endParaRPr b="1" sz="10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4" name="Google Shape;2444;p56"/>
          <p:cNvGrpSpPr/>
          <p:nvPr/>
        </p:nvGrpSpPr>
        <p:grpSpPr>
          <a:xfrm>
            <a:off x="8517277" y="3881562"/>
            <a:ext cx="883221" cy="540618"/>
            <a:chOff x="7493876" y="2774731"/>
            <a:chExt cx="1481958" cy="894622"/>
          </a:xfrm>
        </p:grpSpPr>
        <p:sp>
          <p:nvSpPr>
            <p:cNvPr id="2445" name="Google Shape;2445;p5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46" name="Google Shape;2446;p5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47" name="Google Shape;2447;p5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48" name="Google Shape;2448;p5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9" name="Google Shape;2449;p5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0" name="Google Shape;2450;p5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1" name="Google Shape;2451;p5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52" name="Google Shape;2452;p56"/>
          <p:cNvGrpSpPr/>
          <p:nvPr/>
        </p:nvGrpSpPr>
        <p:grpSpPr>
          <a:xfrm>
            <a:off x="10191431" y="3330376"/>
            <a:ext cx="883221" cy="540618"/>
            <a:chOff x="7493876" y="2774731"/>
            <a:chExt cx="1481958" cy="894622"/>
          </a:xfrm>
        </p:grpSpPr>
        <p:sp>
          <p:nvSpPr>
            <p:cNvPr id="2453" name="Google Shape;2453;p5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12" name="Google Shape;2412;p5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54" name="Google Shape;2454;p5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55" name="Google Shape;2455;p5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6" name="Google Shape;2456;p5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7" name="Google Shape;2457;p5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5" name="Google Shape;2425;p5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58" name="Google Shape;2458;p56"/>
          <p:cNvGrpSpPr/>
          <p:nvPr/>
        </p:nvGrpSpPr>
        <p:grpSpPr>
          <a:xfrm>
            <a:off x="8517278" y="3314233"/>
            <a:ext cx="495296" cy="318654"/>
            <a:chOff x="7493876" y="2774731"/>
            <a:chExt cx="1481958" cy="894622"/>
          </a:xfrm>
        </p:grpSpPr>
        <p:sp>
          <p:nvSpPr>
            <p:cNvPr id="2459" name="Google Shape;2459;p5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60" name="Google Shape;2460;p5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61" name="Google Shape;2461;p5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62" name="Google Shape;2462;p5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3" name="Google Shape;2463;p5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4" name="Google Shape;2464;p5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5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66" name="Google Shape;2466;p56"/>
          <p:cNvGrpSpPr/>
          <p:nvPr/>
        </p:nvGrpSpPr>
        <p:grpSpPr>
          <a:xfrm>
            <a:off x="9508439" y="3732448"/>
            <a:ext cx="495296" cy="318654"/>
            <a:chOff x="7493876" y="2774731"/>
            <a:chExt cx="1481958" cy="894622"/>
          </a:xfrm>
        </p:grpSpPr>
        <p:sp>
          <p:nvSpPr>
            <p:cNvPr id="2467" name="Google Shape;2467;p5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68" name="Google Shape;2468;p5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69" name="Google Shape;2469;p5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70" name="Google Shape;2470;p5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5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2" name="Google Shape;2472;p5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3" name="Google Shape;2473;p5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74" name="Google Shape;2474;p56"/>
          <p:cNvGrpSpPr/>
          <p:nvPr/>
        </p:nvGrpSpPr>
        <p:grpSpPr>
          <a:xfrm>
            <a:off x="7141557" y="3533202"/>
            <a:ext cx="495296" cy="318654"/>
            <a:chOff x="7493876" y="2774731"/>
            <a:chExt cx="1481958" cy="894622"/>
          </a:xfrm>
        </p:grpSpPr>
        <p:sp>
          <p:nvSpPr>
            <p:cNvPr id="2475" name="Google Shape;2475;p5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16" name="Google Shape;2416;p5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76" name="Google Shape;2476;p5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77" name="Google Shape;2477;p5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8" name="Google Shape;2478;p5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2" name="Google Shape;2432;p5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4" name="Google Shape;2434;p5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79" name="Google Shape;2479;p56"/>
          <p:cNvGrpSpPr/>
          <p:nvPr/>
        </p:nvGrpSpPr>
        <p:grpSpPr>
          <a:xfrm>
            <a:off x="7381204" y="4125100"/>
            <a:ext cx="495296" cy="318654"/>
            <a:chOff x="7493876" y="2774731"/>
            <a:chExt cx="1481958" cy="894622"/>
          </a:xfrm>
        </p:grpSpPr>
        <p:sp>
          <p:nvSpPr>
            <p:cNvPr id="2480" name="Google Shape;2480;p5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81" name="Google Shape;2481;p5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82" name="Google Shape;2482;p5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83" name="Google Shape;2483;p5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4" name="Google Shape;2484;p5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5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5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86" name="Google Shape;2486;p56"/>
          <p:cNvGrpSpPr/>
          <p:nvPr/>
        </p:nvGrpSpPr>
        <p:grpSpPr>
          <a:xfrm>
            <a:off x="5111346" y="1885219"/>
            <a:ext cx="733407" cy="660273"/>
            <a:chOff x="2751" y="1851"/>
            <a:chExt cx="462" cy="478"/>
          </a:xfrm>
        </p:grpSpPr>
        <p:pic>
          <p:nvPicPr>
            <p:cNvPr descr="iphone_stylized_small" id="2487" name="Google Shape;2487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88" name="Google Shape;2488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9" name="Google Shape;2489;p56"/>
          <p:cNvGrpSpPr/>
          <p:nvPr/>
        </p:nvGrpSpPr>
        <p:grpSpPr>
          <a:xfrm>
            <a:off x="5813450" y="3333577"/>
            <a:ext cx="534987" cy="414882"/>
            <a:chOff x="7432700" y="2327293"/>
            <a:chExt cx="534987" cy="414882"/>
          </a:xfrm>
        </p:grpSpPr>
        <p:pic>
          <p:nvPicPr>
            <p:cNvPr descr="antenna_stylized" id="2490" name="Google Shape;2490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491" name="Google Shape;2491;p5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2" name="Google Shape;2492;p56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493" name="Google Shape;2493;p5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4" name="Google Shape;2494;p56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5" name="Google Shape;2495;p56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6" name="Google Shape;2496;p56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7" name="Google Shape;2497;p56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8" name="Google Shape;2498;p56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9" name="Google Shape;2499;p56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0" name="Google Shape;2500;p56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501" name="Google Shape;2501;p5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5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3" name="Google Shape;2503;p5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4" name="Google Shape;2504;p5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5" name="Google Shape;2505;p5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6" name="Google Shape;2506;p5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07" name="Google Shape;2507;p56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8" name="Google Shape;2508;p56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9" name="Google Shape;2509;p56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0" name="Google Shape;2510;p56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1" name="Google Shape;2511;p56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2" name="Google Shape;2512;p56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3" name="Google Shape;2513;p56"/>
          <p:cNvGrpSpPr/>
          <p:nvPr/>
        </p:nvGrpSpPr>
        <p:grpSpPr>
          <a:xfrm>
            <a:off x="4909191" y="2961947"/>
            <a:ext cx="849312" cy="226109"/>
            <a:chOff x="8493165" y="2029804"/>
            <a:chExt cx="849312" cy="226109"/>
          </a:xfrm>
        </p:grpSpPr>
        <p:pic>
          <p:nvPicPr>
            <p:cNvPr descr="car_icon_small" id="2514" name="Google Shape;2514;p5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15" name="Google Shape;2515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 shot of a computer&#10;&#10;Description automatically generated" id="2516" name="Google Shape;2516;p5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63485" y="2143958"/>
            <a:ext cx="645858" cy="1204723"/>
          </a:xfrm>
          <a:prstGeom prst="rect">
            <a:avLst/>
          </a:prstGeom>
          <a:noFill/>
          <a:ln>
            <a:noFill/>
          </a:ln>
        </p:spPr>
      </p:pic>
      <p:sp>
        <p:nvSpPr>
          <p:cNvPr id="2517" name="Google Shape;2517;p56"/>
          <p:cNvSpPr/>
          <p:nvPr/>
        </p:nvSpPr>
        <p:spPr>
          <a:xfrm>
            <a:off x="9181074" y="2063579"/>
            <a:ext cx="630195" cy="568410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C4CDD3"/>
              </a:gs>
              <a:gs pos="38000">
                <a:srgbClr val="F2F2F2"/>
              </a:gs>
              <a:gs pos="100000">
                <a:srgbClr val="BFBFBF"/>
              </a:gs>
            </a:gsLst>
            <a:lin ang="0" scaled="0"/>
          </a:gra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 shot of a computer&#10;&#10;Description automatically generated" id="2518" name="Google Shape;2518;p5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43539" y="2209860"/>
            <a:ext cx="645858" cy="12047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9" name="Google Shape;2519;p56"/>
          <p:cNvGrpSpPr/>
          <p:nvPr/>
        </p:nvGrpSpPr>
        <p:grpSpPr>
          <a:xfrm>
            <a:off x="5970432" y="1600694"/>
            <a:ext cx="466245" cy="953439"/>
            <a:chOff x="6476205" y="1279015"/>
            <a:chExt cx="466245" cy="953439"/>
          </a:xfrm>
        </p:grpSpPr>
        <p:grpSp>
          <p:nvGrpSpPr>
            <p:cNvPr id="2520" name="Google Shape;2520;p56"/>
            <p:cNvGrpSpPr/>
            <p:nvPr/>
          </p:nvGrpSpPr>
          <p:grpSpPr>
            <a:xfrm>
              <a:off x="6476205" y="1279015"/>
              <a:ext cx="466245" cy="434369"/>
              <a:chOff x="2920" y="1424"/>
              <a:chExt cx="326" cy="320"/>
            </a:xfrm>
          </p:grpSpPr>
          <p:sp>
            <p:nvSpPr>
              <p:cNvPr id="2521" name="Google Shape;2521;p56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22" name="Google Shape;2522;p56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2523" name="Google Shape;2523;p56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4" name="Google Shape;2524;p56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5" name="Google Shape;2525;p56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6" name="Google Shape;2526;p56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7" name="Google Shape;2527;p56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28" name="Google Shape;2528;p56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9" name="Google Shape;2529;p56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2530" name="Google Shape;2530;p5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1" name="Google Shape;2531;p5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2" name="Google Shape;2532;p5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3" name="Google Shape;2533;p5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4" name="Google Shape;2534;p5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5" name="Google Shape;2535;p5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6" name="Google Shape;2536;p5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7" name="Google Shape;2537;p5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8" name="Google Shape;2538;p5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9" name="Google Shape;2539;p5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0" name="Google Shape;2540;p5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1" name="Google Shape;2541;p5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2" name="Google Shape;2542;p5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3" name="Google Shape;2543;p5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4" name="Google Shape;2544;p5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545" name="Google Shape;2545;p56"/>
          <p:cNvGrpSpPr/>
          <p:nvPr/>
        </p:nvGrpSpPr>
        <p:grpSpPr>
          <a:xfrm>
            <a:off x="6091888" y="2409568"/>
            <a:ext cx="767148" cy="417298"/>
            <a:chOff x="1503784" y="3006600"/>
            <a:chExt cx="1771786" cy="957087"/>
          </a:xfrm>
        </p:grpSpPr>
        <p:grpSp>
          <p:nvGrpSpPr>
            <p:cNvPr id="2546" name="Google Shape;2546;p56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2547" name="Google Shape;2547;p56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548" name="Google Shape;2548;p56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2549" name="Google Shape;2549;p56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2550" name="Google Shape;2550;p56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2551" name="Google Shape;2551;p56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2" name="Google Shape;2552;p56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53" name="Google Shape;2553;p56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2554" name="Google Shape;2554;p56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5" name="Google Shape;2555;p56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56" name="Google Shape;2556;p56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7" name="Google Shape;2557;p56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8" name="Google Shape;2558;p56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9" name="Google Shape;2559;p56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0" name="Google Shape;2560;p56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1" name="Google Shape;2561;p56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62" name="Google Shape;2562;p56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2563" name="Google Shape;2563;p56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4" name="Google Shape;2564;p56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5" name="Google Shape;2565;p56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6" name="Google Shape;2566;p56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67" name="Google Shape;2567;p56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8" name="Google Shape;2568;p56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A close up of text on a white background&#10;&#10;Description automatically generated" id="2569" name="Google Shape;2569;p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28755" y="3842952"/>
            <a:ext cx="1051879" cy="988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2570" name="Google Shape;2570;p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65235" y="4353698"/>
            <a:ext cx="771378" cy="724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2571" name="Google Shape;2571;p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8723" y="4567881"/>
            <a:ext cx="523550" cy="492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2" name="Google Shape;2572;p56"/>
          <p:cNvGrpSpPr/>
          <p:nvPr/>
        </p:nvGrpSpPr>
        <p:grpSpPr>
          <a:xfrm>
            <a:off x="393060" y="1343585"/>
            <a:ext cx="5649394" cy="4648200"/>
            <a:chOff x="393060" y="1343585"/>
            <a:chExt cx="5649394" cy="4648200"/>
          </a:xfrm>
        </p:grpSpPr>
        <p:sp>
          <p:nvSpPr>
            <p:cNvPr id="2573" name="Google Shape;2573;p56"/>
            <p:cNvSpPr/>
            <p:nvPr/>
          </p:nvSpPr>
          <p:spPr>
            <a:xfrm>
              <a:off x="393060" y="1343585"/>
              <a:ext cx="4364292" cy="46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station:</a:t>
              </a:r>
              <a:endParaRPr/>
            </a:p>
            <a:p>
              <a:pPr indent="-285750" lvl="0" marL="285750" marR="0" rtl="0" algn="l"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 “edge” of carrier’s network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manages wireless radio resources, mobile devices in its coverage area (“cell”)</a:t>
              </a:r>
              <a:endParaRPr/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coordinates device authentication with other elements</a:t>
              </a:r>
              <a:endParaRPr/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similar to WiFi AP but:</a:t>
              </a:r>
              <a:endParaRPr/>
            </a:p>
            <a:p>
              <a:pPr indent="-284163" lvl="1" marL="5175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active role in user mobility</a:t>
              </a:r>
              <a:endParaRPr/>
            </a:p>
            <a:p>
              <a:pPr indent="-284163" lvl="1" marL="5175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coordinates with nearly base stations to optimize radio use</a:t>
              </a:r>
              <a:endParaRPr/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LTE jargon: eNode-B</a:t>
              </a:r>
              <a:endParaRPr/>
            </a:p>
            <a:p>
              <a:pPr indent="-107950" lvl="0" marL="285750" marR="0" rtl="0" algn="l">
                <a:spcBef>
                  <a:spcPts val="560"/>
                </a:spcBef>
                <a:spcAft>
                  <a:spcPts val="0"/>
                </a:spcAft>
                <a:buClr>
                  <a:srgbClr val="011199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74" name="Google Shape;2574;p56"/>
            <p:cNvCxnSpPr/>
            <p:nvPr/>
          </p:nvCxnSpPr>
          <p:spPr>
            <a:xfrm>
              <a:off x="2483708" y="1643448"/>
              <a:ext cx="3558746" cy="1248033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p57"/>
          <p:cNvSpPr txBox="1"/>
          <p:nvPr>
            <p:ph idx="1" type="body"/>
          </p:nvPr>
        </p:nvSpPr>
        <p:spPr>
          <a:xfrm>
            <a:off x="720634" y="1696393"/>
            <a:ext cx="10515600" cy="4965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connects device (UE) to a base station (eNode-B)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multiple devices connected to each base station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many different possible frequencies bands, multiple channels in each band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popular bands: 600, 700, 850, 1500, 1700, 1900, 2100, 2600, 3500  MHz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separate upstream and  downstream channels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sharing 4G radio channel among users: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C00000"/>
                </a:solidFill>
              </a:rPr>
              <a:t>OFDM: </a:t>
            </a:r>
            <a:r>
              <a:rPr lang="en-US" u="sng"/>
              <a:t>O</a:t>
            </a:r>
            <a:r>
              <a:rPr lang="en-US"/>
              <a:t>rthogonal </a:t>
            </a:r>
            <a:r>
              <a:rPr lang="en-US" u="sng"/>
              <a:t>F</a:t>
            </a:r>
            <a:r>
              <a:rPr lang="en-US"/>
              <a:t>requency </a:t>
            </a:r>
            <a:r>
              <a:rPr lang="en-US" u="sng"/>
              <a:t>D</a:t>
            </a:r>
            <a:r>
              <a:rPr lang="en-US"/>
              <a:t>ivision </a:t>
            </a:r>
            <a:r>
              <a:rPr lang="en-US" u="sng"/>
              <a:t>M</a:t>
            </a:r>
            <a:r>
              <a:rPr lang="en-US"/>
              <a:t>ultiplexing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combination of FDM, TDM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100’s Mbps possible per user/device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81" name="Google Shape;2581;p5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Radio Access Network: 4G radio</a:t>
            </a:r>
            <a:endParaRPr/>
          </a:p>
        </p:txBody>
      </p:sp>
      <p:grpSp>
        <p:nvGrpSpPr>
          <p:cNvPr id="2582" name="Google Shape;2582;p57"/>
          <p:cNvGrpSpPr/>
          <p:nvPr/>
        </p:nvGrpSpPr>
        <p:grpSpPr>
          <a:xfrm>
            <a:off x="8875565" y="540300"/>
            <a:ext cx="2360669" cy="1612286"/>
            <a:chOff x="2537902" y="3678171"/>
            <a:chExt cx="2606392" cy="1989436"/>
          </a:xfrm>
        </p:grpSpPr>
        <p:sp>
          <p:nvSpPr>
            <p:cNvPr id="2583" name="Google Shape;2583;p57"/>
            <p:cNvSpPr/>
            <p:nvPr/>
          </p:nvSpPr>
          <p:spPr>
            <a:xfrm>
              <a:off x="2747083" y="3678171"/>
              <a:ext cx="2397211" cy="1989436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57"/>
            <p:cNvSpPr txBox="1"/>
            <p:nvPr/>
          </p:nvSpPr>
          <p:spPr>
            <a:xfrm>
              <a:off x="2537902" y="4672889"/>
              <a:ext cx="1589760" cy="378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device 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(</a:t>
              </a:r>
              <a:r>
                <a:rPr b="1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2585" name="Google Shape;2585;p57"/>
            <p:cNvSpPr txBox="1"/>
            <p:nvPr/>
          </p:nvSpPr>
          <p:spPr>
            <a:xfrm>
              <a:off x="3905749" y="4944683"/>
              <a:ext cx="944297" cy="391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(eNode-B)  </a:t>
              </a:r>
              <a:endParaRPr b="1" i="0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86" name="Google Shape;2586;p57"/>
            <p:cNvGrpSpPr/>
            <p:nvPr/>
          </p:nvGrpSpPr>
          <p:grpSpPr>
            <a:xfrm>
              <a:off x="3086603" y="4008360"/>
              <a:ext cx="733407" cy="660273"/>
              <a:chOff x="2751" y="1851"/>
              <a:chExt cx="462" cy="478"/>
            </a:xfrm>
          </p:grpSpPr>
          <p:pic>
            <p:nvPicPr>
              <p:cNvPr descr="iphone_stylized_small" id="2587" name="Google Shape;2587;p5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2588" name="Google Shape;2588;p5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89" name="Google Shape;2589;p57"/>
            <p:cNvGrpSpPr/>
            <p:nvPr/>
          </p:nvGrpSpPr>
          <p:grpSpPr>
            <a:xfrm>
              <a:off x="3945689" y="3752343"/>
              <a:ext cx="466245" cy="924931"/>
              <a:chOff x="6476205" y="1307523"/>
              <a:chExt cx="466245" cy="924931"/>
            </a:xfrm>
          </p:grpSpPr>
          <p:grpSp>
            <p:nvGrpSpPr>
              <p:cNvPr id="2590" name="Google Shape;2590;p57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2591" name="Google Shape;2591;p57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92" name="Google Shape;2592;p57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2593" name="Google Shape;2593;p57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4" name="Google Shape;2594;p57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5" name="Google Shape;2595;p57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6" name="Google Shape;2596;p57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597" name="Google Shape;2597;p57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98" name="Google Shape;2598;p57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2599" name="Google Shape;2599;p5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0" name="Google Shape;2600;p5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1" name="Google Shape;2601;p5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2" name="Google Shape;2602;p5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3" name="Google Shape;2603;p5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4" name="Google Shape;2604;p5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5" name="Google Shape;2605;p5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6" name="Google Shape;2606;p5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7" name="Google Shape;2607;p5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8" name="Google Shape;2608;p5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9" name="Google Shape;2609;p5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10" name="Google Shape;2610;p5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11" name="Google Shape;2611;p5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12" name="Google Shape;2612;p5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13" name="Google Shape;2613;p5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2614" name="Google Shape;2614;p57"/>
            <p:cNvGrpSpPr/>
            <p:nvPr/>
          </p:nvGrpSpPr>
          <p:grpSpPr>
            <a:xfrm>
              <a:off x="4067145" y="4532709"/>
              <a:ext cx="767148" cy="417298"/>
              <a:chOff x="1503784" y="3006600"/>
              <a:chExt cx="1771786" cy="957087"/>
            </a:xfrm>
          </p:grpSpPr>
          <p:grpSp>
            <p:nvGrpSpPr>
              <p:cNvPr id="2615" name="Google Shape;2615;p57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2616" name="Google Shape;2616;p57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617" name="Google Shape;2617;p57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2618" name="Google Shape;2618;p57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2619" name="Google Shape;2619;p57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2620" name="Google Shape;2620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1" name="Google Shape;2621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22" name="Google Shape;2622;p57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2623" name="Google Shape;2623;p5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4" name="Google Shape;2624;p5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25" name="Google Shape;2625;p57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6" name="Google Shape;2626;p57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7" name="Google Shape;2627;p57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8" name="Google Shape;2628;p57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9" name="Google Shape;2629;p57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0" name="Google Shape;2630;p57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31" name="Google Shape;2631;p57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2632" name="Google Shape;2632;p57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3" name="Google Shape;2633;p57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4" name="Google Shape;2634;p57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5" name="Google Shape;2635;p57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36" name="Google Shape;2636;p57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7" name="Google Shape;2637;p57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638" name="Google Shape;2638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9" name="Google Shape;2639;p57"/>
          <p:cNvSpPr/>
          <p:nvPr/>
        </p:nvSpPr>
        <p:spPr>
          <a:xfrm rot="-769976">
            <a:off x="9316504" y="537210"/>
            <a:ext cx="1360939" cy="549007"/>
          </a:xfrm>
          <a:prstGeom prst="ellipse">
            <a:avLst/>
          </a:prstGeom>
          <a:solidFill>
            <a:srgbClr val="C00000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4" name="Shape 2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Google Shape;2645;p58"/>
          <p:cNvSpPr txBox="1"/>
          <p:nvPr>
            <p:ph type="title"/>
          </p:nvPr>
        </p:nvSpPr>
        <p:spPr>
          <a:xfrm rot="-5400000">
            <a:off x="-334370" y="2758823"/>
            <a:ext cx="27793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Spectrum</a:t>
            </a:r>
            <a:endParaRPr sz="4400"/>
          </a:p>
        </p:txBody>
      </p:sp>
      <p:sp>
        <p:nvSpPr>
          <p:cNvPr id="2646" name="Google Shape;2646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lang="en-US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5G Intro</a:t>
            </a: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7" name="Google Shape;264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2639" y="-26324"/>
            <a:ext cx="10650323" cy="68345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8" name="Google Shape;2648;p58"/>
          <p:cNvGrpSpPr/>
          <p:nvPr/>
        </p:nvGrpSpPr>
        <p:grpSpPr>
          <a:xfrm>
            <a:off x="4233945" y="4288055"/>
            <a:ext cx="555793" cy="1015465"/>
            <a:chOff x="4233945" y="4288055"/>
            <a:chExt cx="555793" cy="1015465"/>
          </a:xfrm>
        </p:grpSpPr>
        <p:sp>
          <p:nvSpPr>
            <p:cNvPr id="2649" name="Google Shape;2649;p58"/>
            <p:cNvSpPr/>
            <p:nvPr/>
          </p:nvSpPr>
          <p:spPr>
            <a:xfrm>
              <a:off x="4384307" y="4531604"/>
              <a:ext cx="255070" cy="771916"/>
            </a:xfrm>
            <a:prstGeom prst="rect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58"/>
            <p:cNvSpPr txBox="1"/>
            <p:nvPr/>
          </p:nvSpPr>
          <p:spPr>
            <a:xfrm>
              <a:off x="4233945" y="4288055"/>
              <a:ext cx="5557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CBRS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5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59"/>
          <p:cNvSpPr txBox="1"/>
          <p:nvPr>
            <p:ph type="title"/>
          </p:nvPr>
        </p:nvSpPr>
        <p:spPr>
          <a:xfrm>
            <a:off x="787400" y="53409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OFDMA: </a:t>
            </a:r>
            <a:r>
              <a:rPr b="0" lang="en-US" u="sng"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 division (LTE)</a:t>
            </a:r>
            <a:endParaRPr/>
          </a:p>
        </p:txBody>
      </p:sp>
      <p:cxnSp>
        <p:nvCxnSpPr>
          <p:cNvPr id="2657" name="Google Shape;2657;p59"/>
          <p:cNvCxnSpPr/>
          <p:nvPr/>
        </p:nvCxnSpPr>
        <p:spPr>
          <a:xfrm>
            <a:off x="3160644" y="2221379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58" name="Google Shape;2658;p59"/>
          <p:cNvCxnSpPr/>
          <p:nvPr/>
        </p:nvCxnSpPr>
        <p:spPr>
          <a:xfrm>
            <a:off x="3160644" y="2488477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59" name="Google Shape;2659;p59"/>
          <p:cNvCxnSpPr/>
          <p:nvPr/>
        </p:nvCxnSpPr>
        <p:spPr>
          <a:xfrm>
            <a:off x="3160644" y="2758761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0" name="Google Shape;2660;p59"/>
          <p:cNvCxnSpPr/>
          <p:nvPr/>
        </p:nvCxnSpPr>
        <p:spPr>
          <a:xfrm>
            <a:off x="3160644" y="3029045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1" name="Google Shape;2661;p59"/>
          <p:cNvCxnSpPr/>
          <p:nvPr/>
        </p:nvCxnSpPr>
        <p:spPr>
          <a:xfrm>
            <a:off x="3160644" y="3299329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2" name="Google Shape;2662;p59"/>
          <p:cNvCxnSpPr/>
          <p:nvPr/>
        </p:nvCxnSpPr>
        <p:spPr>
          <a:xfrm>
            <a:off x="3160644" y="3566427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3" name="Google Shape;2663;p59"/>
          <p:cNvCxnSpPr/>
          <p:nvPr/>
        </p:nvCxnSpPr>
        <p:spPr>
          <a:xfrm>
            <a:off x="3160644" y="3836711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4" name="Google Shape;2664;p59"/>
          <p:cNvCxnSpPr/>
          <p:nvPr/>
        </p:nvCxnSpPr>
        <p:spPr>
          <a:xfrm>
            <a:off x="3160644" y="4110181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5" name="Google Shape;2665;p59"/>
          <p:cNvCxnSpPr/>
          <p:nvPr/>
        </p:nvCxnSpPr>
        <p:spPr>
          <a:xfrm>
            <a:off x="3160644" y="4380465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6" name="Google Shape;2666;p59"/>
          <p:cNvCxnSpPr/>
          <p:nvPr/>
        </p:nvCxnSpPr>
        <p:spPr>
          <a:xfrm>
            <a:off x="3160644" y="4650749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7" name="Google Shape;2667;p59"/>
          <p:cNvCxnSpPr/>
          <p:nvPr/>
        </p:nvCxnSpPr>
        <p:spPr>
          <a:xfrm>
            <a:off x="3160644" y="4921033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8" name="Google Shape;2668;p59"/>
          <p:cNvCxnSpPr/>
          <p:nvPr/>
        </p:nvCxnSpPr>
        <p:spPr>
          <a:xfrm>
            <a:off x="3160644" y="5191317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9" name="Google Shape;2669;p59"/>
          <p:cNvCxnSpPr/>
          <p:nvPr/>
        </p:nvCxnSpPr>
        <p:spPr>
          <a:xfrm>
            <a:off x="3170169" y="2220656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0" name="Google Shape;2670;p59"/>
          <p:cNvCxnSpPr/>
          <p:nvPr/>
        </p:nvCxnSpPr>
        <p:spPr>
          <a:xfrm>
            <a:off x="6054725" y="222137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1" name="Google Shape;2671;p59"/>
          <p:cNvCxnSpPr/>
          <p:nvPr/>
        </p:nvCxnSpPr>
        <p:spPr>
          <a:xfrm>
            <a:off x="3168069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2" name="Google Shape;2672;p59"/>
          <p:cNvCxnSpPr/>
          <p:nvPr/>
        </p:nvCxnSpPr>
        <p:spPr>
          <a:xfrm>
            <a:off x="3646312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3" name="Google Shape;2673;p59"/>
          <p:cNvCxnSpPr/>
          <p:nvPr/>
        </p:nvCxnSpPr>
        <p:spPr>
          <a:xfrm>
            <a:off x="4127730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4" name="Google Shape;2674;p59"/>
          <p:cNvCxnSpPr/>
          <p:nvPr/>
        </p:nvCxnSpPr>
        <p:spPr>
          <a:xfrm>
            <a:off x="4609148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5" name="Google Shape;2675;p59"/>
          <p:cNvCxnSpPr/>
          <p:nvPr/>
        </p:nvCxnSpPr>
        <p:spPr>
          <a:xfrm>
            <a:off x="5093741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6" name="Google Shape;2676;p59"/>
          <p:cNvCxnSpPr/>
          <p:nvPr/>
        </p:nvCxnSpPr>
        <p:spPr>
          <a:xfrm>
            <a:off x="5571984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7" name="Google Shape;2677;p59"/>
          <p:cNvCxnSpPr/>
          <p:nvPr/>
        </p:nvCxnSpPr>
        <p:spPr>
          <a:xfrm>
            <a:off x="6536242" y="2218204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8" name="Google Shape;2678;p59"/>
          <p:cNvCxnSpPr/>
          <p:nvPr/>
        </p:nvCxnSpPr>
        <p:spPr>
          <a:xfrm>
            <a:off x="7017759" y="2218204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9" name="Google Shape;2679;p59"/>
          <p:cNvCxnSpPr/>
          <p:nvPr/>
        </p:nvCxnSpPr>
        <p:spPr>
          <a:xfrm>
            <a:off x="7499276" y="2218204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0" name="Google Shape;2680;p59"/>
          <p:cNvCxnSpPr/>
          <p:nvPr/>
        </p:nvCxnSpPr>
        <p:spPr>
          <a:xfrm>
            <a:off x="7983968" y="221502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1" name="Google Shape;2681;p59"/>
          <p:cNvCxnSpPr/>
          <p:nvPr/>
        </p:nvCxnSpPr>
        <p:spPr>
          <a:xfrm>
            <a:off x="8462310" y="2218204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2" name="Google Shape;2682;p59"/>
          <p:cNvCxnSpPr/>
          <p:nvPr/>
        </p:nvCxnSpPr>
        <p:spPr>
          <a:xfrm>
            <a:off x="8947002" y="221502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3" name="Google Shape;2683;p59"/>
          <p:cNvCxnSpPr/>
          <p:nvPr/>
        </p:nvCxnSpPr>
        <p:spPr>
          <a:xfrm>
            <a:off x="9428519" y="221502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4" name="Google Shape;2684;p59"/>
          <p:cNvCxnSpPr/>
          <p:nvPr/>
        </p:nvCxnSpPr>
        <p:spPr>
          <a:xfrm>
            <a:off x="9906861" y="221502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5" name="Google Shape;2685;p59"/>
          <p:cNvCxnSpPr/>
          <p:nvPr/>
        </p:nvCxnSpPr>
        <p:spPr>
          <a:xfrm>
            <a:off x="3160644" y="5461601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6" name="Google Shape;2686;p59"/>
          <p:cNvCxnSpPr/>
          <p:nvPr/>
        </p:nvCxnSpPr>
        <p:spPr>
          <a:xfrm>
            <a:off x="2822280" y="2215548"/>
            <a:ext cx="0" cy="32460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687" name="Google Shape;2687;p59"/>
          <p:cNvSpPr txBox="1"/>
          <p:nvPr/>
        </p:nvSpPr>
        <p:spPr>
          <a:xfrm rot="-5400000">
            <a:off x="1543788" y="3604822"/>
            <a:ext cx="2540375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Subcarrier frequencies</a:t>
            </a:r>
            <a:endParaRPr/>
          </a:p>
        </p:txBody>
      </p:sp>
      <p:cxnSp>
        <p:nvCxnSpPr>
          <p:cNvPr id="2688" name="Google Shape;2688;p59"/>
          <p:cNvCxnSpPr/>
          <p:nvPr/>
        </p:nvCxnSpPr>
        <p:spPr>
          <a:xfrm>
            <a:off x="3160644" y="5929745"/>
            <a:ext cx="6858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89" name="Google Shape;2689;p59"/>
          <p:cNvSpPr txBox="1"/>
          <p:nvPr/>
        </p:nvSpPr>
        <p:spPr>
          <a:xfrm>
            <a:off x="5887691" y="5725523"/>
            <a:ext cx="1763816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time (symbols)</a:t>
            </a:r>
            <a:endParaRPr/>
          </a:p>
        </p:txBody>
      </p:sp>
      <p:sp>
        <p:nvSpPr>
          <p:cNvPr id="2690" name="Google Shape;2690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60"/>
          <p:cNvSpPr txBox="1"/>
          <p:nvPr>
            <p:ph type="title"/>
          </p:nvPr>
        </p:nvSpPr>
        <p:spPr>
          <a:xfrm>
            <a:off x="787400" y="53409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OFDMA: time division (LTE)</a:t>
            </a:r>
            <a:endParaRPr/>
          </a:p>
        </p:txBody>
      </p:sp>
      <p:cxnSp>
        <p:nvCxnSpPr>
          <p:cNvPr id="2697" name="Google Shape;2697;p60"/>
          <p:cNvCxnSpPr/>
          <p:nvPr/>
        </p:nvCxnSpPr>
        <p:spPr>
          <a:xfrm>
            <a:off x="3160644" y="2221379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98" name="Google Shape;2698;p60"/>
          <p:cNvCxnSpPr/>
          <p:nvPr/>
        </p:nvCxnSpPr>
        <p:spPr>
          <a:xfrm>
            <a:off x="3160644" y="2488477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99" name="Google Shape;2699;p60"/>
          <p:cNvCxnSpPr/>
          <p:nvPr/>
        </p:nvCxnSpPr>
        <p:spPr>
          <a:xfrm>
            <a:off x="3160644" y="2758761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0" name="Google Shape;2700;p60"/>
          <p:cNvCxnSpPr/>
          <p:nvPr/>
        </p:nvCxnSpPr>
        <p:spPr>
          <a:xfrm>
            <a:off x="3160644" y="3029045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1" name="Google Shape;2701;p60"/>
          <p:cNvCxnSpPr/>
          <p:nvPr/>
        </p:nvCxnSpPr>
        <p:spPr>
          <a:xfrm>
            <a:off x="3160644" y="3299329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2" name="Google Shape;2702;p60"/>
          <p:cNvCxnSpPr/>
          <p:nvPr/>
        </p:nvCxnSpPr>
        <p:spPr>
          <a:xfrm>
            <a:off x="3160644" y="3566427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3" name="Google Shape;2703;p60"/>
          <p:cNvCxnSpPr/>
          <p:nvPr/>
        </p:nvCxnSpPr>
        <p:spPr>
          <a:xfrm>
            <a:off x="3160644" y="3836711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4" name="Google Shape;2704;p60"/>
          <p:cNvCxnSpPr/>
          <p:nvPr/>
        </p:nvCxnSpPr>
        <p:spPr>
          <a:xfrm>
            <a:off x="3160644" y="4110181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5" name="Google Shape;2705;p60"/>
          <p:cNvCxnSpPr/>
          <p:nvPr/>
        </p:nvCxnSpPr>
        <p:spPr>
          <a:xfrm>
            <a:off x="3160644" y="4380465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6" name="Google Shape;2706;p60"/>
          <p:cNvCxnSpPr/>
          <p:nvPr/>
        </p:nvCxnSpPr>
        <p:spPr>
          <a:xfrm>
            <a:off x="3160644" y="4650749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7" name="Google Shape;2707;p60"/>
          <p:cNvCxnSpPr/>
          <p:nvPr/>
        </p:nvCxnSpPr>
        <p:spPr>
          <a:xfrm>
            <a:off x="3160644" y="4921033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8" name="Google Shape;2708;p60"/>
          <p:cNvCxnSpPr/>
          <p:nvPr/>
        </p:nvCxnSpPr>
        <p:spPr>
          <a:xfrm>
            <a:off x="3160644" y="5191317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09" name="Google Shape;2709;p60"/>
          <p:cNvCxnSpPr/>
          <p:nvPr/>
        </p:nvCxnSpPr>
        <p:spPr>
          <a:xfrm>
            <a:off x="3170169" y="2220656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0" name="Google Shape;2710;p60"/>
          <p:cNvCxnSpPr/>
          <p:nvPr/>
        </p:nvCxnSpPr>
        <p:spPr>
          <a:xfrm>
            <a:off x="6054725" y="222137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1" name="Google Shape;2711;p60"/>
          <p:cNvCxnSpPr/>
          <p:nvPr/>
        </p:nvCxnSpPr>
        <p:spPr>
          <a:xfrm>
            <a:off x="3168069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2" name="Google Shape;2712;p60"/>
          <p:cNvCxnSpPr/>
          <p:nvPr/>
        </p:nvCxnSpPr>
        <p:spPr>
          <a:xfrm>
            <a:off x="3646312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3" name="Google Shape;2713;p60"/>
          <p:cNvCxnSpPr/>
          <p:nvPr/>
        </p:nvCxnSpPr>
        <p:spPr>
          <a:xfrm>
            <a:off x="4127730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4" name="Google Shape;2714;p60"/>
          <p:cNvCxnSpPr/>
          <p:nvPr/>
        </p:nvCxnSpPr>
        <p:spPr>
          <a:xfrm>
            <a:off x="4609148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5" name="Google Shape;2715;p60"/>
          <p:cNvCxnSpPr/>
          <p:nvPr/>
        </p:nvCxnSpPr>
        <p:spPr>
          <a:xfrm>
            <a:off x="5093741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6" name="Google Shape;2716;p60"/>
          <p:cNvCxnSpPr/>
          <p:nvPr/>
        </p:nvCxnSpPr>
        <p:spPr>
          <a:xfrm>
            <a:off x="5571984" y="2218556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7" name="Google Shape;2717;p60"/>
          <p:cNvCxnSpPr/>
          <p:nvPr/>
        </p:nvCxnSpPr>
        <p:spPr>
          <a:xfrm>
            <a:off x="6536242" y="2218204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8" name="Google Shape;2718;p60"/>
          <p:cNvCxnSpPr/>
          <p:nvPr/>
        </p:nvCxnSpPr>
        <p:spPr>
          <a:xfrm>
            <a:off x="7017759" y="2218204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9" name="Google Shape;2719;p60"/>
          <p:cNvCxnSpPr/>
          <p:nvPr/>
        </p:nvCxnSpPr>
        <p:spPr>
          <a:xfrm>
            <a:off x="7499276" y="2218204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0" name="Google Shape;2720;p60"/>
          <p:cNvCxnSpPr/>
          <p:nvPr/>
        </p:nvCxnSpPr>
        <p:spPr>
          <a:xfrm>
            <a:off x="7983968" y="221502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1" name="Google Shape;2721;p60"/>
          <p:cNvCxnSpPr/>
          <p:nvPr/>
        </p:nvCxnSpPr>
        <p:spPr>
          <a:xfrm>
            <a:off x="8462310" y="2218204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2" name="Google Shape;2722;p60"/>
          <p:cNvCxnSpPr/>
          <p:nvPr/>
        </p:nvCxnSpPr>
        <p:spPr>
          <a:xfrm>
            <a:off x="8947002" y="221502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3" name="Google Shape;2723;p60"/>
          <p:cNvCxnSpPr/>
          <p:nvPr/>
        </p:nvCxnSpPr>
        <p:spPr>
          <a:xfrm>
            <a:off x="9428519" y="221502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4" name="Google Shape;2724;p60"/>
          <p:cNvCxnSpPr/>
          <p:nvPr/>
        </p:nvCxnSpPr>
        <p:spPr>
          <a:xfrm>
            <a:off x="9906861" y="2215029"/>
            <a:ext cx="0" cy="32402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5" name="Google Shape;2725;p60"/>
          <p:cNvCxnSpPr/>
          <p:nvPr/>
        </p:nvCxnSpPr>
        <p:spPr>
          <a:xfrm>
            <a:off x="3160644" y="5461601"/>
            <a:ext cx="675119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726" name="Google Shape;2726;p60"/>
          <p:cNvGrpSpPr/>
          <p:nvPr/>
        </p:nvGrpSpPr>
        <p:grpSpPr>
          <a:xfrm>
            <a:off x="1237135" y="5507878"/>
            <a:ext cx="10650066" cy="527943"/>
            <a:chOff x="1237135" y="5651310"/>
            <a:chExt cx="10650066" cy="527943"/>
          </a:xfrm>
        </p:grpSpPr>
        <p:sp>
          <p:nvSpPr>
            <p:cNvPr id="2727" name="Google Shape;2727;p60"/>
            <p:cNvSpPr txBox="1"/>
            <p:nvPr/>
          </p:nvSpPr>
          <p:spPr>
            <a:xfrm>
              <a:off x="1237135" y="5809921"/>
              <a:ext cx="106500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time to transmit one OFDM symbol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subcarrier frequency</a:t>
              </a:r>
              <a:endParaRPr/>
            </a:p>
          </p:txBody>
        </p:sp>
        <p:sp>
          <p:nvSpPr>
            <p:cNvPr id="2728" name="Google Shape;2728;p60"/>
            <p:cNvSpPr/>
            <p:nvPr/>
          </p:nvSpPr>
          <p:spPr>
            <a:xfrm rot="-5400000">
              <a:off x="3361886" y="5457493"/>
              <a:ext cx="90609" cy="478243"/>
            </a:xfrm>
            <a:prstGeom prst="leftBracket">
              <a:avLst>
                <a:gd fmla="val 8333" name="adj"/>
              </a:avLst>
            </a:prstGeom>
            <a:noFill/>
            <a:ln cap="flat" cmpd="sng" w="349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9" name="Google Shape;2729;p60"/>
          <p:cNvGrpSpPr/>
          <p:nvPr/>
        </p:nvGrpSpPr>
        <p:grpSpPr>
          <a:xfrm>
            <a:off x="9189720" y="4814668"/>
            <a:ext cx="2395790" cy="1087566"/>
            <a:chOff x="9189720" y="4814668"/>
            <a:chExt cx="2395790" cy="1087566"/>
          </a:xfrm>
        </p:grpSpPr>
        <p:pic>
          <p:nvPicPr>
            <p:cNvPr id="2730" name="Google Shape;2730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69160" y="4876252"/>
              <a:ext cx="1616350" cy="102598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31" name="Google Shape;2731;p60"/>
            <p:cNvCxnSpPr/>
            <p:nvPr/>
          </p:nvCxnSpPr>
          <p:spPr>
            <a:xfrm rot="10800000">
              <a:off x="9189720" y="4814668"/>
              <a:ext cx="1311664" cy="471267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732" name="Google Shape;2732;p60"/>
          <p:cNvSpPr txBox="1"/>
          <p:nvPr/>
        </p:nvSpPr>
        <p:spPr>
          <a:xfrm>
            <a:off x="2202873" y="1371595"/>
            <a:ext cx="65991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 Resource Block (PRB ):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blocks of 7x12=84 resource elements</a:t>
            </a:r>
            <a:endParaRPr/>
          </a:p>
          <a:p>
            <a:pPr indent="-217488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of transmission scheduling</a:t>
            </a:r>
            <a:endParaRPr/>
          </a:p>
        </p:txBody>
      </p:sp>
      <p:sp>
        <p:nvSpPr>
          <p:cNvPr id="2733" name="Google Shape;2733;p60"/>
          <p:cNvSpPr/>
          <p:nvPr/>
        </p:nvSpPr>
        <p:spPr>
          <a:xfrm>
            <a:off x="3160644" y="2214307"/>
            <a:ext cx="3375598" cy="3253644"/>
          </a:xfrm>
          <a:prstGeom prst="rect">
            <a:avLst/>
          </a:prstGeom>
          <a:noFill/>
          <a:ln cap="flat" cmpd="sng" w="571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4" name="Google Shape;2734;p60"/>
          <p:cNvCxnSpPr/>
          <p:nvPr/>
        </p:nvCxnSpPr>
        <p:spPr>
          <a:xfrm>
            <a:off x="2822280" y="2215548"/>
            <a:ext cx="0" cy="32460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735" name="Google Shape;2735;p60"/>
          <p:cNvSpPr txBox="1"/>
          <p:nvPr/>
        </p:nvSpPr>
        <p:spPr>
          <a:xfrm rot="-5400000">
            <a:off x="1543788" y="3604822"/>
            <a:ext cx="2540375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Subcarrier frequencies</a:t>
            </a:r>
            <a:endParaRPr/>
          </a:p>
        </p:txBody>
      </p:sp>
      <p:sp>
        <p:nvSpPr>
          <p:cNvPr id="2736" name="Google Shape;2736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61"/>
          <p:cNvSpPr txBox="1"/>
          <p:nvPr>
            <p:ph type="title"/>
          </p:nvPr>
        </p:nvSpPr>
        <p:spPr>
          <a:xfrm>
            <a:off x="787400" y="53409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OFDMA:</a:t>
            </a:r>
            <a:endParaRPr/>
          </a:p>
        </p:txBody>
      </p:sp>
      <p:pic>
        <p:nvPicPr>
          <p:cNvPr id="2743" name="Google Shape;274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7099" y="2175012"/>
            <a:ext cx="6891545" cy="33734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4" name="Google Shape;2744;p61"/>
          <p:cNvGrpSpPr/>
          <p:nvPr/>
        </p:nvGrpSpPr>
        <p:grpSpPr>
          <a:xfrm>
            <a:off x="3160644" y="2220656"/>
            <a:ext cx="6760722" cy="3240945"/>
            <a:chOff x="3160644" y="2220656"/>
            <a:chExt cx="6760722" cy="3240945"/>
          </a:xfrm>
        </p:grpSpPr>
        <p:cxnSp>
          <p:nvCxnSpPr>
            <p:cNvPr id="2745" name="Google Shape;2745;p61"/>
            <p:cNvCxnSpPr/>
            <p:nvPr/>
          </p:nvCxnSpPr>
          <p:spPr>
            <a:xfrm>
              <a:off x="3160644" y="2221379"/>
              <a:ext cx="675119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6" name="Google Shape;2746;p61"/>
            <p:cNvCxnSpPr/>
            <p:nvPr/>
          </p:nvCxnSpPr>
          <p:spPr>
            <a:xfrm>
              <a:off x="3160644" y="2488477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7" name="Google Shape;2747;p61"/>
            <p:cNvCxnSpPr/>
            <p:nvPr/>
          </p:nvCxnSpPr>
          <p:spPr>
            <a:xfrm>
              <a:off x="3160644" y="2758761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8" name="Google Shape;2748;p61"/>
            <p:cNvCxnSpPr/>
            <p:nvPr/>
          </p:nvCxnSpPr>
          <p:spPr>
            <a:xfrm>
              <a:off x="3160644" y="3029045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9" name="Google Shape;2749;p61"/>
            <p:cNvCxnSpPr/>
            <p:nvPr/>
          </p:nvCxnSpPr>
          <p:spPr>
            <a:xfrm>
              <a:off x="3160644" y="3299329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0" name="Google Shape;2750;p61"/>
            <p:cNvCxnSpPr/>
            <p:nvPr/>
          </p:nvCxnSpPr>
          <p:spPr>
            <a:xfrm>
              <a:off x="3160644" y="3566427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1" name="Google Shape;2751;p61"/>
            <p:cNvCxnSpPr/>
            <p:nvPr/>
          </p:nvCxnSpPr>
          <p:spPr>
            <a:xfrm>
              <a:off x="3160644" y="3836711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2" name="Google Shape;2752;p61"/>
            <p:cNvCxnSpPr/>
            <p:nvPr/>
          </p:nvCxnSpPr>
          <p:spPr>
            <a:xfrm>
              <a:off x="3160644" y="4110181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3" name="Google Shape;2753;p61"/>
            <p:cNvCxnSpPr/>
            <p:nvPr/>
          </p:nvCxnSpPr>
          <p:spPr>
            <a:xfrm>
              <a:off x="3160644" y="4380465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4" name="Google Shape;2754;p61"/>
            <p:cNvCxnSpPr/>
            <p:nvPr/>
          </p:nvCxnSpPr>
          <p:spPr>
            <a:xfrm>
              <a:off x="3160644" y="4650749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5" name="Google Shape;2755;p61"/>
            <p:cNvCxnSpPr/>
            <p:nvPr/>
          </p:nvCxnSpPr>
          <p:spPr>
            <a:xfrm>
              <a:off x="3160644" y="4921033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6" name="Google Shape;2756;p61"/>
            <p:cNvCxnSpPr/>
            <p:nvPr/>
          </p:nvCxnSpPr>
          <p:spPr>
            <a:xfrm>
              <a:off x="3160644" y="5191317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7" name="Google Shape;2757;p61"/>
            <p:cNvCxnSpPr/>
            <p:nvPr/>
          </p:nvCxnSpPr>
          <p:spPr>
            <a:xfrm>
              <a:off x="3160644" y="5461601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8" name="Google Shape;2758;p61"/>
            <p:cNvCxnSpPr/>
            <p:nvPr/>
          </p:nvCxnSpPr>
          <p:spPr>
            <a:xfrm>
              <a:off x="3170169" y="2220656"/>
              <a:ext cx="675119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9" name="Google Shape;2759;p61"/>
          <p:cNvGrpSpPr/>
          <p:nvPr/>
        </p:nvGrpSpPr>
        <p:grpSpPr>
          <a:xfrm>
            <a:off x="3168069" y="2215029"/>
            <a:ext cx="6738792" cy="3246572"/>
            <a:chOff x="3168069" y="2215029"/>
            <a:chExt cx="6738792" cy="3246572"/>
          </a:xfrm>
        </p:grpSpPr>
        <p:cxnSp>
          <p:nvCxnSpPr>
            <p:cNvPr id="2760" name="Google Shape;2760;p61"/>
            <p:cNvCxnSpPr/>
            <p:nvPr/>
          </p:nvCxnSpPr>
          <p:spPr>
            <a:xfrm>
              <a:off x="6054725" y="2221379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1" name="Google Shape;2761;p61"/>
            <p:cNvCxnSpPr/>
            <p:nvPr/>
          </p:nvCxnSpPr>
          <p:spPr>
            <a:xfrm>
              <a:off x="3168069" y="2218556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2" name="Google Shape;2762;p61"/>
            <p:cNvCxnSpPr/>
            <p:nvPr/>
          </p:nvCxnSpPr>
          <p:spPr>
            <a:xfrm>
              <a:off x="3646312" y="2218556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3" name="Google Shape;2763;p61"/>
            <p:cNvCxnSpPr/>
            <p:nvPr/>
          </p:nvCxnSpPr>
          <p:spPr>
            <a:xfrm>
              <a:off x="4127730" y="2218556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4" name="Google Shape;2764;p61"/>
            <p:cNvCxnSpPr/>
            <p:nvPr/>
          </p:nvCxnSpPr>
          <p:spPr>
            <a:xfrm>
              <a:off x="4609148" y="2218556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5" name="Google Shape;2765;p61"/>
            <p:cNvCxnSpPr/>
            <p:nvPr/>
          </p:nvCxnSpPr>
          <p:spPr>
            <a:xfrm>
              <a:off x="5093741" y="2218556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6" name="Google Shape;2766;p61"/>
            <p:cNvCxnSpPr/>
            <p:nvPr/>
          </p:nvCxnSpPr>
          <p:spPr>
            <a:xfrm>
              <a:off x="5571984" y="2218556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7" name="Google Shape;2767;p61"/>
            <p:cNvCxnSpPr/>
            <p:nvPr/>
          </p:nvCxnSpPr>
          <p:spPr>
            <a:xfrm>
              <a:off x="6536242" y="2218204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8" name="Google Shape;2768;p61"/>
            <p:cNvCxnSpPr/>
            <p:nvPr/>
          </p:nvCxnSpPr>
          <p:spPr>
            <a:xfrm>
              <a:off x="7017759" y="2218204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9" name="Google Shape;2769;p61"/>
            <p:cNvCxnSpPr/>
            <p:nvPr/>
          </p:nvCxnSpPr>
          <p:spPr>
            <a:xfrm>
              <a:off x="7499276" y="2218204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0" name="Google Shape;2770;p61"/>
            <p:cNvCxnSpPr/>
            <p:nvPr/>
          </p:nvCxnSpPr>
          <p:spPr>
            <a:xfrm>
              <a:off x="7983968" y="2215029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1" name="Google Shape;2771;p61"/>
            <p:cNvCxnSpPr/>
            <p:nvPr/>
          </p:nvCxnSpPr>
          <p:spPr>
            <a:xfrm>
              <a:off x="8462310" y="2218204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2" name="Google Shape;2772;p61"/>
            <p:cNvCxnSpPr/>
            <p:nvPr/>
          </p:nvCxnSpPr>
          <p:spPr>
            <a:xfrm>
              <a:off x="8947002" y="2215029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3" name="Google Shape;2773;p61"/>
            <p:cNvCxnSpPr/>
            <p:nvPr/>
          </p:nvCxnSpPr>
          <p:spPr>
            <a:xfrm>
              <a:off x="9428519" y="2215029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74" name="Google Shape;2774;p61"/>
            <p:cNvCxnSpPr/>
            <p:nvPr/>
          </p:nvCxnSpPr>
          <p:spPr>
            <a:xfrm>
              <a:off x="9906861" y="2215029"/>
              <a:ext cx="0" cy="324022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775" name="Google Shape;2775;p61"/>
          <p:cNvCxnSpPr/>
          <p:nvPr/>
        </p:nvCxnSpPr>
        <p:spPr>
          <a:xfrm>
            <a:off x="2822280" y="2215548"/>
            <a:ext cx="0" cy="32460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776" name="Google Shape;2776;p61"/>
          <p:cNvSpPr txBox="1"/>
          <p:nvPr/>
        </p:nvSpPr>
        <p:spPr>
          <a:xfrm rot="-5400000">
            <a:off x="1543788" y="3604822"/>
            <a:ext cx="2540375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Subcarrier frequencies</a:t>
            </a:r>
            <a:endParaRPr/>
          </a:p>
        </p:txBody>
      </p:sp>
      <p:cxnSp>
        <p:nvCxnSpPr>
          <p:cNvPr id="2777" name="Google Shape;2777;p61"/>
          <p:cNvCxnSpPr/>
          <p:nvPr/>
        </p:nvCxnSpPr>
        <p:spPr>
          <a:xfrm>
            <a:off x="3160644" y="5929745"/>
            <a:ext cx="6858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78" name="Google Shape;2778;p61"/>
          <p:cNvSpPr txBox="1"/>
          <p:nvPr/>
        </p:nvSpPr>
        <p:spPr>
          <a:xfrm>
            <a:off x="5887691" y="5725523"/>
            <a:ext cx="1763816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time (symbols)</a:t>
            </a:r>
            <a:endParaRPr/>
          </a:p>
        </p:txBody>
      </p:sp>
      <p:sp>
        <p:nvSpPr>
          <p:cNvPr id="2779" name="Google Shape;2779;p61"/>
          <p:cNvSpPr/>
          <p:nvPr/>
        </p:nvSpPr>
        <p:spPr>
          <a:xfrm rot="5400000">
            <a:off x="4754614" y="306492"/>
            <a:ext cx="187658" cy="3375598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0" name="Google Shape;2780;p61"/>
          <p:cNvSpPr/>
          <p:nvPr/>
        </p:nvSpPr>
        <p:spPr>
          <a:xfrm rot="5400000">
            <a:off x="8139737" y="306492"/>
            <a:ext cx="187658" cy="3375598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1" name="Google Shape;2781;p61"/>
          <p:cNvSpPr txBox="1"/>
          <p:nvPr/>
        </p:nvSpPr>
        <p:spPr>
          <a:xfrm>
            <a:off x="4609148" y="1592025"/>
            <a:ext cx="5533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PRB</a:t>
            </a:r>
            <a:endParaRPr/>
          </a:p>
        </p:txBody>
      </p:sp>
      <p:sp>
        <p:nvSpPr>
          <p:cNvPr id="2782" name="Google Shape;2782;p61"/>
          <p:cNvSpPr txBox="1"/>
          <p:nvPr/>
        </p:nvSpPr>
        <p:spPr>
          <a:xfrm>
            <a:off x="7956887" y="1603722"/>
            <a:ext cx="5533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PRB</a:t>
            </a:r>
            <a:endParaRPr/>
          </a:p>
        </p:txBody>
      </p:sp>
      <p:grpSp>
        <p:nvGrpSpPr>
          <p:cNvPr id="2783" name="Google Shape;2783;p61"/>
          <p:cNvGrpSpPr/>
          <p:nvPr/>
        </p:nvGrpSpPr>
        <p:grpSpPr>
          <a:xfrm>
            <a:off x="3160643" y="857627"/>
            <a:ext cx="6760721" cy="647504"/>
            <a:chOff x="3160643" y="857627"/>
            <a:chExt cx="6760721" cy="647504"/>
          </a:xfrm>
        </p:grpSpPr>
        <p:sp>
          <p:nvSpPr>
            <p:cNvPr id="2784" name="Google Shape;2784;p61"/>
            <p:cNvSpPr/>
            <p:nvPr/>
          </p:nvSpPr>
          <p:spPr>
            <a:xfrm rot="5400000">
              <a:off x="6413512" y="-2002721"/>
              <a:ext cx="254983" cy="6760721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5" name="Google Shape;2785;p61"/>
            <p:cNvSpPr txBox="1"/>
            <p:nvPr/>
          </p:nvSpPr>
          <p:spPr>
            <a:xfrm>
              <a:off x="4677880" y="857627"/>
              <a:ext cx="371672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Transmission Time Interval (TTI): 1 ms</a:t>
              </a:r>
              <a:endParaRPr/>
            </a:p>
          </p:txBody>
        </p:sp>
      </p:grpSp>
      <p:grpSp>
        <p:nvGrpSpPr>
          <p:cNvPr id="2786" name="Google Shape;2786;p61"/>
          <p:cNvGrpSpPr/>
          <p:nvPr/>
        </p:nvGrpSpPr>
        <p:grpSpPr>
          <a:xfrm>
            <a:off x="303998" y="1900462"/>
            <a:ext cx="2196854" cy="3890802"/>
            <a:chOff x="303998" y="1900462"/>
            <a:chExt cx="2196854" cy="3890802"/>
          </a:xfrm>
        </p:grpSpPr>
        <p:sp>
          <p:nvSpPr>
            <p:cNvPr id="2787" name="Google Shape;2787;p61"/>
            <p:cNvSpPr txBox="1"/>
            <p:nvPr/>
          </p:nvSpPr>
          <p:spPr>
            <a:xfrm>
              <a:off x="303998" y="1900462"/>
              <a:ext cx="2196854" cy="2308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Transmission scheduling example:</a:t>
              </a:r>
              <a:endParaRPr/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 to 7 UEs in 7 blocks of REs in one PRB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8" name="Google Shape;2788;p61"/>
            <p:cNvSpPr/>
            <p:nvPr/>
          </p:nvSpPr>
          <p:spPr>
            <a:xfrm>
              <a:off x="1239992" y="3917580"/>
              <a:ext cx="478547" cy="205145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9" name="Google Shape;2789;p61"/>
            <p:cNvSpPr/>
            <p:nvPr/>
          </p:nvSpPr>
          <p:spPr>
            <a:xfrm>
              <a:off x="1239992" y="4184713"/>
              <a:ext cx="478547" cy="205145"/>
            </a:xfrm>
            <a:prstGeom prst="rect">
              <a:avLst/>
            </a:prstGeom>
            <a:solidFill>
              <a:srgbClr val="CFDF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0" name="Google Shape;2790;p61"/>
            <p:cNvSpPr/>
            <p:nvPr/>
          </p:nvSpPr>
          <p:spPr>
            <a:xfrm>
              <a:off x="1239992" y="4451846"/>
              <a:ext cx="478547" cy="205145"/>
            </a:xfrm>
            <a:prstGeom prst="rect">
              <a:avLst/>
            </a:prstGeom>
            <a:solidFill>
              <a:srgbClr val="C0DE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1" name="Google Shape;2791;p61"/>
            <p:cNvSpPr/>
            <p:nvPr/>
          </p:nvSpPr>
          <p:spPr>
            <a:xfrm>
              <a:off x="1239992" y="4718979"/>
              <a:ext cx="478547" cy="205145"/>
            </a:xfrm>
            <a:prstGeom prst="rect">
              <a:avLst/>
            </a:prstGeom>
            <a:solidFill>
              <a:srgbClr val="DFBB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2" name="Google Shape;2792;p61"/>
            <p:cNvSpPr/>
            <p:nvPr/>
          </p:nvSpPr>
          <p:spPr>
            <a:xfrm>
              <a:off x="1239992" y="4986112"/>
              <a:ext cx="478547" cy="205145"/>
            </a:xfrm>
            <a:prstGeom prst="rect">
              <a:avLst/>
            </a:prstGeom>
            <a:solidFill>
              <a:srgbClr val="36B8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3" name="Google Shape;2793;p61"/>
            <p:cNvSpPr/>
            <p:nvPr/>
          </p:nvSpPr>
          <p:spPr>
            <a:xfrm>
              <a:off x="1239992" y="5253245"/>
              <a:ext cx="478547" cy="205145"/>
            </a:xfrm>
            <a:prstGeom prst="rect">
              <a:avLst/>
            </a:prstGeom>
            <a:solidFill>
              <a:srgbClr val="B2D6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4" name="Google Shape;2794;p61"/>
            <p:cNvSpPr/>
            <p:nvPr/>
          </p:nvSpPr>
          <p:spPr>
            <a:xfrm>
              <a:off x="1239992" y="5520378"/>
              <a:ext cx="478547" cy="205145"/>
            </a:xfrm>
            <a:prstGeom prst="rect">
              <a:avLst/>
            </a:prstGeom>
            <a:solidFill>
              <a:srgbClr val="E2ACA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5" name="Google Shape;2795;p61"/>
            <p:cNvSpPr txBox="1"/>
            <p:nvPr/>
          </p:nvSpPr>
          <p:spPr>
            <a:xfrm>
              <a:off x="806527" y="3861753"/>
              <a:ext cx="4491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796" name="Google Shape;2796;p61"/>
            <p:cNvSpPr txBox="1"/>
            <p:nvPr/>
          </p:nvSpPr>
          <p:spPr>
            <a:xfrm>
              <a:off x="807123" y="4132042"/>
              <a:ext cx="4491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797" name="Google Shape;2797;p61"/>
            <p:cNvSpPr txBox="1"/>
            <p:nvPr/>
          </p:nvSpPr>
          <p:spPr>
            <a:xfrm>
              <a:off x="807719" y="4402331"/>
              <a:ext cx="4491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798" name="Google Shape;2798;p61"/>
            <p:cNvSpPr txBox="1"/>
            <p:nvPr/>
          </p:nvSpPr>
          <p:spPr>
            <a:xfrm>
              <a:off x="808315" y="4672620"/>
              <a:ext cx="4491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799" name="Google Shape;2799;p61"/>
            <p:cNvSpPr txBox="1"/>
            <p:nvPr/>
          </p:nvSpPr>
          <p:spPr>
            <a:xfrm>
              <a:off x="808911" y="4942909"/>
              <a:ext cx="4491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800" name="Google Shape;2800;p61"/>
            <p:cNvSpPr txBox="1"/>
            <p:nvPr/>
          </p:nvSpPr>
          <p:spPr>
            <a:xfrm>
              <a:off x="809507" y="5213198"/>
              <a:ext cx="4491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801" name="Google Shape;2801;p61"/>
            <p:cNvSpPr txBox="1"/>
            <p:nvPr/>
          </p:nvSpPr>
          <p:spPr>
            <a:xfrm>
              <a:off x="810103" y="5483487"/>
              <a:ext cx="4491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  <p:grpSp>
        <p:nvGrpSpPr>
          <p:cNvPr id="2802" name="Google Shape;2802;p61"/>
          <p:cNvGrpSpPr/>
          <p:nvPr/>
        </p:nvGrpSpPr>
        <p:grpSpPr>
          <a:xfrm>
            <a:off x="9189720" y="4814668"/>
            <a:ext cx="2395790" cy="1087566"/>
            <a:chOff x="9189720" y="4814668"/>
            <a:chExt cx="2395790" cy="1087566"/>
          </a:xfrm>
        </p:grpSpPr>
        <p:pic>
          <p:nvPicPr>
            <p:cNvPr id="2803" name="Google Shape;2803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69160" y="4876252"/>
              <a:ext cx="1616350" cy="102598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04" name="Google Shape;2804;p61"/>
            <p:cNvCxnSpPr/>
            <p:nvPr/>
          </p:nvCxnSpPr>
          <p:spPr>
            <a:xfrm rot="10800000">
              <a:off x="9189720" y="4814668"/>
              <a:ext cx="1311664" cy="471267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805" name="Google Shape;2805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Google Shape;2811;p62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Elements of 4G LTE architecture</a:t>
            </a:r>
            <a:endParaRPr/>
          </a:p>
        </p:txBody>
      </p:sp>
      <p:sp>
        <p:nvSpPr>
          <p:cNvPr id="2812" name="Google Shape;2812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3" name="Google Shape;2813;p62"/>
          <p:cNvSpPr/>
          <p:nvPr/>
        </p:nvSpPr>
        <p:spPr>
          <a:xfrm>
            <a:off x="4757358" y="1791732"/>
            <a:ext cx="2397211" cy="19894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4" name="Google Shape;2814;p62"/>
          <p:cNvSpPr/>
          <p:nvPr/>
        </p:nvSpPr>
        <p:spPr>
          <a:xfrm>
            <a:off x="6908799" y="1910325"/>
            <a:ext cx="4498899" cy="2763823"/>
          </a:xfrm>
          <a:custGeom>
            <a:rect b="b" l="l" r="r" t="t"/>
            <a:pathLst>
              <a:path extrusionOk="0" h="761031" w="1404583">
                <a:moveTo>
                  <a:pt x="231469" y="21319"/>
                </a:moveTo>
                <a:cubicBezTo>
                  <a:pt x="113339" y="68148"/>
                  <a:pt x="168135" y="217890"/>
                  <a:pt x="130383" y="294045"/>
                </a:cubicBezTo>
                <a:cubicBezTo>
                  <a:pt x="92631" y="370200"/>
                  <a:pt x="15047" y="419628"/>
                  <a:pt x="4957" y="478252"/>
                </a:cubicBezTo>
                <a:cubicBezTo>
                  <a:pt x="-5133" y="536876"/>
                  <a:pt x="-6784" y="601806"/>
                  <a:pt x="69845" y="645790"/>
                </a:cubicBezTo>
                <a:cubicBezTo>
                  <a:pt x="114412" y="664652"/>
                  <a:pt x="174902" y="743051"/>
                  <a:pt x="363588" y="758567"/>
                </a:cubicBezTo>
                <a:cubicBezTo>
                  <a:pt x="827649" y="755219"/>
                  <a:pt x="1109615" y="783142"/>
                  <a:pt x="1278658" y="709030"/>
                </a:cubicBezTo>
                <a:cubicBezTo>
                  <a:pt x="1447701" y="634918"/>
                  <a:pt x="1407676" y="440091"/>
                  <a:pt x="1377847" y="313896"/>
                </a:cubicBezTo>
                <a:cubicBezTo>
                  <a:pt x="1318189" y="194584"/>
                  <a:pt x="1265114" y="253952"/>
                  <a:pt x="1146823" y="100862"/>
                </a:cubicBezTo>
                <a:cubicBezTo>
                  <a:pt x="1043800" y="52777"/>
                  <a:pt x="899969" y="21099"/>
                  <a:pt x="839164" y="13068"/>
                </a:cubicBezTo>
                <a:cubicBezTo>
                  <a:pt x="716407" y="20525"/>
                  <a:pt x="349599" y="-25510"/>
                  <a:pt x="231469" y="2131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5" name="Google Shape;2815;p62"/>
          <p:cNvCxnSpPr/>
          <p:nvPr/>
        </p:nvCxnSpPr>
        <p:spPr>
          <a:xfrm rot="10800000">
            <a:off x="8724767" y="3505909"/>
            <a:ext cx="187288" cy="6828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6" name="Google Shape;2816;p62"/>
          <p:cNvCxnSpPr/>
          <p:nvPr/>
        </p:nvCxnSpPr>
        <p:spPr>
          <a:xfrm>
            <a:off x="8754732" y="3491584"/>
            <a:ext cx="1060146" cy="4124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7" name="Google Shape;2817;p62"/>
          <p:cNvCxnSpPr>
            <a:endCxn id="2818" idx="4"/>
          </p:cNvCxnSpPr>
          <p:nvPr/>
        </p:nvCxnSpPr>
        <p:spPr>
          <a:xfrm flipH="1" rot="10800000">
            <a:off x="9814915" y="3680349"/>
            <a:ext cx="818100" cy="22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9" name="Google Shape;2819;p62"/>
          <p:cNvCxnSpPr/>
          <p:nvPr/>
        </p:nvCxnSpPr>
        <p:spPr>
          <a:xfrm rot="10800000">
            <a:off x="7656511" y="3055704"/>
            <a:ext cx="1124574" cy="4198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0" name="Google Shape;2820;p62"/>
          <p:cNvCxnSpPr/>
          <p:nvPr/>
        </p:nvCxnSpPr>
        <p:spPr>
          <a:xfrm flipH="1" rot="10800000">
            <a:off x="8781081" y="2910099"/>
            <a:ext cx="1002157" cy="56540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1" name="Google Shape;2821;p62"/>
          <p:cNvCxnSpPr>
            <a:stCxn id="2822" idx="4"/>
          </p:cNvCxnSpPr>
          <p:nvPr/>
        </p:nvCxnSpPr>
        <p:spPr>
          <a:xfrm>
            <a:off x="7389190" y="3739485"/>
            <a:ext cx="1522800" cy="44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3" name="Google Shape;2823;p62"/>
          <p:cNvCxnSpPr/>
          <p:nvPr/>
        </p:nvCxnSpPr>
        <p:spPr>
          <a:xfrm flipH="1" rot="10800000">
            <a:off x="7209979" y="3485174"/>
            <a:ext cx="1514786" cy="233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4" name="Google Shape;2824;p62"/>
          <p:cNvCxnSpPr/>
          <p:nvPr/>
        </p:nvCxnSpPr>
        <p:spPr>
          <a:xfrm>
            <a:off x="10631673" y="3529431"/>
            <a:ext cx="90954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25" name="Google Shape;2825;p62"/>
          <p:cNvSpPr txBox="1"/>
          <p:nvPr/>
        </p:nvSpPr>
        <p:spPr>
          <a:xfrm>
            <a:off x="7973562" y="2332045"/>
            <a:ext cx="1096302" cy="5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826" name="Google Shape;2826;p62"/>
          <p:cNvSpPr txBox="1"/>
          <p:nvPr/>
        </p:nvSpPr>
        <p:spPr>
          <a:xfrm>
            <a:off x="7791233" y="4413571"/>
            <a:ext cx="2353669" cy="2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Serving Gateway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827" name="Google Shape;2827;p62"/>
          <p:cNvSpPr txBox="1"/>
          <p:nvPr/>
        </p:nvSpPr>
        <p:spPr>
          <a:xfrm>
            <a:off x="10033417" y="2441096"/>
            <a:ext cx="1682278" cy="407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828" name="Google Shape;2828;p62"/>
          <p:cNvSpPr txBox="1"/>
          <p:nvPr/>
        </p:nvSpPr>
        <p:spPr>
          <a:xfrm>
            <a:off x="9897766" y="3928199"/>
            <a:ext cx="1853514" cy="2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PDN gateway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2829" name="Google Shape;2829;p62"/>
          <p:cNvSpPr txBox="1"/>
          <p:nvPr/>
        </p:nvSpPr>
        <p:spPr>
          <a:xfrm>
            <a:off x="6567285" y="4467432"/>
            <a:ext cx="3257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0" name="Google Shape;2830;p62"/>
          <p:cNvCxnSpPr>
            <a:endCxn id="2831" idx="2"/>
          </p:cNvCxnSpPr>
          <p:nvPr/>
        </p:nvCxnSpPr>
        <p:spPr>
          <a:xfrm>
            <a:off x="8754732" y="3505907"/>
            <a:ext cx="1875300" cy="1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2" name="Google Shape;2832;p62"/>
          <p:cNvCxnSpPr/>
          <p:nvPr/>
        </p:nvCxnSpPr>
        <p:spPr>
          <a:xfrm flipH="1" rot="10800000">
            <a:off x="8912055" y="3904049"/>
            <a:ext cx="902823" cy="28469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3" name="Google Shape;2833;p62"/>
          <p:cNvCxnSpPr/>
          <p:nvPr/>
        </p:nvCxnSpPr>
        <p:spPr>
          <a:xfrm flipH="1" rot="10800000">
            <a:off x="7656511" y="4188741"/>
            <a:ext cx="1304940" cy="619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4" name="Google Shape;2834;p62"/>
          <p:cNvCxnSpPr>
            <a:stCxn id="2822" idx="4"/>
            <a:endCxn id="2835" idx="2"/>
          </p:cNvCxnSpPr>
          <p:nvPr/>
        </p:nvCxnSpPr>
        <p:spPr>
          <a:xfrm>
            <a:off x="7389190" y="3739485"/>
            <a:ext cx="237900" cy="4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6" name="Google Shape;2836;p62"/>
          <p:cNvCxnSpPr/>
          <p:nvPr/>
        </p:nvCxnSpPr>
        <p:spPr>
          <a:xfrm flipH="1" rot="10800000">
            <a:off x="7656513" y="3505909"/>
            <a:ext cx="1124569" cy="7448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7" name="Google Shape;2837;p62"/>
          <p:cNvCxnSpPr>
            <a:stCxn id="2838" idx="0"/>
          </p:cNvCxnSpPr>
          <p:nvPr/>
        </p:nvCxnSpPr>
        <p:spPr>
          <a:xfrm flipH="1">
            <a:off x="6399663" y="3631997"/>
            <a:ext cx="935400" cy="101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9" name="Google Shape;2839;p62"/>
          <p:cNvCxnSpPr>
            <a:stCxn id="2840" idx="12"/>
          </p:cNvCxnSpPr>
          <p:nvPr/>
        </p:nvCxnSpPr>
        <p:spPr>
          <a:xfrm rot="10800000">
            <a:off x="6675151" y="2682372"/>
            <a:ext cx="660300" cy="98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41" name="Google Shape;2841;p62"/>
          <p:cNvCxnSpPr>
            <a:stCxn id="2840" idx="13"/>
          </p:cNvCxnSpPr>
          <p:nvPr/>
        </p:nvCxnSpPr>
        <p:spPr>
          <a:xfrm flipH="1">
            <a:off x="5834965" y="3632847"/>
            <a:ext cx="14997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2" name="Google Shape;2842;p62"/>
          <p:cNvSpPr txBox="1"/>
          <p:nvPr/>
        </p:nvSpPr>
        <p:spPr>
          <a:xfrm>
            <a:off x="11042136" y="3315067"/>
            <a:ext cx="860748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843" name="Google Shape;2843;p62"/>
          <p:cNvSpPr txBox="1"/>
          <p:nvPr/>
        </p:nvSpPr>
        <p:spPr>
          <a:xfrm>
            <a:off x="4562645" y="2549748"/>
            <a:ext cx="1589760" cy="37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device 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2844" name="Google Shape;2844;p62"/>
          <p:cNvGrpSpPr/>
          <p:nvPr/>
        </p:nvGrpSpPr>
        <p:grpSpPr>
          <a:xfrm>
            <a:off x="9309047" y="2092807"/>
            <a:ext cx="439787" cy="517111"/>
            <a:chOff x="4501086" y="2717689"/>
            <a:chExt cx="347435" cy="424729"/>
          </a:xfrm>
        </p:grpSpPr>
        <p:sp>
          <p:nvSpPr>
            <p:cNvPr id="2845" name="Google Shape;2845;p62"/>
            <p:cNvSpPr/>
            <p:nvPr/>
          </p:nvSpPr>
          <p:spPr>
            <a:xfrm>
              <a:off x="4501086" y="2764691"/>
              <a:ext cx="345572" cy="328307"/>
            </a:xfrm>
            <a:prstGeom prst="rect">
              <a:avLst/>
            </a:prstGeom>
            <a:gradFill>
              <a:gsLst>
                <a:gs pos="0">
                  <a:srgbClr val="CDD3D7"/>
                </a:gs>
                <a:gs pos="1000">
                  <a:srgbClr val="CDD3D7"/>
                </a:gs>
                <a:gs pos="100000">
                  <a:srgbClr val="E7ECF0"/>
                </a:gs>
              </a:gsLst>
              <a:lin ang="54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6" name="Google Shape;2846;p62"/>
            <p:cNvSpPr/>
            <p:nvPr/>
          </p:nvSpPr>
          <p:spPr>
            <a:xfrm>
              <a:off x="4501086" y="2717689"/>
              <a:ext cx="345572" cy="98840"/>
            </a:xfrm>
            <a:prstGeom prst="ellipse">
              <a:avLst/>
            </a:prstGeom>
            <a:solidFill>
              <a:srgbClr val="E2E7EA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7" name="Google Shape;2847;p62"/>
            <p:cNvSpPr/>
            <p:nvPr/>
          </p:nvSpPr>
          <p:spPr>
            <a:xfrm>
              <a:off x="4502949" y="3043578"/>
              <a:ext cx="345572" cy="98840"/>
            </a:xfrm>
            <a:prstGeom prst="ellipse">
              <a:avLst/>
            </a:prstGeom>
            <a:solidFill>
              <a:srgbClr val="CDD3D7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8" name="Google Shape;2848;p62"/>
            <p:cNvSpPr/>
            <p:nvPr/>
          </p:nvSpPr>
          <p:spPr>
            <a:xfrm>
              <a:off x="4504261" y="3036961"/>
              <a:ext cx="339222" cy="52862"/>
            </a:xfrm>
            <a:prstGeom prst="rect">
              <a:avLst/>
            </a:prstGeom>
            <a:solidFill>
              <a:srgbClr val="CDD3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9" name="Google Shape;2849;p62"/>
          <p:cNvSpPr txBox="1"/>
          <p:nvPr/>
        </p:nvSpPr>
        <p:spPr>
          <a:xfrm>
            <a:off x="5930492" y="2821542"/>
            <a:ext cx="944297" cy="391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(eNode-B)  </a:t>
            </a:r>
            <a:endParaRPr b="1" sz="10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0" name="Google Shape;2850;p62"/>
          <p:cNvGrpSpPr/>
          <p:nvPr/>
        </p:nvGrpSpPr>
        <p:grpSpPr>
          <a:xfrm>
            <a:off x="8517277" y="3881562"/>
            <a:ext cx="883221" cy="540618"/>
            <a:chOff x="7493876" y="2774731"/>
            <a:chExt cx="1481958" cy="894622"/>
          </a:xfrm>
        </p:grpSpPr>
        <p:sp>
          <p:nvSpPr>
            <p:cNvPr id="2851" name="Google Shape;2851;p6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52" name="Google Shape;2852;p6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53" name="Google Shape;2853;p6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54" name="Google Shape;2854;p6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5" name="Google Shape;2855;p6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6" name="Google Shape;2856;p6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7" name="Google Shape;2857;p6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58" name="Google Shape;2858;p62"/>
          <p:cNvGrpSpPr/>
          <p:nvPr/>
        </p:nvGrpSpPr>
        <p:grpSpPr>
          <a:xfrm>
            <a:off x="10191431" y="3330376"/>
            <a:ext cx="883221" cy="540618"/>
            <a:chOff x="7493876" y="2774731"/>
            <a:chExt cx="1481958" cy="894622"/>
          </a:xfrm>
        </p:grpSpPr>
        <p:sp>
          <p:nvSpPr>
            <p:cNvPr id="2859" name="Google Shape;2859;p6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18" name="Google Shape;2818;p6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60" name="Google Shape;2860;p6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61" name="Google Shape;2861;p6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2" name="Google Shape;2862;p6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3" name="Google Shape;2863;p6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1" name="Google Shape;2831;p6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64" name="Google Shape;2864;p62"/>
          <p:cNvGrpSpPr/>
          <p:nvPr/>
        </p:nvGrpSpPr>
        <p:grpSpPr>
          <a:xfrm>
            <a:off x="8517278" y="3314233"/>
            <a:ext cx="495296" cy="318654"/>
            <a:chOff x="7493876" y="2774731"/>
            <a:chExt cx="1481958" cy="894622"/>
          </a:xfrm>
        </p:grpSpPr>
        <p:sp>
          <p:nvSpPr>
            <p:cNvPr id="2865" name="Google Shape;2865;p6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66" name="Google Shape;2866;p6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67" name="Google Shape;2867;p6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68" name="Google Shape;2868;p6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6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0" name="Google Shape;2870;p6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1" name="Google Shape;2871;p6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72" name="Google Shape;2872;p62"/>
          <p:cNvGrpSpPr/>
          <p:nvPr/>
        </p:nvGrpSpPr>
        <p:grpSpPr>
          <a:xfrm>
            <a:off x="9508439" y="3732448"/>
            <a:ext cx="495296" cy="318654"/>
            <a:chOff x="7493876" y="2774731"/>
            <a:chExt cx="1481958" cy="894622"/>
          </a:xfrm>
        </p:grpSpPr>
        <p:sp>
          <p:nvSpPr>
            <p:cNvPr id="2873" name="Google Shape;2873;p6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74" name="Google Shape;2874;p6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75" name="Google Shape;2875;p6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76" name="Google Shape;2876;p6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7" name="Google Shape;2877;p6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6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9" name="Google Shape;2879;p6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80" name="Google Shape;2880;p62"/>
          <p:cNvGrpSpPr/>
          <p:nvPr/>
        </p:nvGrpSpPr>
        <p:grpSpPr>
          <a:xfrm>
            <a:off x="7141557" y="3533202"/>
            <a:ext cx="495296" cy="318654"/>
            <a:chOff x="7493876" y="2774731"/>
            <a:chExt cx="1481958" cy="894622"/>
          </a:xfrm>
        </p:grpSpPr>
        <p:sp>
          <p:nvSpPr>
            <p:cNvPr id="2881" name="Google Shape;2881;p6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22" name="Google Shape;2822;p6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82" name="Google Shape;2882;p6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83" name="Google Shape;2883;p6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4" name="Google Shape;2884;p6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8" name="Google Shape;2838;p6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0" name="Google Shape;2840;p6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85" name="Google Shape;2885;p62"/>
          <p:cNvGrpSpPr/>
          <p:nvPr/>
        </p:nvGrpSpPr>
        <p:grpSpPr>
          <a:xfrm>
            <a:off x="7381204" y="4125100"/>
            <a:ext cx="495296" cy="318654"/>
            <a:chOff x="7493876" y="2774731"/>
            <a:chExt cx="1481958" cy="894622"/>
          </a:xfrm>
        </p:grpSpPr>
        <p:sp>
          <p:nvSpPr>
            <p:cNvPr id="2886" name="Google Shape;2886;p6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87" name="Google Shape;2887;p6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88" name="Google Shape;2888;p6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89" name="Google Shape;2889;p6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0" name="Google Shape;2890;p6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1" name="Google Shape;2891;p6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5" name="Google Shape;2835;p6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92" name="Google Shape;2892;p62"/>
          <p:cNvGrpSpPr/>
          <p:nvPr/>
        </p:nvGrpSpPr>
        <p:grpSpPr>
          <a:xfrm>
            <a:off x="5111346" y="1885219"/>
            <a:ext cx="733407" cy="660273"/>
            <a:chOff x="2751" y="1851"/>
            <a:chExt cx="462" cy="478"/>
          </a:xfrm>
        </p:grpSpPr>
        <p:pic>
          <p:nvPicPr>
            <p:cNvPr descr="iphone_stylized_small" id="2893" name="Google Shape;2893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894" name="Google Shape;2894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5" name="Google Shape;2895;p62"/>
          <p:cNvGrpSpPr/>
          <p:nvPr/>
        </p:nvGrpSpPr>
        <p:grpSpPr>
          <a:xfrm>
            <a:off x="5813450" y="3333577"/>
            <a:ext cx="534987" cy="414882"/>
            <a:chOff x="7432700" y="2327293"/>
            <a:chExt cx="534987" cy="414882"/>
          </a:xfrm>
        </p:grpSpPr>
        <p:pic>
          <p:nvPicPr>
            <p:cNvPr descr="antenna_stylized" id="2896" name="Google Shape;2896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897" name="Google Shape;2897;p6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8" name="Google Shape;2898;p62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899" name="Google Shape;2899;p6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0" name="Google Shape;2900;p62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1" name="Google Shape;2901;p62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2" name="Google Shape;2902;p62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3" name="Google Shape;2903;p62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4" name="Google Shape;2904;p62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5" name="Google Shape;2905;p62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06" name="Google Shape;2906;p62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907" name="Google Shape;2907;p6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8" name="Google Shape;2908;p6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9" name="Google Shape;2909;p6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0" name="Google Shape;2910;p6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1" name="Google Shape;2911;p6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2" name="Google Shape;2912;p6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13" name="Google Shape;2913;p62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62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62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62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62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8" name="Google Shape;2918;p62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9" name="Google Shape;2919;p62"/>
          <p:cNvGrpSpPr/>
          <p:nvPr/>
        </p:nvGrpSpPr>
        <p:grpSpPr>
          <a:xfrm>
            <a:off x="4909191" y="2961947"/>
            <a:ext cx="849312" cy="226109"/>
            <a:chOff x="8493165" y="2029804"/>
            <a:chExt cx="849312" cy="226109"/>
          </a:xfrm>
        </p:grpSpPr>
        <p:pic>
          <p:nvPicPr>
            <p:cNvPr descr="car_icon_small" id="2920" name="Google Shape;2920;p6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921" name="Google Shape;2921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 shot of a computer&#10;&#10;Description automatically generated" id="2922" name="Google Shape;2922;p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63485" y="2143958"/>
            <a:ext cx="645858" cy="1204723"/>
          </a:xfrm>
          <a:prstGeom prst="rect">
            <a:avLst/>
          </a:prstGeom>
          <a:noFill/>
          <a:ln>
            <a:noFill/>
          </a:ln>
        </p:spPr>
      </p:pic>
      <p:sp>
        <p:nvSpPr>
          <p:cNvPr id="2923" name="Google Shape;2923;p62"/>
          <p:cNvSpPr/>
          <p:nvPr/>
        </p:nvSpPr>
        <p:spPr>
          <a:xfrm>
            <a:off x="9181074" y="2063579"/>
            <a:ext cx="630195" cy="568410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C4CDD3"/>
              </a:gs>
              <a:gs pos="38000">
                <a:srgbClr val="F2F2F2"/>
              </a:gs>
              <a:gs pos="100000">
                <a:srgbClr val="BFBFBF"/>
              </a:gs>
            </a:gsLst>
            <a:lin ang="0" scaled="0"/>
          </a:gra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 shot of a computer&#10;&#10;Description automatically generated" id="2924" name="Google Shape;2924;p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43539" y="2209860"/>
            <a:ext cx="645858" cy="12047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5" name="Google Shape;2925;p62"/>
          <p:cNvGrpSpPr/>
          <p:nvPr/>
        </p:nvGrpSpPr>
        <p:grpSpPr>
          <a:xfrm>
            <a:off x="5970432" y="1600694"/>
            <a:ext cx="466245" cy="953439"/>
            <a:chOff x="6476205" y="1279015"/>
            <a:chExt cx="466245" cy="953439"/>
          </a:xfrm>
        </p:grpSpPr>
        <p:grpSp>
          <p:nvGrpSpPr>
            <p:cNvPr id="2926" name="Google Shape;2926;p62"/>
            <p:cNvGrpSpPr/>
            <p:nvPr/>
          </p:nvGrpSpPr>
          <p:grpSpPr>
            <a:xfrm>
              <a:off x="6476205" y="1279015"/>
              <a:ext cx="466245" cy="434369"/>
              <a:chOff x="2920" y="1424"/>
              <a:chExt cx="326" cy="320"/>
            </a:xfrm>
          </p:grpSpPr>
          <p:sp>
            <p:nvSpPr>
              <p:cNvPr id="2927" name="Google Shape;2927;p62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28" name="Google Shape;2928;p62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2929" name="Google Shape;2929;p62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0" name="Google Shape;2930;p62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1" name="Google Shape;2931;p62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2" name="Google Shape;2932;p62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3" name="Google Shape;2933;p62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34" name="Google Shape;2934;p62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35" name="Google Shape;2935;p62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2936" name="Google Shape;2936;p62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7" name="Google Shape;2937;p62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8" name="Google Shape;2938;p62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9" name="Google Shape;2939;p62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0" name="Google Shape;2940;p62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1" name="Google Shape;2941;p62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2" name="Google Shape;2942;p62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3" name="Google Shape;2943;p62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4" name="Google Shape;2944;p62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5" name="Google Shape;2945;p62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6" name="Google Shape;2946;p62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7" name="Google Shape;2947;p62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8" name="Google Shape;2948;p62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9" name="Google Shape;2949;p62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0" name="Google Shape;2950;p62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951" name="Google Shape;2951;p62"/>
          <p:cNvGrpSpPr/>
          <p:nvPr/>
        </p:nvGrpSpPr>
        <p:grpSpPr>
          <a:xfrm>
            <a:off x="6091888" y="2409568"/>
            <a:ext cx="767148" cy="417298"/>
            <a:chOff x="1503784" y="3006600"/>
            <a:chExt cx="1771786" cy="957087"/>
          </a:xfrm>
        </p:grpSpPr>
        <p:grpSp>
          <p:nvGrpSpPr>
            <p:cNvPr id="2952" name="Google Shape;2952;p62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2953" name="Google Shape;2953;p62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954" name="Google Shape;2954;p62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2955" name="Google Shape;2955;p62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2956" name="Google Shape;2956;p62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57" name="Google Shape;2957;p62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8" name="Google Shape;2958;p62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59" name="Google Shape;2959;p62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60" name="Google Shape;2960;p62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1" name="Google Shape;2961;p62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62" name="Google Shape;2962;p62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3" name="Google Shape;2963;p62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4" name="Google Shape;2964;p62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5" name="Google Shape;2965;p62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6" name="Google Shape;2966;p62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7" name="Google Shape;2967;p62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68" name="Google Shape;2968;p62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2969" name="Google Shape;2969;p62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0" name="Google Shape;2970;p62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1" name="Google Shape;2971;p62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2" name="Google Shape;2972;p62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73" name="Google Shape;2973;p62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4" name="Google Shape;2974;p62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A close up of text on a white background&#10;&#10;Description automatically generated" id="2975" name="Google Shape;2975;p6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28755" y="3842952"/>
            <a:ext cx="1051879" cy="988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2976" name="Google Shape;2976;p6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65235" y="4353698"/>
            <a:ext cx="771378" cy="724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2977" name="Google Shape;2977;p6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8723" y="4567881"/>
            <a:ext cx="523550" cy="492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8" name="Google Shape;2978;p62"/>
          <p:cNvGrpSpPr/>
          <p:nvPr/>
        </p:nvGrpSpPr>
        <p:grpSpPr>
          <a:xfrm>
            <a:off x="689621" y="1603077"/>
            <a:ext cx="8911579" cy="4648200"/>
            <a:chOff x="689621" y="1603077"/>
            <a:chExt cx="8911579" cy="4648200"/>
          </a:xfrm>
        </p:grpSpPr>
        <p:sp>
          <p:nvSpPr>
            <p:cNvPr id="2979" name="Google Shape;2979;p62"/>
            <p:cNvSpPr/>
            <p:nvPr/>
          </p:nvSpPr>
          <p:spPr>
            <a:xfrm>
              <a:off x="689621" y="1603077"/>
              <a:ext cx="3870021" cy="46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</a:t>
              </a:r>
              <a:endParaRPr/>
            </a:p>
            <a:p>
              <a:pPr indent="-285750" lvl="0" marL="285750" marR="0" rtl="0" algn="l"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stores info about mobile devices for which the HSS’s network is their “home network”</a:t>
              </a:r>
              <a:endParaRPr/>
            </a:p>
            <a:p>
              <a:pPr indent="-285750" lvl="0" marL="285750" marR="0" rtl="0" algn="l"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works with MME in device authentication </a:t>
              </a:r>
              <a:endParaRPr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80" name="Google Shape;2980;p62"/>
            <p:cNvCxnSpPr/>
            <p:nvPr/>
          </p:nvCxnSpPr>
          <p:spPr>
            <a:xfrm>
              <a:off x="4473146" y="1890584"/>
              <a:ext cx="5128054" cy="654908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5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p63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Elements of 4G LTE architecture</a:t>
            </a:r>
            <a:endParaRPr/>
          </a:p>
        </p:txBody>
      </p:sp>
      <p:sp>
        <p:nvSpPr>
          <p:cNvPr id="2987" name="Google Shape;2987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8" name="Google Shape;2988;p63"/>
          <p:cNvSpPr/>
          <p:nvPr/>
        </p:nvSpPr>
        <p:spPr>
          <a:xfrm>
            <a:off x="4757358" y="1791732"/>
            <a:ext cx="2397211" cy="19894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63"/>
          <p:cNvSpPr/>
          <p:nvPr/>
        </p:nvSpPr>
        <p:spPr>
          <a:xfrm>
            <a:off x="6908799" y="1910325"/>
            <a:ext cx="4498899" cy="2763823"/>
          </a:xfrm>
          <a:custGeom>
            <a:rect b="b" l="l" r="r" t="t"/>
            <a:pathLst>
              <a:path extrusionOk="0" h="761031" w="1404583">
                <a:moveTo>
                  <a:pt x="231469" y="21319"/>
                </a:moveTo>
                <a:cubicBezTo>
                  <a:pt x="113339" y="68148"/>
                  <a:pt x="168135" y="217890"/>
                  <a:pt x="130383" y="294045"/>
                </a:cubicBezTo>
                <a:cubicBezTo>
                  <a:pt x="92631" y="370200"/>
                  <a:pt x="15047" y="419628"/>
                  <a:pt x="4957" y="478252"/>
                </a:cubicBezTo>
                <a:cubicBezTo>
                  <a:pt x="-5133" y="536876"/>
                  <a:pt x="-6784" y="601806"/>
                  <a:pt x="69845" y="645790"/>
                </a:cubicBezTo>
                <a:cubicBezTo>
                  <a:pt x="114412" y="664652"/>
                  <a:pt x="174902" y="743051"/>
                  <a:pt x="363588" y="758567"/>
                </a:cubicBezTo>
                <a:cubicBezTo>
                  <a:pt x="827649" y="755219"/>
                  <a:pt x="1109615" y="783142"/>
                  <a:pt x="1278658" y="709030"/>
                </a:cubicBezTo>
                <a:cubicBezTo>
                  <a:pt x="1447701" y="634918"/>
                  <a:pt x="1407676" y="440091"/>
                  <a:pt x="1377847" y="313896"/>
                </a:cubicBezTo>
                <a:cubicBezTo>
                  <a:pt x="1318189" y="194584"/>
                  <a:pt x="1265114" y="253952"/>
                  <a:pt x="1146823" y="100862"/>
                </a:cubicBezTo>
                <a:cubicBezTo>
                  <a:pt x="1043800" y="52777"/>
                  <a:pt x="899969" y="21099"/>
                  <a:pt x="839164" y="13068"/>
                </a:cubicBezTo>
                <a:cubicBezTo>
                  <a:pt x="716407" y="20525"/>
                  <a:pt x="349599" y="-25510"/>
                  <a:pt x="231469" y="2131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0" name="Google Shape;2990;p63"/>
          <p:cNvCxnSpPr/>
          <p:nvPr/>
        </p:nvCxnSpPr>
        <p:spPr>
          <a:xfrm rot="10800000">
            <a:off x="8724767" y="3505909"/>
            <a:ext cx="187288" cy="6828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1" name="Google Shape;2991;p63"/>
          <p:cNvCxnSpPr/>
          <p:nvPr/>
        </p:nvCxnSpPr>
        <p:spPr>
          <a:xfrm>
            <a:off x="8754732" y="3491584"/>
            <a:ext cx="1060146" cy="4124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2" name="Google Shape;2992;p63"/>
          <p:cNvCxnSpPr>
            <a:endCxn id="2993" idx="4"/>
          </p:cNvCxnSpPr>
          <p:nvPr/>
        </p:nvCxnSpPr>
        <p:spPr>
          <a:xfrm flipH="1" rot="10800000">
            <a:off x="9814915" y="3680349"/>
            <a:ext cx="818100" cy="22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4" name="Google Shape;2994;p63"/>
          <p:cNvCxnSpPr/>
          <p:nvPr/>
        </p:nvCxnSpPr>
        <p:spPr>
          <a:xfrm rot="10800000">
            <a:off x="7656511" y="3055704"/>
            <a:ext cx="1124574" cy="4198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5" name="Google Shape;2995;p63"/>
          <p:cNvCxnSpPr/>
          <p:nvPr/>
        </p:nvCxnSpPr>
        <p:spPr>
          <a:xfrm flipH="1" rot="10800000">
            <a:off x="8781081" y="2910099"/>
            <a:ext cx="1002157" cy="56540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6" name="Google Shape;2996;p63"/>
          <p:cNvCxnSpPr>
            <a:stCxn id="2997" idx="4"/>
          </p:cNvCxnSpPr>
          <p:nvPr/>
        </p:nvCxnSpPr>
        <p:spPr>
          <a:xfrm>
            <a:off x="7389190" y="3739485"/>
            <a:ext cx="1522800" cy="44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8" name="Google Shape;2998;p63"/>
          <p:cNvCxnSpPr/>
          <p:nvPr/>
        </p:nvCxnSpPr>
        <p:spPr>
          <a:xfrm flipH="1" rot="10800000">
            <a:off x="7209979" y="3485174"/>
            <a:ext cx="1514786" cy="233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9" name="Google Shape;2999;p63"/>
          <p:cNvCxnSpPr/>
          <p:nvPr/>
        </p:nvCxnSpPr>
        <p:spPr>
          <a:xfrm>
            <a:off x="10631673" y="3529431"/>
            <a:ext cx="90954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0" name="Google Shape;3000;p63"/>
          <p:cNvSpPr txBox="1"/>
          <p:nvPr/>
        </p:nvSpPr>
        <p:spPr>
          <a:xfrm>
            <a:off x="7973562" y="2332045"/>
            <a:ext cx="1096302" cy="5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001" name="Google Shape;3001;p63"/>
          <p:cNvSpPr txBox="1"/>
          <p:nvPr/>
        </p:nvSpPr>
        <p:spPr>
          <a:xfrm>
            <a:off x="7791233" y="4413571"/>
            <a:ext cx="2353669" cy="2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Serving Gateway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002" name="Google Shape;3002;p63"/>
          <p:cNvSpPr txBox="1"/>
          <p:nvPr/>
        </p:nvSpPr>
        <p:spPr>
          <a:xfrm>
            <a:off x="10033417" y="2441096"/>
            <a:ext cx="1682278" cy="407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003" name="Google Shape;3003;p63"/>
          <p:cNvSpPr txBox="1"/>
          <p:nvPr/>
        </p:nvSpPr>
        <p:spPr>
          <a:xfrm>
            <a:off x="9897766" y="3928199"/>
            <a:ext cx="1853514" cy="2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PDN gateway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004" name="Google Shape;3004;p63"/>
          <p:cNvSpPr txBox="1"/>
          <p:nvPr/>
        </p:nvSpPr>
        <p:spPr>
          <a:xfrm>
            <a:off x="6567285" y="4467432"/>
            <a:ext cx="3257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5" name="Google Shape;3005;p63"/>
          <p:cNvCxnSpPr>
            <a:endCxn id="3006" idx="2"/>
          </p:cNvCxnSpPr>
          <p:nvPr/>
        </p:nvCxnSpPr>
        <p:spPr>
          <a:xfrm>
            <a:off x="8754732" y="3505907"/>
            <a:ext cx="1875300" cy="1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7" name="Google Shape;3007;p63"/>
          <p:cNvCxnSpPr/>
          <p:nvPr/>
        </p:nvCxnSpPr>
        <p:spPr>
          <a:xfrm flipH="1" rot="10800000">
            <a:off x="8912055" y="3904049"/>
            <a:ext cx="902823" cy="28469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8" name="Google Shape;3008;p63"/>
          <p:cNvCxnSpPr/>
          <p:nvPr/>
        </p:nvCxnSpPr>
        <p:spPr>
          <a:xfrm flipH="1" rot="10800000">
            <a:off x="7656511" y="4188741"/>
            <a:ext cx="1304940" cy="619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9" name="Google Shape;3009;p63"/>
          <p:cNvCxnSpPr>
            <a:stCxn id="2997" idx="4"/>
            <a:endCxn id="3010" idx="2"/>
          </p:cNvCxnSpPr>
          <p:nvPr/>
        </p:nvCxnSpPr>
        <p:spPr>
          <a:xfrm>
            <a:off x="7389190" y="3739485"/>
            <a:ext cx="237900" cy="4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1" name="Google Shape;3011;p63"/>
          <p:cNvCxnSpPr/>
          <p:nvPr/>
        </p:nvCxnSpPr>
        <p:spPr>
          <a:xfrm flipH="1" rot="10800000">
            <a:off x="7656513" y="3505909"/>
            <a:ext cx="1124569" cy="7448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2" name="Google Shape;3012;p63"/>
          <p:cNvCxnSpPr>
            <a:stCxn id="3013" idx="0"/>
          </p:cNvCxnSpPr>
          <p:nvPr/>
        </p:nvCxnSpPr>
        <p:spPr>
          <a:xfrm flipH="1">
            <a:off x="6399663" y="3631997"/>
            <a:ext cx="935400" cy="101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4" name="Google Shape;3014;p63"/>
          <p:cNvCxnSpPr>
            <a:stCxn id="3015" idx="12"/>
          </p:cNvCxnSpPr>
          <p:nvPr/>
        </p:nvCxnSpPr>
        <p:spPr>
          <a:xfrm rot="10800000">
            <a:off x="6675151" y="2682372"/>
            <a:ext cx="660300" cy="98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6" name="Google Shape;3016;p63"/>
          <p:cNvCxnSpPr>
            <a:stCxn id="3015" idx="13"/>
          </p:cNvCxnSpPr>
          <p:nvPr/>
        </p:nvCxnSpPr>
        <p:spPr>
          <a:xfrm flipH="1">
            <a:off x="5834965" y="3632847"/>
            <a:ext cx="14997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7" name="Google Shape;3017;p63"/>
          <p:cNvSpPr txBox="1"/>
          <p:nvPr/>
        </p:nvSpPr>
        <p:spPr>
          <a:xfrm>
            <a:off x="11042136" y="3315067"/>
            <a:ext cx="860748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3018" name="Google Shape;3018;p63"/>
          <p:cNvSpPr txBox="1"/>
          <p:nvPr/>
        </p:nvSpPr>
        <p:spPr>
          <a:xfrm>
            <a:off x="4562645" y="2549748"/>
            <a:ext cx="1589760" cy="37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device 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grpSp>
        <p:nvGrpSpPr>
          <p:cNvPr id="3019" name="Google Shape;3019;p63"/>
          <p:cNvGrpSpPr/>
          <p:nvPr/>
        </p:nvGrpSpPr>
        <p:grpSpPr>
          <a:xfrm>
            <a:off x="9309047" y="2092807"/>
            <a:ext cx="439787" cy="517111"/>
            <a:chOff x="4501086" y="2717689"/>
            <a:chExt cx="347435" cy="424729"/>
          </a:xfrm>
        </p:grpSpPr>
        <p:sp>
          <p:nvSpPr>
            <p:cNvPr id="3020" name="Google Shape;3020;p63"/>
            <p:cNvSpPr/>
            <p:nvPr/>
          </p:nvSpPr>
          <p:spPr>
            <a:xfrm>
              <a:off x="4501086" y="2764691"/>
              <a:ext cx="345572" cy="328307"/>
            </a:xfrm>
            <a:prstGeom prst="rect">
              <a:avLst/>
            </a:prstGeom>
            <a:gradFill>
              <a:gsLst>
                <a:gs pos="0">
                  <a:srgbClr val="CDD3D7"/>
                </a:gs>
                <a:gs pos="1000">
                  <a:srgbClr val="CDD3D7"/>
                </a:gs>
                <a:gs pos="100000">
                  <a:srgbClr val="E7ECF0"/>
                </a:gs>
              </a:gsLst>
              <a:lin ang="54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1" name="Google Shape;3021;p63"/>
            <p:cNvSpPr/>
            <p:nvPr/>
          </p:nvSpPr>
          <p:spPr>
            <a:xfrm>
              <a:off x="4501086" y="2717689"/>
              <a:ext cx="345572" cy="98840"/>
            </a:xfrm>
            <a:prstGeom prst="ellipse">
              <a:avLst/>
            </a:prstGeom>
            <a:solidFill>
              <a:srgbClr val="E2E7EA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2" name="Google Shape;3022;p63"/>
            <p:cNvSpPr/>
            <p:nvPr/>
          </p:nvSpPr>
          <p:spPr>
            <a:xfrm>
              <a:off x="4502949" y="3043578"/>
              <a:ext cx="345572" cy="98840"/>
            </a:xfrm>
            <a:prstGeom prst="ellipse">
              <a:avLst/>
            </a:prstGeom>
            <a:solidFill>
              <a:srgbClr val="CDD3D7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3" name="Google Shape;3023;p63"/>
            <p:cNvSpPr/>
            <p:nvPr/>
          </p:nvSpPr>
          <p:spPr>
            <a:xfrm>
              <a:off x="4504261" y="3036961"/>
              <a:ext cx="339222" cy="52862"/>
            </a:xfrm>
            <a:prstGeom prst="rect">
              <a:avLst/>
            </a:prstGeom>
            <a:solidFill>
              <a:srgbClr val="CDD3D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4" name="Google Shape;3024;p63"/>
          <p:cNvSpPr txBox="1"/>
          <p:nvPr/>
        </p:nvSpPr>
        <p:spPr>
          <a:xfrm>
            <a:off x="5930492" y="2821542"/>
            <a:ext cx="944297" cy="391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(eNode-B)  </a:t>
            </a:r>
            <a:endParaRPr b="1" sz="10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5" name="Google Shape;3025;p63"/>
          <p:cNvGrpSpPr/>
          <p:nvPr/>
        </p:nvGrpSpPr>
        <p:grpSpPr>
          <a:xfrm>
            <a:off x="8517277" y="3881562"/>
            <a:ext cx="883221" cy="540618"/>
            <a:chOff x="7493876" y="2774731"/>
            <a:chExt cx="1481958" cy="894622"/>
          </a:xfrm>
        </p:grpSpPr>
        <p:sp>
          <p:nvSpPr>
            <p:cNvPr id="3026" name="Google Shape;3026;p6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27" name="Google Shape;3027;p6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28" name="Google Shape;3028;p6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29" name="Google Shape;3029;p6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0" name="Google Shape;3030;p6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1" name="Google Shape;3031;p6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2" name="Google Shape;3032;p6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33" name="Google Shape;3033;p63"/>
          <p:cNvGrpSpPr/>
          <p:nvPr/>
        </p:nvGrpSpPr>
        <p:grpSpPr>
          <a:xfrm>
            <a:off x="10191431" y="3330376"/>
            <a:ext cx="883221" cy="540618"/>
            <a:chOff x="7493876" y="2774731"/>
            <a:chExt cx="1481958" cy="894622"/>
          </a:xfrm>
        </p:grpSpPr>
        <p:sp>
          <p:nvSpPr>
            <p:cNvPr id="3034" name="Google Shape;3034;p6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93" name="Google Shape;2993;p6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35" name="Google Shape;3035;p6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36" name="Google Shape;3036;p6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7" name="Google Shape;3037;p6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8" name="Google Shape;3038;p6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6" name="Google Shape;3006;p6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39" name="Google Shape;3039;p63"/>
          <p:cNvGrpSpPr/>
          <p:nvPr/>
        </p:nvGrpSpPr>
        <p:grpSpPr>
          <a:xfrm>
            <a:off x="8517278" y="3314233"/>
            <a:ext cx="495296" cy="318654"/>
            <a:chOff x="7493876" y="2774731"/>
            <a:chExt cx="1481958" cy="894622"/>
          </a:xfrm>
        </p:grpSpPr>
        <p:sp>
          <p:nvSpPr>
            <p:cNvPr id="3040" name="Google Shape;3040;p6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41" name="Google Shape;3041;p6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42" name="Google Shape;3042;p6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43" name="Google Shape;3043;p6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4" name="Google Shape;3044;p6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5" name="Google Shape;3045;p6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6" name="Google Shape;3046;p6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47" name="Google Shape;3047;p63"/>
          <p:cNvGrpSpPr/>
          <p:nvPr/>
        </p:nvGrpSpPr>
        <p:grpSpPr>
          <a:xfrm>
            <a:off x="9508439" y="3732448"/>
            <a:ext cx="495296" cy="318654"/>
            <a:chOff x="7493876" y="2774731"/>
            <a:chExt cx="1481958" cy="894622"/>
          </a:xfrm>
        </p:grpSpPr>
        <p:sp>
          <p:nvSpPr>
            <p:cNvPr id="3048" name="Google Shape;3048;p6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49" name="Google Shape;3049;p6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50" name="Google Shape;3050;p6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51" name="Google Shape;3051;p6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2" name="Google Shape;3052;p6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3" name="Google Shape;3053;p6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4" name="Google Shape;3054;p6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55" name="Google Shape;3055;p63"/>
          <p:cNvGrpSpPr/>
          <p:nvPr/>
        </p:nvGrpSpPr>
        <p:grpSpPr>
          <a:xfrm>
            <a:off x="7141557" y="3533202"/>
            <a:ext cx="495296" cy="318654"/>
            <a:chOff x="7493876" y="2774731"/>
            <a:chExt cx="1481958" cy="894622"/>
          </a:xfrm>
        </p:grpSpPr>
        <p:sp>
          <p:nvSpPr>
            <p:cNvPr id="3056" name="Google Shape;3056;p6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997" name="Google Shape;2997;p6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57" name="Google Shape;3057;p6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58" name="Google Shape;3058;p6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9" name="Google Shape;3059;p6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3" name="Google Shape;3013;p6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5" name="Google Shape;3015;p6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60" name="Google Shape;3060;p63"/>
          <p:cNvGrpSpPr/>
          <p:nvPr/>
        </p:nvGrpSpPr>
        <p:grpSpPr>
          <a:xfrm>
            <a:off x="7381204" y="4125100"/>
            <a:ext cx="495296" cy="318654"/>
            <a:chOff x="7493876" y="2774731"/>
            <a:chExt cx="1481958" cy="894622"/>
          </a:xfrm>
        </p:grpSpPr>
        <p:sp>
          <p:nvSpPr>
            <p:cNvPr id="3061" name="Google Shape;3061;p6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62" name="Google Shape;3062;p6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63" name="Google Shape;3063;p6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64" name="Google Shape;3064;p6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5" name="Google Shape;3065;p6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6" name="Google Shape;3066;p6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0" name="Google Shape;3010;p6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67" name="Google Shape;3067;p63"/>
          <p:cNvGrpSpPr/>
          <p:nvPr/>
        </p:nvGrpSpPr>
        <p:grpSpPr>
          <a:xfrm>
            <a:off x="5111346" y="1885219"/>
            <a:ext cx="733407" cy="660273"/>
            <a:chOff x="2751" y="1851"/>
            <a:chExt cx="462" cy="478"/>
          </a:xfrm>
        </p:grpSpPr>
        <p:pic>
          <p:nvPicPr>
            <p:cNvPr descr="iphone_stylized_small" id="3068" name="Google Shape;3068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069" name="Google Shape;3069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0" name="Google Shape;3070;p63"/>
          <p:cNvGrpSpPr/>
          <p:nvPr/>
        </p:nvGrpSpPr>
        <p:grpSpPr>
          <a:xfrm>
            <a:off x="5813450" y="3333577"/>
            <a:ext cx="534987" cy="414882"/>
            <a:chOff x="7432700" y="2327293"/>
            <a:chExt cx="534987" cy="414882"/>
          </a:xfrm>
        </p:grpSpPr>
        <p:pic>
          <p:nvPicPr>
            <p:cNvPr descr="antenna_stylized" id="3071" name="Google Shape;3071;p6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072" name="Google Shape;3072;p6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3" name="Google Shape;3073;p63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074" name="Google Shape;3074;p6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5" name="Google Shape;3075;p63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63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7" name="Google Shape;3077;p63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8" name="Google Shape;3078;p63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63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0" name="Google Shape;3080;p63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81" name="Google Shape;3081;p63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082" name="Google Shape;3082;p6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3" name="Google Shape;3083;p6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4" name="Google Shape;3084;p6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5" name="Google Shape;3085;p6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6" name="Google Shape;3086;p6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7" name="Google Shape;3087;p6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88" name="Google Shape;3088;p63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63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0" name="Google Shape;3090;p63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63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63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3" name="Google Shape;3093;p63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4" name="Google Shape;3094;p63"/>
          <p:cNvGrpSpPr/>
          <p:nvPr/>
        </p:nvGrpSpPr>
        <p:grpSpPr>
          <a:xfrm>
            <a:off x="4909191" y="2961947"/>
            <a:ext cx="849312" cy="226109"/>
            <a:chOff x="8493165" y="2029804"/>
            <a:chExt cx="849312" cy="226109"/>
          </a:xfrm>
        </p:grpSpPr>
        <p:pic>
          <p:nvPicPr>
            <p:cNvPr descr="car_icon_small" id="3095" name="Google Shape;3095;p6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096" name="Google Shape;3096;p6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 shot of a computer&#10;&#10;Description automatically generated" id="3097" name="Google Shape;3097;p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63485" y="2143958"/>
            <a:ext cx="645858" cy="1204723"/>
          </a:xfrm>
          <a:prstGeom prst="rect">
            <a:avLst/>
          </a:prstGeom>
          <a:noFill/>
          <a:ln>
            <a:noFill/>
          </a:ln>
        </p:spPr>
      </p:pic>
      <p:sp>
        <p:nvSpPr>
          <p:cNvPr id="3098" name="Google Shape;3098;p63"/>
          <p:cNvSpPr/>
          <p:nvPr/>
        </p:nvSpPr>
        <p:spPr>
          <a:xfrm>
            <a:off x="9181074" y="2063579"/>
            <a:ext cx="630195" cy="568410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C4CDD3"/>
              </a:gs>
              <a:gs pos="38000">
                <a:srgbClr val="F2F2F2"/>
              </a:gs>
              <a:gs pos="100000">
                <a:srgbClr val="BFBFBF"/>
              </a:gs>
            </a:gsLst>
            <a:lin ang="0" scaled="0"/>
          </a:gra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 shot of a computer&#10;&#10;Description automatically generated" id="3099" name="Google Shape;3099;p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43539" y="2209860"/>
            <a:ext cx="645858" cy="12047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0" name="Google Shape;3100;p63"/>
          <p:cNvGrpSpPr/>
          <p:nvPr/>
        </p:nvGrpSpPr>
        <p:grpSpPr>
          <a:xfrm>
            <a:off x="5970432" y="1600694"/>
            <a:ext cx="466245" cy="953439"/>
            <a:chOff x="6476205" y="1279015"/>
            <a:chExt cx="466245" cy="953439"/>
          </a:xfrm>
        </p:grpSpPr>
        <p:grpSp>
          <p:nvGrpSpPr>
            <p:cNvPr id="3101" name="Google Shape;3101;p63"/>
            <p:cNvGrpSpPr/>
            <p:nvPr/>
          </p:nvGrpSpPr>
          <p:grpSpPr>
            <a:xfrm>
              <a:off x="6476205" y="1279015"/>
              <a:ext cx="466245" cy="434369"/>
              <a:chOff x="2920" y="1424"/>
              <a:chExt cx="326" cy="320"/>
            </a:xfrm>
          </p:grpSpPr>
          <p:sp>
            <p:nvSpPr>
              <p:cNvPr id="3102" name="Google Shape;3102;p63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03" name="Google Shape;3103;p63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104" name="Google Shape;3104;p63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5" name="Google Shape;3105;p63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6" name="Google Shape;3106;p63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7" name="Google Shape;3107;p63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8" name="Google Shape;3108;p63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09" name="Google Shape;3109;p63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10" name="Google Shape;3110;p63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3111" name="Google Shape;3111;p63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2" name="Google Shape;3112;p63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3" name="Google Shape;3113;p63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4" name="Google Shape;3114;p63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5" name="Google Shape;3115;p63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6" name="Google Shape;3116;p63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7" name="Google Shape;3117;p63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8" name="Google Shape;3118;p63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9" name="Google Shape;3119;p63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0" name="Google Shape;3120;p63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1" name="Google Shape;3121;p63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2" name="Google Shape;3122;p63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3" name="Google Shape;3123;p63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4" name="Google Shape;3124;p63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5" name="Google Shape;3125;p63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126" name="Google Shape;3126;p63"/>
          <p:cNvGrpSpPr/>
          <p:nvPr/>
        </p:nvGrpSpPr>
        <p:grpSpPr>
          <a:xfrm>
            <a:off x="6091888" y="2409568"/>
            <a:ext cx="767148" cy="417298"/>
            <a:chOff x="1503784" y="3006600"/>
            <a:chExt cx="1771786" cy="957087"/>
          </a:xfrm>
        </p:grpSpPr>
        <p:grpSp>
          <p:nvGrpSpPr>
            <p:cNvPr id="3127" name="Google Shape;3127;p63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3128" name="Google Shape;3128;p63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129" name="Google Shape;3129;p63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3130" name="Google Shape;3130;p63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3131" name="Google Shape;3131;p63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3132" name="Google Shape;3132;p63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3" name="Google Shape;3133;p63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34" name="Google Shape;3134;p63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3135" name="Google Shape;3135;p63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6" name="Google Shape;3136;p63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37" name="Google Shape;3137;p63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8" name="Google Shape;3138;p63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9" name="Google Shape;3139;p63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0" name="Google Shape;3140;p63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1" name="Google Shape;3141;p63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2" name="Google Shape;3142;p63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43" name="Google Shape;3143;p63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3144" name="Google Shape;3144;p63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5" name="Google Shape;3145;p63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6" name="Google Shape;3146;p63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7" name="Google Shape;3147;p63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48" name="Google Shape;3148;p63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9" name="Google Shape;3149;p63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A close up of text on a white background&#10;&#10;Description automatically generated" id="3150" name="Google Shape;3150;p6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28755" y="3842952"/>
            <a:ext cx="1051879" cy="988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3151" name="Google Shape;3151;p6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65235" y="4353698"/>
            <a:ext cx="771378" cy="724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3152" name="Google Shape;3152;p6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8723" y="4567881"/>
            <a:ext cx="523550" cy="492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3" name="Google Shape;3153;p63"/>
          <p:cNvGrpSpPr/>
          <p:nvPr/>
        </p:nvGrpSpPr>
        <p:grpSpPr>
          <a:xfrm>
            <a:off x="689621" y="1603077"/>
            <a:ext cx="9942241" cy="4648200"/>
            <a:chOff x="689621" y="1603077"/>
            <a:chExt cx="9942241" cy="4648200"/>
          </a:xfrm>
        </p:grpSpPr>
        <p:sp>
          <p:nvSpPr>
            <p:cNvPr id="3154" name="Google Shape;3154;p63"/>
            <p:cNvSpPr/>
            <p:nvPr/>
          </p:nvSpPr>
          <p:spPr>
            <a:xfrm>
              <a:off x="689621" y="1603077"/>
              <a:ext cx="4166584" cy="46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Serving Gateway (S-GW), PDN Gateway (P-GW)</a:t>
              </a:r>
              <a:endParaRPr/>
            </a:p>
            <a:p>
              <a:pPr indent="-234950" lvl="0" marL="295275" marR="0" rtl="0" algn="l"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lie on data path from mobile to/from Internet</a:t>
              </a:r>
              <a:endParaRPr/>
            </a:p>
            <a:p>
              <a:pPr indent="-234950" lvl="0" marL="295275" marR="0" rtl="0" algn="l"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endParaRPr/>
            </a:p>
            <a:p>
              <a:pPr indent="-222250" lvl="1" marL="62865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gateway to mobile cellular network</a:t>
              </a:r>
              <a:endParaRPr/>
            </a:p>
            <a:p>
              <a:pPr indent="-222250" lvl="1" marL="62865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Looks like nay other internet gateway router</a:t>
              </a:r>
              <a:endParaRPr/>
            </a:p>
            <a:p>
              <a:pPr indent="-222250" lvl="1" marL="62865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provides NAT services </a:t>
              </a:r>
              <a:endParaRPr/>
            </a:p>
            <a:p>
              <a:pPr indent="-233363" lvl="0" marL="233363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other routers:</a:t>
              </a:r>
              <a:endParaRPr/>
            </a:p>
            <a:p>
              <a:pPr indent="-222250" lvl="1" marL="62865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extensive use of tunneling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5563" lvl="0" marL="233363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11199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55" name="Google Shape;3155;p63"/>
            <p:cNvCxnSpPr>
              <a:endCxn id="3036" idx="9"/>
            </p:cNvCxnSpPr>
            <p:nvPr/>
          </p:nvCxnSpPr>
          <p:spPr>
            <a:xfrm>
              <a:off x="3954162" y="2310713"/>
              <a:ext cx="6677700" cy="114870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6" name="Google Shape;3156;p63"/>
            <p:cNvCxnSpPr>
              <a:endCxn id="3032" idx="13"/>
            </p:cNvCxnSpPr>
            <p:nvPr/>
          </p:nvCxnSpPr>
          <p:spPr>
            <a:xfrm>
              <a:off x="3958771" y="2311400"/>
              <a:ext cx="4902900" cy="173910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p64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Elements of 4G LTE architecture</a:t>
            </a:r>
            <a:endParaRPr/>
          </a:p>
        </p:txBody>
      </p:sp>
      <p:sp>
        <p:nvSpPr>
          <p:cNvPr id="3163" name="Google Shape;3163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4" name="Google Shape;3164;p64"/>
          <p:cNvSpPr/>
          <p:nvPr/>
        </p:nvSpPr>
        <p:spPr>
          <a:xfrm>
            <a:off x="4757358" y="1791732"/>
            <a:ext cx="2397211" cy="19894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5" name="Google Shape;3165;p64"/>
          <p:cNvSpPr/>
          <p:nvPr/>
        </p:nvSpPr>
        <p:spPr>
          <a:xfrm>
            <a:off x="6908799" y="1910325"/>
            <a:ext cx="4498899" cy="2763823"/>
          </a:xfrm>
          <a:custGeom>
            <a:rect b="b" l="l" r="r" t="t"/>
            <a:pathLst>
              <a:path extrusionOk="0" h="761031" w="1404583">
                <a:moveTo>
                  <a:pt x="231469" y="21319"/>
                </a:moveTo>
                <a:cubicBezTo>
                  <a:pt x="113339" y="68148"/>
                  <a:pt x="168135" y="217890"/>
                  <a:pt x="130383" y="294045"/>
                </a:cubicBezTo>
                <a:cubicBezTo>
                  <a:pt x="92631" y="370200"/>
                  <a:pt x="15047" y="419628"/>
                  <a:pt x="4957" y="478252"/>
                </a:cubicBezTo>
                <a:cubicBezTo>
                  <a:pt x="-5133" y="536876"/>
                  <a:pt x="-6784" y="601806"/>
                  <a:pt x="69845" y="645790"/>
                </a:cubicBezTo>
                <a:cubicBezTo>
                  <a:pt x="114412" y="664652"/>
                  <a:pt x="174902" y="743051"/>
                  <a:pt x="363588" y="758567"/>
                </a:cubicBezTo>
                <a:cubicBezTo>
                  <a:pt x="827649" y="755219"/>
                  <a:pt x="1109615" y="783142"/>
                  <a:pt x="1278658" y="709030"/>
                </a:cubicBezTo>
                <a:cubicBezTo>
                  <a:pt x="1447701" y="634918"/>
                  <a:pt x="1407676" y="440091"/>
                  <a:pt x="1377847" y="313896"/>
                </a:cubicBezTo>
                <a:cubicBezTo>
                  <a:pt x="1318189" y="194584"/>
                  <a:pt x="1265114" y="253952"/>
                  <a:pt x="1146823" y="100862"/>
                </a:cubicBezTo>
                <a:cubicBezTo>
                  <a:pt x="1043800" y="52777"/>
                  <a:pt x="899969" y="21099"/>
                  <a:pt x="839164" y="13068"/>
                </a:cubicBezTo>
                <a:cubicBezTo>
                  <a:pt x="716407" y="20525"/>
                  <a:pt x="349599" y="-25510"/>
                  <a:pt x="231469" y="2131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6" name="Google Shape;3166;p64"/>
          <p:cNvCxnSpPr/>
          <p:nvPr/>
        </p:nvCxnSpPr>
        <p:spPr>
          <a:xfrm rot="10800000">
            <a:off x="8724767" y="3505909"/>
            <a:ext cx="187288" cy="68283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67" name="Google Shape;3167;p64"/>
          <p:cNvCxnSpPr/>
          <p:nvPr/>
        </p:nvCxnSpPr>
        <p:spPr>
          <a:xfrm>
            <a:off x="8754732" y="3491584"/>
            <a:ext cx="1060146" cy="4124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68" name="Google Shape;3168;p64"/>
          <p:cNvCxnSpPr>
            <a:endCxn id="3169" idx="4"/>
          </p:cNvCxnSpPr>
          <p:nvPr/>
        </p:nvCxnSpPr>
        <p:spPr>
          <a:xfrm flipH="1" rot="10800000">
            <a:off x="9814915" y="3680349"/>
            <a:ext cx="818100" cy="223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0" name="Google Shape;3170;p64"/>
          <p:cNvCxnSpPr/>
          <p:nvPr/>
        </p:nvCxnSpPr>
        <p:spPr>
          <a:xfrm rot="10800000">
            <a:off x="7656511" y="3055704"/>
            <a:ext cx="1124574" cy="41980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1" name="Google Shape;3171;p64"/>
          <p:cNvCxnSpPr/>
          <p:nvPr/>
        </p:nvCxnSpPr>
        <p:spPr>
          <a:xfrm flipH="1" rot="10800000">
            <a:off x="8781081" y="2910099"/>
            <a:ext cx="1002157" cy="56540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2" name="Google Shape;3172;p64"/>
          <p:cNvCxnSpPr>
            <a:stCxn id="3173" idx="4"/>
          </p:cNvCxnSpPr>
          <p:nvPr/>
        </p:nvCxnSpPr>
        <p:spPr>
          <a:xfrm>
            <a:off x="7389190" y="3739485"/>
            <a:ext cx="1522800" cy="44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4" name="Google Shape;3174;p64"/>
          <p:cNvCxnSpPr/>
          <p:nvPr/>
        </p:nvCxnSpPr>
        <p:spPr>
          <a:xfrm flipH="1" rot="10800000">
            <a:off x="7209979" y="3485174"/>
            <a:ext cx="1514786" cy="233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5" name="Google Shape;3175;p64"/>
          <p:cNvCxnSpPr/>
          <p:nvPr/>
        </p:nvCxnSpPr>
        <p:spPr>
          <a:xfrm>
            <a:off x="10631673" y="3529431"/>
            <a:ext cx="90954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76" name="Google Shape;3176;p64"/>
          <p:cNvSpPr txBox="1"/>
          <p:nvPr/>
        </p:nvSpPr>
        <p:spPr>
          <a:xfrm>
            <a:off x="7973562" y="2332045"/>
            <a:ext cx="1096302" cy="5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177" name="Google Shape;3177;p64"/>
          <p:cNvSpPr txBox="1"/>
          <p:nvPr/>
        </p:nvSpPr>
        <p:spPr>
          <a:xfrm>
            <a:off x="7791233" y="4413571"/>
            <a:ext cx="2353669" cy="2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Serving Gateway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178" name="Google Shape;3178;p64"/>
          <p:cNvSpPr txBox="1"/>
          <p:nvPr/>
        </p:nvSpPr>
        <p:spPr>
          <a:xfrm>
            <a:off x="10033417" y="2441096"/>
            <a:ext cx="1682278" cy="407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179" name="Google Shape;3179;p64"/>
          <p:cNvSpPr txBox="1"/>
          <p:nvPr/>
        </p:nvSpPr>
        <p:spPr>
          <a:xfrm>
            <a:off x="9897766" y="3928199"/>
            <a:ext cx="1853514" cy="2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PDN gateway (</a:t>
            </a: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180" name="Google Shape;3180;p64"/>
          <p:cNvSpPr txBox="1"/>
          <p:nvPr/>
        </p:nvSpPr>
        <p:spPr>
          <a:xfrm>
            <a:off x="6567285" y="4467432"/>
            <a:ext cx="32573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1" name="Google Shape;3181;p64"/>
          <p:cNvCxnSpPr>
            <a:endCxn id="3182" idx="2"/>
          </p:cNvCxnSpPr>
          <p:nvPr/>
        </p:nvCxnSpPr>
        <p:spPr>
          <a:xfrm>
            <a:off x="8754732" y="3505907"/>
            <a:ext cx="1875300" cy="1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3" name="Google Shape;3183;p64"/>
          <p:cNvCxnSpPr/>
          <p:nvPr/>
        </p:nvCxnSpPr>
        <p:spPr>
          <a:xfrm flipH="1" rot="10800000">
            <a:off x="8912055" y="3904049"/>
            <a:ext cx="902823" cy="28469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4" name="Google Shape;3184;p64"/>
          <p:cNvCxnSpPr/>
          <p:nvPr/>
        </p:nvCxnSpPr>
        <p:spPr>
          <a:xfrm flipH="1" rot="10800000">
            <a:off x="7656511" y="4188741"/>
            <a:ext cx="1304940" cy="619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5" name="Google Shape;3185;p64"/>
          <p:cNvCxnSpPr>
            <a:stCxn id="3173" idx="4"/>
            <a:endCxn id="3186" idx="2"/>
          </p:cNvCxnSpPr>
          <p:nvPr/>
        </p:nvCxnSpPr>
        <p:spPr>
          <a:xfrm>
            <a:off x="7389190" y="3739485"/>
            <a:ext cx="237900" cy="49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7" name="Google Shape;3187;p64"/>
          <p:cNvCxnSpPr/>
          <p:nvPr/>
        </p:nvCxnSpPr>
        <p:spPr>
          <a:xfrm flipH="1" rot="10800000">
            <a:off x="7656513" y="3505909"/>
            <a:ext cx="1124569" cy="7448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8" name="Google Shape;3188;p64"/>
          <p:cNvCxnSpPr>
            <a:stCxn id="3189" idx="0"/>
          </p:cNvCxnSpPr>
          <p:nvPr/>
        </p:nvCxnSpPr>
        <p:spPr>
          <a:xfrm flipH="1">
            <a:off x="6399663" y="3631997"/>
            <a:ext cx="935400" cy="101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90" name="Google Shape;3190;p64"/>
          <p:cNvCxnSpPr>
            <a:stCxn id="3191" idx="12"/>
          </p:cNvCxnSpPr>
          <p:nvPr/>
        </p:nvCxnSpPr>
        <p:spPr>
          <a:xfrm rot="10800000">
            <a:off x="6675151" y="2682372"/>
            <a:ext cx="660300" cy="98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92" name="Google Shape;3192;p64"/>
          <p:cNvCxnSpPr>
            <a:stCxn id="3191" idx="13"/>
          </p:cNvCxnSpPr>
          <p:nvPr/>
        </p:nvCxnSpPr>
        <p:spPr>
          <a:xfrm flipH="1">
            <a:off x="5834965" y="3632847"/>
            <a:ext cx="14997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3" name="Google Shape;3193;p64"/>
          <p:cNvSpPr txBox="1"/>
          <p:nvPr/>
        </p:nvSpPr>
        <p:spPr>
          <a:xfrm>
            <a:off x="11042136" y="3315067"/>
            <a:ext cx="860748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3194" name="Google Shape;3194;p64"/>
          <p:cNvSpPr txBox="1"/>
          <p:nvPr/>
        </p:nvSpPr>
        <p:spPr>
          <a:xfrm>
            <a:off x="4562645" y="2549748"/>
            <a:ext cx="1589760" cy="37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device 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</a:t>
            </a:r>
            <a:r>
              <a:rPr b="1"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195" name="Google Shape;3195;p64"/>
          <p:cNvSpPr txBox="1"/>
          <p:nvPr/>
        </p:nvSpPr>
        <p:spPr>
          <a:xfrm>
            <a:off x="5930492" y="2821542"/>
            <a:ext cx="944297" cy="391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(eNode-B)  </a:t>
            </a:r>
            <a:endParaRPr b="1" sz="10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6" name="Google Shape;3196;p64"/>
          <p:cNvGrpSpPr/>
          <p:nvPr/>
        </p:nvGrpSpPr>
        <p:grpSpPr>
          <a:xfrm>
            <a:off x="8517277" y="3881562"/>
            <a:ext cx="883221" cy="540618"/>
            <a:chOff x="7493876" y="2774731"/>
            <a:chExt cx="1481958" cy="894622"/>
          </a:xfrm>
        </p:grpSpPr>
        <p:sp>
          <p:nvSpPr>
            <p:cNvPr id="3197" name="Google Shape;3197;p6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98" name="Google Shape;3198;p6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99" name="Google Shape;3199;p6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00" name="Google Shape;3200;p6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1" name="Google Shape;3201;p6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2" name="Google Shape;3202;p6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3" name="Google Shape;3203;p6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04" name="Google Shape;3204;p64"/>
          <p:cNvGrpSpPr/>
          <p:nvPr/>
        </p:nvGrpSpPr>
        <p:grpSpPr>
          <a:xfrm>
            <a:off x="10191431" y="3330376"/>
            <a:ext cx="883221" cy="540618"/>
            <a:chOff x="7493876" y="2774731"/>
            <a:chExt cx="1481958" cy="894622"/>
          </a:xfrm>
        </p:grpSpPr>
        <p:sp>
          <p:nvSpPr>
            <p:cNvPr id="3205" name="Google Shape;3205;p6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69" name="Google Shape;3169;p6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06" name="Google Shape;3206;p6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07" name="Google Shape;3207;p6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8" name="Google Shape;3208;p6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9" name="Google Shape;3209;p6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2" name="Google Shape;3182;p6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0" name="Google Shape;3210;p64"/>
          <p:cNvGrpSpPr/>
          <p:nvPr/>
        </p:nvGrpSpPr>
        <p:grpSpPr>
          <a:xfrm>
            <a:off x="8517278" y="3314233"/>
            <a:ext cx="495296" cy="318654"/>
            <a:chOff x="7493876" y="2774731"/>
            <a:chExt cx="1481958" cy="894622"/>
          </a:xfrm>
        </p:grpSpPr>
        <p:sp>
          <p:nvSpPr>
            <p:cNvPr id="3211" name="Google Shape;3211;p6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12" name="Google Shape;3212;p6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13" name="Google Shape;3213;p6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14" name="Google Shape;3214;p6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5" name="Google Shape;3215;p6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6" name="Google Shape;3216;p6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7" name="Google Shape;3217;p6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8" name="Google Shape;3218;p64"/>
          <p:cNvGrpSpPr/>
          <p:nvPr/>
        </p:nvGrpSpPr>
        <p:grpSpPr>
          <a:xfrm>
            <a:off x="9508439" y="3732448"/>
            <a:ext cx="495296" cy="318654"/>
            <a:chOff x="7493876" y="2774731"/>
            <a:chExt cx="1481958" cy="894622"/>
          </a:xfrm>
        </p:grpSpPr>
        <p:sp>
          <p:nvSpPr>
            <p:cNvPr id="3219" name="Google Shape;3219;p6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20" name="Google Shape;3220;p6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21" name="Google Shape;3221;p6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22" name="Google Shape;3222;p6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3" name="Google Shape;3223;p6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4" name="Google Shape;3224;p6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5" name="Google Shape;3225;p6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6" name="Google Shape;3226;p64"/>
          <p:cNvGrpSpPr/>
          <p:nvPr/>
        </p:nvGrpSpPr>
        <p:grpSpPr>
          <a:xfrm>
            <a:off x="7141557" y="3533202"/>
            <a:ext cx="495296" cy="318654"/>
            <a:chOff x="7493876" y="2774731"/>
            <a:chExt cx="1481958" cy="894622"/>
          </a:xfrm>
        </p:grpSpPr>
        <p:sp>
          <p:nvSpPr>
            <p:cNvPr id="3227" name="Google Shape;3227;p6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73" name="Google Shape;3173;p6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28" name="Google Shape;3228;p6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29" name="Google Shape;3229;p6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6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6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1" name="Google Shape;3191;p6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1" name="Google Shape;3231;p64"/>
          <p:cNvGrpSpPr/>
          <p:nvPr/>
        </p:nvGrpSpPr>
        <p:grpSpPr>
          <a:xfrm>
            <a:off x="7381204" y="4125100"/>
            <a:ext cx="495296" cy="318654"/>
            <a:chOff x="7493876" y="2774731"/>
            <a:chExt cx="1481958" cy="894622"/>
          </a:xfrm>
        </p:grpSpPr>
        <p:sp>
          <p:nvSpPr>
            <p:cNvPr id="3232" name="Google Shape;3232;p6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33" name="Google Shape;3233;p6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34" name="Google Shape;3234;p6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35" name="Google Shape;3235;p6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6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6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6" name="Google Shape;3186;p6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8" name="Google Shape;3238;p64"/>
          <p:cNvGrpSpPr/>
          <p:nvPr/>
        </p:nvGrpSpPr>
        <p:grpSpPr>
          <a:xfrm>
            <a:off x="5111346" y="1885219"/>
            <a:ext cx="733407" cy="660273"/>
            <a:chOff x="2751" y="1851"/>
            <a:chExt cx="462" cy="478"/>
          </a:xfrm>
        </p:grpSpPr>
        <p:pic>
          <p:nvPicPr>
            <p:cNvPr descr="iphone_stylized_small" id="3239" name="Google Shape;3239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240" name="Google Shape;3240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41" name="Google Shape;3241;p64"/>
          <p:cNvGrpSpPr/>
          <p:nvPr/>
        </p:nvGrpSpPr>
        <p:grpSpPr>
          <a:xfrm>
            <a:off x="5813450" y="3333577"/>
            <a:ext cx="534987" cy="414882"/>
            <a:chOff x="7432700" y="2327293"/>
            <a:chExt cx="534987" cy="414882"/>
          </a:xfrm>
        </p:grpSpPr>
        <p:pic>
          <p:nvPicPr>
            <p:cNvPr descr="antenna_stylized" id="3242" name="Google Shape;3242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243" name="Google Shape;3243;p6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4" name="Google Shape;3244;p64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245" name="Google Shape;3245;p6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6" name="Google Shape;3246;p64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7" name="Google Shape;3247;p64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8" name="Google Shape;3248;p64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9" name="Google Shape;3249;p64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0" name="Google Shape;3250;p64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1" name="Google Shape;3251;p64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52" name="Google Shape;3252;p64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253" name="Google Shape;3253;p6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6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5" name="Google Shape;3255;p6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6" name="Google Shape;3256;p6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7" name="Google Shape;3257;p6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8" name="Google Shape;3258;p6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59" name="Google Shape;3259;p64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0" name="Google Shape;3260;p64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1" name="Google Shape;3261;p64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2" name="Google Shape;3262;p64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3" name="Google Shape;3263;p64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4" name="Google Shape;3264;p64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5" name="Google Shape;3265;p64"/>
          <p:cNvGrpSpPr/>
          <p:nvPr/>
        </p:nvGrpSpPr>
        <p:grpSpPr>
          <a:xfrm>
            <a:off x="4909191" y="2961947"/>
            <a:ext cx="849312" cy="226109"/>
            <a:chOff x="8493165" y="2029804"/>
            <a:chExt cx="849312" cy="226109"/>
          </a:xfrm>
        </p:grpSpPr>
        <p:pic>
          <p:nvPicPr>
            <p:cNvPr descr="car_icon_small" id="3266" name="Google Shape;3266;p6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3267" name="Google Shape;3267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 shot of a computer&#10;&#10;Description automatically generated" id="3268" name="Google Shape;3268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63485" y="2143958"/>
            <a:ext cx="645858" cy="12047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9" name="Google Shape;3269;p64"/>
          <p:cNvGrpSpPr/>
          <p:nvPr/>
        </p:nvGrpSpPr>
        <p:grpSpPr>
          <a:xfrm>
            <a:off x="9181074" y="2063579"/>
            <a:ext cx="1008323" cy="1351004"/>
            <a:chOff x="9181074" y="2063579"/>
            <a:chExt cx="1008323" cy="1351004"/>
          </a:xfrm>
        </p:grpSpPr>
        <p:grpSp>
          <p:nvGrpSpPr>
            <p:cNvPr id="3270" name="Google Shape;3270;p64"/>
            <p:cNvGrpSpPr/>
            <p:nvPr/>
          </p:nvGrpSpPr>
          <p:grpSpPr>
            <a:xfrm>
              <a:off x="9309047" y="2092807"/>
              <a:ext cx="439787" cy="517111"/>
              <a:chOff x="4501086" y="2717689"/>
              <a:chExt cx="347435" cy="424729"/>
            </a:xfrm>
          </p:grpSpPr>
          <p:sp>
            <p:nvSpPr>
              <p:cNvPr id="3271" name="Google Shape;3271;p64"/>
              <p:cNvSpPr/>
              <p:nvPr/>
            </p:nvSpPr>
            <p:spPr>
              <a:xfrm>
                <a:off x="4501086" y="2764691"/>
                <a:ext cx="345572" cy="328307"/>
              </a:xfrm>
              <a:prstGeom prst="rect">
                <a:avLst/>
              </a:prstGeom>
              <a:gradFill>
                <a:gsLst>
                  <a:gs pos="0">
                    <a:srgbClr val="CDD3D7"/>
                  </a:gs>
                  <a:gs pos="1000">
                    <a:srgbClr val="CDD3D7"/>
                  </a:gs>
                  <a:gs pos="100000">
                    <a:srgbClr val="E7ECF0"/>
                  </a:gs>
                </a:gsLst>
                <a:lin ang="54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2" name="Google Shape;3272;p64"/>
              <p:cNvSpPr/>
              <p:nvPr/>
            </p:nvSpPr>
            <p:spPr>
              <a:xfrm>
                <a:off x="4501086" y="2717689"/>
                <a:ext cx="345572" cy="98840"/>
              </a:xfrm>
              <a:prstGeom prst="ellipse">
                <a:avLst/>
              </a:prstGeom>
              <a:solidFill>
                <a:srgbClr val="E2E7EA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3" name="Google Shape;3273;p64"/>
              <p:cNvSpPr/>
              <p:nvPr/>
            </p:nvSpPr>
            <p:spPr>
              <a:xfrm>
                <a:off x="4502949" y="3043578"/>
                <a:ext cx="345572" cy="98840"/>
              </a:xfrm>
              <a:prstGeom prst="ellipse">
                <a:avLst/>
              </a:prstGeom>
              <a:solidFill>
                <a:srgbClr val="CDD3D7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4" name="Google Shape;3274;p64"/>
              <p:cNvSpPr/>
              <p:nvPr/>
            </p:nvSpPr>
            <p:spPr>
              <a:xfrm>
                <a:off x="4504261" y="3036961"/>
                <a:ext cx="339222" cy="52862"/>
              </a:xfrm>
              <a:prstGeom prst="rect">
                <a:avLst/>
              </a:prstGeom>
              <a:solidFill>
                <a:srgbClr val="CDD3D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75" name="Google Shape;3275;p64"/>
            <p:cNvSpPr/>
            <p:nvPr/>
          </p:nvSpPr>
          <p:spPr>
            <a:xfrm>
              <a:off x="9181074" y="2063579"/>
              <a:ext cx="630195" cy="568410"/>
            </a:xfrm>
            <a:prstGeom prst="can">
              <a:avLst>
                <a:gd fmla="val 25000" name="adj"/>
              </a:avLst>
            </a:prstGeom>
            <a:gradFill>
              <a:gsLst>
                <a:gs pos="0">
                  <a:srgbClr val="C4CDD3"/>
                </a:gs>
                <a:gs pos="3800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screen shot of a computer&#10;&#10;Description automatically generated" id="3276" name="Google Shape;3276;p6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543539" y="2209860"/>
              <a:ext cx="645858" cy="1204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77" name="Google Shape;3277;p64"/>
          <p:cNvGrpSpPr/>
          <p:nvPr/>
        </p:nvGrpSpPr>
        <p:grpSpPr>
          <a:xfrm>
            <a:off x="5970432" y="1600694"/>
            <a:ext cx="466245" cy="953439"/>
            <a:chOff x="6476205" y="1279015"/>
            <a:chExt cx="466245" cy="953439"/>
          </a:xfrm>
        </p:grpSpPr>
        <p:grpSp>
          <p:nvGrpSpPr>
            <p:cNvPr id="3278" name="Google Shape;3278;p64"/>
            <p:cNvGrpSpPr/>
            <p:nvPr/>
          </p:nvGrpSpPr>
          <p:grpSpPr>
            <a:xfrm>
              <a:off x="6476205" y="1279015"/>
              <a:ext cx="466245" cy="434369"/>
              <a:chOff x="2920" y="1424"/>
              <a:chExt cx="326" cy="320"/>
            </a:xfrm>
          </p:grpSpPr>
          <p:sp>
            <p:nvSpPr>
              <p:cNvPr id="3279" name="Google Shape;3279;p64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80" name="Google Shape;3280;p64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281" name="Google Shape;3281;p64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2" name="Google Shape;3282;p64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3" name="Google Shape;3283;p64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4" name="Google Shape;3284;p64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5" name="Google Shape;3285;p64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86" name="Google Shape;3286;p64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7" name="Google Shape;3287;p64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3288" name="Google Shape;3288;p64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89" name="Google Shape;3289;p64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0" name="Google Shape;3290;p64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1" name="Google Shape;3291;p64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2" name="Google Shape;3292;p64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3" name="Google Shape;3293;p64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4" name="Google Shape;3294;p64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5" name="Google Shape;3295;p64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6" name="Google Shape;3296;p64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7" name="Google Shape;3297;p64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8" name="Google Shape;3298;p64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99" name="Google Shape;3299;p64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0" name="Google Shape;3300;p64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1" name="Google Shape;3301;p64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02" name="Google Shape;3302;p64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303" name="Google Shape;3303;p64"/>
          <p:cNvGrpSpPr/>
          <p:nvPr/>
        </p:nvGrpSpPr>
        <p:grpSpPr>
          <a:xfrm>
            <a:off x="6091888" y="2409568"/>
            <a:ext cx="767148" cy="417298"/>
            <a:chOff x="1503784" y="3006600"/>
            <a:chExt cx="1771786" cy="957087"/>
          </a:xfrm>
        </p:grpSpPr>
        <p:grpSp>
          <p:nvGrpSpPr>
            <p:cNvPr id="3304" name="Google Shape;3304;p64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3305" name="Google Shape;3305;p64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306" name="Google Shape;3306;p64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3307" name="Google Shape;3307;p64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3308" name="Google Shape;3308;p64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3309" name="Google Shape;3309;p64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0" name="Google Shape;3310;p64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11" name="Google Shape;3311;p64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3312" name="Google Shape;3312;p64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3" name="Google Shape;3313;p64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14" name="Google Shape;3314;p64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64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6" name="Google Shape;3316;p64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7" name="Google Shape;3317;p64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64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9" name="Google Shape;3319;p64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20" name="Google Shape;3320;p64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3321" name="Google Shape;3321;p64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2" name="Google Shape;3322;p64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3" name="Google Shape;3323;p64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4" name="Google Shape;3324;p64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25" name="Google Shape;3325;p64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6" name="Google Shape;3326;p64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A close up of text on a white background&#10;&#10;Description automatically generated" id="3327" name="Google Shape;3327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28755" y="3842952"/>
            <a:ext cx="1051879" cy="988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3328" name="Google Shape;3328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65235" y="4353698"/>
            <a:ext cx="771378" cy="724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text on a white background&#10;&#10;Description automatically generated" id="3329" name="Google Shape;3329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8723" y="4567881"/>
            <a:ext cx="523550" cy="492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0" name="Google Shape;3330;p64"/>
          <p:cNvGrpSpPr/>
          <p:nvPr/>
        </p:nvGrpSpPr>
        <p:grpSpPr>
          <a:xfrm>
            <a:off x="604151" y="1714290"/>
            <a:ext cx="6908757" cy="4785366"/>
            <a:chOff x="678293" y="1603077"/>
            <a:chExt cx="6908757" cy="4785366"/>
          </a:xfrm>
        </p:grpSpPr>
        <p:sp>
          <p:nvSpPr>
            <p:cNvPr id="3331" name="Google Shape;3331;p64"/>
            <p:cNvSpPr/>
            <p:nvPr/>
          </p:nvSpPr>
          <p:spPr>
            <a:xfrm>
              <a:off x="689621" y="1603077"/>
              <a:ext cx="4154228" cy="2487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</a:t>
              </a:r>
              <a:endParaRPr/>
            </a:p>
            <a:p>
              <a:pPr indent="-234950" lvl="0" marL="295275" marR="0" rtl="0" algn="l"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device authentication (device-to-network, network-to-device) coordinated with mobile home network HSS </a:t>
              </a:r>
              <a:endParaRPr/>
            </a:p>
            <a:p>
              <a:pPr indent="-342900" lvl="0" marL="342900" marR="0" rtl="0" algn="l"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32" name="Google Shape;3332;p64"/>
            <p:cNvCxnSpPr/>
            <p:nvPr/>
          </p:nvCxnSpPr>
          <p:spPr>
            <a:xfrm>
              <a:off x="1692876" y="2298357"/>
              <a:ext cx="5894174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33" name="Google Shape;3333;p64"/>
            <p:cNvSpPr/>
            <p:nvPr/>
          </p:nvSpPr>
          <p:spPr>
            <a:xfrm>
              <a:off x="678293" y="4053834"/>
              <a:ext cx="4931675" cy="2334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34950" lvl="0" marL="295275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device management: </a:t>
              </a:r>
              <a:endParaRPr/>
            </a:p>
            <a:p>
              <a:pPr indent="-173037" lvl="1" marL="517525" marR="0" rtl="0" algn="l"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device handover between cells</a:t>
              </a:r>
              <a:endParaRPr/>
            </a:p>
            <a:p>
              <a:pPr indent="-173037" lvl="1" marL="517525" marR="0" rtl="0" algn="l">
                <a:spcBef>
                  <a:spcPts val="48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tracking/paging device location</a:t>
              </a:r>
              <a:endParaRPr/>
            </a:p>
            <a:p>
              <a:pPr indent="-234950" lvl="0" marL="295275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path (tunneling) setup from mobile device to P-GW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8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" name="Google Shape;3339;p65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LTE: data plane control plane separation</a:t>
            </a:r>
            <a:endParaRPr/>
          </a:p>
        </p:txBody>
      </p:sp>
      <p:sp>
        <p:nvSpPr>
          <p:cNvPr id="3340" name="Google Shape;3340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341" name="Google Shape;3341;p65"/>
          <p:cNvGrpSpPr/>
          <p:nvPr/>
        </p:nvGrpSpPr>
        <p:grpSpPr>
          <a:xfrm>
            <a:off x="885336" y="1421024"/>
            <a:ext cx="6173370" cy="1823890"/>
            <a:chOff x="2454644" y="1594021"/>
            <a:chExt cx="6173370" cy="1823890"/>
          </a:xfrm>
        </p:grpSpPr>
        <p:grpSp>
          <p:nvGrpSpPr>
            <p:cNvPr id="3342" name="Google Shape;3342;p65"/>
            <p:cNvGrpSpPr/>
            <p:nvPr/>
          </p:nvGrpSpPr>
          <p:grpSpPr>
            <a:xfrm>
              <a:off x="2454644" y="2342419"/>
              <a:ext cx="733407" cy="660273"/>
              <a:chOff x="2751" y="1851"/>
              <a:chExt cx="462" cy="478"/>
            </a:xfrm>
          </p:grpSpPr>
          <p:pic>
            <p:nvPicPr>
              <p:cNvPr descr="iphone_stylized_small" id="3343" name="Google Shape;3343;p6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344" name="Google Shape;3344;p6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45" name="Google Shape;3345;p65"/>
            <p:cNvGrpSpPr/>
            <p:nvPr/>
          </p:nvGrpSpPr>
          <p:grpSpPr>
            <a:xfrm>
              <a:off x="3449031" y="1773131"/>
              <a:ext cx="790834" cy="1208131"/>
              <a:chOff x="5970432" y="1600694"/>
              <a:chExt cx="888604" cy="1226172"/>
            </a:xfrm>
          </p:grpSpPr>
          <p:grpSp>
            <p:nvGrpSpPr>
              <p:cNvPr id="3346" name="Google Shape;3346;p65"/>
              <p:cNvGrpSpPr/>
              <p:nvPr/>
            </p:nvGrpSpPr>
            <p:grpSpPr>
              <a:xfrm>
                <a:off x="5970432" y="1600694"/>
                <a:ext cx="466245" cy="953439"/>
                <a:chOff x="6476205" y="1279015"/>
                <a:chExt cx="466245" cy="953439"/>
              </a:xfrm>
            </p:grpSpPr>
            <p:grpSp>
              <p:nvGrpSpPr>
                <p:cNvPr id="3347" name="Google Shape;3347;p65"/>
                <p:cNvGrpSpPr/>
                <p:nvPr/>
              </p:nvGrpSpPr>
              <p:grpSpPr>
                <a:xfrm>
                  <a:off x="6476205" y="1279015"/>
                  <a:ext cx="466245" cy="420795"/>
                  <a:chOff x="2920" y="1424"/>
                  <a:chExt cx="326" cy="310"/>
                </a:xfrm>
              </p:grpSpPr>
              <p:sp>
                <p:nvSpPr>
                  <p:cNvPr id="3348" name="Google Shape;3348;p65"/>
                  <p:cNvSpPr/>
                  <p:nvPr/>
                </p:nvSpPr>
                <p:spPr>
                  <a:xfrm>
                    <a:off x="2920" y="1445"/>
                    <a:ext cx="326" cy="28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349" name="Google Shape;3349;p65"/>
                  <p:cNvGrpSpPr/>
                  <p:nvPr/>
                </p:nvGrpSpPr>
                <p:grpSpPr>
                  <a:xfrm>
                    <a:off x="2949" y="1424"/>
                    <a:ext cx="265" cy="280"/>
                    <a:chOff x="2949" y="1424"/>
                    <a:chExt cx="265" cy="280"/>
                  </a:xfrm>
                </p:grpSpPr>
                <p:sp>
                  <p:nvSpPr>
                    <p:cNvPr id="3350" name="Google Shape;3350;p65"/>
                    <p:cNvSpPr/>
                    <p:nvPr/>
                  </p:nvSpPr>
                  <p:spPr>
                    <a:xfrm>
                      <a:off x="3030" y="1545"/>
                      <a:ext cx="107" cy="92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51" name="Google Shape;3351;p65"/>
                    <p:cNvSpPr/>
                    <p:nvPr/>
                  </p:nvSpPr>
                  <p:spPr>
                    <a:xfrm>
                      <a:off x="3006" y="1525"/>
                      <a:ext cx="154" cy="131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52" name="Google Shape;3352;p65"/>
                    <p:cNvSpPr/>
                    <p:nvPr/>
                  </p:nvSpPr>
                  <p:spPr>
                    <a:xfrm>
                      <a:off x="2983" y="1501"/>
                      <a:ext cx="203" cy="179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53" name="Google Shape;3353;p65"/>
                    <p:cNvSpPr/>
                    <p:nvPr/>
                  </p:nvSpPr>
                  <p:spPr>
                    <a:xfrm>
                      <a:off x="2949" y="1476"/>
                      <a:ext cx="265" cy="228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54" name="Google Shape;3354;p65"/>
                    <p:cNvSpPr/>
                    <p:nvPr/>
                  </p:nvSpPr>
                  <p:spPr>
                    <a:xfrm flipH="1" rot="10800000">
                      <a:off x="2987" y="1424"/>
                      <a:ext cx="205" cy="143"/>
                    </a:xfrm>
                    <a:custGeom>
                      <a:rect b="b" l="l" r="r" t="t"/>
                      <a:pathLst>
                        <a:path extrusionOk="0" h="956" w="1180">
                          <a:moveTo>
                            <a:pt x="499" y="7"/>
                          </a:moveTo>
                          <a:lnTo>
                            <a:pt x="0" y="780"/>
                          </a:lnTo>
                          <a:lnTo>
                            <a:pt x="134" y="885"/>
                          </a:lnTo>
                          <a:lnTo>
                            <a:pt x="366" y="920"/>
                          </a:lnTo>
                          <a:lnTo>
                            <a:pt x="534" y="956"/>
                          </a:lnTo>
                          <a:lnTo>
                            <a:pt x="829" y="949"/>
                          </a:lnTo>
                          <a:lnTo>
                            <a:pt x="1096" y="850"/>
                          </a:lnTo>
                          <a:lnTo>
                            <a:pt x="1180" y="801"/>
                          </a:lnTo>
                          <a:lnTo>
                            <a:pt x="668" y="0"/>
                          </a:lnTo>
                          <a:lnTo>
                            <a:pt x="499" y="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355" name="Google Shape;3355;p65"/>
                <p:cNvGrpSpPr/>
                <p:nvPr/>
              </p:nvGrpSpPr>
              <p:grpSpPr>
                <a:xfrm>
                  <a:off x="6527789" y="1518577"/>
                  <a:ext cx="375668" cy="713877"/>
                  <a:chOff x="3130" y="3288"/>
                  <a:chExt cx="410" cy="742"/>
                </a:xfrm>
              </p:grpSpPr>
              <p:cxnSp>
                <p:nvCxnSpPr>
                  <p:cNvPr id="3356" name="Google Shape;3356;p65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57" name="Google Shape;3357;p65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58" name="Google Shape;3358;p65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59" name="Google Shape;3359;p65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0" name="Google Shape;3360;p65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1" name="Google Shape;3361;p65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2" name="Google Shape;3362;p65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3" name="Google Shape;3363;p65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4" name="Google Shape;3364;p65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5" name="Google Shape;3365;p65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6" name="Google Shape;3366;p65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7" name="Google Shape;3367;p65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8" name="Google Shape;3368;p65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69" name="Google Shape;3369;p65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370" name="Google Shape;3370;p65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3371" name="Google Shape;3371;p65"/>
              <p:cNvGrpSpPr/>
              <p:nvPr/>
            </p:nvGrpSpPr>
            <p:grpSpPr>
              <a:xfrm>
                <a:off x="6091888" y="2409568"/>
                <a:ext cx="767148" cy="417298"/>
                <a:chOff x="1503784" y="3006600"/>
                <a:chExt cx="1771786" cy="957087"/>
              </a:xfrm>
            </p:grpSpPr>
            <p:grpSp>
              <p:nvGrpSpPr>
                <p:cNvPr id="3372" name="Google Shape;3372;p65"/>
                <p:cNvGrpSpPr/>
                <p:nvPr/>
              </p:nvGrpSpPr>
              <p:grpSpPr>
                <a:xfrm>
                  <a:off x="1503784" y="3006600"/>
                  <a:ext cx="1771786" cy="957087"/>
                  <a:chOff x="1465684" y="2997075"/>
                  <a:chExt cx="1771786" cy="957087"/>
                </a:xfrm>
              </p:grpSpPr>
              <p:sp>
                <p:nvSpPr>
                  <p:cNvPr id="3373" name="Google Shape;3373;p65"/>
                  <p:cNvSpPr/>
                  <p:nvPr/>
                </p:nvSpPr>
                <p:spPr>
                  <a:xfrm>
                    <a:off x="1465684" y="3328365"/>
                    <a:ext cx="1771786" cy="625797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374" name="Google Shape;3374;p65"/>
                  <p:cNvSpPr/>
                  <p:nvPr/>
                </p:nvSpPr>
                <p:spPr>
                  <a:xfrm>
                    <a:off x="1466704" y="2997075"/>
                    <a:ext cx="1769640" cy="619577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</p:grpSp>
            <p:grpSp>
              <p:nvGrpSpPr>
                <p:cNvPr id="3375" name="Google Shape;3375;p65"/>
                <p:cNvGrpSpPr/>
                <p:nvPr/>
              </p:nvGrpSpPr>
              <p:grpSpPr>
                <a:xfrm>
                  <a:off x="1961060" y="3038475"/>
                  <a:ext cx="801873" cy="553944"/>
                  <a:chOff x="1951535" y="3022600"/>
                  <a:chExt cx="801873" cy="553944"/>
                </a:xfrm>
              </p:grpSpPr>
              <p:grpSp>
                <p:nvGrpSpPr>
                  <p:cNvPr id="3376" name="Google Shape;3376;p65"/>
                  <p:cNvGrpSpPr/>
                  <p:nvPr/>
                </p:nvGrpSpPr>
                <p:grpSpPr>
                  <a:xfrm>
                    <a:off x="2032000" y="3022600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3377" name="Google Shape;3377;p65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78" name="Google Shape;3378;p65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3379" name="Google Shape;3379;p65"/>
                  <p:cNvGrpSpPr/>
                  <p:nvPr/>
                </p:nvGrpSpPr>
                <p:grpSpPr>
                  <a:xfrm flipH="1">
                    <a:off x="2441575" y="3032125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3380" name="Google Shape;3380;p65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81" name="Google Shape;3381;p65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382" name="Google Shape;3382;p65"/>
                  <p:cNvSpPr/>
                  <p:nvPr/>
                </p:nvSpPr>
                <p:spPr>
                  <a:xfrm flipH="1" rot="10800000">
                    <a:off x="2057400" y="3130550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3" name="Google Shape;3383;p65"/>
                  <p:cNvSpPr/>
                  <p:nvPr/>
                </p:nvSpPr>
                <p:spPr>
                  <a:xfrm rot="-4543353">
                    <a:off x="2079626" y="3187701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4" name="Google Shape;3384;p65"/>
                  <p:cNvSpPr/>
                  <p:nvPr/>
                </p:nvSpPr>
                <p:spPr>
                  <a:xfrm flipH="1" rot="6584936">
                    <a:off x="1990347" y="3141540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5" name="Google Shape;3385;p65"/>
                  <p:cNvSpPr/>
                  <p:nvPr/>
                </p:nvSpPr>
                <p:spPr>
                  <a:xfrm>
                    <a:off x="2032000" y="3162300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6" name="Google Shape;3386;p65"/>
                  <p:cNvSpPr/>
                  <p:nvPr/>
                </p:nvSpPr>
                <p:spPr>
                  <a:xfrm rot="-6584936">
                    <a:off x="2627741" y="3146398"/>
                    <a:ext cx="9519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7" name="Google Shape;3387;p65"/>
                  <p:cNvSpPr/>
                  <p:nvPr/>
                </p:nvSpPr>
                <p:spPr>
                  <a:xfrm rot="4492456">
                    <a:off x="2397126" y="31972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388" name="Google Shape;3388;p65"/>
                  <p:cNvGrpSpPr/>
                  <p:nvPr/>
                </p:nvGrpSpPr>
                <p:grpSpPr>
                  <a:xfrm>
                    <a:off x="1951535" y="3316761"/>
                    <a:ext cx="801873" cy="106763"/>
                    <a:chOff x="1953503" y="3313586"/>
                    <a:chExt cx="706591" cy="106763"/>
                  </a:xfrm>
                </p:grpSpPr>
                <p:sp>
                  <p:nvSpPr>
                    <p:cNvPr id="3389" name="Google Shape;3389;p65"/>
                    <p:cNvSpPr/>
                    <p:nvPr/>
                  </p:nvSpPr>
                  <p:spPr>
                    <a:xfrm flipH="1" rot="10800000">
                      <a:off x="2012950" y="3330575"/>
                      <a:ext cx="625475" cy="60324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90" name="Google Shape;3390;p65"/>
                    <p:cNvSpPr/>
                    <p:nvPr/>
                  </p:nvSpPr>
                  <p:spPr>
                    <a:xfrm flipH="1" rot="6584936">
                      <a:off x="1945897" y="3341565"/>
                      <a:ext cx="95195" cy="50805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91" name="Google Shape;3391;p65"/>
                    <p:cNvSpPr/>
                    <p:nvPr/>
                  </p:nvSpPr>
                  <p:spPr>
                    <a:xfrm>
                      <a:off x="1987550" y="3362325"/>
                      <a:ext cx="650875" cy="45719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92" name="Google Shape;3392;p65"/>
                    <p:cNvSpPr/>
                    <p:nvPr/>
                  </p:nvSpPr>
                  <p:spPr>
                    <a:xfrm rot="-6584936">
                      <a:off x="2577455" y="3347983"/>
                      <a:ext cx="95195" cy="40287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393" name="Google Shape;3393;p65"/>
                  <p:cNvSpPr/>
                  <p:nvPr/>
                </p:nvSpPr>
                <p:spPr>
                  <a:xfrm rot="4389628">
                    <a:off x="2495482" y="3370576"/>
                    <a:ext cx="160883" cy="55150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4" name="Google Shape;3394;p65"/>
                  <p:cNvSpPr/>
                  <p:nvPr/>
                </p:nvSpPr>
                <p:spPr>
                  <a:xfrm rot="-4531743">
                    <a:off x="2025651" y="33623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pic>
          <p:nvPicPr>
            <p:cNvPr descr="A screen shot of a computer&#10;&#10;Description automatically generated" id="3395" name="Google Shape;3395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39269" y="2306483"/>
              <a:ext cx="518980" cy="9680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96" name="Google Shape;3396;p65"/>
            <p:cNvGrpSpPr/>
            <p:nvPr/>
          </p:nvGrpSpPr>
          <p:grpSpPr>
            <a:xfrm>
              <a:off x="6672649" y="1594021"/>
              <a:ext cx="847689" cy="1079156"/>
              <a:chOff x="9181074" y="2063579"/>
              <a:chExt cx="1008323" cy="1351004"/>
            </a:xfrm>
          </p:grpSpPr>
          <p:grpSp>
            <p:nvGrpSpPr>
              <p:cNvPr id="3397" name="Google Shape;3397;p65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3398" name="Google Shape;3398;p65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9" name="Google Shape;3399;p65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0" name="Google Shape;3400;p65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1" name="Google Shape;3401;p65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02" name="Google Shape;3402;p65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3403" name="Google Shape;3403;p6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04" name="Google Shape;3404;p65"/>
            <p:cNvGrpSpPr/>
            <p:nvPr/>
          </p:nvGrpSpPr>
          <p:grpSpPr>
            <a:xfrm>
              <a:off x="7933038" y="2656701"/>
              <a:ext cx="694976" cy="460529"/>
              <a:chOff x="7493876" y="2774731"/>
              <a:chExt cx="1481958" cy="894622"/>
            </a:xfrm>
          </p:grpSpPr>
          <p:sp>
            <p:nvSpPr>
              <p:cNvPr id="3405" name="Google Shape;3405;p6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406" name="Google Shape;3406;p6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407" name="Google Shape;3407;p6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08" name="Google Shape;3408;p6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9" name="Google Shape;3409;p6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0" name="Google Shape;3410;p6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1" name="Google Shape;3411;p6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412" name="Google Shape;3412;p65"/>
            <p:cNvGrpSpPr/>
            <p:nvPr/>
          </p:nvGrpSpPr>
          <p:grpSpPr>
            <a:xfrm>
              <a:off x="6182498" y="2957382"/>
              <a:ext cx="694976" cy="460529"/>
              <a:chOff x="7493876" y="2774731"/>
              <a:chExt cx="1481958" cy="894622"/>
            </a:xfrm>
          </p:grpSpPr>
          <p:sp>
            <p:nvSpPr>
              <p:cNvPr id="3413" name="Google Shape;3413;p6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414" name="Google Shape;3414;p6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415" name="Google Shape;3415;p6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16" name="Google Shape;3416;p6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7" name="Google Shape;3417;p6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8" name="Google Shape;3418;p6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9" name="Google Shape;3419;p6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420" name="Google Shape;3420;p65"/>
          <p:cNvSpPr txBox="1"/>
          <p:nvPr/>
        </p:nvSpPr>
        <p:spPr>
          <a:xfrm>
            <a:off x="7543800" y="1840657"/>
            <a:ext cx="4226082" cy="1461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/>
          </a:p>
          <a:p>
            <a:pPr indent="-282575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111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protocols for mobility management , security, authentication (later)</a:t>
            </a:r>
            <a:endParaRPr/>
          </a:p>
        </p:txBody>
      </p:sp>
      <p:sp>
        <p:nvSpPr>
          <p:cNvPr id="3421" name="Google Shape;3421;p65"/>
          <p:cNvSpPr txBox="1"/>
          <p:nvPr/>
        </p:nvSpPr>
        <p:spPr>
          <a:xfrm>
            <a:off x="3682982" y="3057124"/>
            <a:ext cx="73410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2" name="Google Shape;3422;p65"/>
          <p:cNvSpPr txBox="1"/>
          <p:nvPr/>
        </p:nvSpPr>
        <p:spPr>
          <a:xfrm>
            <a:off x="5830536" y="1789672"/>
            <a:ext cx="59961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3" name="Google Shape;3423;p65"/>
          <p:cNvSpPr txBox="1"/>
          <p:nvPr/>
        </p:nvSpPr>
        <p:spPr>
          <a:xfrm>
            <a:off x="1762504" y="2796042"/>
            <a:ext cx="129410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4" name="Google Shape;3424;p65"/>
          <p:cNvCxnSpPr/>
          <p:nvPr/>
        </p:nvCxnSpPr>
        <p:spPr>
          <a:xfrm>
            <a:off x="2696586" y="2647068"/>
            <a:ext cx="880334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25" name="Google Shape;3425;p65"/>
          <p:cNvCxnSpPr/>
          <p:nvPr/>
        </p:nvCxnSpPr>
        <p:spPr>
          <a:xfrm flipH="1" rot="10800000">
            <a:off x="4165764" y="2167613"/>
            <a:ext cx="1238886" cy="367277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26" name="Google Shape;3426;p65"/>
          <p:cNvCxnSpPr/>
          <p:nvPr/>
        </p:nvCxnSpPr>
        <p:spPr>
          <a:xfrm>
            <a:off x="4165763" y="2721340"/>
            <a:ext cx="2078521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27" name="Google Shape;3427;p65"/>
          <p:cNvCxnSpPr/>
          <p:nvPr/>
        </p:nvCxnSpPr>
        <p:spPr>
          <a:xfrm>
            <a:off x="4165764" y="2883956"/>
            <a:ext cx="400245" cy="16698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428" name="Google Shape;3428;p65"/>
          <p:cNvSpPr txBox="1"/>
          <p:nvPr/>
        </p:nvSpPr>
        <p:spPr>
          <a:xfrm>
            <a:off x="6398310" y="2947087"/>
            <a:ext cx="76345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cxnSp>
        <p:nvCxnSpPr>
          <p:cNvPr id="3429" name="Google Shape;3429;p65"/>
          <p:cNvCxnSpPr/>
          <p:nvPr/>
        </p:nvCxnSpPr>
        <p:spPr>
          <a:xfrm>
            <a:off x="1432006" y="2643142"/>
            <a:ext cx="530281" cy="5419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3430" name="Google Shape;3430;p65"/>
          <p:cNvGrpSpPr/>
          <p:nvPr/>
        </p:nvGrpSpPr>
        <p:grpSpPr>
          <a:xfrm>
            <a:off x="914169" y="3271659"/>
            <a:ext cx="10855713" cy="2092904"/>
            <a:chOff x="914169" y="3271659"/>
            <a:chExt cx="10855713" cy="2092904"/>
          </a:xfrm>
        </p:grpSpPr>
        <p:sp>
          <p:nvSpPr>
            <p:cNvPr id="3431" name="Google Shape;3431;p65"/>
            <p:cNvSpPr txBox="1"/>
            <p:nvPr/>
          </p:nvSpPr>
          <p:spPr>
            <a:xfrm>
              <a:off x="4671279" y="3271659"/>
              <a:ext cx="75367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S-GW</a:t>
              </a:r>
              <a:endParaRPr/>
            </a:p>
          </p:txBody>
        </p:sp>
        <p:grpSp>
          <p:nvGrpSpPr>
            <p:cNvPr id="3432" name="Google Shape;3432;p65"/>
            <p:cNvGrpSpPr/>
            <p:nvPr/>
          </p:nvGrpSpPr>
          <p:grpSpPr>
            <a:xfrm>
              <a:off x="2793288" y="4511982"/>
              <a:ext cx="4433068" cy="574881"/>
              <a:chOff x="5366964" y="5459934"/>
              <a:chExt cx="4476119" cy="574881"/>
            </a:xfrm>
          </p:grpSpPr>
          <p:sp>
            <p:nvSpPr>
              <p:cNvPr id="3433" name="Google Shape;3433;p65"/>
              <p:cNvSpPr/>
              <p:nvPr/>
            </p:nvSpPr>
            <p:spPr>
              <a:xfrm>
                <a:off x="5366964" y="5459934"/>
                <a:ext cx="4476119" cy="574881"/>
              </a:xfrm>
              <a:custGeom>
                <a:rect b="b" l="l" r="r" t="t"/>
                <a:pathLst>
                  <a:path extrusionOk="0" h="806768" w="1379141">
                    <a:moveTo>
                      <a:pt x="216608" y="59582"/>
                    </a:moveTo>
                    <a:cubicBezTo>
                      <a:pt x="97984" y="70023"/>
                      <a:pt x="146525" y="65300"/>
                      <a:pt x="112559" y="113979"/>
                    </a:cubicBezTo>
                    <a:cubicBezTo>
                      <a:pt x="78593" y="162658"/>
                      <a:pt x="25373" y="149706"/>
                      <a:pt x="12814" y="351654"/>
                    </a:cubicBezTo>
                    <a:cubicBezTo>
                      <a:pt x="255" y="553602"/>
                      <a:pt x="-21645" y="640069"/>
                      <a:pt x="54984" y="684053"/>
                    </a:cubicBezTo>
                    <a:cubicBezTo>
                      <a:pt x="99551" y="702915"/>
                      <a:pt x="160041" y="781314"/>
                      <a:pt x="348727" y="796830"/>
                    </a:cubicBezTo>
                    <a:cubicBezTo>
                      <a:pt x="812788" y="793482"/>
                      <a:pt x="1165213" y="838487"/>
                      <a:pt x="1270711" y="760661"/>
                    </a:cubicBezTo>
                    <a:cubicBezTo>
                      <a:pt x="1376209" y="682835"/>
                      <a:pt x="1380962" y="491721"/>
                      <a:pt x="1378790" y="329881"/>
                    </a:cubicBezTo>
                    <a:cubicBezTo>
                      <a:pt x="1373459" y="210569"/>
                      <a:pt x="1340858" y="86687"/>
                      <a:pt x="1280844" y="13800"/>
                    </a:cubicBezTo>
                    <a:cubicBezTo>
                      <a:pt x="1177821" y="-34285"/>
                      <a:pt x="885108" y="59362"/>
                      <a:pt x="824303" y="51331"/>
                    </a:cubicBezTo>
                    <a:cubicBezTo>
                      <a:pt x="701546" y="58788"/>
                      <a:pt x="335232" y="49141"/>
                      <a:pt x="216608" y="59582"/>
                    </a:cubicBez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434" name="Google Shape;3434;p65"/>
              <p:cNvCxnSpPr>
                <a:stCxn id="3435" idx="0"/>
              </p:cNvCxnSpPr>
              <p:nvPr/>
            </p:nvCxnSpPr>
            <p:spPr>
              <a:xfrm rot="10800000">
                <a:off x="8591309" y="5631871"/>
                <a:ext cx="66600" cy="2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36" name="Google Shape;3436;p65"/>
              <p:cNvCxnSpPr>
                <a:stCxn id="3437" idx="9"/>
              </p:cNvCxnSpPr>
              <p:nvPr/>
            </p:nvCxnSpPr>
            <p:spPr>
              <a:xfrm>
                <a:off x="8270073" y="5586838"/>
                <a:ext cx="387300" cy="32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38" name="Google Shape;3438;p65"/>
              <p:cNvCxnSpPr>
                <a:stCxn id="3437" idx="2"/>
              </p:cNvCxnSpPr>
              <p:nvPr/>
            </p:nvCxnSpPr>
            <p:spPr>
              <a:xfrm>
                <a:off x="8269779" y="5582623"/>
                <a:ext cx="334500" cy="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39" name="Google Shape;3439;p65"/>
              <p:cNvCxnSpPr>
                <a:endCxn id="3440" idx="2"/>
              </p:cNvCxnSpPr>
              <p:nvPr/>
            </p:nvCxnSpPr>
            <p:spPr>
              <a:xfrm>
                <a:off x="8289329" y="5888859"/>
                <a:ext cx="368100" cy="3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41" name="Google Shape;3441;p65"/>
              <p:cNvCxnSpPr>
                <a:stCxn id="3442" idx="4"/>
                <a:endCxn id="3443" idx="2"/>
              </p:cNvCxnSpPr>
              <p:nvPr/>
            </p:nvCxnSpPr>
            <p:spPr>
              <a:xfrm flipH="1">
                <a:off x="8269746" y="5614796"/>
                <a:ext cx="600" cy="24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44" name="Google Shape;3444;p65"/>
              <p:cNvCxnSpPr/>
              <p:nvPr/>
            </p:nvCxnSpPr>
            <p:spPr>
              <a:xfrm flipH="1" rot="10800000">
                <a:off x="8289330" y="5631766"/>
                <a:ext cx="317903" cy="25709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45" name="Google Shape;3445;p65"/>
              <p:cNvGrpSpPr/>
              <p:nvPr/>
            </p:nvGrpSpPr>
            <p:grpSpPr>
              <a:xfrm>
                <a:off x="8178961" y="5824636"/>
                <a:ext cx="182938" cy="111323"/>
                <a:chOff x="7493876" y="2774731"/>
                <a:chExt cx="1481958" cy="894622"/>
              </a:xfrm>
            </p:grpSpPr>
            <p:sp>
              <p:nvSpPr>
                <p:cNvPr id="3446" name="Google Shape;3446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47" name="Google Shape;3447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48" name="Google Shape;3448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49" name="Google Shape;3449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0" name="Google Shape;3450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1" name="Google Shape;3451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3" name="Google Shape;3443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52" name="Google Shape;3452;p65"/>
              <p:cNvGrpSpPr/>
              <p:nvPr/>
            </p:nvGrpSpPr>
            <p:grpSpPr>
              <a:xfrm>
                <a:off x="8182762" y="5545189"/>
                <a:ext cx="175179" cy="107525"/>
                <a:chOff x="7493876" y="2774731"/>
                <a:chExt cx="1481958" cy="894622"/>
              </a:xfrm>
            </p:grpSpPr>
            <p:sp>
              <p:nvSpPr>
                <p:cNvPr id="3453" name="Google Shape;3453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42" name="Google Shape;3442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54" name="Google Shape;3454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55" name="Google Shape;3455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6" name="Google Shape;3456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7" name="Google Shape;3457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37" name="Google Shape;3437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58" name="Google Shape;3458;p65"/>
              <p:cNvGrpSpPr/>
              <p:nvPr/>
            </p:nvGrpSpPr>
            <p:grpSpPr>
              <a:xfrm>
                <a:off x="8515547" y="5580583"/>
                <a:ext cx="175179" cy="107525"/>
                <a:chOff x="7493876" y="2774731"/>
                <a:chExt cx="1481958" cy="894622"/>
              </a:xfrm>
            </p:grpSpPr>
            <p:sp>
              <p:nvSpPr>
                <p:cNvPr id="3459" name="Google Shape;3459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60" name="Google Shape;3460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61" name="Google Shape;3461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62" name="Google Shape;3462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3" name="Google Shape;3463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4" name="Google Shape;3464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5" name="Google Shape;3465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66" name="Google Shape;3466;p65"/>
              <p:cNvGrpSpPr/>
              <p:nvPr/>
            </p:nvGrpSpPr>
            <p:grpSpPr>
              <a:xfrm>
                <a:off x="8570325" y="5882671"/>
                <a:ext cx="175179" cy="107525"/>
                <a:chOff x="7493876" y="2774731"/>
                <a:chExt cx="1481958" cy="894622"/>
              </a:xfrm>
            </p:grpSpPr>
            <p:sp>
              <p:nvSpPr>
                <p:cNvPr id="3467" name="Google Shape;3467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35" name="Google Shape;3435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68" name="Google Shape;3468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69" name="Google Shape;3469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70" name="Google Shape;3470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71" name="Google Shape;3471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0" name="Google Shape;3440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472" name="Google Shape;3472;p65"/>
            <p:cNvGrpSpPr/>
            <p:nvPr/>
          </p:nvGrpSpPr>
          <p:grpSpPr>
            <a:xfrm>
              <a:off x="3096215" y="4614313"/>
              <a:ext cx="998795" cy="445007"/>
              <a:chOff x="4332883" y="5571655"/>
              <a:chExt cx="998795" cy="445007"/>
            </a:xfrm>
          </p:grpSpPr>
          <p:cxnSp>
            <p:nvCxnSpPr>
              <p:cNvPr id="3473" name="Google Shape;3473;p65"/>
              <p:cNvCxnSpPr>
                <a:stCxn id="3474" idx="0"/>
              </p:cNvCxnSpPr>
              <p:nvPr/>
            </p:nvCxnSpPr>
            <p:spPr>
              <a:xfrm rot="10800000">
                <a:off x="4745231" y="5658337"/>
                <a:ext cx="66600" cy="250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75" name="Google Shape;3475;p65"/>
              <p:cNvCxnSpPr/>
              <p:nvPr/>
            </p:nvCxnSpPr>
            <p:spPr>
              <a:xfrm>
                <a:off x="4753706" y="5653287"/>
                <a:ext cx="299692" cy="1423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76" name="Google Shape;3476;p65"/>
              <p:cNvCxnSpPr/>
              <p:nvPr/>
            </p:nvCxnSpPr>
            <p:spPr>
              <a:xfrm flipH="1" rot="10800000">
                <a:off x="5053398" y="5718444"/>
                <a:ext cx="231278" cy="7721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77" name="Google Shape;3477;p65"/>
              <p:cNvCxnSpPr>
                <a:stCxn id="3478" idx="9"/>
              </p:cNvCxnSpPr>
              <p:nvPr/>
            </p:nvCxnSpPr>
            <p:spPr>
              <a:xfrm>
                <a:off x="4423995" y="5613304"/>
                <a:ext cx="387300" cy="32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79" name="Google Shape;3479;p65"/>
              <p:cNvCxnSpPr>
                <a:stCxn id="3478" idx="2"/>
              </p:cNvCxnSpPr>
              <p:nvPr/>
            </p:nvCxnSpPr>
            <p:spPr>
              <a:xfrm>
                <a:off x="4423701" y="5609089"/>
                <a:ext cx="334500" cy="4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0" name="Google Shape;3480;p65"/>
              <p:cNvCxnSpPr/>
              <p:nvPr/>
            </p:nvCxnSpPr>
            <p:spPr>
              <a:xfrm>
                <a:off x="4753706" y="5658231"/>
                <a:ext cx="530161" cy="437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1" name="Google Shape;3481;p65"/>
              <p:cNvCxnSpPr>
                <a:stCxn id="3482" idx="2"/>
              </p:cNvCxnSpPr>
              <p:nvPr/>
            </p:nvCxnSpPr>
            <p:spPr>
              <a:xfrm flipH="1" rot="10800000">
                <a:off x="4811264" y="5795671"/>
                <a:ext cx="242100" cy="15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3" name="Google Shape;3483;p65"/>
              <p:cNvCxnSpPr>
                <a:endCxn id="3482" idx="2"/>
              </p:cNvCxnSpPr>
              <p:nvPr/>
            </p:nvCxnSpPr>
            <p:spPr>
              <a:xfrm>
                <a:off x="4443251" y="5915325"/>
                <a:ext cx="368100" cy="3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4" name="Google Shape;3484;p65"/>
              <p:cNvCxnSpPr>
                <a:stCxn id="3485" idx="4"/>
                <a:endCxn id="3486" idx="2"/>
              </p:cNvCxnSpPr>
              <p:nvPr/>
            </p:nvCxnSpPr>
            <p:spPr>
              <a:xfrm flipH="1">
                <a:off x="4423668" y="5641262"/>
                <a:ext cx="600" cy="24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7" name="Google Shape;3487;p65"/>
              <p:cNvCxnSpPr/>
              <p:nvPr/>
            </p:nvCxnSpPr>
            <p:spPr>
              <a:xfrm flipH="1" rot="10800000">
                <a:off x="4443252" y="5658232"/>
                <a:ext cx="317903" cy="25709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88" name="Google Shape;3488;p65"/>
              <p:cNvGrpSpPr/>
              <p:nvPr/>
            </p:nvGrpSpPr>
            <p:grpSpPr>
              <a:xfrm>
                <a:off x="4332883" y="5851102"/>
                <a:ext cx="182938" cy="111323"/>
                <a:chOff x="7493876" y="2774731"/>
                <a:chExt cx="1481958" cy="894622"/>
              </a:xfrm>
            </p:grpSpPr>
            <p:sp>
              <p:nvSpPr>
                <p:cNvPr id="3489" name="Google Shape;3489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90" name="Google Shape;3490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91" name="Google Shape;3491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92" name="Google Shape;3492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3" name="Google Shape;3493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4" name="Google Shape;3494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86" name="Google Shape;3486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95" name="Google Shape;3495;p65"/>
              <p:cNvGrpSpPr/>
              <p:nvPr/>
            </p:nvGrpSpPr>
            <p:grpSpPr>
              <a:xfrm>
                <a:off x="4336684" y="5571655"/>
                <a:ext cx="175179" cy="107525"/>
                <a:chOff x="7493876" y="2774731"/>
                <a:chExt cx="1481958" cy="894622"/>
              </a:xfrm>
            </p:grpSpPr>
            <p:sp>
              <p:nvSpPr>
                <p:cNvPr id="3496" name="Google Shape;3496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85" name="Google Shape;3485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97" name="Google Shape;3497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98" name="Google Shape;3498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9" name="Google Shape;3499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0" name="Google Shape;3500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78" name="Google Shape;3478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501" name="Google Shape;3501;p65"/>
              <p:cNvGrpSpPr/>
              <p:nvPr/>
            </p:nvGrpSpPr>
            <p:grpSpPr>
              <a:xfrm>
                <a:off x="4669469" y="5607049"/>
                <a:ext cx="175179" cy="107525"/>
                <a:chOff x="7493876" y="2774731"/>
                <a:chExt cx="1481958" cy="894622"/>
              </a:xfrm>
            </p:grpSpPr>
            <p:sp>
              <p:nvSpPr>
                <p:cNvPr id="3502" name="Google Shape;3502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03" name="Google Shape;3503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504" name="Google Shape;3504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505" name="Google Shape;3505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6" name="Google Shape;3506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7" name="Google Shape;3507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8" name="Google Shape;3508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509" name="Google Shape;3509;p65"/>
              <p:cNvGrpSpPr/>
              <p:nvPr/>
            </p:nvGrpSpPr>
            <p:grpSpPr>
              <a:xfrm>
                <a:off x="4724247" y="5909137"/>
                <a:ext cx="175179" cy="107525"/>
                <a:chOff x="7493876" y="2774731"/>
                <a:chExt cx="1481958" cy="894622"/>
              </a:xfrm>
            </p:grpSpPr>
            <p:sp>
              <p:nvSpPr>
                <p:cNvPr id="3510" name="Google Shape;3510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74" name="Google Shape;3474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511" name="Google Shape;3511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512" name="Google Shape;3512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13" name="Google Shape;3513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14" name="Google Shape;3514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82" name="Google Shape;3482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515" name="Google Shape;3515;p65"/>
              <p:cNvGrpSpPr/>
              <p:nvPr/>
            </p:nvGrpSpPr>
            <p:grpSpPr>
              <a:xfrm>
                <a:off x="5156499" y="5631997"/>
                <a:ext cx="175179" cy="107525"/>
                <a:chOff x="7493876" y="2774731"/>
                <a:chExt cx="1481958" cy="894622"/>
              </a:xfrm>
            </p:grpSpPr>
            <p:sp>
              <p:nvSpPr>
                <p:cNvPr id="3516" name="Google Shape;3516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17" name="Google Shape;3517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518" name="Google Shape;3518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519" name="Google Shape;3519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0" name="Google Shape;3520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1" name="Google Shape;3521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2" name="Google Shape;3522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523" name="Google Shape;3523;p65"/>
              <p:cNvGrpSpPr/>
              <p:nvPr/>
            </p:nvGrpSpPr>
            <p:grpSpPr>
              <a:xfrm>
                <a:off x="4944983" y="5749145"/>
                <a:ext cx="175179" cy="107525"/>
                <a:chOff x="7493876" y="2774731"/>
                <a:chExt cx="1481958" cy="894622"/>
              </a:xfrm>
            </p:grpSpPr>
            <p:sp>
              <p:nvSpPr>
                <p:cNvPr id="3524" name="Google Shape;3524;p6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25" name="Google Shape;3525;p6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526" name="Google Shape;3526;p6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527" name="Google Shape;3527;p6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8" name="Google Shape;3528;p6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9" name="Google Shape;3529;p6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0" name="Google Shape;3530;p6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531" name="Google Shape;3531;p65"/>
            <p:cNvGrpSpPr/>
            <p:nvPr/>
          </p:nvGrpSpPr>
          <p:grpSpPr>
            <a:xfrm>
              <a:off x="914169" y="3784413"/>
              <a:ext cx="6320401" cy="1580150"/>
              <a:chOff x="2495834" y="3549633"/>
              <a:chExt cx="6320401" cy="1580150"/>
            </a:xfrm>
          </p:grpSpPr>
          <p:grpSp>
            <p:nvGrpSpPr>
              <p:cNvPr id="3532" name="Google Shape;3532;p65"/>
              <p:cNvGrpSpPr/>
              <p:nvPr/>
            </p:nvGrpSpPr>
            <p:grpSpPr>
              <a:xfrm>
                <a:off x="2495834" y="3549633"/>
                <a:ext cx="6206323" cy="1243997"/>
                <a:chOff x="2495834" y="3537276"/>
                <a:chExt cx="6206323" cy="1243997"/>
              </a:xfrm>
            </p:grpSpPr>
            <p:grpSp>
              <p:nvGrpSpPr>
                <p:cNvPr id="3533" name="Google Shape;3533;p65"/>
                <p:cNvGrpSpPr/>
                <p:nvPr/>
              </p:nvGrpSpPr>
              <p:grpSpPr>
                <a:xfrm>
                  <a:off x="2495834" y="4101197"/>
                  <a:ext cx="733407" cy="660273"/>
                  <a:chOff x="2751" y="1851"/>
                  <a:chExt cx="462" cy="478"/>
                </a:xfrm>
              </p:grpSpPr>
              <p:pic>
                <p:nvPicPr>
                  <p:cNvPr descr="iphone_stylized_small" id="3534" name="Google Shape;3534;p6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2928" y="1922"/>
                    <a:ext cx="152" cy="40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ntenna_radiation_stylized" id="3535" name="Google Shape;3535;p65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2751" y="1851"/>
                    <a:ext cx="462" cy="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536" name="Google Shape;3536;p65"/>
                <p:cNvGrpSpPr/>
                <p:nvPr/>
              </p:nvGrpSpPr>
              <p:grpSpPr>
                <a:xfrm>
                  <a:off x="3472122" y="3537276"/>
                  <a:ext cx="790834" cy="1208131"/>
                  <a:chOff x="5970432" y="1600694"/>
                  <a:chExt cx="888604" cy="1226172"/>
                </a:xfrm>
              </p:grpSpPr>
              <p:grpSp>
                <p:nvGrpSpPr>
                  <p:cNvPr id="3537" name="Google Shape;3537;p65"/>
                  <p:cNvGrpSpPr/>
                  <p:nvPr/>
                </p:nvGrpSpPr>
                <p:grpSpPr>
                  <a:xfrm>
                    <a:off x="5970432" y="1600694"/>
                    <a:ext cx="466245" cy="953439"/>
                    <a:chOff x="6476205" y="1279015"/>
                    <a:chExt cx="466245" cy="953439"/>
                  </a:xfrm>
                </p:grpSpPr>
                <p:grpSp>
                  <p:nvGrpSpPr>
                    <p:cNvPr id="3538" name="Google Shape;3538;p65"/>
                    <p:cNvGrpSpPr/>
                    <p:nvPr/>
                  </p:nvGrpSpPr>
                  <p:grpSpPr>
                    <a:xfrm>
                      <a:off x="6476205" y="1279015"/>
                      <a:ext cx="466245" cy="420795"/>
                      <a:chOff x="2920" y="1424"/>
                      <a:chExt cx="326" cy="310"/>
                    </a:xfrm>
                  </p:grpSpPr>
                  <p:sp>
                    <p:nvSpPr>
                      <p:cNvPr id="3539" name="Google Shape;3539;p65"/>
                      <p:cNvSpPr/>
                      <p:nvPr/>
                    </p:nvSpPr>
                    <p:spPr>
                      <a:xfrm>
                        <a:off x="2920" y="1445"/>
                        <a:ext cx="326" cy="289"/>
                      </a:xfrm>
                      <a:prstGeom prst="ellipse">
                        <a:avLst/>
                      </a:prstGeom>
                      <a:noFill/>
                      <a:ln cap="flat" cmpd="sng" w="12700">
                        <a:solidFill>
                          <a:srgbClr val="011199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3540" name="Google Shape;3540;p65"/>
                      <p:cNvGrpSpPr/>
                      <p:nvPr/>
                    </p:nvGrpSpPr>
                    <p:grpSpPr>
                      <a:xfrm>
                        <a:off x="2949" y="1424"/>
                        <a:ext cx="265" cy="280"/>
                        <a:chOff x="2949" y="1424"/>
                        <a:chExt cx="265" cy="280"/>
                      </a:xfrm>
                    </p:grpSpPr>
                    <p:sp>
                      <p:nvSpPr>
                        <p:cNvPr id="3541" name="Google Shape;3541;p65"/>
                        <p:cNvSpPr/>
                        <p:nvPr/>
                      </p:nvSpPr>
                      <p:spPr>
                        <a:xfrm>
                          <a:off x="3030" y="1545"/>
                          <a:ext cx="107" cy="92"/>
                        </a:xfrm>
                        <a:prstGeom prst="ellipse">
                          <a:avLst/>
                        </a:prstGeom>
                        <a:noFill/>
                        <a:ln cap="flat" cmpd="sng" w="12700">
                          <a:solidFill>
                            <a:srgbClr val="01119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542" name="Google Shape;3542;p65"/>
                        <p:cNvSpPr/>
                        <p:nvPr/>
                      </p:nvSpPr>
                      <p:spPr>
                        <a:xfrm>
                          <a:off x="3006" y="1525"/>
                          <a:ext cx="154" cy="131"/>
                        </a:xfrm>
                        <a:prstGeom prst="ellipse">
                          <a:avLst/>
                        </a:prstGeom>
                        <a:noFill/>
                        <a:ln cap="flat" cmpd="sng" w="12700">
                          <a:solidFill>
                            <a:srgbClr val="01119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543" name="Google Shape;3543;p65"/>
                        <p:cNvSpPr/>
                        <p:nvPr/>
                      </p:nvSpPr>
                      <p:spPr>
                        <a:xfrm>
                          <a:off x="2983" y="1501"/>
                          <a:ext cx="203" cy="179"/>
                        </a:xfrm>
                        <a:prstGeom prst="ellipse">
                          <a:avLst/>
                        </a:prstGeom>
                        <a:noFill/>
                        <a:ln cap="flat" cmpd="sng" w="12700">
                          <a:solidFill>
                            <a:srgbClr val="01119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544" name="Google Shape;3544;p65"/>
                        <p:cNvSpPr/>
                        <p:nvPr/>
                      </p:nvSpPr>
                      <p:spPr>
                        <a:xfrm>
                          <a:off x="2949" y="1476"/>
                          <a:ext cx="265" cy="228"/>
                        </a:xfrm>
                        <a:prstGeom prst="ellipse">
                          <a:avLst/>
                        </a:prstGeom>
                        <a:noFill/>
                        <a:ln cap="flat" cmpd="sng" w="12700">
                          <a:solidFill>
                            <a:srgbClr val="011199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545" name="Google Shape;3545;p65"/>
                        <p:cNvSpPr/>
                        <p:nvPr/>
                      </p:nvSpPr>
                      <p:spPr>
                        <a:xfrm flipH="1" rot="10800000">
                          <a:off x="2987" y="1424"/>
                          <a:ext cx="205" cy="143"/>
                        </a:xfrm>
                        <a:custGeom>
                          <a:rect b="b" l="l" r="r" t="t"/>
                          <a:pathLst>
                            <a:path extrusionOk="0" h="956" w="1180">
                              <a:moveTo>
                                <a:pt x="499" y="7"/>
                              </a:moveTo>
                              <a:lnTo>
                                <a:pt x="0" y="780"/>
                              </a:lnTo>
                              <a:lnTo>
                                <a:pt x="134" y="885"/>
                              </a:lnTo>
                              <a:lnTo>
                                <a:pt x="366" y="920"/>
                              </a:lnTo>
                              <a:lnTo>
                                <a:pt x="534" y="956"/>
                              </a:lnTo>
                              <a:lnTo>
                                <a:pt x="829" y="949"/>
                              </a:lnTo>
                              <a:lnTo>
                                <a:pt x="1096" y="850"/>
                              </a:lnTo>
                              <a:lnTo>
                                <a:pt x="1180" y="801"/>
                              </a:lnTo>
                              <a:lnTo>
                                <a:pt x="668" y="0"/>
                              </a:lnTo>
                              <a:lnTo>
                                <a:pt x="499" y="7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lt1"/>
                        </a:solid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546" name="Google Shape;3546;p65"/>
                    <p:cNvGrpSpPr/>
                    <p:nvPr/>
                  </p:nvGrpSpPr>
                  <p:grpSpPr>
                    <a:xfrm>
                      <a:off x="6527789" y="1518577"/>
                      <a:ext cx="375668" cy="713877"/>
                      <a:chOff x="3130" y="3288"/>
                      <a:chExt cx="410" cy="742"/>
                    </a:xfrm>
                  </p:grpSpPr>
                  <p:cxnSp>
                    <p:nvCxnSpPr>
                      <p:cNvPr id="3547" name="Google Shape;3547;p65"/>
                      <p:cNvCxnSpPr/>
                      <p:nvPr/>
                    </p:nvCxnSpPr>
                    <p:spPr>
                      <a:xfrm flipH="1">
                        <a:off x="3130" y="3288"/>
                        <a:ext cx="205" cy="672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48" name="Google Shape;3548;p65"/>
                      <p:cNvCxnSpPr/>
                      <p:nvPr/>
                    </p:nvCxnSpPr>
                    <p:spPr>
                      <a:xfrm>
                        <a:off x="3335" y="3288"/>
                        <a:ext cx="205" cy="669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49" name="Google Shape;3549;p65"/>
                      <p:cNvCxnSpPr/>
                      <p:nvPr/>
                    </p:nvCxnSpPr>
                    <p:spPr>
                      <a:xfrm>
                        <a:off x="3130" y="3957"/>
                        <a:ext cx="205" cy="73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0" name="Google Shape;3550;p65"/>
                      <p:cNvCxnSpPr/>
                      <p:nvPr/>
                    </p:nvCxnSpPr>
                    <p:spPr>
                      <a:xfrm flipH="1">
                        <a:off x="3335" y="3957"/>
                        <a:ext cx="205" cy="73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1" name="Google Shape;3551;p65"/>
                      <p:cNvCxnSpPr/>
                      <p:nvPr/>
                    </p:nvCxnSpPr>
                    <p:spPr>
                      <a:xfrm>
                        <a:off x="3335" y="3303"/>
                        <a:ext cx="0" cy="727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2" name="Google Shape;3552;p65"/>
                      <p:cNvCxnSpPr/>
                      <p:nvPr/>
                    </p:nvCxnSpPr>
                    <p:spPr>
                      <a:xfrm flipH="1" rot="10800000">
                        <a:off x="3130" y="3888"/>
                        <a:ext cx="205" cy="72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3" name="Google Shape;3553;p65"/>
                      <p:cNvCxnSpPr/>
                      <p:nvPr/>
                    </p:nvCxnSpPr>
                    <p:spPr>
                      <a:xfrm rot="10800000">
                        <a:off x="3335" y="3888"/>
                        <a:ext cx="205" cy="69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4" name="Google Shape;3554;p65"/>
                      <p:cNvCxnSpPr/>
                      <p:nvPr/>
                    </p:nvCxnSpPr>
                    <p:spPr>
                      <a:xfrm>
                        <a:off x="3217" y="3668"/>
                        <a:ext cx="118" cy="55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5" name="Google Shape;3555;p65"/>
                      <p:cNvCxnSpPr/>
                      <p:nvPr/>
                    </p:nvCxnSpPr>
                    <p:spPr>
                      <a:xfrm flipH="1" rot="10800000">
                        <a:off x="3335" y="3668"/>
                        <a:ext cx="124" cy="55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6" name="Google Shape;3556;p65"/>
                      <p:cNvCxnSpPr/>
                      <p:nvPr/>
                    </p:nvCxnSpPr>
                    <p:spPr>
                      <a:xfrm>
                        <a:off x="3178" y="3766"/>
                        <a:ext cx="152" cy="75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7" name="Google Shape;3557;p65"/>
                      <p:cNvCxnSpPr/>
                      <p:nvPr/>
                    </p:nvCxnSpPr>
                    <p:spPr>
                      <a:xfrm flipH="1" rot="10800000">
                        <a:off x="3335" y="3781"/>
                        <a:ext cx="153" cy="66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8" name="Google Shape;3558;p65"/>
                      <p:cNvCxnSpPr/>
                      <p:nvPr/>
                    </p:nvCxnSpPr>
                    <p:spPr>
                      <a:xfrm flipH="1" rot="10800000">
                        <a:off x="3335" y="3567"/>
                        <a:ext cx="78" cy="27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59" name="Google Shape;3559;p65"/>
                      <p:cNvCxnSpPr/>
                      <p:nvPr/>
                    </p:nvCxnSpPr>
                    <p:spPr>
                      <a:xfrm flipH="1" rot="10800000">
                        <a:off x="3335" y="3428"/>
                        <a:ext cx="49" cy="21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60" name="Google Shape;3560;p65"/>
                      <p:cNvCxnSpPr/>
                      <p:nvPr/>
                    </p:nvCxnSpPr>
                    <p:spPr>
                      <a:xfrm>
                        <a:off x="3247" y="3558"/>
                        <a:ext cx="95" cy="36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561" name="Google Shape;3561;p65"/>
                      <p:cNvCxnSpPr/>
                      <p:nvPr/>
                    </p:nvCxnSpPr>
                    <p:spPr>
                      <a:xfrm>
                        <a:off x="3289" y="3422"/>
                        <a:ext cx="55" cy="36"/>
                      </a:xfrm>
                      <a:prstGeom prst="straightConnector1">
                        <a:avLst/>
                      </a:prstGeom>
                      <a:noFill/>
                      <a:ln cap="flat" cmpd="sng" w="19050">
                        <a:solidFill>
                          <a:srgbClr val="000000"/>
                        </a:solidFill>
                        <a:prstDash val="solid"/>
                        <a:round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grpSp>
                <p:nvGrpSpPr>
                  <p:cNvPr id="3562" name="Google Shape;3562;p65"/>
                  <p:cNvGrpSpPr/>
                  <p:nvPr/>
                </p:nvGrpSpPr>
                <p:grpSpPr>
                  <a:xfrm>
                    <a:off x="6091888" y="2409568"/>
                    <a:ext cx="767148" cy="417298"/>
                    <a:chOff x="1503784" y="3006600"/>
                    <a:chExt cx="1771786" cy="957087"/>
                  </a:xfrm>
                </p:grpSpPr>
                <p:grpSp>
                  <p:nvGrpSpPr>
                    <p:cNvPr id="3563" name="Google Shape;3563;p65"/>
                    <p:cNvGrpSpPr/>
                    <p:nvPr/>
                  </p:nvGrpSpPr>
                  <p:grpSpPr>
                    <a:xfrm>
                      <a:off x="1503784" y="3006600"/>
                      <a:ext cx="1771786" cy="957087"/>
                      <a:chOff x="1465684" y="2997075"/>
                      <a:chExt cx="1771786" cy="957087"/>
                    </a:xfrm>
                  </p:grpSpPr>
                  <p:sp>
                    <p:nvSpPr>
                      <p:cNvPr id="3564" name="Google Shape;3564;p65"/>
                      <p:cNvSpPr/>
                      <p:nvPr/>
                    </p:nvSpPr>
                    <p:spPr>
                      <a:xfrm>
                        <a:off x="1465684" y="3328365"/>
                        <a:ext cx="1771786" cy="625797"/>
                      </a:xfrm>
                      <a:custGeom>
                        <a:rect b="b" l="l" r="r" t="t"/>
                        <a:pathLst>
                          <a:path extrusionOk="0" h="3099826" w="8166683">
                            <a:moveTo>
                              <a:pt x="8165849" y="7337"/>
                            </a:moveTo>
                            <a:lnTo>
                              <a:pt x="8166683" y="1636654"/>
                            </a:lnTo>
                            <a:cubicBezTo>
                              <a:pt x="7917761" y="2728489"/>
                              <a:pt x="5475903" y="3100137"/>
                              <a:pt x="4116250" y="3099826"/>
                            </a:cubicBezTo>
                            <a:cubicBezTo>
                              <a:pt x="2756597" y="3099515"/>
                              <a:pt x="245424" y="2744647"/>
                              <a:pt x="8764" y="1634789"/>
                            </a:cubicBezTo>
                            <a:cubicBezTo>
                              <a:pt x="11928" y="1215900"/>
                              <a:pt x="-2713" y="418889"/>
                              <a:pt x="451" y="0"/>
                            </a:cubicBezTo>
                            <a:cubicBezTo>
                              <a:pt x="385485" y="953840"/>
                              <a:pt x="2700268" y="1437288"/>
                              <a:pt x="4061168" y="1438511"/>
                            </a:cubicBezTo>
                            <a:cubicBezTo>
                              <a:pt x="5422068" y="1439734"/>
                              <a:pt x="7793228" y="1089449"/>
                              <a:pt x="8165849" y="7337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800"/>
                          <a:buFont typeface="Calibri"/>
                          <a:buNone/>
                        </a:pPr>
                        <a:r>
                          <a:rPr b="0" i="0" lang="en-US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                  </a:t>
                        </a:r>
                        <a:endParaRPr/>
                      </a:p>
                    </p:txBody>
                  </p:sp>
                  <p:sp>
                    <p:nvSpPr>
                      <p:cNvPr id="3565" name="Google Shape;3565;p65"/>
                      <p:cNvSpPr/>
                      <p:nvPr/>
                    </p:nvSpPr>
                    <p:spPr>
                      <a:xfrm>
                        <a:off x="1466704" y="2997075"/>
                        <a:ext cx="1769640" cy="619577"/>
                      </a:xfrm>
                      <a:prstGeom prst="ellipse">
                        <a:avLst/>
                      </a:pr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800"/>
                          <a:buFont typeface="Calibri"/>
                          <a:buNone/>
                        </a:pPr>
                        <a:r>
                          <a:rPr b="0" i="0" lang="en-US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             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3566" name="Google Shape;3566;p65"/>
                    <p:cNvGrpSpPr/>
                    <p:nvPr/>
                  </p:nvGrpSpPr>
                  <p:grpSpPr>
                    <a:xfrm>
                      <a:off x="1961060" y="3038475"/>
                      <a:ext cx="801873" cy="553944"/>
                      <a:chOff x="1951535" y="3022600"/>
                      <a:chExt cx="801873" cy="553944"/>
                    </a:xfrm>
                  </p:grpSpPr>
                  <p:grpSp>
                    <p:nvGrpSpPr>
                      <p:cNvPr id="3567" name="Google Shape;3567;p65"/>
                      <p:cNvGrpSpPr/>
                      <p:nvPr/>
                    </p:nvGrpSpPr>
                    <p:grpSpPr>
                      <a:xfrm>
                        <a:off x="2032000" y="3022600"/>
                        <a:ext cx="257175" cy="544419"/>
                        <a:chOff x="2441575" y="2479675"/>
                        <a:chExt cx="765175" cy="1028347"/>
                      </a:xfrm>
                    </p:grpSpPr>
                    <p:sp>
                      <p:nvSpPr>
                        <p:cNvPr id="3568" name="Google Shape;3568;p65"/>
                        <p:cNvSpPr/>
                        <p:nvPr/>
                      </p:nvSpPr>
                      <p:spPr>
                        <a:xfrm>
                          <a:off x="2441575" y="2479675"/>
                          <a:ext cx="765175" cy="1025525"/>
                        </a:xfrm>
                        <a:prstGeom prst="parallelogram">
                          <a:avLst>
                            <a:gd fmla="val 62205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569" name="Google Shape;3569;p65"/>
                        <p:cNvSpPr/>
                        <p:nvPr/>
                      </p:nvSpPr>
                      <p:spPr>
                        <a:xfrm>
                          <a:off x="2571751" y="2558697"/>
                          <a:ext cx="603250" cy="949325"/>
                        </a:xfrm>
                        <a:prstGeom prst="parallelogram">
                          <a:avLst>
                            <a:gd fmla="val 72206" name="adj"/>
                          </a:avLst>
                        </a:prstGeom>
                        <a:solidFill>
                          <a:srgbClr val="8FAADC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570" name="Google Shape;3570;p65"/>
                      <p:cNvGrpSpPr/>
                      <p:nvPr/>
                    </p:nvGrpSpPr>
                    <p:grpSpPr>
                      <a:xfrm flipH="1">
                        <a:off x="2441575" y="3032125"/>
                        <a:ext cx="257175" cy="544419"/>
                        <a:chOff x="2441575" y="2479675"/>
                        <a:chExt cx="765175" cy="1028347"/>
                      </a:xfrm>
                    </p:grpSpPr>
                    <p:sp>
                      <p:nvSpPr>
                        <p:cNvPr id="3571" name="Google Shape;3571;p65"/>
                        <p:cNvSpPr/>
                        <p:nvPr/>
                      </p:nvSpPr>
                      <p:spPr>
                        <a:xfrm>
                          <a:off x="2441575" y="2479675"/>
                          <a:ext cx="765175" cy="1025525"/>
                        </a:xfrm>
                        <a:prstGeom prst="parallelogram">
                          <a:avLst>
                            <a:gd fmla="val 62205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572" name="Google Shape;3572;p65"/>
                        <p:cNvSpPr/>
                        <p:nvPr/>
                      </p:nvSpPr>
                      <p:spPr>
                        <a:xfrm>
                          <a:off x="2571751" y="2558697"/>
                          <a:ext cx="603250" cy="949325"/>
                        </a:xfrm>
                        <a:prstGeom prst="parallelogram">
                          <a:avLst>
                            <a:gd fmla="val 72206" name="adj"/>
                          </a:avLst>
                        </a:prstGeom>
                        <a:solidFill>
                          <a:srgbClr val="8FAADC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573" name="Google Shape;3573;p65"/>
                      <p:cNvSpPr/>
                      <p:nvPr/>
                    </p:nvSpPr>
                    <p:spPr>
                      <a:xfrm flipH="1" rot="10800000">
                        <a:off x="2057400" y="3130550"/>
                        <a:ext cx="625475" cy="60324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011199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574" name="Google Shape;3574;p65"/>
                      <p:cNvSpPr/>
                      <p:nvPr/>
                    </p:nvSpPr>
                    <p:spPr>
                      <a:xfrm rot="-4543353">
                        <a:off x="2079626" y="3187701"/>
                        <a:ext cx="25717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575" name="Google Shape;3575;p65"/>
                      <p:cNvSpPr/>
                      <p:nvPr/>
                    </p:nvSpPr>
                    <p:spPr>
                      <a:xfrm flipH="1" rot="6584936">
                        <a:off x="1990347" y="3141540"/>
                        <a:ext cx="95195" cy="50805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011199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576" name="Google Shape;3576;p65"/>
                      <p:cNvSpPr/>
                      <p:nvPr/>
                    </p:nvSpPr>
                    <p:spPr>
                      <a:xfrm>
                        <a:off x="2032000" y="3162300"/>
                        <a:ext cx="65087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577" name="Google Shape;3577;p65"/>
                      <p:cNvSpPr/>
                      <p:nvPr/>
                    </p:nvSpPr>
                    <p:spPr>
                      <a:xfrm rot="-6584936">
                        <a:off x="2627741" y="3146398"/>
                        <a:ext cx="9519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011199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578" name="Google Shape;3578;p65"/>
                      <p:cNvSpPr/>
                      <p:nvPr/>
                    </p:nvSpPr>
                    <p:spPr>
                      <a:xfrm rot="4492456">
                        <a:off x="2397126" y="3197226"/>
                        <a:ext cx="25717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3579" name="Google Shape;3579;p65"/>
                      <p:cNvGrpSpPr/>
                      <p:nvPr/>
                    </p:nvGrpSpPr>
                    <p:grpSpPr>
                      <a:xfrm>
                        <a:off x="1951535" y="3316761"/>
                        <a:ext cx="801873" cy="106763"/>
                        <a:chOff x="1953503" y="3313586"/>
                        <a:chExt cx="706591" cy="106763"/>
                      </a:xfrm>
                    </p:grpSpPr>
                    <p:sp>
                      <p:nvSpPr>
                        <p:cNvPr id="3580" name="Google Shape;3580;p65"/>
                        <p:cNvSpPr/>
                        <p:nvPr/>
                      </p:nvSpPr>
                      <p:spPr>
                        <a:xfrm flipH="1" rot="10800000">
                          <a:off x="2012950" y="3330575"/>
                          <a:ext cx="625475" cy="60324"/>
                        </a:xfrm>
                        <a:prstGeom prst="parallelogram">
                          <a:avLst>
                            <a:gd fmla="val 30290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581" name="Google Shape;3581;p65"/>
                        <p:cNvSpPr/>
                        <p:nvPr/>
                      </p:nvSpPr>
                      <p:spPr>
                        <a:xfrm flipH="1" rot="6584936">
                          <a:off x="1945897" y="3341565"/>
                          <a:ext cx="95195" cy="50805"/>
                        </a:xfrm>
                        <a:prstGeom prst="parallelogram">
                          <a:avLst>
                            <a:gd fmla="val 30290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582" name="Google Shape;3582;p65"/>
                        <p:cNvSpPr/>
                        <p:nvPr/>
                      </p:nvSpPr>
                      <p:spPr>
                        <a:xfrm>
                          <a:off x="1987550" y="3362325"/>
                          <a:ext cx="650875" cy="45719"/>
                        </a:xfrm>
                        <a:prstGeom prst="parallelogram">
                          <a:avLst>
                            <a:gd fmla="val 30290" name="adj"/>
                          </a:avLst>
                        </a:prstGeom>
                        <a:solidFill>
                          <a:srgbClr val="8FAADC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583" name="Google Shape;3583;p65"/>
                        <p:cNvSpPr/>
                        <p:nvPr/>
                      </p:nvSpPr>
                      <p:spPr>
                        <a:xfrm rot="-6584936">
                          <a:off x="2577455" y="3347983"/>
                          <a:ext cx="95195" cy="40287"/>
                        </a:xfrm>
                        <a:prstGeom prst="parallelogram">
                          <a:avLst>
                            <a:gd fmla="val 30290" name="adj"/>
                          </a:avLst>
                        </a:prstGeom>
                        <a:solidFill>
                          <a:srgbClr val="011199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584" name="Google Shape;3584;p65"/>
                      <p:cNvSpPr/>
                      <p:nvPr/>
                    </p:nvSpPr>
                    <p:spPr>
                      <a:xfrm rot="4389628">
                        <a:off x="2495482" y="3370576"/>
                        <a:ext cx="160883" cy="55150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585" name="Google Shape;3585;p65"/>
                      <p:cNvSpPr/>
                      <p:nvPr/>
                    </p:nvSpPr>
                    <p:spPr>
                      <a:xfrm rot="-4531743">
                        <a:off x="2025651" y="3362326"/>
                        <a:ext cx="257175" cy="45719"/>
                      </a:xfrm>
                      <a:prstGeom prst="parallelogram">
                        <a:avLst>
                          <a:gd fmla="val 30290" name="adj"/>
                        </a:avLst>
                      </a:prstGeom>
                      <a:solidFill>
                        <a:srgbClr val="8FAADC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586" name="Google Shape;3586;p65"/>
                <p:cNvGrpSpPr/>
                <p:nvPr/>
              </p:nvGrpSpPr>
              <p:grpSpPr>
                <a:xfrm>
                  <a:off x="6186618" y="4320744"/>
                  <a:ext cx="694976" cy="460529"/>
                  <a:chOff x="7493876" y="2774731"/>
                  <a:chExt cx="1481958" cy="894622"/>
                </a:xfrm>
              </p:grpSpPr>
              <p:sp>
                <p:nvSpPr>
                  <p:cNvPr id="3587" name="Google Shape;3587;p65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88" name="Google Shape;3588;p65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89" name="Google Shape;3589;p65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90" name="Google Shape;3590;p65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91" name="Google Shape;3591;p65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92" name="Google Shape;3592;p65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93" name="Google Shape;3593;p65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94" name="Google Shape;3594;p65"/>
                <p:cNvGrpSpPr/>
                <p:nvPr/>
              </p:nvGrpSpPr>
              <p:grpSpPr>
                <a:xfrm>
                  <a:off x="8007181" y="4312506"/>
                  <a:ext cx="694976" cy="460529"/>
                  <a:chOff x="7493876" y="2774731"/>
                  <a:chExt cx="1481958" cy="894622"/>
                </a:xfrm>
              </p:grpSpPr>
              <p:sp>
                <p:nvSpPr>
                  <p:cNvPr id="3595" name="Google Shape;3595;p65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96" name="Google Shape;3596;p65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97" name="Google Shape;3597;p65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98" name="Google Shape;3598;p65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99" name="Google Shape;3599;p65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00" name="Google Shape;3600;p65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01" name="Google Shape;3601;p65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3602" name="Google Shape;3602;p65"/>
              <p:cNvSpPr txBox="1"/>
              <p:nvPr/>
            </p:nvSpPr>
            <p:spPr>
              <a:xfrm>
                <a:off x="3405528" y="4791229"/>
                <a:ext cx="127768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base station</a:t>
                </a:r>
                <a:endParaRPr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03" name="Google Shape;3603;p65"/>
              <p:cNvCxnSpPr/>
              <p:nvPr/>
            </p:nvCxnSpPr>
            <p:spPr>
              <a:xfrm>
                <a:off x="3034266" y="4554323"/>
                <a:ext cx="530281" cy="541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3604" name="Google Shape;3604;p65"/>
              <p:cNvCxnSpPr/>
              <p:nvPr/>
            </p:nvCxnSpPr>
            <p:spPr>
              <a:xfrm>
                <a:off x="5382689" y="4554323"/>
                <a:ext cx="764985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605" name="Google Shape;3605;p65"/>
              <p:cNvSpPr txBox="1"/>
              <p:nvPr/>
            </p:nvSpPr>
            <p:spPr>
              <a:xfrm>
                <a:off x="8052781" y="4766735"/>
                <a:ext cx="7634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P-GW</a:t>
                </a:r>
                <a:endParaRPr/>
              </a:p>
            </p:txBody>
          </p:sp>
          <p:sp>
            <p:nvSpPr>
              <p:cNvPr id="3606" name="Google Shape;3606;p65"/>
              <p:cNvSpPr txBox="1"/>
              <p:nvPr/>
            </p:nvSpPr>
            <p:spPr>
              <a:xfrm>
                <a:off x="6228229" y="4790108"/>
                <a:ext cx="75367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S-GW</a:t>
                </a:r>
                <a:endParaRPr/>
              </a:p>
            </p:txBody>
          </p:sp>
          <p:pic>
            <p:nvPicPr>
              <p:cNvPr id="3607" name="Google Shape;3607;p6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450342" y="4450690"/>
                <a:ext cx="1508938" cy="20726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608" name="Google Shape;3608;p65"/>
              <p:cNvCxnSpPr/>
              <p:nvPr/>
            </p:nvCxnSpPr>
            <p:spPr>
              <a:xfrm flipH="1">
                <a:off x="4279805" y="4554323"/>
                <a:ext cx="214699" cy="760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3609" name="Google Shape;3609;p65"/>
              <p:cNvCxnSpPr/>
              <p:nvPr/>
            </p:nvCxnSpPr>
            <p:spPr>
              <a:xfrm>
                <a:off x="7569965" y="4554323"/>
                <a:ext cx="397397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pic>
            <p:nvPicPr>
              <p:cNvPr id="3610" name="Google Shape;3610;p6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020621" y="4458294"/>
                <a:ext cx="816721" cy="20726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611" name="Google Shape;3611;p65"/>
              <p:cNvCxnSpPr/>
              <p:nvPr/>
            </p:nvCxnSpPr>
            <p:spPr>
              <a:xfrm flipH="1">
                <a:off x="6894126" y="4561927"/>
                <a:ext cx="139746" cy="760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11199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3612" name="Google Shape;3612;p65"/>
            <p:cNvSpPr txBox="1"/>
            <p:nvPr/>
          </p:nvSpPr>
          <p:spPr>
            <a:xfrm>
              <a:off x="7543800" y="4118420"/>
              <a:ext cx="4226082" cy="1129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data plane</a:t>
              </a:r>
              <a:endParaRPr/>
            </a:p>
            <a:p>
              <a:pPr indent="-282575" lvl="0" marL="3429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new protocols at link, physical layers</a:t>
              </a:r>
              <a:endParaRPr/>
            </a:p>
          </p:txBody>
        </p:sp>
        <p:cxnSp>
          <p:nvCxnSpPr>
            <p:cNvPr id="3613" name="Google Shape;3613;p65"/>
            <p:cNvCxnSpPr/>
            <p:nvPr/>
          </p:nvCxnSpPr>
          <p:spPr>
            <a:xfrm>
              <a:off x="1124466" y="3620530"/>
              <a:ext cx="9564129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614" name="Google Shape;3614;p65"/>
          <p:cNvGrpSpPr/>
          <p:nvPr/>
        </p:nvGrpSpPr>
        <p:grpSpPr>
          <a:xfrm>
            <a:off x="4000586" y="4902565"/>
            <a:ext cx="7756939" cy="1064378"/>
            <a:chOff x="4000586" y="4902565"/>
            <a:chExt cx="7756939" cy="1064378"/>
          </a:xfrm>
        </p:grpSpPr>
        <p:grpSp>
          <p:nvGrpSpPr>
            <p:cNvPr id="3615" name="Google Shape;3615;p65"/>
            <p:cNvGrpSpPr/>
            <p:nvPr/>
          </p:nvGrpSpPr>
          <p:grpSpPr>
            <a:xfrm>
              <a:off x="4000586" y="4902565"/>
              <a:ext cx="1695814" cy="1064378"/>
              <a:chOff x="5705818" y="5074585"/>
              <a:chExt cx="1695814" cy="954142"/>
            </a:xfrm>
          </p:grpSpPr>
          <p:sp>
            <p:nvSpPr>
              <p:cNvPr id="3616" name="Google Shape;3616;p65"/>
              <p:cNvSpPr txBox="1"/>
              <p:nvPr/>
            </p:nvSpPr>
            <p:spPr>
              <a:xfrm>
                <a:off x="5993028" y="5659395"/>
                <a:ext cx="11144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111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tunnels</a:t>
                </a:r>
                <a:endParaRPr/>
              </a:p>
            </p:txBody>
          </p:sp>
          <p:cxnSp>
            <p:nvCxnSpPr>
              <p:cNvPr id="3617" name="Google Shape;3617;p65"/>
              <p:cNvCxnSpPr>
                <a:endCxn id="3616" idx="0"/>
              </p:cNvCxnSpPr>
              <p:nvPr/>
            </p:nvCxnSpPr>
            <p:spPr>
              <a:xfrm flipH="1">
                <a:off x="6550232" y="5078595"/>
                <a:ext cx="851400" cy="580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18" name="Google Shape;3618;p65"/>
              <p:cNvCxnSpPr/>
              <p:nvPr/>
            </p:nvCxnSpPr>
            <p:spPr>
              <a:xfrm>
                <a:off x="5705818" y="5074585"/>
                <a:ext cx="851465" cy="58076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619" name="Google Shape;3619;p65"/>
            <p:cNvSpPr txBox="1"/>
            <p:nvPr/>
          </p:nvSpPr>
          <p:spPr>
            <a:xfrm>
              <a:off x="7531443" y="5135794"/>
              <a:ext cx="4226082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2575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extensive use of tunneling to facilitate mobility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4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5" name="Google Shape;3625;p66"/>
          <p:cNvGrpSpPr/>
          <p:nvPr/>
        </p:nvGrpSpPr>
        <p:grpSpPr>
          <a:xfrm>
            <a:off x="4770369" y="5117463"/>
            <a:ext cx="4433068" cy="574881"/>
            <a:chOff x="5366964" y="5459934"/>
            <a:chExt cx="4476119" cy="574881"/>
          </a:xfrm>
        </p:grpSpPr>
        <p:sp>
          <p:nvSpPr>
            <p:cNvPr id="3626" name="Google Shape;3626;p66"/>
            <p:cNvSpPr/>
            <p:nvPr/>
          </p:nvSpPr>
          <p:spPr>
            <a:xfrm>
              <a:off x="5366964" y="5459934"/>
              <a:ext cx="4476119" cy="574881"/>
            </a:xfrm>
            <a:custGeom>
              <a:rect b="b" l="l" r="r" t="t"/>
              <a:pathLst>
                <a:path extrusionOk="0" h="806768" w="1379141">
                  <a:moveTo>
                    <a:pt x="216608" y="59582"/>
                  </a:moveTo>
                  <a:cubicBezTo>
                    <a:pt x="97984" y="70023"/>
                    <a:pt x="146525" y="65300"/>
                    <a:pt x="112559" y="113979"/>
                  </a:cubicBezTo>
                  <a:cubicBezTo>
                    <a:pt x="78593" y="162658"/>
                    <a:pt x="25373" y="149706"/>
                    <a:pt x="12814" y="351654"/>
                  </a:cubicBezTo>
                  <a:cubicBezTo>
                    <a:pt x="255" y="553602"/>
                    <a:pt x="-21645" y="640069"/>
                    <a:pt x="54984" y="684053"/>
                  </a:cubicBezTo>
                  <a:cubicBezTo>
                    <a:pt x="99551" y="702915"/>
                    <a:pt x="160041" y="781314"/>
                    <a:pt x="348727" y="796830"/>
                  </a:cubicBezTo>
                  <a:cubicBezTo>
                    <a:pt x="812788" y="793482"/>
                    <a:pt x="1165213" y="838487"/>
                    <a:pt x="1270711" y="760661"/>
                  </a:cubicBezTo>
                  <a:cubicBezTo>
                    <a:pt x="1376209" y="682835"/>
                    <a:pt x="1380962" y="491721"/>
                    <a:pt x="1378790" y="329881"/>
                  </a:cubicBezTo>
                  <a:cubicBezTo>
                    <a:pt x="1373459" y="210569"/>
                    <a:pt x="1340858" y="86687"/>
                    <a:pt x="1280844" y="13800"/>
                  </a:cubicBezTo>
                  <a:cubicBezTo>
                    <a:pt x="1177821" y="-34285"/>
                    <a:pt x="885108" y="59362"/>
                    <a:pt x="824303" y="51331"/>
                  </a:cubicBezTo>
                  <a:cubicBezTo>
                    <a:pt x="701546" y="58788"/>
                    <a:pt x="335232" y="49141"/>
                    <a:pt x="216608" y="5958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27" name="Google Shape;3627;p66"/>
            <p:cNvCxnSpPr>
              <a:stCxn id="3628" idx="0"/>
            </p:cNvCxnSpPr>
            <p:nvPr/>
          </p:nvCxnSpPr>
          <p:spPr>
            <a:xfrm rot="10800000">
              <a:off x="8591309" y="5631871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29" name="Google Shape;3629;p66"/>
            <p:cNvCxnSpPr>
              <a:stCxn id="3630" idx="9"/>
            </p:cNvCxnSpPr>
            <p:nvPr/>
          </p:nvCxnSpPr>
          <p:spPr>
            <a:xfrm>
              <a:off x="8270073" y="5586838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1" name="Google Shape;3631;p66"/>
            <p:cNvCxnSpPr>
              <a:stCxn id="3630" idx="2"/>
            </p:cNvCxnSpPr>
            <p:nvPr/>
          </p:nvCxnSpPr>
          <p:spPr>
            <a:xfrm>
              <a:off x="8269779" y="5582623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2" name="Google Shape;3632;p66"/>
            <p:cNvCxnSpPr>
              <a:endCxn id="3633" idx="2"/>
            </p:cNvCxnSpPr>
            <p:nvPr/>
          </p:nvCxnSpPr>
          <p:spPr>
            <a:xfrm>
              <a:off x="8289329" y="5888859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4" name="Google Shape;3634;p66"/>
            <p:cNvCxnSpPr>
              <a:stCxn id="3635" idx="4"/>
              <a:endCxn id="3636" idx="2"/>
            </p:cNvCxnSpPr>
            <p:nvPr/>
          </p:nvCxnSpPr>
          <p:spPr>
            <a:xfrm flipH="1">
              <a:off x="8269746" y="5614796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37" name="Google Shape;3637;p66"/>
            <p:cNvCxnSpPr/>
            <p:nvPr/>
          </p:nvCxnSpPr>
          <p:spPr>
            <a:xfrm flipH="1" rot="10800000">
              <a:off x="8289330" y="5631766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638" name="Google Shape;3638;p66"/>
            <p:cNvGrpSpPr/>
            <p:nvPr/>
          </p:nvGrpSpPr>
          <p:grpSpPr>
            <a:xfrm>
              <a:off x="8178961" y="5824636"/>
              <a:ext cx="182938" cy="111323"/>
              <a:chOff x="7493876" y="2774731"/>
              <a:chExt cx="1481958" cy="894622"/>
            </a:xfrm>
          </p:grpSpPr>
          <p:sp>
            <p:nvSpPr>
              <p:cNvPr id="3639" name="Google Shape;3639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40" name="Google Shape;3640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41" name="Google Shape;3641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42" name="Google Shape;3642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3" name="Google Shape;3643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4" name="Google Shape;3644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6" name="Google Shape;3636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45" name="Google Shape;3645;p66"/>
            <p:cNvGrpSpPr/>
            <p:nvPr/>
          </p:nvGrpSpPr>
          <p:grpSpPr>
            <a:xfrm>
              <a:off x="8182762" y="5545189"/>
              <a:ext cx="175179" cy="107525"/>
              <a:chOff x="7493876" y="2774731"/>
              <a:chExt cx="1481958" cy="894622"/>
            </a:xfrm>
          </p:grpSpPr>
          <p:sp>
            <p:nvSpPr>
              <p:cNvPr id="3646" name="Google Shape;3646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35" name="Google Shape;3635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47" name="Google Shape;3647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48" name="Google Shape;3648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9" name="Google Shape;3649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0" name="Google Shape;3650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0" name="Google Shape;3630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51" name="Google Shape;3651;p66"/>
            <p:cNvGrpSpPr/>
            <p:nvPr/>
          </p:nvGrpSpPr>
          <p:grpSpPr>
            <a:xfrm>
              <a:off x="8515547" y="5580583"/>
              <a:ext cx="175179" cy="107525"/>
              <a:chOff x="7493876" y="2774731"/>
              <a:chExt cx="1481958" cy="894622"/>
            </a:xfrm>
          </p:grpSpPr>
          <p:sp>
            <p:nvSpPr>
              <p:cNvPr id="3652" name="Google Shape;3652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53" name="Google Shape;3653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54" name="Google Shape;3654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55" name="Google Shape;3655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6" name="Google Shape;3656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7" name="Google Shape;3657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8" name="Google Shape;3658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59" name="Google Shape;3659;p66"/>
            <p:cNvGrpSpPr/>
            <p:nvPr/>
          </p:nvGrpSpPr>
          <p:grpSpPr>
            <a:xfrm>
              <a:off x="8570325" y="5882671"/>
              <a:ext cx="175179" cy="107525"/>
              <a:chOff x="7493876" y="2774731"/>
              <a:chExt cx="1481958" cy="894622"/>
            </a:xfrm>
          </p:grpSpPr>
          <p:sp>
            <p:nvSpPr>
              <p:cNvPr id="3660" name="Google Shape;3660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28" name="Google Shape;3628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61" name="Google Shape;3661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62" name="Google Shape;3662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3" name="Google Shape;3663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4" name="Google Shape;3664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3" name="Google Shape;3633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65" name="Google Shape;3665;p66"/>
          <p:cNvGrpSpPr/>
          <p:nvPr/>
        </p:nvGrpSpPr>
        <p:grpSpPr>
          <a:xfrm>
            <a:off x="5073296" y="5219794"/>
            <a:ext cx="998795" cy="445007"/>
            <a:chOff x="4332883" y="5571655"/>
            <a:chExt cx="998795" cy="445007"/>
          </a:xfrm>
        </p:grpSpPr>
        <p:cxnSp>
          <p:nvCxnSpPr>
            <p:cNvPr id="3666" name="Google Shape;3666;p66"/>
            <p:cNvCxnSpPr>
              <a:stCxn id="3667" idx="0"/>
            </p:cNvCxnSpPr>
            <p:nvPr/>
          </p:nvCxnSpPr>
          <p:spPr>
            <a:xfrm rot="10800000">
              <a:off x="4745231" y="5658337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8" name="Google Shape;3668;p66"/>
            <p:cNvCxnSpPr/>
            <p:nvPr/>
          </p:nvCxnSpPr>
          <p:spPr>
            <a:xfrm>
              <a:off x="4753706" y="5653287"/>
              <a:ext cx="299692" cy="1423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9" name="Google Shape;3669;p66"/>
            <p:cNvCxnSpPr/>
            <p:nvPr/>
          </p:nvCxnSpPr>
          <p:spPr>
            <a:xfrm flipH="1" rot="10800000">
              <a:off x="5053398" y="5718444"/>
              <a:ext cx="231278" cy="7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0" name="Google Shape;3670;p66"/>
            <p:cNvCxnSpPr>
              <a:stCxn id="3671" idx="9"/>
            </p:cNvCxnSpPr>
            <p:nvPr/>
          </p:nvCxnSpPr>
          <p:spPr>
            <a:xfrm>
              <a:off x="4423995" y="5613304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2" name="Google Shape;3672;p66"/>
            <p:cNvCxnSpPr>
              <a:stCxn id="3671" idx="2"/>
            </p:cNvCxnSpPr>
            <p:nvPr/>
          </p:nvCxnSpPr>
          <p:spPr>
            <a:xfrm>
              <a:off x="4423701" y="5609089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3" name="Google Shape;3673;p66"/>
            <p:cNvCxnSpPr/>
            <p:nvPr/>
          </p:nvCxnSpPr>
          <p:spPr>
            <a:xfrm>
              <a:off x="4753706" y="5658231"/>
              <a:ext cx="530161" cy="43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4" name="Google Shape;3674;p66"/>
            <p:cNvCxnSpPr>
              <a:stCxn id="3675" idx="2"/>
            </p:cNvCxnSpPr>
            <p:nvPr/>
          </p:nvCxnSpPr>
          <p:spPr>
            <a:xfrm flipH="1" rot="10800000">
              <a:off x="4811264" y="5795671"/>
              <a:ext cx="242100" cy="15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6" name="Google Shape;3676;p66"/>
            <p:cNvCxnSpPr>
              <a:endCxn id="3675" idx="2"/>
            </p:cNvCxnSpPr>
            <p:nvPr/>
          </p:nvCxnSpPr>
          <p:spPr>
            <a:xfrm>
              <a:off x="4443251" y="5915325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77" name="Google Shape;3677;p66"/>
            <p:cNvCxnSpPr>
              <a:stCxn id="3678" idx="4"/>
              <a:endCxn id="3679" idx="2"/>
            </p:cNvCxnSpPr>
            <p:nvPr/>
          </p:nvCxnSpPr>
          <p:spPr>
            <a:xfrm flipH="1">
              <a:off x="4423668" y="5641262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0" name="Google Shape;3680;p66"/>
            <p:cNvCxnSpPr/>
            <p:nvPr/>
          </p:nvCxnSpPr>
          <p:spPr>
            <a:xfrm flipH="1" rot="10800000">
              <a:off x="4443252" y="5658232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681" name="Google Shape;3681;p66"/>
            <p:cNvGrpSpPr/>
            <p:nvPr/>
          </p:nvGrpSpPr>
          <p:grpSpPr>
            <a:xfrm>
              <a:off x="4332883" y="5851102"/>
              <a:ext cx="182938" cy="111323"/>
              <a:chOff x="7493876" y="2774731"/>
              <a:chExt cx="1481958" cy="894622"/>
            </a:xfrm>
          </p:grpSpPr>
          <p:sp>
            <p:nvSpPr>
              <p:cNvPr id="3682" name="Google Shape;3682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83" name="Google Shape;3683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84" name="Google Shape;3684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85" name="Google Shape;3685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6" name="Google Shape;3686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7" name="Google Shape;3687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9" name="Google Shape;3679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88" name="Google Shape;3688;p66"/>
            <p:cNvGrpSpPr/>
            <p:nvPr/>
          </p:nvGrpSpPr>
          <p:grpSpPr>
            <a:xfrm>
              <a:off x="4336684" y="5571655"/>
              <a:ext cx="175179" cy="107525"/>
              <a:chOff x="7493876" y="2774731"/>
              <a:chExt cx="1481958" cy="894622"/>
            </a:xfrm>
          </p:grpSpPr>
          <p:sp>
            <p:nvSpPr>
              <p:cNvPr id="3689" name="Google Shape;3689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78" name="Google Shape;3678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90" name="Google Shape;3690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91" name="Google Shape;3691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2" name="Google Shape;3692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3" name="Google Shape;3693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1" name="Google Shape;3671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94" name="Google Shape;3694;p66"/>
            <p:cNvGrpSpPr/>
            <p:nvPr/>
          </p:nvGrpSpPr>
          <p:grpSpPr>
            <a:xfrm>
              <a:off x="4669469" y="5607049"/>
              <a:ext cx="175179" cy="107525"/>
              <a:chOff x="7493876" y="2774731"/>
              <a:chExt cx="1481958" cy="894622"/>
            </a:xfrm>
          </p:grpSpPr>
          <p:sp>
            <p:nvSpPr>
              <p:cNvPr id="3695" name="Google Shape;3695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96" name="Google Shape;3696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697" name="Google Shape;3697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698" name="Google Shape;3698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9" name="Google Shape;3699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0" name="Google Shape;3700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1" name="Google Shape;3701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02" name="Google Shape;3702;p66"/>
            <p:cNvGrpSpPr/>
            <p:nvPr/>
          </p:nvGrpSpPr>
          <p:grpSpPr>
            <a:xfrm>
              <a:off x="4724247" y="5909137"/>
              <a:ext cx="175179" cy="107525"/>
              <a:chOff x="7493876" y="2774731"/>
              <a:chExt cx="1481958" cy="894622"/>
            </a:xfrm>
          </p:grpSpPr>
          <p:sp>
            <p:nvSpPr>
              <p:cNvPr id="3703" name="Google Shape;3703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667" name="Google Shape;3667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704" name="Google Shape;3704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05" name="Google Shape;3705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6" name="Google Shape;3706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7" name="Google Shape;3707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5" name="Google Shape;3675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08" name="Google Shape;3708;p66"/>
            <p:cNvGrpSpPr/>
            <p:nvPr/>
          </p:nvGrpSpPr>
          <p:grpSpPr>
            <a:xfrm>
              <a:off x="5156499" y="5631997"/>
              <a:ext cx="175179" cy="107525"/>
              <a:chOff x="7493876" y="2774731"/>
              <a:chExt cx="1481958" cy="894622"/>
            </a:xfrm>
          </p:grpSpPr>
          <p:sp>
            <p:nvSpPr>
              <p:cNvPr id="3709" name="Google Shape;3709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710" name="Google Shape;3710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711" name="Google Shape;3711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12" name="Google Shape;3712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3" name="Google Shape;3713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4" name="Google Shape;3714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5" name="Google Shape;3715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16" name="Google Shape;3716;p66"/>
            <p:cNvGrpSpPr/>
            <p:nvPr/>
          </p:nvGrpSpPr>
          <p:grpSpPr>
            <a:xfrm>
              <a:off x="4944983" y="5749145"/>
              <a:ext cx="175179" cy="107525"/>
              <a:chOff x="7493876" y="2774731"/>
              <a:chExt cx="1481958" cy="894622"/>
            </a:xfrm>
          </p:grpSpPr>
          <p:sp>
            <p:nvSpPr>
              <p:cNvPr id="3717" name="Google Shape;3717;p6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718" name="Google Shape;3718;p6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719" name="Google Shape;3719;p6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20" name="Google Shape;3720;p6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1" name="Google Shape;3721;p6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2" name="Google Shape;3722;p6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3" name="Google Shape;3723;p6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724" name="Google Shape;3724;p66"/>
          <p:cNvGrpSpPr/>
          <p:nvPr/>
        </p:nvGrpSpPr>
        <p:grpSpPr>
          <a:xfrm>
            <a:off x="3449932" y="2238542"/>
            <a:ext cx="1546844" cy="2975288"/>
            <a:chOff x="6582236" y="2141267"/>
            <a:chExt cx="1546844" cy="2975288"/>
          </a:xfrm>
        </p:grpSpPr>
        <p:sp>
          <p:nvSpPr>
            <p:cNvPr id="3725" name="Google Shape;3725;p66"/>
            <p:cNvSpPr/>
            <p:nvPr/>
          </p:nvSpPr>
          <p:spPr>
            <a:xfrm>
              <a:off x="6624647" y="3985500"/>
              <a:ext cx="1504433" cy="1131055"/>
            </a:xfrm>
            <a:custGeom>
              <a:rect b="b" l="l" r="r" t="t"/>
              <a:pathLst>
                <a:path extrusionOk="0" h="1508073" w="909578">
                  <a:moveTo>
                    <a:pt x="267142" y="1481045"/>
                  </a:moveTo>
                  <a:cubicBezTo>
                    <a:pt x="289422" y="745172"/>
                    <a:pt x="169938" y="471113"/>
                    <a:pt x="0" y="20584"/>
                  </a:cubicBezTo>
                  <a:lnTo>
                    <a:pt x="909578" y="0"/>
                  </a:lnTo>
                  <a:cubicBezTo>
                    <a:pt x="539513" y="917738"/>
                    <a:pt x="617073" y="992412"/>
                    <a:pt x="535335" y="1508073"/>
                  </a:cubicBezTo>
                  <a:lnTo>
                    <a:pt x="267142" y="1481045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">
                  <a:srgbClr val="A5A5A5"/>
                </a:gs>
                <a:gs pos="100000">
                  <a:schemeClr val="lt1"/>
                </a:gs>
              </a:gsLst>
              <a:lin ang="4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66"/>
            <p:cNvSpPr/>
            <p:nvPr/>
          </p:nvSpPr>
          <p:spPr>
            <a:xfrm>
              <a:off x="6585559" y="2169268"/>
              <a:ext cx="1532239" cy="182264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7" name="Google Shape;3727;p66"/>
            <p:cNvSpPr txBox="1"/>
            <p:nvPr/>
          </p:nvSpPr>
          <p:spPr>
            <a:xfrm>
              <a:off x="7166587" y="2141267"/>
              <a:ext cx="3818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3728" name="Google Shape;3728;p66"/>
            <p:cNvSpPr txBox="1"/>
            <p:nvPr/>
          </p:nvSpPr>
          <p:spPr>
            <a:xfrm>
              <a:off x="6706710" y="2535459"/>
              <a:ext cx="1263166" cy="491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Packet Data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Convergence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66"/>
            <p:cNvSpPr txBox="1"/>
            <p:nvPr/>
          </p:nvSpPr>
          <p:spPr>
            <a:xfrm>
              <a:off x="6819561" y="2965227"/>
              <a:ext cx="10374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Radio Link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66"/>
            <p:cNvSpPr txBox="1"/>
            <p:nvPr/>
          </p:nvSpPr>
          <p:spPr>
            <a:xfrm>
              <a:off x="6622803" y="3264691"/>
              <a:ext cx="148790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Medium Access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66"/>
            <p:cNvSpPr txBox="1"/>
            <p:nvPr/>
          </p:nvSpPr>
          <p:spPr>
            <a:xfrm>
              <a:off x="6832994" y="3613467"/>
              <a:ext cx="10105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32" name="Google Shape;3732;p66"/>
            <p:cNvCxnSpPr/>
            <p:nvPr/>
          </p:nvCxnSpPr>
          <p:spPr>
            <a:xfrm>
              <a:off x="6583857" y="3625556"/>
              <a:ext cx="1529037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3" name="Google Shape;3733;p66"/>
            <p:cNvCxnSpPr/>
            <p:nvPr/>
          </p:nvCxnSpPr>
          <p:spPr>
            <a:xfrm>
              <a:off x="6664608" y="2994952"/>
              <a:ext cx="1402033" cy="0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4" name="Google Shape;3734;p66"/>
            <p:cNvCxnSpPr/>
            <p:nvPr/>
          </p:nvCxnSpPr>
          <p:spPr>
            <a:xfrm>
              <a:off x="6582236" y="2169150"/>
              <a:ext cx="1533461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5" name="Google Shape;3735;p66"/>
            <p:cNvCxnSpPr/>
            <p:nvPr/>
          </p:nvCxnSpPr>
          <p:spPr>
            <a:xfrm>
              <a:off x="6585039" y="2520797"/>
              <a:ext cx="1533461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36" name="Google Shape;3736;p66"/>
            <p:cNvCxnSpPr/>
            <p:nvPr/>
          </p:nvCxnSpPr>
          <p:spPr>
            <a:xfrm>
              <a:off x="6651508" y="3275439"/>
              <a:ext cx="1402033" cy="0"/>
            </a:xfrm>
            <a:prstGeom prst="straightConnector1">
              <a:avLst/>
            </a:prstGeom>
            <a:noFill/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37" name="Google Shape;3737;p66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LTE data plane protocol stack: first hop</a:t>
            </a:r>
            <a:endParaRPr/>
          </a:p>
        </p:txBody>
      </p:sp>
      <p:sp>
        <p:nvSpPr>
          <p:cNvPr id="3738" name="Google Shape;3738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739" name="Google Shape;3739;p66"/>
          <p:cNvGrpSpPr/>
          <p:nvPr/>
        </p:nvGrpSpPr>
        <p:grpSpPr>
          <a:xfrm>
            <a:off x="3842824" y="4405625"/>
            <a:ext cx="790834" cy="1180042"/>
            <a:chOff x="5970432" y="1629202"/>
            <a:chExt cx="888604" cy="1197664"/>
          </a:xfrm>
        </p:grpSpPr>
        <p:grpSp>
          <p:nvGrpSpPr>
            <p:cNvPr id="3740" name="Google Shape;3740;p66"/>
            <p:cNvGrpSpPr/>
            <p:nvPr/>
          </p:nvGrpSpPr>
          <p:grpSpPr>
            <a:xfrm>
              <a:off x="5970432" y="1629202"/>
              <a:ext cx="466245" cy="924931"/>
              <a:chOff x="6476205" y="1307523"/>
              <a:chExt cx="466245" cy="924931"/>
            </a:xfrm>
          </p:grpSpPr>
          <p:grpSp>
            <p:nvGrpSpPr>
              <p:cNvPr id="3741" name="Google Shape;3741;p66"/>
              <p:cNvGrpSpPr/>
              <p:nvPr/>
            </p:nvGrpSpPr>
            <p:grpSpPr>
              <a:xfrm>
                <a:off x="6476205" y="1307523"/>
                <a:ext cx="466245" cy="392290"/>
                <a:chOff x="2920" y="1445"/>
                <a:chExt cx="326" cy="289"/>
              </a:xfrm>
            </p:grpSpPr>
            <p:sp>
              <p:nvSpPr>
                <p:cNvPr id="3742" name="Google Shape;3742;p66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43" name="Google Shape;3743;p66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744" name="Google Shape;3744;p66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45" name="Google Shape;3745;p66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46" name="Google Shape;3746;p66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47" name="Google Shape;3747;p66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748" name="Google Shape;3748;p66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749" name="Google Shape;3749;p6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0" name="Google Shape;3750;p6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1" name="Google Shape;3751;p6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2" name="Google Shape;3752;p6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3" name="Google Shape;3753;p6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4" name="Google Shape;3754;p6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5" name="Google Shape;3755;p6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6" name="Google Shape;3756;p6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7" name="Google Shape;3757;p6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8" name="Google Shape;3758;p6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9" name="Google Shape;3759;p6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0" name="Google Shape;3760;p6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1" name="Google Shape;3761;p6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2" name="Google Shape;3762;p6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3" name="Google Shape;3763;p6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764" name="Google Shape;3764;p66"/>
            <p:cNvGrpSpPr/>
            <p:nvPr/>
          </p:nvGrpSpPr>
          <p:grpSpPr>
            <a:xfrm>
              <a:off x="6091888" y="2409568"/>
              <a:ext cx="767148" cy="417298"/>
              <a:chOff x="1503784" y="3006600"/>
              <a:chExt cx="1771786" cy="957087"/>
            </a:xfrm>
          </p:grpSpPr>
          <p:grpSp>
            <p:nvGrpSpPr>
              <p:cNvPr id="3765" name="Google Shape;3765;p66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766" name="Google Shape;3766;p66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767" name="Google Shape;3767;p66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768" name="Google Shape;3768;p66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769" name="Google Shape;3769;p66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770" name="Google Shape;3770;p6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71" name="Google Shape;3771;p6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72" name="Google Shape;3772;p66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773" name="Google Shape;3773;p6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74" name="Google Shape;3774;p6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775" name="Google Shape;3775;p66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6" name="Google Shape;3776;p66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7" name="Google Shape;3777;p66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8" name="Google Shape;3778;p66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79" name="Google Shape;3779;p66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0" name="Google Shape;3780;p66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81" name="Google Shape;3781;p66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782" name="Google Shape;3782;p66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83" name="Google Shape;3783;p66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84" name="Google Shape;3784;p66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85" name="Google Shape;3785;p66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786" name="Google Shape;3786;p66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7" name="Google Shape;3787;p66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788" name="Google Shape;3788;p66"/>
          <p:cNvGrpSpPr/>
          <p:nvPr/>
        </p:nvGrpSpPr>
        <p:grpSpPr>
          <a:xfrm>
            <a:off x="6557320" y="5161005"/>
            <a:ext cx="694976" cy="460529"/>
            <a:chOff x="7493876" y="2774731"/>
            <a:chExt cx="1481958" cy="894622"/>
          </a:xfrm>
        </p:grpSpPr>
        <p:sp>
          <p:nvSpPr>
            <p:cNvPr id="3789" name="Google Shape;3789;p6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90" name="Google Shape;3790;p6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91" name="Google Shape;3791;p6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92" name="Google Shape;3792;p6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3" name="Google Shape;3793;p6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4" name="Google Shape;3794;p6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5" name="Google Shape;3795;p6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6" name="Google Shape;3796;p66"/>
          <p:cNvGrpSpPr/>
          <p:nvPr/>
        </p:nvGrpSpPr>
        <p:grpSpPr>
          <a:xfrm>
            <a:off x="8377883" y="5152767"/>
            <a:ext cx="694976" cy="460529"/>
            <a:chOff x="7493876" y="2774731"/>
            <a:chExt cx="1481958" cy="894622"/>
          </a:xfrm>
        </p:grpSpPr>
        <p:sp>
          <p:nvSpPr>
            <p:cNvPr id="3797" name="Google Shape;3797;p6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98" name="Google Shape;3798;p6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99" name="Google Shape;3799;p6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00" name="Google Shape;3800;p6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1" name="Google Shape;3801;p6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2" name="Google Shape;3802;p6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3" name="Google Shape;3803;p6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4" name="Google Shape;3804;p66"/>
          <p:cNvSpPr txBox="1"/>
          <p:nvPr/>
        </p:nvSpPr>
        <p:spPr>
          <a:xfrm>
            <a:off x="9085158" y="5082258"/>
            <a:ext cx="1430443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plane</a:t>
            </a:r>
            <a:endParaRPr/>
          </a:p>
        </p:txBody>
      </p:sp>
      <p:cxnSp>
        <p:nvCxnSpPr>
          <p:cNvPr id="3805" name="Google Shape;3805;p66"/>
          <p:cNvCxnSpPr/>
          <p:nvPr/>
        </p:nvCxnSpPr>
        <p:spPr>
          <a:xfrm>
            <a:off x="2817340" y="5387646"/>
            <a:ext cx="1117909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806" name="Google Shape;3806;p66"/>
          <p:cNvCxnSpPr/>
          <p:nvPr/>
        </p:nvCxnSpPr>
        <p:spPr>
          <a:xfrm>
            <a:off x="5753391" y="5382227"/>
            <a:ext cx="764985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07" name="Google Shape;3807;p66"/>
          <p:cNvSpPr txBox="1"/>
          <p:nvPr/>
        </p:nvSpPr>
        <p:spPr>
          <a:xfrm>
            <a:off x="8423483" y="5594639"/>
            <a:ext cx="76345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sp>
        <p:nvSpPr>
          <p:cNvPr id="3808" name="Google Shape;3808;p66"/>
          <p:cNvSpPr txBox="1"/>
          <p:nvPr/>
        </p:nvSpPr>
        <p:spPr>
          <a:xfrm>
            <a:off x="6598931" y="5618012"/>
            <a:ext cx="7536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pic>
        <p:nvPicPr>
          <p:cNvPr id="3809" name="Google Shape;380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1044" y="5278594"/>
            <a:ext cx="1508938" cy="207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10" name="Google Shape;3810;p66"/>
          <p:cNvCxnSpPr/>
          <p:nvPr/>
        </p:nvCxnSpPr>
        <p:spPr>
          <a:xfrm flipH="1">
            <a:off x="4650507" y="5382227"/>
            <a:ext cx="214699" cy="7603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11" name="Google Shape;3811;p66"/>
          <p:cNvCxnSpPr/>
          <p:nvPr/>
        </p:nvCxnSpPr>
        <p:spPr>
          <a:xfrm>
            <a:off x="7940667" y="5382227"/>
            <a:ext cx="397397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812" name="Google Shape;3812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323" y="5286198"/>
            <a:ext cx="816721" cy="207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13" name="Google Shape;3813;p66"/>
          <p:cNvCxnSpPr/>
          <p:nvPr/>
        </p:nvCxnSpPr>
        <p:spPr>
          <a:xfrm flipH="1">
            <a:off x="7264828" y="5389831"/>
            <a:ext cx="139746" cy="7603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14" name="Google Shape;3814;p66"/>
          <p:cNvSpPr/>
          <p:nvPr/>
        </p:nvSpPr>
        <p:spPr>
          <a:xfrm flipH="1">
            <a:off x="999680" y="4082001"/>
            <a:ext cx="1685153" cy="1114997"/>
          </a:xfrm>
          <a:custGeom>
            <a:rect b="b" l="l" r="r" t="t"/>
            <a:pathLst>
              <a:path extrusionOk="0" h="1486663" w="1018841">
                <a:moveTo>
                  <a:pt x="0" y="1486403"/>
                </a:moveTo>
                <a:cubicBezTo>
                  <a:pt x="98737" y="802411"/>
                  <a:pt x="114524" y="437559"/>
                  <a:pt x="68094" y="0"/>
                </a:cubicBezTo>
                <a:lnTo>
                  <a:pt x="1018841" y="5356"/>
                </a:lnTo>
                <a:cubicBezTo>
                  <a:pt x="578200" y="533988"/>
                  <a:pt x="373456" y="894007"/>
                  <a:pt x="150566" y="1435609"/>
                </a:cubicBezTo>
                <a:cubicBezTo>
                  <a:pt x="100377" y="1430923"/>
                  <a:pt x="50189" y="1491089"/>
                  <a:pt x="0" y="1486403"/>
                </a:cubicBezTo>
                <a:close/>
              </a:path>
            </a:pathLst>
          </a:custGeom>
          <a:gradFill>
            <a:gsLst>
              <a:gs pos="0">
                <a:srgbClr val="A5A5A5"/>
              </a:gs>
              <a:gs pos="1000">
                <a:srgbClr val="A5A5A5"/>
              </a:gs>
              <a:gs pos="100000">
                <a:schemeClr val="l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5" name="Google Shape;3815;p66"/>
          <p:cNvSpPr/>
          <p:nvPr/>
        </p:nvSpPr>
        <p:spPr>
          <a:xfrm>
            <a:off x="1024580" y="1516200"/>
            <a:ext cx="1532239" cy="25664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6" name="Google Shape;3816;p66"/>
          <p:cNvSpPr txBox="1"/>
          <p:nvPr/>
        </p:nvSpPr>
        <p:spPr>
          <a:xfrm>
            <a:off x="1096301" y="1524149"/>
            <a:ext cx="13647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</p:txBody>
      </p:sp>
      <p:sp>
        <p:nvSpPr>
          <p:cNvPr id="3817" name="Google Shape;3817;p66"/>
          <p:cNvSpPr txBox="1"/>
          <p:nvPr/>
        </p:nvSpPr>
        <p:spPr>
          <a:xfrm>
            <a:off x="1196611" y="1866243"/>
            <a:ext cx="11830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</p:txBody>
      </p:sp>
      <p:sp>
        <p:nvSpPr>
          <p:cNvPr id="3818" name="Google Shape;3818;p66"/>
          <p:cNvSpPr txBox="1"/>
          <p:nvPr/>
        </p:nvSpPr>
        <p:spPr>
          <a:xfrm>
            <a:off x="1605608" y="2232058"/>
            <a:ext cx="3818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</a:t>
            </a:r>
            <a:endParaRPr/>
          </a:p>
        </p:txBody>
      </p:sp>
      <p:sp>
        <p:nvSpPr>
          <p:cNvPr id="3819" name="Google Shape;3819;p66"/>
          <p:cNvSpPr txBox="1"/>
          <p:nvPr/>
        </p:nvSpPr>
        <p:spPr>
          <a:xfrm>
            <a:off x="1145731" y="2626250"/>
            <a:ext cx="1263166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 Data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Convergence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0" name="Google Shape;3820;p66"/>
          <p:cNvSpPr txBox="1"/>
          <p:nvPr/>
        </p:nvSpPr>
        <p:spPr>
          <a:xfrm>
            <a:off x="1258582" y="3056018"/>
            <a:ext cx="10374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Radio Link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1" name="Google Shape;3821;p66"/>
          <p:cNvSpPr txBox="1"/>
          <p:nvPr/>
        </p:nvSpPr>
        <p:spPr>
          <a:xfrm>
            <a:off x="1061824" y="3355482"/>
            <a:ext cx="148790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Medium Access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2" name="Google Shape;3822;p66"/>
          <p:cNvSpPr txBox="1"/>
          <p:nvPr/>
        </p:nvSpPr>
        <p:spPr>
          <a:xfrm>
            <a:off x="1272015" y="3704258"/>
            <a:ext cx="10105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3" name="Google Shape;3823;p66"/>
          <p:cNvCxnSpPr/>
          <p:nvPr/>
        </p:nvCxnSpPr>
        <p:spPr>
          <a:xfrm>
            <a:off x="1022878" y="3716347"/>
            <a:ext cx="152903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4" name="Google Shape;3824;p66"/>
          <p:cNvCxnSpPr/>
          <p:nvPr/>
        </p:nvCxnSpPr>
        <p:spPr>
          <a:xfrm>
            <a:off x="1018454" y="1908294"/>
            <a:ext cx="1533461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5" name="Google Shape;3825;p66"/>
          <p:cNvCxnSpPr/>
          <p:nvPr/>
        </p:nvCxnSpPr>
        <p:spPr>
          <a:xfrm>
            <a:off x="1103629" y="3085743"/>
            <a:ext cx="1402033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26" name="Google Shape;3826;p66"/>
          <p:cNvSpPr txBox="1"/>
          <p:nvPr/>
        </p:nvSpPr>
        <p:spPr>
          <a:xfrm rot="-5400000">
            <a:off x="419324" y="3042693"/>
            <a:ext cx="5613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</p:txBody>
      </p:sp>
      <p:cxnSp>
        <p:nvCxnSpPr>
          <p:cNvPr id="3827" name="Google Shape;3827;p66"/>
          <p:cNvCxnSpPr/>
          <p:nvPr/>
        </p:nvCxnSpPr>
        <p:spPr>
          <a:xfrm>
            <a:off x="650406" y="2617937"/>
            <a:ext cx="1329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8" name="Google Shape;3828;p66"/>
          <p:cNvCxnSpPr/>
          <p:nvPr/>
        </p:nvCxnSpPr>
        <p:spPr>
          <a:xfrm>
            <a:off x="627546" y="3711368"/>
            <a:ext cx="1329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9" name="Google Shape;3829;p66"/>
          <p:cNvCxnSpPr>
            <a:stCxn id="3826" idx="3"/>
          </p:cNvCxnSpPr>
          <p:nvPr/>
        </p:nvCxnSpPr>
        <p:spPr>
          <a:xfrm flipH="1" rot="10800000">
            <a:off x="700010" y="2617873"/>
            <a:ext cx="8700" cy="32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30" name="Google Shape;3830;p66"/>
          <p:cNvCxnSpPr>
            <a:stCxn id="3826" idx="1"/>
          </p:cNvCxnSpPr>
          <p:nvPr/>
        </p:nvCxnSpPr>
        <p:spPr>
          <a:xfrm>
            <a:off x="700010" y="3508045"/>
            <a:ext cx="0" cy="20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31" name="Google Shape;3831;p66"/>
          <p:cNvCxnSpPr/>
          <p:nvPr/>
        </p:nvCxnSpPr>
        <p:spPr>
          <a:xfrm>
            <a:off x="1021257" y="2259941"/>
            <a:ext cx="1533461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32" name="Google Shape;3832;p66"/>
          <p:cNvCxnSpPr/>
          <p:nvPr/>
        </p:nvCxnSpPr>
        <p:spPr>
          <a:xfrm>
            <a:off x="1024060" y="2611588"/>
            <a:ext cx="1533461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33" name="Google Shape;3833;p66"/>
          <p:cNvCxnSpPr/>
          <p:nvPr/>
        </p:nvCxnSpPr>
        <p:spPr>
          <a:xfrm>
            <a:off x="1090529" y="3366230"/>
            <a:ext cx="1402033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834" name="Google Shape;3834;p66"/>
          <p:cNvGrpSpPr/>
          <p:nvPr/>
        </p:nvGrpSpPr>
        <p:grpSpPr>
          <a:xfrm>
            <a:off x="2149843" y="5003243"/>
            <a:ext cx="733407" cy="660273"/>
            <a:chOff x="2751" y="1851"/>
            <a:chExt cx="462" cy="478"/>
          </a:xfrm>
        </p:grpSpPr>
        <p:pic>
          <p:nvPicPr>
            <p:cNvPr descr="iphone_stylized_small" id="3835" name="Google Shape;3835;p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3836" name="Google Shape;3836;p6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37" name="Google Shape;3837;p66"/>
          <p:cNvSpPr/>
          <p:nvPr/>
        </p:nvSpPr>
        <p:spPr>
          <a:xfrm>
            <a:off x="4621427" y="5004486"/>
            <a:ext cx="4621427" cy="1013255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66"/>
          <p:cNvSpPr txBox="1"/>
          <p:nvPr/>
        </p:nvSpPr>
        <p:spPr>
          <a:xfrm>
            <a:off x="3776230" y="5619133"/>
            <a:ext cx="127768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66"/>
          <p:cNvSpPr/>
          <p:nvPr/>
        </p:nvSpPr>
        <p:spPr>
          <a:xfrm>
            <a:off x="5558183" y="1306515"/>
            <a:ext cx="6217806" cy="3475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LTE link layer protocols:</a:t>
            </a:r>
            <a:endParaRPr/>
          </a:p>
          <a:p>
            <a:pPr indent="-282575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 Data Convergence: header compression, encryption</a:t>
            </a:r>
            <a:endParaRPr/>
          </a:p>
          <a:p>
            <a:pPr indent="-282575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Radio Link Control (RLC) Protocol: fragmentation/reassembly, reliable data transfer </a:t>
            </a:r>
            <a:endParaRPr/>
          </a:p>
          <a:p>
            <a:pPr indent="-282575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Medium Access: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requesting, use of radio transmission slots (OFDM)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0175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3840" name="Google Shape;3840;p66"/>
          <p:cNvCxnSpPr/>
          <p:nvPr/>
        </p:nvCxnSpPr>
        <p:spPr>
          <a:xfrm flipH="1">
            <a:off x="5067300" y="2014151"/>
            <a:ext cx="715663" cy="850391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41" name="Google Shape;3841;p66"/>
          <p:cNvCxnSpPr/>
          <p:nvPr/>
        </p:nvCxnSpPr>
        <p:spPr>
          <a:xfrm flipH="1">
            <a:off x="5067300" y="2821459"/>
            <a:ext cx="707425" cy="424444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42" name="Google Shape;3842;p66"/>
          <p:cNvCxnSpPr/>
          <p:nvPr/>
        </p:nvCxnSpPr>
        <p:spPr>
          <a:xfrm rot="10800000">
            <a:off x="5067300" y="3549259"/>
            <a:ext cx="719782" cy="425499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7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8" name="Google Shape;3848;p67"/>
          <p:cNvGrpSpPr/>
          <p:nvPr/>
        </p:nvGrpSpPr>
        <p:grpSpPr>
          <a:xfrm>
            <a:off x="814516" y="2184682"/>
            <a:ext cx="2611987" cy="3194228"/>
            <a:chOff x="814516" y="2184682"/>
            <a:chExt cx="2611987" cy="3194228"/>
          </a:xfrm>
        </p:grpSpPr>
        <p:sp>
          <p:nvSpPr>
            <p:cNvPr id="3849" name="Google Shape;3849;p67"/>
            <p:cNvSpPr/>
            <p:nvPr/>
          </p:nvSpPr>
          <p:spPr>
            <a:xfrm>
              <a:off x="933477" y="4204640"/>
              <a:ext cx="2493026" cy="1174270"/>
            </a:xfrm>
            <a:custGeom>
              <a:rect b="b" l="l" r="r" t="t"/>
              <a:pathLst>
                <a:path extrusionOk="0" h="1565693" w="934860">
                  <a:moveTo>
                    <a:pt x="744708" y="1565693"/>
                  </a:moveTo>
                  <a:cubicBezTo>
                    <a:pt x="575040" y="582684"/>
                    <a:pt x="361886" y="450529"/>
                    <a:pt x="0" y="0"/>
                  </a:cubicBezTo>
                  <a:lnTo>
                    <a:pt x="934860" y="18745"/>
                  </a:lnTo>
                  <a:cubicBezTo>
                    <a:pt x="805671" y="639922"/>
                    <a:pt x="836305" y="757012"/>
                    <a:pt x="826077" y="1470381"/>
                  </a:cubicBezTo>
                  <a:lnTo>
                    <a:pt x="744708" y="1565693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">
                  <a:srgbClr val="A5A5A5"/>
                </a:gs>
                <a:gs pos="100000">
                  <a:schemeClr val="lt1"/>
                </a:gs>
              </a:gsLst>
              <a:lin ang="4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50" name="Google Shape;3850;p67"/>
            <p:cNvGrpSpPr/>
            <p:nvPr/>
          </p:nvGrpSpPr>
          <p:grpSpPr>
            <a:xfrm>
              <a:off x="814516" y="2184682"/>
              <a:ext cx="2583593" cy="2044418"/>
              <a:chOff x="814516" y="2184682"/>
              <a:chExt cx="2583593" cy="2044418"/>
            </a:xfrm>
          </p:grpSpPr>
          <p:sp>
            <p:nvSpPr>
              <p:cNvPr id="3851" name="Google Shape;3851;p67"/>
              <p:cNvSpPr/>
              <p:nvPr/>
            </p:nvSpPr>
            <p:spPr>
              <a:xfrm>
                <a:off x="929429" y="2784239"/>
                <a:ext cx="1232156" cy="1432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2" name="Google Shape;3852;p67"/>
              <p:cNvSpPr txBox="1"/>
              <p:nvPr/>
            </p:nvSpPr>
            <p:spPr>
              <a:xfrm>
                <a:off x="1405045" y="2745372"/>
                <a:ext cx="290296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</p:txBody>
          </p:sp>
          <p:sp>
            <p:nvSpPr>
              <p:cNvPr id="3853" name="Google Shape;3853;p67"/>
              <p:cNvSpPr txBox="1"/>
              <p:nvPr/>
            </p:nvSpPr>
            <p:spPr>
              <a:xfrm>
                <a:off x="1038967" y="3072096"/>
                <a:ext cx="991555" cy="391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Packet Data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Convergence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4" name="Google Shape;3854;p67"/>
              <p:cNvSpPr txBox="1"/>
              <p:nvPr/>
            </p:nvSpPr>
            <p:spPr>
              <a:xfrm>
                <a:off x="1117603" y="3409930"/>
                <a:ext cx="8242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Radio Link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5" name="Google Shape;3855;p67"/>
              <p:cNvSpPr txBox="1"/>
              <p:nvPr/>
            </p:nvSpPr>
            <p:spPr>
              <a:xfrm>
                <a:off x="959379" y="3645335"/>
                <a:ext cx="116730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Medium Access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6" name="Google Shape;3856;p67"/>
              <p:cNvSpPr txBox="1"/>
              <p:nvPr/>
            </p:nvSpPr>
            <p:spPr>
              <a:xfrm>
                <a:off x="1107335" y="3894218"/>
                <a:ext cx="743789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57" name="Google Shape;3857;p67"/>
              <p:cNvCxnSpPr/>
              <p:nvPr/>
            </p:nvCxnSpPr>
            <p:spPr>
              <a:xfrm>
                <a:off x="928061" y="3929005"/>
                <a:ext cx="122958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58" name="Google Shape;3858;p67"/>
              <p:cNvCxnSpPr/>
              <p:nvPr/>
            </p:nvCxnSpPr>
            <p:spPr>
              <a:xfrm>
                <a:off x="992997" y="3433297"/>
                <a:ext cx="1127451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59" name="Google Shape;3859;p67"/>
              <p:cNvCxnSpPr/>
              <p:nvPr/>
            </p:nvCxnSpPr>
            <p:spPr>
              <a:xfrm>
                <a:off x="926757" y="2784146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60" name="Google Shape;3860;p67"/>
              <p:cNvCxnSpPr/>
              <p:nvPr/>
            </p:nvCxnSpPr>
            <p:spPr>
              <a:xfrm>
                <a:off x="929011" y="3060570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61" name="Google Shape;3861;p67"/>
              <p:cNvCxnSpPr/>
              <p:nvPr/>
            </p:nvCxnSpPr>
            <p:spPr>
              <a:xfrm>
                <a:off x="982462" y="3653783"/>
                <a:ext cx="1127451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862" name="Google Shape;3862;p67"/>
              <p:cNvGrpSpPr/>
              <p:nvPr/>
            </p:nvGrpSpPr>
            <p:grpSpPr>
              <a:xfrm>
                <a:off x="2160462" y="2184682"/>
                <a:ext cx="1237647" cy="2032308"/>
                <a:chOff x="2160462" y="2184682"/>
                <a:chExt cx="1237647" cy="2032308"/>
              </a:xfrm>
            </p:grpSpPr>
            <p:sp>
              <p:nvSpPr>
                <p:cNvPr id="3863" name="Google Shape;3863;p67"/>
                <p:cNvSpPr/>
                <p:nvPr/>
              </p:nvSpPr>
              <p:spPr>
                <a:xfrm>
                  <a:off x="2165388" y="2199503"/>
                  <a:ext cx="1232156" cy="201748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4" name="Google Shape;3864;p67"/>
                <p:cNvSpPr txBox="1"/>
                <p:nvPr/>
              </p:nvSpPr>
              <p:spPr>
                <a:xfrm>
                  <a:off x="2431735" y="2184682"/>
                  <a:ext cx="620296" cy="312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GTP-U</a:t>
                  </a:r>
                  <a:endParaRPr/>
                </a:p>
              </p:txBody>
            </p:sp>
            <p:sp>
              <p:nvSpPr>
                <p:cNvPr id="3865" name="Google Shape;3865;p67"/>
                <p:cNvSpPr txBox="1"/>
                <p:nvPr/>
              </p:nvSpPr>
              <p:spPr>
                <a:xfrm>
                  <a:off x="2522760" y="2477319"/>
                  <a:ext cx="477211" cy="312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UDP</a:t>
                  </a:r>
                  <a:endParaRPr/>
                </a:p>
              </p:txBody>
            </p:sp>
            <p:sp>
              <p:nvSpPr>
                <p:cNvPr id="3866" name="Google Shape;3866;p67"/>
                <p:cNvSpPr txBox="1"/>
                <p:nvPr/>
              </p:nvSpPr>
              <p:spPr>
                <a:xfrm>
                  <a:off x="2641004" y="2745372"/>
                  <a:ext cx="290296" cy="312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IP</a:t>
                  </a:r>
                  <a:endParaRPr/>
                </a:p>
              </p:txBody>
            </p:sp>
            <p:sp>
              <p:nvSpPr>
                <p:cNvPr id="3867" name="Google Shape;3867;p67"/>
                <p:cNvSpPr txBox="1"/>
                <p:nvPr/>
              </p:nvSpPr>
              <p:spPr>
                <a:xfrm>
                  <a:off x="2518651" y="3343496"/>
                  <a:ext cx="415336" cy="312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 sz="3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8" name="Google Shape;3868;p67"/>
                <p:cNvSpPr txBox="1"/>
                <p:nvPr/>
              </p:nvSpPr>
              <p:spPr>
                <a:xfrm>
                  <a:off x="2313796" y="3894219"/>
                  <a:ext cx="743789" cy="312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869" name="Google Shape;3869;p67"/>
                <p:cNvCxnSpPr/>
                <p:nvPr/>
              </p:nvCxnSpPr>
              <p:spPr>
                <a:xfrm>
                  <a:off x="2164020" y="3929006"/>
                  <a:ext cx="1229581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70" name="Google Shape;3870;p67"/>
                <p:cNvCxnSpPr/>
                <p:nvPr/>
              </p:nvCxnSpPr>
              <p:spPr>
                <a:xfrm>
                  <a:off x="2160462" y="2507722"/>
                  <a:ext cx="123313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71" name="Google Shape;3871;p67"/>
                <p:cNvCxnSpPr/>
                <p:nvPr/>
              </p:nvCxnSpPr>
              <p:spPr>
                <a:xfrm>
                  <a:off x="2162716" y="2784147"/>
                  <a:ext cx="123313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72" name="Google Shape;3872;p67"/>
                <p:cNvCxnSpPr/>
                <p:nvPr/>
              </p:nvCxnSpPr>
              <p:spPr>
                <a:xfrm>
                  <a:off x="2164970" y="3060571"/>
                  <a:ext cx="123313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873" name="Google Shape;3873;p67"/>
              <p:cNvSpPr/>
              <p:nvPr/>
            </p:nvSpPr>
            <p:spPr>
              <a:xfrm>
                <a:off x="814516" y="2710248"/>
                <a:ext cx="1352036" cy="1518852"/>
              </a:xfrm>
              <a:prstGeom prst="rect">
                <a:avLst/>
              </a:prstGeom>
              <a:solidFill>
                <a:schemeClr val="lt1">
                  <a:alpha val="72941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74" name="Google Shape;3874;p67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LTE data plane protocol stack:  packet core</a:t>
            </a:r>
            <a:endParaRPr/>
          </a:p>
        </p:txBody>
      </p:sp>
      <p:sp>
        <p:nvSpPr>
          <p:cNvPr id="3875" name="Google Shape;3875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876" name="Google Shape;3876;p67"/>
          <p:cNvGrpSpPr/>
          <p:nvPr/>
        </p:nvGrpSpPr>
        <p:grpSpPr>
          <a:xfrm>
            <a:off x="4796570" y="2196792"/>
            <a:ext cx="2526431" cy="3132436"/>
            <a:chOff x="4796570" y="2196792"/>
            <a:chExt cx="2526431" cy="3132436"/>
          </a:xfrm>
        </p:grpSpPr>
        <p:grpSp>
          <p:nvGrpSpPr>
            <p:cNvPr id="3877" name="Google Shape;3877;p67"/>
            <p:cNvGrpSpPr/>
            <p:nvPr/>
          </p:nvGrpSpPr>
          <p:grpSpPr>
            <a:xfrm>
              <a:off x="4796570" y="2196792"/>
              <a:ext cx="1237647" cy="2032308"/>
              <a:chOff x="2160462" y="2184682"/>
              <a:chExt cx="1237647" cy="2032308"/>
            </a:xfrm>
          </p:grpSpPr>
          <p:sp>
            <p:nvSpPr>
              <p:cNvPr id="3878" name="Google Shape;3878;p67"/>
              <p:cNvSpPr/>
              <p:nvPr/>
            </p:nvSpPr>
            <p:spPr>
              <a:xfrm>
                <a:off x="2165388" y="2199503"/>
                <a:ext cx="1232156" cy="20174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9" name="Google Shape;3879;p67"/>
              <p:cNvSpPr txBox="1"/>
              <p:nvPr/>
            </p:nvSpPr>
            <p:spPr>
              <a:xfrm>
                <a:off x="2431735" y="2184682"/>
                <a:ext cx="620296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GTP-U</a:t>
                </a:r>
                <a:endParaRPr/>
              </a:p>
            </p:txBody>
          </p:sp>
          <p:sp>
            <p:nvSpPr>
              <p:cNvPr id="3880" name="Google Shape;3880;p67"/>
              <p:cNvSpPr txBox="1"/>
              <p:nvPr/>
            </p:nvSpPr>
            <p:spPr>
              <a:xfrm>
                <a:off x="2522760" y="2477319"/>
                <a:ext cx="477211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UDP</a:t>
                </a:r>
                <a:endParaRPr/>
              </a:p>
            </p:txBody>
          </p:sp>
          <p:sp>
            <p:nvSpPr>
              <p:cNvPr id="3881" name="Google Shape;3881;p67"/>
              <p:cNvSpPr txBox="1"/>
              <p:nvPr/>
            </p:nvSpPr>
            <p:spPr>
              <a:xfrm>
                <a:off x="2641004" y="2745372"/>
                <a:ext cx="290296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</p:txBody>
          </p:sp>
          <p:sp>
            <p:nvSpPr>
              <p:cNvPr id="3882" name="Google Shape;3882;p67"/>
              <p:cNvSpPr txBox="1"/>
              <p:nvPr/>
            </p:nvSpPr>
            <p:spPr>
              <a:xfrm>
                <a:off x="2518651" y="3343496"/>
                <a:ext cx="415336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3" name="Google Shape;3883;p67"/>
              <p:cNvSpPr txBox="1"/>
              <p:nvPr/>
            </p:nvSpPr>
            <p:spPr>
              <a:xfrm>
                <a:off x="2313796" y="3894219"/>
                <a:ext cx="743789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84" name="Google Shape;3884;p67"/>
              <p:cNvCxnSpPr/>
              <p:nvPr/>
            </p:nvCxnSpPr>
            <p:spPr>
              <a:xfrm>
                <a:off x="2164020" y="3929006"/>
                <a:ext cx="122958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5" name="Google Shape;3885;p67"/>
              <p:cNvCxnSpPr/>
              <p:nvPr/>
            </p:nvCxnSpPr>
            <p:spPr>
              <a:xfrm>
                <a:off x="2160462" y="2507722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6" name="Google Shape;3886;p67"/>
              <p:cNvCxnSpPr/>
              <p:nvPr/>
            </p:nvCxnSpPr>
            <p:spPr>
              <a:xfrm>
                <a:off x="2162716" y="2784147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7" name="Google Shape;3887;p67"/>
              <p:cNvCxnSpPr/>
              <p:nvPr/>
            </p:nvCxnSpPr>
            <p:spPr>
              <a:xfrm>
                <a:off x="2164970" y="3060571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888" name="Google Shape;3888;p67"/>
            <p:cNvGrpSpPr/>
            <p:nvPr/>
          </p:nvGrpSpPr>
          <p:grpSpPr>
            <a:xfrm>
              <a:off x="5999294" y="2196792"/>
              <a:ext cx="1237647" cy="2032308"/>
              <a:chOff x="2160462" y="2184682"/>
              <a:chExt cx="1237647" cy="2032308"/>
            </a:xfrm>
          </p:grpSpPr>
          <p:sp>
            <p:nvSpPr>
              <p:cNvPr id="3889" name="Google Shape;3889;p67"/>
              <p:cNvSpPr/>
              <p:nvPr/>
            </p:nvSpPr>
            <p:spPr>
              <a:xfrm>
                <a:off x="2165388" y="2199503"/>
                <a:ext cx="1232156" cy="20174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0" name="Google Shape;3890;p67"/>
              <p:cNvSpPr txBox="1"/>
              <p:nvPr/>
            </p:nvSpPr>
            <p:spPr>
              <a:xfrm>
                <a:off x="2431735" y="2184682"/>
                <a:ext cx="620296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GTP-U</a:t>
                </a:r>
                <a:endParaRPr/>
              </a:p>
            </p:txBody>
          </p:sp>
          <p:sp>
            <p:nvSpPr>
              <p:cNvPr id="3891" name="Google Shape;3891;p67"/>
              <p:cNvSpPr txBox="1"/>
              <p:nvPr/>
            </p:nvSpPr>
            <p:spPr>
              <a:xfrm>
                <a:off x="2522760" y="2477319"/>
                <a:ext cx="477211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UDP</a:t>
                </a:r>
                <a:endParaRPr/>
              </a:p>
            </p:txBody>
          </p:sp>
          <p:sp>
            <p:nvSpPr>
              <p:cNvPr id="3892" name="Google Shape;3892;p67"/>
              <p:cNvSpPr txBox="1"/>
              <p:nvPr/>
            </p:nvSpPr>
            <p:spPr>
              <a:xfrm>
                <a:off x="2641004" y="2745372"/>
                <a:ext cx="290296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</p:txBody>
          </p:sp>
          <p:sp>
            <p:nvSpPr>
              <p:cNvPr id="3893" name="Google Shape;3893;p67"/>
              <p:cNvSpPr txBox="1"/>
              <p:nvPr/>
            </p:nvSpPr>
            <p:spPr>
              <a:xfrm>
                <a:off x="2518651" y="3343496"/>
                <a:ext cx="415336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4" name="Google Shape;3894;p67"/>
              <p:cNvSpPr txBox="1"/>
              <p:nvPr/>
            </p:nvSpPr>
            <p:spPr>
              <a:xfrm>
                <a:off x="2313796" y="3894219"/>
                <a:ext cx="743789" cy="3123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95" name="Google Shape;3895;p67"/>
              <p:cNvCxnSpPr/>
              <p:nvPr/>
            </p:nvCxnSpPr>
            <p:spPr>
              <a:xfrm>
                <a:off x="2164020" y="3929006"/>
                <a:ext cx="122958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96" name="Google Shape;3896;p67"/>
              <p:cNvCxnSpPr/>
              <p:nvPr/>
            </p:nvCxnSpPr>
            <p:spPr>
              <a:xfrm>
                <a:off x="2160462" y="2507722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97" name="Google Shape;3897;p67"/>
              <p:cNvCxnSpPr/>
              <p:nvPr/>
            </p:nvCxnSpPr>
            <p:spPr>
              <a:xfrm>
                <a:off x="2162716" y="2784147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98" name="Google Shape;3898;p67"/>
              <p:cNvCxnSpPr/>
              <p:nvPr/>
            </p:nvCxnSpPr>
            <p:spPr>
              <a:xfrm>
                <a:off x="2164970" y="3060571"/>
                <a:ext cx="123313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899" name="Google Shape;3899;p67"/>
            <p:cNvSpPr/>
            <p:nvPr/>
          </p:nvSpPr>
          <p:spPr>
            <a:xfrm flipH="1">
              <a:off x="4829975" y="4229099"/>
              <a:ext cx="2493026" cy="1100129"/>
            </a:xfrm>
            <a:custGeom>
              <a:rect b="b" l="l" r="r" t="t"/>
              <a:pathLst>
                <a:path extrusionOk="0" h="1466838" w="934860">
                  <a:moveTo>
                    <a:pt x="554728" y="1466838"/>
                  </a:moveTo>
                  <a:cubicBezTo>
                    <a:pt x="385060" y="483829"/>
                    <a:pt x="361886" y="450529"/>
                    <a:pt x="0" y="0"/>
                  </a:cubicBezTo>
                  <a:lnTo>
                    <a:pt x="934860" y="18745"/>
                  </a:lnTo>
                  <a:cubicBezTo>
                    <a:pt x="805671" y="639922"/>
                    <a:pt x="701929" y="740536"/>
                    <a:pt x="691701" y="1453905"/>
                  </a:cubicBezTo>
                  <a:lnTo>
                    <a:pt x="554728" y="146683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">
                  <a:srgbClr val="A5A5A5"/>
                </a:gs>
                <a:gs pos="100000">
                  <a:schemeClr val="lt1"/>
                </a:gs>
              </a:gsLst>
              <a:lin ang="4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0" name="Google Shape;3900;p67"/>
          <p:cNvGrpSpPr/>
          <p:nvPr/>
        </p:nvGrpSpPr>
        <p:grpSpPr>
          <a:xfrm>
            <a:off x="3591328" y="5117463"/>
            <a:ext cx="4433068" cy="574881"/>
            <a:chOff x="5366964" y="5459934"/>
            <a:chExt cx="4476119" cy="574881"/>
          </a:xfrm>
        </p:grpSpPr>
        <p:sp>
          <p:nvSpPr>
            <p:cNvPr id="3901" name="Google Shape;3901;p67"/>
            <p:cNvSpPr/>
            <p:nvPr/>
          </p:nvSpPr>
          <p:spPr>
            <a:xfrm>
              <a:off x="5366964" y="5459934"/>
              <a:ext cx="4476119" cy="574881"/>
            </a:xfrm>
            <a:custGeom>
              <a:rect b="b" l="l" r="r" t="t"/>
              <a:pathLst>
                <a:path extrusionOk="0" h="806768" w="1379141">
                  <a:moveTo>
                    <a:pt x="216608" y="59582"/>
                  </a:moveTo>
                  <a:cubicBezTo>
                    <a:pt x="97984" y="70023"/>
                    <a:pt x="146525" y="65300"/>
                    <a:pt x="112559" y="113979"/>
                  </a:cubicBezTo>
                  <a:cubicBezTo>
                    <a:pt x="78593" y="162658"/>
                    <a:pt x="25373" y="149706"/>
                    <a:pt x="12814" y="351654"/>
                  </a:cubicBezTo>
                  <a:cubicBezTo>
                    <a:pt x="255" y="553602"/>
                    <a:pt x="-21645" y="640069"/>
                    <a:pt x="54984" y="684053"/>
                  </a:cubicBezTo>
                  <a:cubicBezTo>
                    <a:pt x="99551" y="702915"/>
                    <a:pt x="160041" y="781314"/>
                    <a:pt x="348727" y="796830"/>
                  </a:cubicBezTo>
                  <a:cubicBezTo>
                    <a:pt x="812788" y="793482"/>
                    <a:pt x="1165213" y="838487"/>
                    <a:pt x="1270711" y="760661"/>
                  </a:cubicBezTo>
                  <a:cubicBezTo>
                    <a:pt x="1376209" y="682835"/>
                    <a:pt x="1380962" y="491721"/>
                    <a:pt x="1378790" y="329881"/>
                  </a:cubicBezTo>
                  <a:cubicBezTo>
                    <a:pt x="1373459" y="210569"/>
                    <a:pt x="1340858" y="86687"/>
                    <a:pt x="1280844" y="13800"/>
                  </a:cubicBezTo>
                  <a:cubicBezTo>
                    <a:pt x="1177821" y="-34285"/>
                    <a:pt x="885108" y="59362"/>
                    <a:pt x="824303" y="51331"/>
                  </a:cubicBezTo>
                  <a:cubicBezTo>
                    <a:pt x="701546" y="58788"/>
                    <a:pt x="335232" y="49141"/>
                    <a:pt x="216608" y="5958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02" name="Google Shape;3902;p67"/>
            <p:cNvCxnSpPr>
              <a:stCxn id="3903" idx="0"/>
            </p:cNvCxnSpPr>
            <p:nvPr/>
          </p:nvCxnSpPr>
          <p:spPr>
            <a:xfrm rot="10800000">
              <a:off x="8591309" y="5631871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4" name="Google Shape;3904;p67"/>
            <p:cNvCxnSpPr>
              <a:stCxn id="3905" idx="9"/>
            </p:cNvCxnSpPr>
            <p:nvPr/>
          </p:nvCxnSpPr>
          <p:spPr>
            <a:xfrm>
              <a:off x="8270073" y="5586838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6" name="Google Shape;3906;p67"/>
            <p:cNvCxnSpPr>
              <a:stCxn id="3905" idx="2"/>
            </p:cNvCxnSpPr>
            <p:nvPr/>
          </p:nvCxnSpPr>
          <p:spPr>
            <a:xfrm>
              <a:off x="8269779" y="5582623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7" name="Google Shape;3907;p67"/>
            <p:cNvCxnSpPr>
              <a:endCxn id="3908" idx="2"/>
            </p:cNvCxnSpPr>
            <p:nvPr/>
          </p:nvCxnSpPr>
          <p:spPr>
            <a:xfrm>
              <a:off x="8289329" y="5888859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9" name="Google Shape;3909;p67"/>
            <p:cNvCxnSpPr>
              <a:stCxn id="3910" idx="4"/>
              <a:endCxn id="3911" idx="2"/>
            </p:cNvCxnSpPr>
            <p:nvPr/>
          </p:nvCxnSpPr>
          <p:spPr>
            <a:xfrm flipH="1">
              <a:off x="8269746" y="5614796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2" name="Google Shape;3912;p67"/>
            <p:cNvCxnSpPr/>
            <p:nvPr/>
          </p:nvCxnSpPr>
          <p:spPr>
            <a:xfrm flipH="1" rot="10800000">
              <a:off x="8289330" y="5631766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913" name="Google Shape;3913;p67"/>
            <p:cNvGrpSpPr/>
            <p:nvPr/>
          </p:nvGrpSpPr>
          <p:grpSpPr>
            <a:xfrm>
              <a:off x="8178961" y="5824636"/>
              <a:ext cx="182938" cy="111323"/>
              <a:chOff x="7493876" y="2774731"/>
              <a:chExt cx="1481958" cy="894622"/>
            </a:xfrm>
          </p:grpSpPr>
          <p:sp>
            <p:nvSpPr>
              <p:cNvPr id="3914" name="Google Shape;3914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15" name="Google Shape;3915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16" name="Google Shape;3916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17" name="Google Shape;3917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9" name="Google Shape;3919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1" name="Google Shape;3911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0" name="Google Shape;3920;p67"/>
            <p:cNvGrpSpPr/>
            <p:nvPr/>
          </p:nvGrpSpPr>
          <p:grpSpPr>
            <a:xfrm>
              <a:off x="8182762" y="5545189"/>
              <a:ext cx="175179" cy="107525"/>
              <a:chOff x="7493876" y="2774731"/>
              <a:chExt cx="1481958" cy="894622"/>
            </a:xfrm>
          </p:grpSpPr>
          <p:sp>
            <p:nvSpPr>
              <p:cNvPr id="3921" name="Google Shape;3921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10" name="Google Shape;3910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22" name="Google Shape;3922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23" name="Google Shape;3923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4" name="Google Shape;3924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5" name="Google Shape;3925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5" name="Google Shape;3905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6" name="Google Shape;3926;p67"/>
            <p:cNvGrpSpPr/>
            <p:nvPr/>
          </p:nvGrpSpPr>
          <p:grpSpPr>
            <a:xfrm>
              <a:off x="8515547" y="5580583"/>
              <a:ext cx="175179" cy="107525"/>
              <a:chOff x="7493876" y="2774731"/>
              <a:chExt cx="1481958" cy="894622"/>
            </a:xfrm>
          </p:grpSpPr>
          <p:sp>
            <p:nvSpPr>
              <p:cNvPr id="3927" name="Google Shape;3927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28" name="Google Shape;3928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29" name="Google Shape;3929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30" name="Google Shape;3930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1" name="Google Shape;3931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2" name="Google Shape;3932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3" name="Google Shape;3933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34" name="Google Shape;3934;p67"/>
            <p:cNvGrpSpPr/>
            <p:nvPr/>
          </p:nvGrpSpPr>
          <p:grpSpPr>
            <a:xfrm>
              <a:off x="8570325" y="5882671"/>
              <a:ext cx="175179" cy="107525"/>
              <a:chOff x="7493876" y="2774731"/>
              <a:chExt cx="1481958" cy="894622"/>
            </a:xfrm>
          </p:grpSpPr>
          <p:sp>
            <p:nvSpPr>
              <p:cNvPr id="3935" name="Google Shape;3935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03" name="Google Shape;3903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36" name="Google Shape;3936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37" name="Google Shape;3937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8" name="Google Shape;3938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9" name="Google Shape;3939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8" name="Google Shape;3908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940" name="Google Shape;3940;p67"/>
          <p:cNvGrpSpPr/>
          <p:nvPr/>
        </p:nvGrpSpPr>
        <p:grpSpPr>
          <a:xfrm>
            <a:off x="3894255" y="5219794"/>
            <a:ext cx="998795" cy="445007"/>
            <a:chOff x="4332883" y="5571655"/>
            <a:chExt cx="998795" cy="445007"/>
          </a:xfrm>
        </p:grpSpPr>
        <p:cxnSp>
          <p:nvCxnSpPr>
            <p:cNvPr id="3941" name="Google Shape;3941;p67"/>
            <p:cNvCxnSpPr>
              <a:stCxn id="3942" idx="0"/>
            </p:cNvCxnSpPr>
            <p:nvPr/>
          </p:nvCxnSpPr>
          <p:spPr>
            <a:xfrm rot="10800000">
              <a:off x="4745231" y="5658337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3" name="Google Shape;3943;p67"/>
            <p:cNvCxnSpPr/>
            <p:nvPr/>
          </p:nvCxnSpPr>
          <p:spPr>
            <a:xfrm>
              <a:off x="4753706" y="5653287"/>
              <a:ext cx="299692" cy="1423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4" name="Google Shape;3944;p67"/>
            <p:cNvCxnSpPr/>
            <p:nvPr/>
          </p:nvCxnSpPr>
          <p:spPr>
            <a:xfrm flipH="1" rot="10800000">
              <a:off x="5053398" y="5718444"/>
              <a:ext cx="231278" cy="7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5" name="Google Shape;3945;p67"/>
            <p:cNvCxnSpPr>
              <a:stCxn id="3946" idx="9"/>
            </p:cNvCxnSpPr>
            <p:nvPr/>
          </p:nvCxnSpPr>
          <p:spPr>
            <a:xfrm>
              <a:off x="4423995" y="5613304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7" name="Google Shape;3947;p67"/>
            <p:cNvCxnSpPr>
              <a:stCxn id="3946" idx="2"/>
            </p:cNvCxnSpPr>
            <p:nvPr/>
          </p:nvCxnSpPr>
          <p:spPr>
            <a:xfrm>
              <a:off x="4423701" y="5609089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8" name="Google Shape;3948;p67"/>
            <p:cNvCxnSpPr/>
            <p:nvPr/>
          </p:nvCxnSpPr>
          <p:spPr>
            <a:xfrm>
              <a:off x="4753706" y="5658231"/>
              <a:ext cx="530161" cy="43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9" name="Google Shape;3949;p67"/>
            <p:cNvCxnSpPr>
              <a:stCxn id="3950" idx="2"/>
            </p:cNvCxnSpPr>
            <p:nvPr/>
          </p:nvCxnSpPr>
          <p:spPr>
            <a:xfrm flipH="1" rot="10800000">
              <a:off x="4811264" y="5795671"/>
              <a:ext cx="242100" cy="15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1" name="Google Shape;3951;p67"/>
            <p:cNvCxnSpPr>
              <a:endCxn id="3950" idx="2"/>
            </p:cNvCxnSpPr>
            <p:nvPr/>
          </p:nvCxnSpPr>
          <p:spPr>
            <a:xfrm>
              <a:off x="4443251" y="5915325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2" name="Google Shape;3952;p67"/>
            <p:cNvCxnSpPr>
              <a:stCxn id="3953" idx="4"/>
              <a:endCxn id="3954" idx="2"/>
            </p:cNvCxnSpPr>
            <p:nvPr/>
          </p:nvCxnSpPr>
          <p:spPr>
            <a:xfrm flipH="1">
              <a:off x="4423668" y="5641262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5" name="Google Shape;3955;p67"/>
            <p:cNvCxnSpPr/>
            <p:nvPr/>
          </p:nvCxnSpPr>
          <p:spPr>
            <a:xfrm flipH="1" rot="10800000">
              <a:off x="4443252" y="5658232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956" name="Google Shape;3956;p67"/>
            <p:cNvGrpSpPr/>
            <p:nvPr/>
          </p:nvGrpSpPr>
          <p:grpSpPr>
            <a:xfrm>
              <a:off x="4332883" y="5851102"/>
              <a:ext cx="182938" cy="111323"/>
              <a:chOff x="7493876" y="2774731"/>
              <a:chExt cx="1481958" cy="894622"/>
            </a:xfrm>
          </p:grpSpPr>
          <p:sp>
            <p:nvSpPr>
              <p:cNvPr id="3957" name="Google Shape;3957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58" name="Google Shape;3958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59" name="Google Shape;3959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60" name="Google Shape;3960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1" name="Google Shape;3961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2" name="Google Shape;3962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4" name="Google Shape;3954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63" name="Google Shape;3963;p67"/>
            <p:cNvGrpSpPr/>
            <p:nvPr/>
          </p:nvGrpSpPr>
          <p:grpSpPr>
            <a:xfrm>
              <a:off x="4336684" y="5571655"/>
              <a:ext cx="175179" cy="107525"/>
              <a:chOff x="7493876" y="2774731"/>
              <a:chExt cx="1481958" cy="894622"/>
            </a:xfrm>
          </p:grpSpPr>
          <p:sp>
            <p:nvSpPr>
              <p:cNvPr id="3964" name="Google Shape;3964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53" name="Google Shape;3953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65" name="Google Shape;3965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66" name="Google Shape;3966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7" name="Google Shape;3967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8" name="Google Shape;3968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6" name="Google Shape;3946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69" name="Google Shape;3969;p67"/>
            <p:cNvGrpSpPr/>
            <p:nvPr/>
          </p:nvGrpSpPr>
          <p:grpSpPr>
            <a:xfrm>
              <a:off x="4669469" y="5607049"/>
              <a:ext cx="175179" cy="107525"/>
              <a:chOff x="7493876" y="2774731"/>
              <a:chExt cx="1481958" cy="894622"/>
            </a:xfrm>
          </p:grpSpPr>
          <p:sp>
            <p:nvSpPr>
              <p:cNvPr id="3970" name="Google Shape;3970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71" name="Google Shape;3971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72" name="Google Shape;3972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73" name="Google Shape;3973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4" name="Google Shape;3974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5" name="Google Shape;3975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6" name="Google Shape;3976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77" name="Google Shape;3977;p67"/>
            <p:cNvGrpSpPr/>
            <p:nvPr/>
          </p:nvGrpSpPr>
          <p:grpSpPr>
            <a:xfrm>
              <a:off x="4724247" y="5909137"/>
              <a:ext cx="175179" cy="107525"/>
              <a:chOff x="7493876" y="2774731"/>
              <a:chExt cx="1481958" cy="894622"/>
            </a:xfrm>
          </p:grpSpPr>
          <p:sp>
            <p:nvSpPr>
              <p:cNvPr id="3978" name="Google Shape;3978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42" name="Google Shape;3942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79" name="Google Shape;3979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80" name="Google Shape;3980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1" name="Google Shape;3981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2" name="Google Shape;3982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0" name="Google Shape;3950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83" name="Google Shape;3983;p67"/>
            <p:cNvGrpSpPr/>
            <p:nvPr/>
          </p:nvGrpSpPr>
          <p:grpSpPr>
            <a:xfrm>
              <a:off x="5156499" y="5631997"/>
              <a:ext cx="175179" cy="107525"/>
              <a:chOff x="7493876" y="2774731"/>
              <a:chExt cx="1481958" cy="894622"/>
            </a:xfrm>
          </p:grpSpPr>
          <p:sp>
            <p:nvSpPr>
              <p:cNvPr id="3984" name="Google Shape;3984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85" name="Google Shape;3985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86" name="Google Shape;3986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87" name="Google Shape;3987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8" name="Google Shape;3988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9" name="Google Shape;3989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0" name="Google Shape;3990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91" name="Google Shape;3991;p67"/>
            <p:cNvGrpSpPr/>
            <p:nvPr/>
          </p:nvGrpSpPr>
          <p:grpSpPr>
            <a:xfrm>
              <a:off x="4944983" y="5749145"/>
              <a:ext cx="175179" cy="107525"/>
              <a:chOff x="7493876" y="2774731"/>
              <a:chExt cx="1481958" cy="894622"/>
            </a:xfrm>
          </p:grpSpPr>
          <p:sp>
            <p:nvSpPr>
              <p:cNvPr id="3992" name="Google Shape;3992;p6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93" name="Google Shape;3993;p6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94" name="Google Shape;3994;p6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95" name="Google Shape;3995;p6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6" name="Google Shape;3996;p6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7" name="Google Shape;3997;p6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8" name="Google Shape;3998;p6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999" name="Google Shape;3999;p67"/>
          <p:cNvGrpSpPr/>
          <p:nvPr/>
        </p:nvGrpSpPr>
        <p:grpSpPr>
          <a:xfrm>
            <a:off x="2663783" y="4405625"/>
            <a:ext cx="790834" cy="1180042"/>
            <a:chOff x="5970432" y="1629202"/>
            <a:chExt cx="888604" cy="1197664"/>
          </a:xfrm>
        </p:grpSpPr>
        <p:grpSp>
          <p:nvGrpSpPr>
            <p:cNvPr id="4000" name="Google Shape;4000;p67"/>
            <p:cNvGrpSpPr/>
            <p:nvPr/>
          </p:nvGrpSpPr>
          <p:grpSpPr>
            <a:xfrm>
              <a:off x="5970432" y="1629202"/>
              <a:ext cx="466245" cy="924931"/>
              <a:chOff x="6476205" y="1307523"/>
              <a:chExt cx="466245" cy="924931"/>
            </a:xfrm>
          </p:grpSpPr>
          <p:grpSp>
            <p:nvGrpSpPr>
              <p:cNvPr id="4001" name="Google Shape;4001;p67"/>
              <p:cNvGrpSpPr/>
              <p:nvPr/>
            </p:nvGrpSpPr>
            <p:grpSpPr>
              <a:xfrm>
                <a:off x="6476205" y="1307523"/>
                <a:ext cx="466245" cy="392290"/>
                <a:chOff x="2920" y="1445"/>
                <a:chExt cx="326" cy="289"/>
              </a:xfrm>
            </p:grpSpPr>
            <p:sp>
              <p:nvSpPr>
                <p:cNvPr id="4002" name="Google Shape;4002;p67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003" name="Google Shape;4003;p67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4004" name="Google Shape;4004;p67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05" name="Google Shape;4005;p67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06" name="Google Shape;4006;p67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07" name="Google Shape;4007;p67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008" name="Google Shape;4008;p67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4009" name="Google Shape;4009;p6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0" name="Google Shape;4010;p6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1" name="Google Shape;4011;p6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2" name="Google Shape;4012;p6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3" name="Google Shape;4013;p6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4" name="Google Shape;4014;p6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5" name="Google Shape;4015;p6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6" name="Google Shape;4016;p6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7" name="Google Shape;4017;p6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8" name="Google Shape;4018;p6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9" name="Google Shape;4019;p6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20" name="Google Shape;4020;p6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21" name="Google Shape;4021;p6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22" name="Google Shape;4022;p6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23" name="Google Shape;4023;p6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024" name="Google Shape;4024;p67"/>
            <p:cNvGrpSpPr/>
            <p:nvPr/>
          </p:nvGrpSpPr>
          <p:grpSpPr>
            <a:xfrm>
              <a:off x="6091888" y="2409568"/>
              <a:ext cx="767148" cy="417298"/>
              <a:chOff x="1503784" y="3006600"/>
              <a:chExt cx="1771786" cy="957087"/>
            </a:xfrm>
          </p:grpSpPr>
          <p:grpSp>
            <p:nvGrpSpPr>
              <p:cNvPr id="4025" name="Google Shape;4025;p67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026" name="Google Shape;4026;p67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027" name="Google Shape;4027;p67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028" name="Google Shape;4028;p67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029" name="Google Shape;4029;p67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030" name="Google Shape;4030;p6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31" name="Google Shape;4031;p6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32" name="Google Shape;4032;p67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033" name="Google Shape;4033;p6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34" name="Google Shape;4034;p6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035" name="Google Shape;4035;p67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6" name="Google Shape;4036;p67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7" name="Google Shape;4037;p67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8" name="Google Shape;4038;p67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9" name="Google Shape;4039;p67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0" name="Google Shape;4040;p67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041" name="Google Shape;4041;p67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042" name="Google Shape;4042;p67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43" name="Google Shape;4043;p67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44" name="Google Shape;4044;p67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45" name="Google Shape;4045;p67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046" name="Google Shape;4046;p67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7" name="Google Shape;4047;p67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048" name="Google Shape;4048;p67"/>
          <p:cNvGrpSpPr/>
          <p:nvPr/>
        </p:nvGrpSpPr>
        <p:grpSpPr>
          <a:xfrm>
            <a:off x="5378279" y="5161005"/>
            <a:ext cx="694976" cy="460529"/>
            <a:chOff x="7493876" y="2774731"/>
            <a:chExt cx="1481958" cy="894622"/>
          </a:xfrm>
        </p:grpSpPr>
        <p:sp>
          <p:nvSpPr>
            <p:cNvPr id="4049" name="Google Shape;4049;p6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50" name="Google Shape;4050;p6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51" name="Google Shape;4051;p6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52" name="Google Shape;4052;p6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3" name="Google Shape;4053;p6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6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5" name="Google Shape;4055;p6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56" name="Google Shape;4056;p67"/>
          <p:cNvGrpSpPr/>
          <p:nvPr/>
        </p:nvGrpSpPr>
        <p:grpSpPr>
          <a:xfrm>
            <a:off x="7198842" y="5152767"/>
            <a:ext cx="694976" cy="460529"/>
            <a:chOff x="7493876" y="2774731"/>
            <a:chExt cx="1481958" cy="894622"/>
          </a:xfrm>
        </p:grpSpPr>
        <p:sp>
          <p:nvSpPr>
            <p:cNvPr id="4057" name="Google Shape;4057;p6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58" name="Google Shape;4058;p6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59" name="Google Shape;4059;p6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60" name="Google Shape;4060;p6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1" name="Google Shape;4061;p6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2" name="Google Shape;4062;p6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3" name="Google Shape;4063;p6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064" name="Google Shape;4064;p67"/>
          <p:cNvCxnSpPr/>
          <p:nvPr/>
        </p:nvCxnSpPr>
        <p:spPr>
          <a:xfrm>
            <a:off x="1638299" y="5387646"/>
            <a:ext cx="1117909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4065" name="Google Shape;4065;p67"/>
          <p:cNvSpPr txBox="1"/>
          <p:nvPr/>
        </p:nvSpPr>
        <p:spPr>
          <a:xfrm>
            <a:off x="7244442" y="5594639"/>
            <a:ext cx="76345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sp>
        <p:nvSpPr>
          <p:cNvPr id="4066" name="Google Shape;4066;p67"/>
          <p:cNvSpPr txBox="1"/>
          <p:nvPr/>
        </p:nvSpPr>
        <p:spPr>
          <a:xfrm>
            <a:off x="5419890" y="5618012"/>
            <a:ext cx="7536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pic>
        <p:nvPicPr>
          <p:cNvPr id="4067" name="Google Shape;406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2003" y="5278594"/>
            <a:ext cx="1508938" cy="207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8" name="Google Shape;4068;p67"/>
          <p:cNvCxnSpPr/>
          <p:nvPr/>
        </p:nvCxnSpPr>
        <p:spPr>
          <a:xfrm flipH="1">
            <a:off x="3471466" y="5382227"/>
            <a:ext cx="214699" cy="7603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69" name="Google Shape;4069;p67"/>
          <p:cNvCxnSpPr/>
          <p:nvPr/>
        </p:nvCxnSpPr>
        <p:spPr>
          <a:xfrm>
            <a:off x="6761626" y="5382227"/>
            <a:ext cx="397397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070" name="Google Shape;407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2282" y="5286198"/>
            <a:ext cx="816721" cy="207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71" name="Google Shape;4071;p67"/>
          <p:cNvCxnSpPr/>
          <p:nvPr/>
        </p:nvCxnSpPr>
        <p:spPr>
          <a:xfrm flipH="1">
            <a:off x="6085787" y="5389831"/>
            <a:ext cx="139746" cy="7603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072" name="Google Shape;4072;p67"/>
          <p:cNvGrpSpPr/>
          <p:nvPr/>
        </p:nvGrpSpPr>
        <p:grpSpPr>
          <a:xfrm>
            <a:off x="970802" y="5003243"/>
            <a:ext cx="733407" cy="660273"/>
            <a:chOff x="2751" y="1851"/>
            <a:chExt cx="462" cy="478"/>
          </a:xfrm>
        </p:grpSpPr>
        <p:pic>
          <p:nvPicPr>
            <p:cNvPr descr="iphone_stylized_small" id="4073" name="Google Shape;4073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74" name="Google Shape;4074;p6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5" name="Google Shape;4075;p67"/>
          <p:cNvSpPr/>
          <p:nvPr/>
        </p:nvSpPr>
        <p:spPr>
          <a:xfrm>
            <a:off x="884538" y="4930345"/>
            <a:ext cx="1352036" cy="790833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6" name="Google Shape;4076;p67"/>
          <p:cNvSpPr txBox="1"/>
          <p:nvPr/>
        </p:nvSpPr>
        <p:spPr>
          <a:xfrm>
            <a:off x="2597189" y="5619133"/>
            <a:ext cx="127768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7" name="Google Shape;4077;p67"/>
          <p:cNvSpPr/>
          <p:nvPr/>
        </p:nvSpPr>
        <p:spPr>
          <a:xfrm>
            <a:off x="2236572" y="5325762"/>
            <a:ext cx="556055" cy="148281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\</a:t>
            </a:r>
            <a:endParaRPr/>
          </a:p>
        </p:txBody>
      </p:sp>
      <p:grpSp>
        <p:nvGrpSpPr>
          <p:cNvPr id="4078" name="Google Shape;4078;p67"/>
          <p:cNvGrpSpPr/>
          <p:nvPr/>
        </p:nvGrpSpPr>
        <p:grpSpPr>
          <a:xfrm>
            <a:off x="3101546" y="2458996"/>
            <a:ext cx="2928551" cy="2923232"/>
            <a:chOff x="2987392" y="2753884"/>
            <a:chExt cx="2351943" cy="2628343"/>
          </a:xfrm>
        </p:grpSpPr>
        <p:cxnSp>
          <p:nvCxnSpPr>
            <p:cNvPr id="4079" name="Google Shape;4079;p67"/>
            <p:cNvCxnSpPr/>
            <p:nvPr/>
          </p:nvCxnSpPr>
          <p:spPr>
            <a:xfrm>
              <a:off x="4574350" y="5382227"/>
              <a:ext cx="764985" cy="0"/>
            </a:xfrm>
            <a:prstGeom prst="straightConnector1">
              <a:avLst/>
            </a:prstGeom>
            <a:noFill/>
            <a:ln cap="flat" cmpd="sng" w="19050">
              <a:solidFill>
                <a:srgbClr val="0111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080" name="Google Shape;4080;p67"/>
            <p:cNvSpPr/>
            <p:nvPr/>
          </p:nvSpPr>
          <p:spPr>
            <a:xfrm>
              <a:off x="2990334" y="2792627"/>
              <a:ext cx="210066" cy="24960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1" name="Google Shape;4081;p67"/>
            <p:cNvSpPr/>
            <p:nvPr/>
          </p:nvSpPr>
          <p:spPr>
            <a:xfrm>
              <a:off x="2995166" y="2753884"/>
              <a:ext cx="189068" cy="89378"/>
            </a:xfrm>
            <a:prstGeom prst="ellipse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2" name="Google Shape;4082;p67"/>
            <p:cNvSpPr/>
            <p:nvPr/>
          </p:nvSpPr>
          <p:spPr>
            <a:xfrm>
              <a:off x="5067300" y="2846173"/>
              <a:ext cx="210066" cy="2496066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3" name="Google Shape;4083;p67"/>
            <p:cNvSpPr/>
            <p:nvPr/>
          </p:nvSpPr>
          <p:spPr>
            <a:xfrm>
              <a:off x="5072132" y="2807430"/>
              <a:ext cx="189068" cy="89378"/>
            </a:xfrm>
            <a:prstGeom prst="ellipse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4" name="Google Shape;4084;p67"/>
            <p:cNvSpPr/>
            <p:nvPr/>
          </p:nvSpPr>
          <p:spPr>
            <a:xfrm rot="5400000">
              <a:off x="4019036" y="4082879"/>
              <a:ext cx="236838" cy="2277761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55000">
                  <a:schemeClr val="lt1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85" name="Google Shape;4085;p67"/>
            <p:cNvGrpSpPr/>
            <p:nvPr/>
          </p:nvGrpSpPr>
          <p:grpSpPr>
            <a:xfrm>
              <a:off x="5060792" y="5100747"/>
              <a:ext cx="223781" cy="248981"/>
              <a:chOff x="5064046" y="5090985"/>
              <a:chExt cx="223781" cy="248981"/>
            </a:xfrm>
          </p:grpSpPr>
          <p:sp>
            <p:nvSpPr>
              <p:cNvPr id="4086" name="Google Shape;4086;p67"/>
              <p:cNvSpPr/>
              <p:nvPr/>
            </p:nvSpPr>
            <p:spPr>
              <a:xfrm>
                <a:off x="5064046" y="5090985"/>
                <a:ext cx="217273" cy="248981"/>
              </a:xfrm>
              <a:prstGeom prst="rect">
                <a:avLst/>
              </a:prstGeom>
              <a:gradFill>
                <a:gsLst>
                  <a:gs pos="0">
                    <a:srgbClr val="C00000">
                      <a:alpha val="0"/>
                    </a:srgbClr>
                  </a:gs>
                  <a:gs pos="55000">
                    <a:srgbClr val="FFFFFF">
                      <a:alpha val="196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7" name="Google Shape;4087;p67"/>
              <p:cNvSpPr/>
              <p:nvPr/>
            </p:nvSpPr>
            <p:spPr>
              <a:xfrm>
                <a:off x="5070554" y="5092655"/>
                <a:ext cx="217273" cy="97624"/>
              </a:xfrm>
              <a:prstGeom prst="rect">
                <a:avLst/>
              </a:prstGeom>
              <a:gradFill>
                <a:gsLst>
                  <a:gs pos="0">
                    <a:srgbClr val="C00000">
                      <a:alpha val="0"/>
                    </a:srgbClr>
                  </a:gs>
                  <a:gs pos="39000">
                    <a:srgbClr val="FFFFFF">
                      <a:alpha val="85882"/>
                    </a:srgbClr>
                  </a:gs>
                  <a:gs pos="54000">
                    <a:schemeClr val="lt1"/>
                  </a:gs>
                  <a:gs pos="67000">
                    <a:srgbClr val="FFFFFF">
                      <a:alpha val="77647"/>
                    </a:srgbClr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88" name="Google Shape;4088;p67"/>
            <p:cNvGrpSpPr/>
            <p:nvPr/>
          </p:nvGrpSpPr>
          <p:grpSpPr>
            <a:xfrm flipH="1">
              <a:off x="2987392" y="5100205"/>
              <a:ext cx="223781" cy="248981"/>
              <a:chOff x="5064046" y="5090985"/>
              <a:chExt cx="223781" cy="248981"/>
            </a:xfrm>
          </p:grpSpPr>
          <p:sp>
            <p:nvSpPr>
              <p:cNvPr id="4089" name="Google Shape;4089;p67"/>
              <p:cNvSpPr/>
              <p:nvPr/>
            </p:nvSpPr>
            <p:spPr>
              <a:xfrm>
                <a:off x="5064046" y="5090985"/>
                <a:ext cx="217273" cy="248981"/>
              </a:xfrm>
              <a:prstGeom prst="rect">
                <a:avLst/>
              </a:prstGeom>
              <a:gradFill>
                <a:gsLst>
                  <a:gs pos="0">
                    <a:srgbClr val="C00000">
                      <a:alpha val="0"/>
                    </a:srgbClr>
                  </a:gs>
                  <a:gs pos="55000">
                    <a:srgbClr val="FFFFFF">
                      <a:alpha val="196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0" name="Google Shape;4090;p67"/>
              <p:cNvSpPr/>
              <p:nvPr/>
            </p:nvSpPr>
            <p:spPr>
              <a:xfrm>
                <a:off x="5070554" y="5092655"/>
                <a:ext cx="217273" cy="97624"/>
              </a:xfrm>
              <a:prstGeom prst="rect">
                <a:avLst/>
              </a:prstGeom>
              <a:gradFill>
                <a:gsLst>
                  <a:gs pos="0">
                    <a:srgbClr val="C00000">
                      <a:alpha val="0"/>
                    </a:srgbClr>
                  </a:gs>
                  <a:gs pos="39000">
                    <a:srgbClr val="FFFFFF">
                      <a:alpha val="85882"/>
                    </a:srgbClr>
                  </a:gs>
                  <a:gs pos="54000">
                    <a:schemeClr val="lt1"/>
                  </a:gs>
                  <a:gs pos="67000">
                    <a:srgbClr val="FFFFFF">
                      <a:alpha val="77647"/>
                    </a:srgbClr>
                  </a:gs>
                  <a:gs pos="100000">
                    <a:srgbClr val="C00000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091" name="Google Shape;4091;p67"/>
          <p:cNvSpPr/>
          <p:nvPr/>
        </p:nvSpPr>
        <p:spPr>
          <a:xfrm>
            <a:off x="8167816" y="1467152"/>
            <a:ext cx="3756453" cy="514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tunneling:</a:t>
            </a:r>
            <a:endParaRPr/>
          </a:p>
          <a:p>
            <a:pPr indent="-342900" lvl="0" marL="4032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datagram encapsulated using GPRS Tunneling Protocol (GTP), sent inside UDP datagram to S-GW</a:t>
            </a:r>
            <a:endParaRPr/>
          </a:p>
          <a:p>
            <a:pPr indent="-342900" lvl="0" marL="4032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S-GW re-tunnels datagrams to P-GW</a:t>
            </a:r>
            <a:endParaRPr/>
          </a:p>
          <a:p>
            <a:pPr indent="-342900" lvl="0" marL="4032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supporting mobility: only tunneling endpoints change when mobile user moves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6" name="Shape 4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7" name="Google Shape;4097;p68"/>
          <p:cNvGrpSpPr/>
          <p:nvPr/>
        </p:nvGrpSpPr>
        <p:grpSpPr>
          <a:xfrm>
            <a:off x="4708577" y="1917062"/>
            <a:ext cx="4433068" cy="574881"/>
            <a:chOff x="5366964" y="5459934"/>
            <a:chExt cx="4476119" cy="574881"/>
          </a:xfrm>
        </p:grpSpPr>
        <p:sp>
          <p:nvSpPr>
            <p:cNvPr id="4098" name="Google Shape;4098;p68"/>
            <p:cNvSpPr/>
            <p:nvPr/>
          </p:nvSpPr>
          <p:spPr>
            <a:xfrm>
              <a:off x="5366964" y="5459934"/>
              <a:ext cx="4476119" cy="574881"/>
            </a:xfrm>
            <a:custGeom>
              <a:rect b="b" l="l" r="r" t="t"/>
              <a:pathLst>
                <a:path extrusionOk="0" h="806768" w="1379141">
                  <a:moveTo>
                    <a:pt x="216608" y="59582"/>
                  </a:moveTo>
                  <a:cubicBezTo>
                    <a:pt x="97984" y="70023"/>
                    <a:pt x="146525" y="65300"/>
                    <a:pt x="112559" y="113979"/>
                  </a:cubicBezTo>
                  <a:cubicBezTo>
                    <a:pt x="78593" y="162658"/>
                    <a:pt x="25373" y="149706"/>
                    <a:pt x="12814" y="351654"/>
                  </a:cubicBezTo>
                  <a:cubicBezTo>
                    <a:pt x="255" y="553602"/>
                    <a:pt x="-21645" y="640069"/>
                    <a:pt x="54984" y="684053"/>
                  </a:cubicBezTo>
                  <a:cubicBezTo>
                    <a:pt x="99551" y="702915"/>
                    <a:pt x="160041" y="781314"/>
                    <a:pt x="348727" y="796830"/>
                  </a:cubicBezTo>
                  <a:cubicBezTo>
                    <a:pt x="812788" y="793482"/>
                    <a:pt x="1165213" y="838487"/>
                    <a:pt x="1270711" y="760661"/>
                  </a:cubicBezTo>
                  <a:cubicBezTo>
                    <a:pt x="1376209" y="682835"/>
                    <a:pt x="1380962" y="491721"/>
                    <a:pt x="1378790" y="329881"/>
                  </a:cubicBezTo>
                  <a:cubicBezTo>
                    <a:pt x="1373459" y="210569"/>
                    <a:pt x="1340858" y="86687"/>
                    <a:pt x="1280844" y="13800"/>
                  </a:cubicBezTo>
                  <a:cubicBezTo>
                    <a:pt x="1177821" y="-34285"/>
                    <a:pt x="885108" y="59362"/>
                    <a:pt x="824303" y="51331"/>
                  </a:cubicBezTo>
                  <a:cubicBezTo>
                    <a:pt x="701546" y="58788"/>
                    <a:pt x="335232" y="49141"/>
                    <a:pt x="216608" y="5958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99" name="Google Shape;4099;p68"/>
            <p:cNvCxnSpPr>
              <a:stCxn id="4100" idx="0"/>
            </p:cNvCxnSpPr>
            <p:nvPr/>
          </p:nvCxnSpPr>
          <p:spPr>
            <a:xfrm rot="10800000">
              <a:off x="8591309" y="5631871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1" name="Google Shape;4101;p68"/>
            <p:cNvCxnSpPr>
              <a:stCxn id="4102" idx="9"/>
            </p:cNvCxnSpPr>
            <p:nvPr/>
          </p:nvCxnSpPr>
          <p:spPr>
            <a:xfrm>
              <a:off x="8270073" y="5586838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3" name="Google Shape;4103;p68"/>
            <p:cNvCxnSpPr>
              <a:stCxn id="4102" idx="2"/>
            </p:cNvCxnSpPr>
            <p:nvPr/>
          </p:nvCxnSpPr>
          <p:spPr>
            <a:xfrm>
              <a:off x="8269779" y="5582623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4" name="Google Shape;4104;p68"/>
            <p:cNvCxnSpPr>
              <a:endCxn id="4105" idx="2"/>
            </p:cNvCxnSpPr>
            <p:nvPr/>
          </p:nvCxnSpPr>
          <p:spPr>
            <a:xfrm>
              <a:off x="8289329" y="5888859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6" name="Google Shape;4106;p68"/>
            <p:cNvCxnSpPr>
              <a:stCxn id="4107" idx="4"/>
              <a:endCxn id="4108" idx="2"/>
            </p:cNvCxnSpPr>
            <p:nvPr/>
          </p:nvCxnSpPr>
          <p:spPr>
            <a:xfrm flipH="1">
              <a:off x="8269746" y="5614796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09" name="Google Shape;4109;p68"/>
            <p:cNvCxnSpPr/>
            <p:nvPr/>
          </p:nvCxnSpPr>
          <p:spPr>
            <a:xfrm flipH="1" rot="10800000">
              <a:off x="8289330" y="5631766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110" name="Google Shape;4110;p68"/>
            <p:cNvGrpSpPr/>
            <p:nvPr/>
          </p:nvGrpSpPr>
          <p:grpSpPr>
            <a:xfrm>
              <a:off x="8178961" y="5824636"/>
              <a:ext cx="182938" cy="111323"/>
              <a:chOff x="7493876" y="2774731"/>
              <a:chExt cx="1481958" cy="894622"/>
            </a:xfrm>
          </p:grpSpPr>
          <p:sp>
            <p:nvSpPr>
              <p:cNvPr id="4111" name="Google Shape;4111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12" name="Google Shape;4112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13" name="Google Shape;4113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4" name="Google Shape;4114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5" name="Google Shape;4115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6" name="Google Shape;4116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8" name="Google Shape;4108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17" name="Google Shape;4117;p68"/>
            <p:cNvGrpSpPr/>
            <p:nvPr/>
          </p:nvGrpSpPr>
          <p:grpSpPr>
            <a:xfrm>
              <a:off x="8182762" y="5545189"/>
              <a:ext cx="175179" cy="107525"/>
              <a:chOff x="7493876" y="2774731"/>
              <a:chExt cx="1481958" cy="894622"/>
            </a:xfrm>
          </p:grpSpPr>
          <p:sp>
            <p:nvSpPr>
              <p:cNvPr id="4118" name="Google Shape;4118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07" name="Google Shape;4107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19" name="Google Shape;4119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20" name="Google Shape;4120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1" name="Google Shape;4121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2" name="Google Shape;4122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2" name="Google Shape;4102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23" name="Google Shape;4123;p68"/>
            <p:cNvGrpSpPr/>
            <p:nvPr/>
          </p:nvGrpSpPr>
          <p:grpSpPr>
            <a:xfrm>
              <a:off x="8515547" y="5580583"/>
              <a:ext cx="175179" cy="107525"/>
              <a:chOff x="7493876" y="2774731"/>
              <a:chExt cx="1481958" cy="894622"/>
            </a:xfrm>
          </p:grpSpPr>
          <p:sp>
            <p:nvSpPr>
              <p:cNvPr id="4124" name="Google Shape;4124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25" name="Google Shape;4125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26" name="Google Shape;4126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27" name="Google Shape;4127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8" name="Google Shape;4128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9" name="Google Shape;4129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0" name="Google Shape;4130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31" name="Google Shape;4131;p68"/>
            <p:cNvGrpSpPr/>
            <p:nvPr/>
          </p:nvGrpSpPr>
          <p:grpSpPr>
            <a:xfrm>
              <a:off x="8570325" y="5882671"/>
              <a:ext cx="175179" cy="107525"/>
              <a:chOff x="7493876" y="2774731"/>
              <a:chExt cx="1481958" cy="894622"/>
            </a:xfrm>
          </p:grpSpPr>
          <p:sp>
            <p:nvSpPr>
              <p:cNvPr id="4132" name="Google Shape;4132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00" name="Google Shape;4100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33" name="Google Shape;4133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34" name="Google Shape;4134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5" name="Google Shape;4135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6" name="Google Shape;4136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5" name="Google Shape;4105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137" name="Google Shape;4137;p68"/>
          <p:cNvGrpSpPr/>
          <p:nvPr/>
        </p:nvGrpSpPr>
        <p:grpSpPr>
          <a:xfrm>
            <a:off x="5011504" y="2019393"/>
            <a:ext cx="998795" cy="445007"/>
            <a:chOff x="4332883" y="5571655"/>
            <a:chExt cx="998795" cy="445007"/>
          </a:xfrm>
        </p:grpSpPr>
        <p:cxnSp>
          <p:nvCxnSpPr>
            <p:cNvPr id="4138" name="Google Shape;4138;p68"/>
            <p:cNvCxnSpPr>
              <a:stCxn id="4139" idx="0"/>
            </p:cNvCxnSpPr>
            <p:nvPr/>
          </p:nvCxnSpPr>
          <p:spPr>
            <a:xfrm rot="10800000">
              <a:off x="4745231" y="5658337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0" name="Google Shape;4140;p68"/>
            <p:cNvCxnSpPr/>
            <p:nvPr/>
          </p:nvCxnSpPr>
          <p:spPr>
            <a:xfrm>
              <a:off x="4753706" y="5653287"/>
              <a:ext cx="299692" cy="1423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1" name="Google Shape;4141;p68"/>
            <p:cNvCxnSpPr/>
            <p:nvPr/>
          </p:nvCxnSpPr>
          <p:spPr>
            <a:xfrm flipH="1" rot="10800000">
              <a:off x="5053398" y="5718444"/>
              <a:ext cx="231278" cy="7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2" name="Google Shape;4142;p68"/>
            <p:cNvCxnSpPr>
              <a:stCxn id="4143" idx="9"/>
            </p:cNvCxnSpPr>
            <p:nvPr/>
          </p:nvCxnSpPr>
          <p:spPr>
            <a:xfrm>
              <a:off x="4423995" y="5613304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4" name="Google Shape;4144;p68"/>
            <p:cNvCxnSpPr>
              <a:stCxn id="4143" idx="2"/>
            </p:cNvCxnSpPr>
            <p:nvPr/>
          </p:nvCxnSpPr>
          <p:spPr>
            <a:xfrm>
              <a:off x="4423701" y="5609089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5" name="Google Shape;4145;p68"/>
            <p:cNvCxnSpPr/>
            <p:nvPr/>
          </p:nvCxnSpPr>
          <p:spPr>
            <a:xfrm>
              <a:off x="4753706" y="5658231"/>
              <a:ext cx="530161" cy="43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6" name="Google Shape;4146;p68"/>
            <p:cNvCxnSpPr>
              <a:stCxn id="4147" idx="2"/>
            </p:cNvCxnSpPr>
            <p:nvPr/>
          </p:nvCxnSpPr>
          <p:spPr>
            <a:xfrm flipH="1" rot="10800000">
              <a:off x="4811264" y="5795671"/>
              <a:ext cx="242100" cy="15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8" name="Google Shape;4148;p68"/>
            <p:cNvCxnSpPr>
              <a:endCxn id="4147" idx="2"/>
            </p:cNvCxnSpPr>
            <p:nvPr/>
          </p:nvCxnSpPr>
          <p:spPr>
            <a:xfrm>
              <a:off x="4443251" y="5915325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9" name="Google Shape;4149;p68"/>
            <p:cNvCxnSpPr>
              <a:stCxn id="4150" idx="4"/>
              <a:endCxn id="4151" idx="2"/>
            </p:cNvCxnSpPr>
            <p:nvPr/>
          </p:nvCxnSpPr>
          <p:spPr>
            <a:xfrm flipH="1">
              <a:off x="4423668" y="5641262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2" name="Google Shape;4152;p68"/>
            <p:cNvCxnSpPr/>
            <p:nvPr/>
          </p:nvCxnSpPr>
          <p:spPr>
            <a:xfrm flipH="1" rot="10800000">
              <a:off x="4443252" y="5658232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153" name="Google Shape;4153;p68"/>
            <p:cNvGrpSpPr/>
            <p:nvPr/>
          </p:nvGrpSpPr>
          <p:grpSpPr>
            <a:xfrm>
              <a:off x="4332883" y="5851102"/>
              <a:ext cx="182938" cy="111323"/>
              <a:chOff x="7493876" y="2774731"/>
              <a:chExt cx="1481958" cy="894622"/>
            </a:xfrm>
          </p:grpSpPr>
          <p:sp>
            <p:nvSpPr>
              <p:cNvPr id="4154" name="Google Shape;4154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55" name="Google Shape;4155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56" name="Google Shape;4156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57" name="Google Shape;4157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8" name="Google Shape;4158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9" name="Google Shape;4159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1" name="Google Shape;4151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60" name="Google Shape;4160;p68"/>
            <p:cNvGrpSpPr/>
            <p:nvPr/>
          </p:nvGrpSpPr>
          <p:grpSpPr>
            <a:xfrm>
              <a:off x="4336684" y="5571655"/>
              <a:ext cx="175179" cy="107525"/>
              <a:chOff x="7493876" y="2774731"/>
              <a:chExt cx="1481958" cy="894622"/>
            </a:xfrm>
          </p:grpSpPr>
          <p:sp>
            <p:nvSpPr>
              <p:cNvPr id="4161" name="Google Shape;4161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50" name="Google Shape;4150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62" name="Google Shape;4162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63" name="Google Shape;4163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4" name="Google Shape;4164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5" name="Google Shape;4165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43" name="Google Shape;4143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66" name="Google Shape;4166;p68"/>
            <p:cNvGrpSpPr/>
            <p:nvPr/>
          </p:nvGrpSpPr>
          <p:grpSpPr>
            <a:xfrm>
              <a:off x="4669469" y="5607049"/>
              <a:ext cx="175179" cy="107525"/>
              <a:chOff x="7493876" y="2774731"/>
              <a:chExt cx="1481958" cy="894622"/>
            </a:xfrm>
          </p:grpSpPr>
          <p:sp>
            <p:nvSpPr>
              <p:cNvPr id="4167" name="Google Shape;4167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68" name="Google Shape;4168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69" name="Google Shape;4169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70" name="Google Shape;4170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1" name="Google Shape;4171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2" name="Google Shape;4172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3" name="Google Shape;4173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74" name="Google Shape;4174;p68"/>
            <p:cNvGrpSpPr/>
            <p:nvPr/>
          </p:nvGrpSpPr>
          <p:grpSpPr>
            <a:xfrm>
              <a:off x="4724247" y="5909137"/>
              <a:ext cx="175179" cy="107525"/>
              <a:chOff x="7493876" y="2774731"/>
              <a:chExt cx="1481958" cy="894622"/>
            </a:xfrm>
          </p:grpSpPr>
          <p:sp>
            <p:nvSpPr>
              <p:cNvPr id="4175" name="Google Shape;4175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39" name="Google Shape;4139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76" name="Google Shape;4176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77" name="Google Shape;4177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8" name="Google Shape;4178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9" name="Google Shape;4179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47" name="Google Shape;4147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80" name="Google Shape;4180;p68"/>
            <p:cNvGrpSpPr/>
            <p:nvPr/>
          </p:nvGrpSpPr>
          <p:grpSpPr>
            <a:xfrm>
              <a:off x="5156499" y="5631997"/>
              <a:ext cx="175179" cy="107525"/>
              <a:chOff x="7493876" y="2774731"/>
              <a:chExt cx="1481958" cy="894622"/>
            </a:xfrm>
          </p:grpSpPr>
          <p:sp>
            <p:nvSpPr>
              <p:cNvPr id="4181" name="Google Shape;4181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82" name="Google Shape;4182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83" name="Google Shape;4183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84" name="Google Shape;4184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5" name="Google Shape;4185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6" name="Google Shape;4186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7" name="Google Shape;4187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88" name="Google Shape;4188;p68"/>
            <p:cNvGrpSpPr/>
            <p:nvPr/>
          </p:nvGrpSpPr>
          <p:grpSpPr>
            <a:xfrm>
              <a:off x="4944983" y="5749145"/>
              <a:ext cx="175179" cy="107525"/>
              <a:chOff x="7493876" y="2774731"/>
              <a:chExt cx="1481958" cy="894622"/>
            </a:xfrm>
          </p:grpSpPr>
          <p:sp>
            <p:nvSpPr>
              <p:cNvPr id="4189" name="Google Shape;4189;p6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90" name="Google Shape;4190;p6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91" name="Google Shape;4191;p6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2" name="Google Shape;4192;p6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3" name="Google Shape;4193;p6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4" name="Google Shape;4194;p6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5" name="Google Shape;4195;p6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196" name="Google Shape;4196;p68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LTE data plane: associating with a BS</a:t>
            </a:r>
            <a:endParaRPr/>
          </a:p>
        </p:txBody>
      </p:sp>
      <p:sp>
        <p:nvSpPr>
          <p:cNvPr id="4197" name="Google Shape;4197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198" name="Google Shape;4198;p68"/>
          <p:cNvGrpSpPr/>
          <p:nvPr/>
        </p:nvGrpSpPr>
        <p:grpSpPr>
          <a:xfrm>
            <a:off x="3781032" y="1205224"/>
            <a:ext cx="790834" cy="1180042"/>
            <a:chOff x="5970432" y="1629202"/>
            <a:chExt cx="888604" cy="1197664"/>
          </a:xfrm>
        </p:grpSpPr>
        <p:grpSp>
          <p:nvGrpSpPr>
            <p:cNvPr id="4199" name="Google Shape;4199;p68"/>
            <p:cNvGrpSpPr/>
            <p:nvPr/>
          </p:nvGrpSpPr>
          <p:grpSpPr>
            <a:xfrm>
              <a:off x="5970432" y="1629202"/>
              <a:ext cx="466245" cy="924931"/>
              <a:chOff x="6476205" y="1307523"/>
              <a:chExt cx="466245" cy="924931"/>
            </a:xfrm>
          </p:grpSpPr>
          <p:grpSp>
            <p:nvGrpSpPr>
              <p:cNvPr id="4200" name="Google Shape;4200;p68"/>
              <p:cNvGrpSpPr/>
              <p:nvPr/>
            </p:nvGrpSpPr>
            <p:grpSpPr>
              <a:xfrm>
                <a:off x="6476205" y="1307523"/>
                <a:ext cx="466245" cy="392290"/>
                <a:chOff x="2920" y="1445"/>
                <a:chExt cx="326" cy="289"/>
              </a:xfrm>
            </p:grpSpPr>
            <p:sp>
              <p:nvSpPr>
                <p:cNvPr id="4201" name="Google Shape;4201;p68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02" name="Google Shape;4202;p68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4203" name="Google Shape;4203;p6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4" name="Google Shape;4204;p6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5" name="Google Shape;4205;p6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6" name="Google Shape;4206;p6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07" name="Google Shape;4207;p68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4208" name="Google Shape;4208;p6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9" name="Google Shape;4209;p6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0" name="Google Shape;4210;p6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1" name="Google Shape;4211;p6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2" name="Google Shape;4212;p6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3" name="Google Shape;4213;p6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4" name="Google Shape;4214;p6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5" name="Google Shape;4215;p6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6" name="Google Shape;4216;p6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7" name="Google Shape;4217;p6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8" name="Google Shape;4218;p6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9" name="Google Shape;4219;p6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0" name="Google Shape;4220;p6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1" name="Google Shape;4221;p6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2" name="Google Shape;4222;p6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223" name="Google Shape;4223;p68"/>
            <p:cNvGrpSpPr/>
            <p:nvPr/>
          </p:nvGrpSpPr>
          <p:grpSpPr>
            <a:xfrm>
              <a:off x="6091888" y="2409568"/>
              <a:ext cx="767148" cy="417298"/>
              <a:chOff x="1503784" y="3006600"/>
              <a:chExt cx="1771786" cy="957087"/>
            </a:xfrm>
          </p:grpSpPr>
          <p:grpSp>
            <p:nvGrpSpPr>
              <p:cNvPr id="4224" name="Google Shape;4224;p68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225" name="Google Shape;4225;p68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226" name="Google Shape;4226;p68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227" name="Google Shape;4227;p68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228" name="Google Shape;4228;p68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229" name="Google Shape;4229;p6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0" name="Google Shape;4230;p6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31" name="Google Shape;4231;p68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232" name="Google Shape;4232;p6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3" name="Google Shape;4233;p6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234" name="Google Shape;4234;p68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5" name="Google Shape;4235;p68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6" name="Google Shape;4236;p68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7" name="Google Shape;4237;p68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8" name="Google Shape;4238;p68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9" name="Google Shape;4239;p68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40" name="Google Shape;4240;p68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241" name="Google Shape;4241;p68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42" name="Google Shape;4242;p68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43" name="Google Shape;4243;p68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44" name="Google Shape;4244;p68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245" name="Google Shape;4245;p68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6" name="Google Shape;4246;p68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247" name="Google Shape;4247;p68"/>
          <p:cNvGrpSpPr/>
          <p:nvPr/>
        </p:nvGrpSpPr>
        <p:grpSpPr>
          <a:xfrm>
            <a:off x="6495528" y="1960604"/>
            <a:ext cx="694976" cy="460529"/>
            <a:chOff x="7493876" y="2774731"/>
            <a:chExt cx="1481958" cy="894622"/>
          </a:xfrm>
        </p:grpSpPr>
        <p:sp>
          <p:nvSpPr>
            <p:cNvPr id="4248" name="Google Shape;4248;p6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249" name="Google Shape;4249;p6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50" name="Google Shape;4250;p6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1" name="Google Shape;4251;p6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2" name="Google Shape;4252;p6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3" name="Google Shape;4253;p6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4" name="Google Shape;4254;p6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55" name="Google Shape;4255;p68"/>
          <p:cNvGrpSpPr/>
          <p:nvPr/>
        </p:nvGrpSpPr>
        <p:grpSpPr>
          <a:xfrm>
            <a:off x="8316091" y="1952366"/>
            <a:ext cx="694976" cy="460529"/>
            <a:chOff x="7493876" y="2774731"/>
            <a:chExt cx="1481958" cy="894622"/>
          </a:xfrm>
        </p:grpSpPr>
        <p:sp>
          <p:nvSpPr>
            <p:cNvPr id="4256" name="Google Shape;4256;p6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257" name="Google Shape;4257;p6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58" name="Google Shape;4258;p6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9" name="Google Shape;4259;p6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0" name="Google Shape;4260;p6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1" name="Google Shape;4261;p6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2" name="Google Shape;4262;p6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63" name="Google Shape;4263;p68"/>
          <p:cNvSpPr txBox="1"/>
          <p:nvPr/>
        </p:nvSpPr>
        <p:spPr>
          <a:xfrm>
            <a:off x="9023366" y="1881857"/>
            <a:ext cx="1430443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plane</a:t>
            </a:r>
            <a:endParaRPr/>
          </a:p>
        </p:txBody>
      </p:sp>
      <p:cxnSp>
        <p:nvCxnSpPr>
          <p:cNvPr id="4264" name="Google Shape;4264;p68"/>
          <p:cNvCxnSpPr/>
          <p:nvPr/>
        </p:nvCxnSpPr>
        <p:spPr>
          <a:xfrm>
            <a:off x="5691599" y="2181826"/>
            <a:ext cx="764985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65" name="Google Shape;4265;p68"/>
          <p:cNvSpPr txBox="1"/>
          <p:nvPr/>
        </p:nvSpPr>
        <p:spPr>
          <a:xfrm>
            <a:off x="8361691" y="2394238"/>
            <a:ext cx="76345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sp>
        <p:nvSpPr>
          <p:cNvPr id="4266" name="Google Shape;4266;p68"/>
          <p:cNvSpPr txBox="1"/>
          <p:nvPr/>
        </p:nvSpPr>
        <p:spPr>
          <a:xfrm>
            <a:off x="6537139" y="2417611"/>
            <a:ext cx="7536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pic>
        <p:nvPicPr>
          <p:cNvPr id="4267" name="Google Shape;426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9252" y="2078193"/>
            <a:ext cx="1508938" cy="207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68" name="Google Shape;4268;p68"/>
          <p:cNvCxnSpPr/>
          <p:nvPr/>
        </p:nvCxnSpPr>
        <p:spPr>
          <a:xfrm flipH="1">
            <a:off x="4588715" y="2181826"/>
            <a:ext cx="214699" cy="7603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69" name="Google Shape;4269;p68"/>
          <p:cNvCxnSpPr/>
          <p:nvPr/>
        </p:nvCxnSpPr>
        <p:spPr>
          <a:xfrm>
            <a:off x="7878875" y="2181826"/>
            <a:ext cx="397397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270" name="Google Shape;4270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9531" y="2085797"/>
            <a:ext cx="816721" cy="207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71" name="Google Shape;4271;p68"/>
          <p:cNvCxnSpPr/>
          <p:nvPr/>
        </p:nvCxnSpPr>
        <p:spPr>
          <a:xfrm flipH="1">
            <a:off x="7203036" y="2189430"/>
            <a:ext cx="139746" cy="7603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272" name="Google Shape;4272;p68"/>
          <p:cNvGrpSpPr/>
          <p:nvPr/>
        </p:nvGrpSpPr>
        <p:grpSpPr>
          <a:xfrm>
            <a:off x="1358538" y="1494309"/>
            <a:ext cx="1265790" cy="660273"/>
            <a:chOff x="1358538" y="1494309"/>
            <a:chExt cx="1265790" cy="660273"/>
          </a:xfrm>
        </p:grpSpPr>
        <p:sp>
          <p:nvSpPr>
            <p:cNvPr id="4273" name="Google Shape;4273;p68"/>
            <p:cNvSpPr/>
            <p:nvPr/>
          </p:nvSpPr>
          <p:spPr>
            <a:xfrm>
              <a:off x="1358538" y="1666386"/>
              <a:ext cx="1265790" cy="354003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">
                  <a:schemeClr val="lt1"/>
                </a:gs>
                <a:gs pos="100000">
                  <a:srgbClr val="011199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74" name="Google Shape;4274;p68"/>
            <p:cNvGrpSpPr/>
            <p:nvPr/>
          </p:nvGrpSpPr>
          <p:grpSpPr>
            <a:xfrm>
              <a:off x="1695196" y="1494309"/>
              <a:ext cx="733407" cy="660273"/>
              <a:chOff x="2751" y="1851"/>
              <a:chExt cx="462" cy="478"/>
            </a:xfrm>
          </p:grpSpPr>
          <p:pic>
            <p:nvPicPr>
              <p:cNvPr descr="iphone_stylized_small" id="4275" name="Google Shape;4275;p6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276" name="Google Shape;4276;p6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277" name="Google Shape;4277;p68"/>
          <p:cNvSpPr/>
          <p:nvPr/>
        </p:nvSpPr>
        <p:spPr>
          <a:xfrm>
            <a:off x="4584357" y="1655806"/>
            <a:ext cx="4621427" cy="1013255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8" name="Google Shape;4278;p68"/>
          <p:cNvSpPr txBox="1"/>
          <p:nvPr/>
        </p:nvSpPr>
        <p:spPr>
          <a:xfrm>
            <a:off x="3714438" y="2418732"/>
            <a:ext cx="127768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79" name="Google Shape;4279;p68"/>
          <p:cNvGrpSpPr/>
          <p:nvPr/>
        </p:nvGrpSpPr>
        <p:grpSpPr>
          <a:xfrm>
            <a:off x="1334529" y="2866776"/>
            <a:ext cx="8644912" cy="845497"/>
            <a:chOff x="1692874" y="1754660"/>
            <a:chExt cx="8644912" cy="845497"/>
          </a:xfrm>
        </p:grpSpPr>
        <p:sp>
          <p:nvSpPr>
            <p:cNvPr id="4280" name="Google Shape;4280;p68"/>
            <p:cNvSpPr txBox="1"/>
            <p:nvPr/>
          </p:nvSpPr>
          <p:spPr>
            <a:xfrm>
              <a:off x="2051222" y="1791731"/>
              <a:ext cx="8286564" cy="8084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603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BS broadcasts primary synch signal every 5 ms on all frequencies</a:t>
              </a:r>
              <a:endParaRPr/>
            </a:p>
            <a:p>
              <a:pPr indent="-284163" lvl="0" marL="4064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BSs from multiple carriers may be broadcasting synch signals</a:t>
              </a:r>
              <a:endParaRPr/>
            </a:p>
          </p:txBody>
        </p:sp>
        <p:grpSp>
          <p:nvGrpSpPr>
            <p:cNvPr id="4281" name="Google Shape;4281;p68"/>
            <p:cNvGrpSpPr/>
            <p:nvPr/>
          </p:nvGrpSpPr>
          <p:grpSpPr>
            <a:xfrm>
              <a:off x="1692874" y="1754660"/>
              <a:ext cx="370703" cy="461665"/>
              <a:chOff x="1223317" y="2026508"/>
              <a:chExt cx="370703" cy="461665"/>
            </a:xfrm>
          </p:grpSpPr>
          <p:sp>
            <p:nvSpPr>
              <p:cNvPr id="4282" name="Google Shape;4282;p68"/>
              <p:cNvSpPr txBox="1"/>
              <p:nvPr/>
            </p:nvSpPr>
            <p:spPr>
              <a:xfrm>
                <a:off x="1235675" y="2026508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4283" name="Google Shape;4283;p68"/>
              <p:cNvSpPr/>
              <p:nvPr/>
            </p:nvSpPr>
            <p:spPr>
              <a:xfrm>
                <a:off x="1223317" y="2088292"/>
                <a:ext cx="370703" cy="358346"/>
              </a:xfrm>
              <a:prstGeom prst="ellipse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84" name="Google Shape;4284;p68"/>
          <p:cNvGrpSpPr/>
          <p:nvPr/>
        </p:nvGrpSpPr>
        <p:grpSpPr>
          <a:xfrm>
            <a:off x="1326292" y="3785289"/>
            <a:ext cx="10696831" cy="1524520"/>
            <a:chOff x="1692874" y="1729946"/>
            <a:chExt cx="10696831" cy="1524520"/>
          </a:xfrm>
        </p:grpSpPr>
        <p:sp>
          <p:nvSpPr>
            <p:cNvPr id="4285" name="Google Shape;4285;p68"/>
            <p:cNvSpPr txBox="1"/>
            <p:nvPr/>
          </p:nvSpPr>
          <p:spPr>
            <a:xfrm>
              <a:off x="2051222" y="1729946"/>
              <a:ext cx="10338483" cy="1524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603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finds a primary synch signal, then locates 2</a:t>
              </a:r>
              <a:r>
                <a:rPr baseline="30000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nd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synch signal on this freq. </a:t>
              </a:r>
              <a:endParaRPr/>
            </a:p>
            <a:p>
              <a:pPr indent="-280988" lvl="0" marL="4032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then finds info broadcast by BS: channel bandwidth, configurations; BS’s cellular carrier info</a:t>
              </a:r>
              <a:endParaRPr/>
            </a:p>
            <a:p>
              <a:pPr indent="-280988" lvl="0" marL="4032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may get info from multiple base stations, multiple cellular networks</a:t>
              </a:r>
              <a:endParaRPr/>
            </a:p>
          </p:txBody>
        </p:sp>
        <p:grpSp>
          <p:nvGrpSpPr>
            <p:cNvPr id="4286" name="Google Shape;4286;p68"/>
            <p:cNvGrpSpPr/>
            <p:nvPr/>
          </p:nvGrpSpPr>
          <p:grpSpPr>
            <a:xfrm>
              <a:off x="1692874" y="1754660"/>
              <a:ext cx="370703" cy="424732"/>
              <a:chOff x="1223317" y="2026508"/>
              <a:chExt cx="370703" cy="424732"/>
            </a:xfrm>
          </p:grpSpPr>
          <p:sp>
            <p:nvSpPr>
              <p:cNvPr id="4287" name="Google Shape;4287;p68"/>
              <p:cNvSpPr txBox="1"/>
              <p:nvPr/>
            </p:nvSpPr>
            <p:spPr>
              <a:xfrm>
                <a:off x="1235675" y="2026508"/>
                <a:ext cx="340158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4288" name="Google Shape;4288;p68"/>
              <p:cNvSpPr/>
              <p:nvPr/>
            </p:nvSpPr>
            <p:spPr>
              <a:xfrm>
                <a:off x="1223317" y="2063578"/>
                <a:ext cx="370703" cy="358346"/>
              </a:xfrm>
              <a:prstGeom prst="ellipse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89" name="Google Shape;4289;p68"/>
          <p:cNvGrpSpPr/>
          <p:nvPr/>
        </p:nvGrpSpPr>
        <p:grpSpPr>
          <a:xfrm>
            <a:off x="1351005" y="5292804"/>
            <a:ext cx="10073123" cy="461665"/>
            <a:chOff x="1692874" y="1754660"/>
            <a:chExt cx="10073123" cy="461665"/>
          </a:xfrm>
        </p:grpSpPr>
        <p:sp>
          <p:nvSpPr>
            <p:cNvPr id="4290" name="Google Shape;4290;p68"/>
            <p:cNvSpPr txBox="1"/>
            <p:nvPr/>
          </p:nvSpPr>
          <p:spPr>
            <a:xfrm>
              <a:off x="2051222" y="1767017"/>
              <a:ext cx="9714775" cy="424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603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selects which BS to associate with (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e.g.,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preference for home carrier)</a:t>
              </a:r>
              <a:endParaRPr/>
            </a:p>
          </p:txBody>
        </p:sp>
        <p:grpSp>
          <p:nvGrpSpPr>
            <p:cNvPr id="4291" name="Google Shape;4291;p68"/>
            <p:cNvGrpSpPr/>
            <p:nvPr/>
          </p:nvGrpSpPr>
          <p:grpSpPr>
            <a:xfrm>
              <a:off x="1692874" y="1754660"/>
              <a:ext cx="370703" cy="461665"/>
              <a:chOff x="1223317" y="2026508"/>
              <a:chExt cx="370703" cy="461665"/>
            </a:xfrm>
          </p:grpSpPr>
          <p:sp>
            <p:nvSpPr>
              <p:cNvPr id="4292" name="Google Shape;4292;p68"/>
              <p:cNvSpPr txBox="1"/>
              <p:nvPr/>
            </p:nvSpPr>
            <p:spPr>
              <a:xfrm>
                <a:off x="1235675" y="2026508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  <p:sp>
            <p:nvSpPr>
              <p:cNvPr id="4293" name="Google Shape;4293;p68"/>
              <p:cNvSpPr/>
              <p:nvPr/>
            </p:nvSpPr>
            <p:spPr>
              <a:xfrm>
                <a:off x="1223317" y="2088292"/>
                <a:ext cx="370703" cy="358346"/>
              </a:xfrm>
              <a:prstGeom prst="ellipse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94" name="Google Shape;4294;p68"/>
          <p:cNvGrpSpPr/>
          <p:nvPr/>
        </p:nvGrpSpPr>
        <p:grpSpPr>
          <a:xfrm>
            <a:off x="1342767" y="5803556"/>
            <a:ext cx="9718411" cy="474160"/>
            <a:chOff x="1692874" y="1754660"/>
            <a:chExt cx="9718411" cy="474160"/>
          </a:xfrm>
        </p:grpSpPr>
        <p:sp>
          <p:nvSpPr>
            <p:cNvPr id="4295" name="Google Shape;4295;p68"/>
            <p:cNvSpPr txBox="1"/>
            <p:nvPr/>
          </p:nvSpPr>
          <p:spPr>
            <a:xfrm>
              <a:off x="2051222" y="1804088"/>
              <a:ext cx="9360063" cy="424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603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more steps still needed to authenticate, establish state, set up data plane</a:t>
              </a:r>
              <a:endParaRPr/>
            </a:p>
          </p:txBody>
        </p:sp>
        <p:grpSp>
          <p:nvGrpSpPr>
            <p:cNvPr id="4296" name="Google Shape;4296;p68"/>
            <p:cNvGrpSpPr/>
            <p:nvPr/>
          </p:nvGrpSpPr>
          <p:grpSpPr>
            <a:xfrm>
              <a:off x="1692874" y="1754660"/>
              <a:ext cx="370703" cy="461665"/>
              <a:chOff x="1223317" y="2026508"/>
              <a:chExt cx="370703" cy="461665"/>
            </a:xfrm>
          </p:grpSpPr>
          <p:sp>
            <p:nvSpPr>
              <p:cNvPr id="4297" name="Google Shape;4297;p68"/>
              <p:cNvSpPr txBox="1"/>
              <p:nvPr/>
            </p:nvSpPr>
            <p:spPr>
              <a:xfrm>
                <a:off x="1235675" y="2026508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  <p:sp>
            <p:nvSpPr>
              <p:cNvPr id="4298" name="Google Shape;4298;p68"/>
              <p:cNvSpPr/>
              <p:nvPr/>
            </p:nvSpPr>
            <p:spPr>
              <a:xfrm>
                <a:off x="1223317" y="2088292"/>
                <a:ext cx="370703" cy="358346"/>
              </a:xfrm>
              <a:prstGeom prst="ellipse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99" name="Google Shape;4299;p68"/>
          <p:cNvGrpSpPr/>
          <p:nvPr/>
        </p:nvGrpSpPr>
        <p:grpSpPr>
          <a:xfrm>
            <a:off x="2865846" y="1402834"/>
            <a:ext cx="666750" cy="369332"/>
            <a:chOff x="10795000" y="942031"/>
            <a:chExt cx="666750" cy="369332"/>
          </a:xfrm>
        </p:grpSpPr>
        <p:cxnSp>
          <p:nvCxnSpPr>
            <p:cNvPr id="4300" name="Google Shape;4300;p68"/>
            <p:cNvCxnSpPr/>
            <p:nvPr/>
          </p:nvCxnSpPr>
          <p:spPr>
            <a:xfrm rot="10800000">
              <a:off x="10795000" y="1127125"/>
              <a:ext cx="66675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301" name="Google Shape;4301;p68"/>
            <p:cNvSpPr/>
            <p:nvPr/>
          </p:nvSpPr>
          <p:spPr>
            <a:xfrm>
              <a:off x="11020425" y="1003300"/>
              <a:ext cx="250825" cy="25082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68"/>
            <p:cNvSpPr txBox="1"/>
            <p:nvPr/>
          </p:nvSpPr>
          <p:spPr>
            <a:xfrm>
              <a:off x="10997685" y="942031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4303" name="Google Shape;4303;p68"/>
          <p:cNvGrpSpPr/>
          <p:nvPr/>
        </p:nvGrpSpPr>
        <p:grpSpPr>
          <a:xfrm>
            <a:off x="2675826" y="1692030"/>
            <a:ext cx="301686" cy="369332"/>
            <a:chOff x="11140560" y="1335731"/>
            <a:chExt cx="301686" cy="369332"/>
          </a:xfrm>
        </p:grpSpPr>
        <p:sp>
          <p:nvSpPr>
            <p:cNvPr id="4304" name="Google Shape;4304;p68"/>
            <p:cNvSpPr/>
            <p:nvPr/>
          </p:nvSpPr>
          <p:spPr>
            <a:xfrm>
              <a:off x="11163300" y="1397000"/>
              <a:ext cx="250825" cy="25082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68"/>
            <p:cNvSpPr txBox="1"/>
            <p:nvPr/>
          </p:nvSpPr>
          <p:spPr>
            <a:xfrm>
              <a:off x="11140560" y="1335731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4306" name="Google Shape;4306;p68"/>
          <p:cNvGrpSpPr/>
          <p:nvPr/>
        </p:nvGrpSpPr>
        <p:grpSpPr>
          <a:xfrm>
            <a:off x="2916462" y="1968163"/>
            <a:ext cx="666750" cy="369332"/>
            <a:chOff x="11080750" y="1729431"/>
            <a:chExt cx="666750" cy="369332"/>
          </a:xfrm>
        </p:grpSpPr>
        <p:cxnSp>
          <p:nvCxnSpPr>
            <p:cNvPr id="4307" name="Google Shape;4307;p68"/>
            <p:cNvCxnSpPr/>
            <p:nvPr/>
          </p:nvCxnSpPr>
          <p:spPr>
            <a:xfrm>
              <a:off x="11080750" y="1914525"/>
              <a:ext cx="66675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308" name="Google Shape;4308;p68"/>
            <p:cNvSpPr/>
            <p:nvPr/>
          </p:nvSpPr>
          <p:spPr>
            <a:xfrm>
              <a:off x="11306175" y="1790700"/>
              <a:ext cx="250825" cy="25082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9" name="Google Shape;4309;p68"/>
            <p:cNvSpPr txBox="1"/>
            <p:nvPr/>
          </p:nvSpPr>
          <p:spPr>
            <a:xfrm>
              <a:off x="11283435" y="1729431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4" name="Shape 4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5" name="Google Shape;4315;p69"/>
          <p:cNvGrpSpPr/>
          <p:nvPr/>
        </p:nvGrpSpPr>
        <p:grpSpPr>
          <a:xfrm>
            <a:off x="4708577" y="1917062"/>
            <a:ext cx="4433068" cy="574881"/>
            <a:chOff x="5366964" y="5459934"/>
            <a:chExt cx="4476119" cy="574881"/>
          </a:xfrm>
        </p:grpSpPr>
        <p:sp>
          <p:nvSpPr>
            <p:cNvPr id="4316" name="Google Shape;4316;p69"/>
            <p:cNvSpPr/>
            <p:nvPr/>
          </p:nvSpPr>
          <p:spPr>
            <a:xfrm>
              <a:off x="5366964" y="5459934"/>
              <a:ext cx="4476119" cy="574881"/>
            </a:xfrm>
            <a:custGeom>
              <a:rect b="b" l="l" r="r" t="t"/>
              <a:pathLst>
                <a:path extrusionOk="0" h="806768" w="1379141">
                  <a:moveTo>
                    <a:pt x="216608" y="59582"/>
                  </a:moveTo>
                  <a:cubicBezTo>
                    <a:pt x="97984" y="70023"/>
                    <a:pt x="146525" y="65300"/>
                    <a:pt x="112559" y="113979"/>
                  </a:cubicBezTo>
                  <a:cubicBezTo>
                    <a:pt x="78593" y="162658"/>
                    <a:pt x="25373" y="149706"/>
                    <a:pt x="12814" y="351654"/>
                  </a:cubicBezTo>
                  <a:cubicBezTo>
                    <a:pt x="255" y="553602"/>
                    <a:pt x="-21645" y="640069"/>
                    <a:pt x="54984" y="684053"/>
                  </a:cubicBezTo>
                  <a:cubicBezTo>
                    <a:pt x="99551" y="702915"/>
                    <a:pt x="160041" y="781314"/>
                    <a:pt x="348727" y="796830"/>
                  </a:cubicBezTo>
                  <a:cubicBezTo>
                    <a:pt x="812788" y="793482"/>
                    <a:pt x="1165213" y="838487"/>
                    <a:pt x="1270711" y="760661"/>
                  </a:cubicBezTo>
                  <a:cubicBezTo>
                    <a:pt x="1376209" y="682835"/>
                    <a:pt x="1380962" y="491721"/>
                    <a:pt x="1378790" y="329881"/>
                  </a:cubicBezTo>
                  <a:cubicBezTo>
                    <a:pt x="1373459" y="210569"/>
                    <a:pt x="1340858" y="86687"/>
                    <a:pt x="1280844" y="13800"/>
                  </a:cubicBezTo>
                  <a:cubicBezTo>
                    <a:pt x="1177821" y="-34285"/>
                    <a:pt x="885108" y="59362"/>
                    <a:pt x="824303" y="51331"/>
                  </a:cubicBezTo>
                  <a:cubicBezTo>
                    <a:pt x="701546" y="58788"/>
                    <a:pt x="335232" y="49141"/>
                    <a:pt x="216608" y="5958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17" name="Google Shape;4317;p69"/>
            <p:cNvCxnSpPr>
              <a:stCxn id="4318" idx="0"/>
            </p:cNvCxnSpPr>
            <p:nvPr/>
          </p:nvCxnSpPr>
          <p:spPr>
            <a:xfrm rot="10800000">
              <a:off x="8591309" y="5631871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19" name="Google Shape;4319;p69"/>
            <p:cNvCxnSpPr>
              <a:stCxn id="4320" idx="9"/>
            </p:cNvCxnSpPr>
            <p:nvPr/>
          </p:nvCxnSpPr>
          <p:spPr>
            <a:xfrm>
              <a:off x="8270073" y="5586838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1" name="Google Shape;4321;p69"/>
            <p:cNvCxnSpPr>
              <a:stCxn id="4320" idx="2"/>
            </p:cNvCxnSpPr>
            <p:nvPr/>
          </p:nvCxnSpPr>
          <p:spPr>
            <a:xfrm>
              <a:off x="8269779" y="5582623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2" name="Google Shape;4322;p69"/>
            <p:cNvCxnSpPr>
              <a:endCxn id="4323" idx="2"/>
            </p:cNvCxnSpPr>
            <p:nvPr/>
          </p:nvCxnSpPr>
          <p:spPr>
            <a:xfrm>
              <a:off x="8289329" y="5888859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4" name="Google Shape;4324;p69"/>
            <p:cNvCxnSpPr>
              <a:stCxn id="4325" idx="4"/>
              <a:endCxn id="4326" idx="2"/>
            </p:cNvCxnSpPr>
            <p:nvPr/>
          </p:nvCxnSpPr>
          <p:spPr>
            <a:xfrm flipH="1">
              <a:off x="8269746" y="5614796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27" name="Google Shape;4327;p69"/>
            <p:cNvCxnSpPr/>
            <p:nvPr/>
          </p:nvCxnSpPr>
          <p:spPr>
            <a:xfrm flipH="1" rot="10800000">
              <a:off x="8289330" y="5631766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328" name="Google Shape;4328;p69"/>
            <p:cNvGrpSpPr/>
            <p:nvPr/>
          </p:nvGrpSpPr>
          <p:grpSpPr>
            <a:xfrm>
              <a:off x="8178961" y="5824636"/>
              <a:ext cx="182938" cy="111323"/>
              <a:chOff x="7493876" y="2774731"/>
              <a:chExt cx="1481958" cy="894622"/>
            </a:xfrm>
          </p:grpSpPr>
          <p:sp>
            <p:nvSpPr>
              <p:cNvPr id="4329" name="Google Shape;4329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330" name="Google Shape;4330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331" name="Google Shape;4331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32" name="Google Shape;4332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3" name="Google Shape;4333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4" name="Google Shape;4334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6" name="Google Shape;4326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35" name="Google Shape;4335;p69"/>
            <p:cNvGrpSpPr/>
            <p:nvPr/>
          </p:nvGrpSpPr>
          <p:grpSpPr>
            <a:xfrm>
              <a:off x="8182762" y="5545189"/>
              <a:ext cx="175179" cy="107525"/>
              <a:chOff x="7493876" y="2774731"/>
              <a:chExt cx="1481958" cy="894622"/>
            </a:xfrm>
          </p:grpSpPr>
          <p:sp>
            <p:nvSpPr>
              <p:cNvPr id="4336" name="Google Shape;4336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325" name="Google Shape;4325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337" name="Google Shape;4337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38" name="Google Shape;4338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9" name="Google Shape;4339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0" name="Google Shape;4340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0" name="Google Shape;4320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41" name="Google Shape;4341;p69"/>
            <p:cNvGrpSpPr/>
            <p:nvPr/>
          </p:nvGrpSpPr>
          <p:grpSpPr>
            <a:xfrm>
              <a:off x="8515547" y="5580583"/>
              <a:ext cx="175179" cy="107525"/>
              <a:chOff x="7493876" y="2774731"/>
              <a:chExt cx="1481958" cy="894622"/>
            </a:xfrm>
          </p:grpSpPr>
          <p:sp>
            <p:nvSpPr>
              <p:cNvPr id="4342" name="Google Shape;4342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343" name="Google Shape;4343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344" name="Google Shape;4344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45" name="Google Shape;4345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6" name="Google Shape;4346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7" name="Google Shape;4347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8" name="Google Shape;4348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49" name="Google Shape;4349;p69"/>
            <p:cNvGrpSpPr/>
            <p:nvPr/>
          </p:nvGrpSpPr>
          <p:grpSpPr>
            <a:xfrm>
              <a:off x="8570325" y="5882671"/>
              <a:ext cx="175179" cy="107525"/>
              <a:chOff x="7493876" y="2774731"/>
              <a:chExt cx="1481958" cy="894622"/>
            </a:xfrm>
          </p:grpSpPr>
          <p:sp>
            <p:nvSpPr>
              <p:cNvPr id="4350" name="Google Shape;4350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318" name="Google Shape;4318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351" name="Google Shape;4351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52" name="Google Shape;4352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3" name="Google Shape;4353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4" name="Google Shape;4354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3" name="Google Shape;4323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355" name="Google Shape;4355;p69"/>
          <p:cNvGrpSpPr/>
          <p:nvPr/>
        </p:nvGrpSpPr>
        <p:grpSpPr>
          <a:xfrm>
            <a:off x="5011504" y="2019393"/>
            <a:ext cx="998795" cy="445007"/>
            <a:chOff x="4332883" y="5571655"/>
            <a:chExt cx="998795" cy="445007"/>
          </a:xfrm>
        </p:grpSpPr>
        <p:cxnSp>
          <p:nvCxnSpPr>
            <p:cNvPr id="4356" name="Google Shape;4356;p69"/>
            <p:cNvCxnSpPr>
              <a:stCxn id="4357" idx="0"/>
            </p:cNvCxnSpPr>
            <p:nvPr/>
          </p:nvCxnSpPr>
          <p:spPr>
            <a:xfrm rot="10800000">
              <a:off x="4745231" y="5658337"/>
              <a:ext cx="6660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8" name="Google Shape;4358;p69"/>
            <p:cNvCxnSpPr/>
            <p:nvPr/>
          </p:nvCxnSpPr>
          <p:spPr>
            <a:xfrm>
              <a:off x="4753706" y="5653287"/>
              <a:ext cx="299692" cy="1423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59" name="Google Shape;4359;p69"/>
            <p:cNvCxnSpPr/>
            <p:nvPr/>
          </p:nvCxnSpPr>
          <p:spPr>
            <a:xfrm flipH="1" rot="10800000">
              <a:off x="5053398" y="5718444"/>
              <a:ext cx="231278" cy="7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0" name="Google Shape;4360;p69"/>
            <p:cNvCxnSpPr>
              <a:stCxn id="4361" idx="9"/>
            </p:cNvCxnSpPr>
            <p:nvPr/>
          </p:nvCxnSpPr>
          <p:spPr>
            <a:xfrm>
              <a:off x="4423995" y="5613304"/>
              <a:ext cx="387300" cy="322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2" name="Google Shape;4362;p69"/>
            <p:cNvCxnSpPr>
              <a:stCxn id="4361" idx="2"/>
            </p:cNvCxnSpPr>
            <p:nvPr/>
          </p:nvCxnSpPr>
          <p:spPr>
            <a:xfrm>
              <a:off x="4423701" y="5609089"/>
              <a:ext cx="334500" cy="4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3" name="Google Shape;4363;p69"/>
            <p:cNvCxnSpPr/>
            <p:nvPr/>
          </p:nvCxnSpPr>
          <p:spPr>
            <a:xfrm>
              <a:off x="4753706" y="5658231"/>
              <a:ext cx="530161" cy="43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4" name="Google Shape;4364;p69"/>
            <p:cNvCxnSpPr>
              <a:stCxn id="4365" idx="2"/>
            </p:cNvCxnSpPr>
            <p:nvPr/>
          </p:nvCxnSpPr>
          <p:spPr>
            <a:xfrm flipH="1" rot="10800000">
              <a:off x="4811264" y="5795671"/>
              <a:ext cx="242100" cy="15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6" name="Google Shape;4366;p69"/>
            <p:cNvCxnSpPr>
              <a:endCxn id="4365" idx="2"/>
            </p:cNvCxnSpPr>
            <p:nvPr/>
          </p:nvCxnSpPr>
          <p:spPr>
            <a:xfrm>
              <a:off x="4443251" y="5915325"/>
              <a:ext cx="368100" cy="3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7" name="Google Shape;4367;p69"/>
            <p:cNvCxnSpPr>
              <a:stCxn id="4368" idx="4"/>
              <a:endCxn id="4369" idx="2"/>
            </p:cNvCxnSpPr>
            <p:nvPr/>
          </p:nvCxnSpPr>
          <p:spPr>
            <a:xfrm flipH="1">
              <a:off x="4423668" y="5641262"/>
              <a:ext cx="600" cy="248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70" name="Google Shape;4370;p69"/>
            <p:cNvCxnSpPr/>
            <p:nvPr/>
          </p:nvCxnSpPr>
          <p:spPr>
            <a:xfrm flipH="1" rot="10800000">
              <a:off x="4443252" y="5658232"/>
              <a:ext cx="317903" cy="2570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371" name="Google Shape;4371;p69"/>
            <p:cNvGrpSpPr/>
            <p:nvPr/>
          </p:nvGrpSpPr>
          <p:grpSpPr>
            <a:xfrm>
              <a:off x="4332883" y="5851102"/>
              <a:ext cx="182938" cy="111323"/>
              <a:chOff x="7493876" y="2774731"/>
              <a:chExt cx="1481958" cy="894622"/>
            </a:xfrm>
          </p:grpSpPr>
          <p:sp>
            <p:nvSpPr>
              <p:cNvPr id="4372" name="Google Shape;4372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373" name="Google Shape;4373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374" name="Google Shape;4374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75" name="Google Shape;4375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6" name="Google Shape;4376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7" name="Google Shape;4377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9" name="Google Shape;4369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78" name="Google Shape;4378;p69"/>
            <p:cNvGrpSpPr/>
            <p:nvPr/>
          </p:nvGrpSpPr>
          <p:grpSpPr>
            <a:xfrm>
              <a:off x="4336684" y="5571655"/>
              <a:ext cx="175179" cy="107525"/>
              <a:chOff x="7493876" y="2774731"/>
              <a:chExt cx="1481958" cy="894622"/>
            </a:xfrm>
          </p:grpSpPr>
          <p:sp>
            <p:nvSpPr>
              <p:cNvPr id="4379" name="Google Shape;4379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368" name="Google Shape;4368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380" name="Google Shape;4380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81" name="Google Shape;4381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2" name="Google Shape;4382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3" name="Google Shape;4383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1" name="Google Shape;4361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84" name="Google Shape;4384;p69"/>
            <p:cNvGrpSpPr/>
            <p:nvPr/>
          </p:nvGrpSpPr>
          <p:grpSpPr>
            <a:xfrm>
              <a:off x="4669469" y="5607049"/>
              <a:ext cx="175179" cy="107525"/>
              <a:chOff x="7493876" y="2774731"/>
              <a:chExt cx="1481958" cy="894622"/>
            </a:xfrm>
          </p:grpSpPr>
          <p:sp>
            <p:nvSpPr>
              <p:cNvPr id="4385" name="Google Shape;4385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386" name="Google Shape;4386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387" name="Google Shape;4387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88" name="Google Shape;4388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9" name="Google Shape;4389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0" name="Google Shape;4390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1" name="Google Shape;4391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92" name="Google Shape;4392;p69"/>
            <p:cNvGrpSpPr/>
            <p:nvPr/>
          </p:nvGrpSpPr>
          <p:grpSpPr>
            <a:xfrm>
              <a:off x="4724247" y="5909137"/>
              <a:ext cx="175179" cy="107525"/>
              <a:chOff x="7493876" y="2774731"/>
              <a:chExt cx="1481958" cy="894622"/>
            </a:xfrm>
          </p:grpSpPr>
          <p:sp>
            <p:nvSpPr>
              <p:cNvPr id="4393" name="Google Shape;4393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357" name="Google Shape;4357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394" name="Google Shape;4394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95" name="Google Shape;4395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6" name="Google Shape;4396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7" name="Google Shape;4397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5" name="Google Shape;4365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98" name="Google Shape;4398;p69"/>
            <p:cNvGrpSpPr/>
            <p:nvPr/>
          </p:nvGrpSpPr>
          <p:grpSpPr>
            <a:xfrm>
              <a:off x="5156499" y="5631997"/>
              <a:ext cx="175179" cy="107525"/>
              <a:chOff x="7493876" y="2774731"/>
              <a:chExt cx="1481958" cy="894622"/>
            </a:xfrm>
          </p:grpSpPr>
          <p:sp>
            <p:nvSpPr>
              <p:cNvPr id="4399" name="Google Shape;4399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400" name="Google Shape;4400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401" name="Google Shape;4401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402" name="Google Shape;4402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3" name="Google Shape;4403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4" name="Google Shape;4404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5" name="Google Shape;4405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406" name="Google Shape;4406;p69"/>
            <p:cNvGrpSpPr/>
            <p:nvPr/>
          </p:nvGrpSpPr>
          <p:grpSpPr>
            <a:xfrm>
              <a:off x="4944983" y="5749145"/>
              <a:ext cx="175179" cy="107525"/>
              <a:chOff x="7493876" y="2774731"/>
              <a:chExt cx="1481958" cy="894622"/>
            </a:xfrm>
          </p:grpSpPr>
          <p:sp>
            <p:nvSpPr>
              <p:cNvPr id="4407" name="Google Shape;4407;p6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408" name="Google Shape;4408;p6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409" name="Google Shape;4409;p6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410" name="Google Shape;4410;p6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1" name="Google Shape;4411;p6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2" name="Google Shape;4412;p6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3" name="Google Shape;4413;p6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414" name="Google Shape;4414;p69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LTE mobiles: sleep modes</a:t>
            </a:r>
            <a:endParaRPr/>
          </a:p>
        </p:txBody>
      </p:sp>
      <p:sp>
        <p:nvSpPr>
          <p:cNvPr id="4415" name="Google Shape;4415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416" name="Google Shape;4416;p69"/>
          <p:cNvGrpSpPr/>
          <p:nvPr/>
        </p:nvGrpSpPr>
        <p:grpSpPr>
          <a:xfrm>
            <a:off x="3781032" y="1205224"/>
            <a:ext cx="790834" cy="1180042"/>
            <a:chOff x="5970432" y="1629202"/>
            <a:chExt cx="888604" cy="1197664"/>
          </a:xfrm>
        </p:grpSpPr>
        <p:grpSp>
          <p:nvGrpSpPr>
            <p:cNvPr id="4417" name="Google Shape;4417;p69"/>
            <p:cNvGrpSpPr/>
            <p:nvPr/>
          </p:nvGrpSpPr>
          <p:grpSpPr>
            <a:xfrm>
              <a:off x="5970432" y="1629202"/>
              <a:ext cx="466245" cy="924931"/>
              <a:chOff x="6476205" y="1307523"/>
              <a:chExt cx="466245" cy="924931"/>
            </a:xfrm>
          </p:grpSpPr>
          <p:grpSp>
            <p:nvGrpSpPr>
              <p:cNvPr id="4418" name="Google Shape;4418;p69"/>
              <p:cNvGrpSpPr/>
              <p:nvPr/>
            </p:nvGrpSpPr>
            <p:grpSpPr>
              <a:xfrm>
                <a:off x="6476205" y="1307523"/>
                <a:ext cx="466245" cy="392290"/>
                <a:chOff x="2920" y="1445"/>
                <a:chExt cx="326" cy="289"/>
              </a:xfrm>
            </p:grpSpPr>
            <p:sp>
              <p:nvSpPr>
                <p:cNvPr id="4419" name="Google Shape;4419;p69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420" name="Google Shape;4420;p69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4421" name="Google Shape;4421;p69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22" name="Google Shape;4422;p69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23" name="Google Shape;4423;p69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24" name="Google Shape;4424;p69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425" name="Google Shape;4425;p69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4426" name="Google Shape;4426;p69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27" name="Google Shape;4427;p69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28" name="Google Shape;4428;p69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29" name="Google Shape;4429;p69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0" name="Google Shape;4430;p69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1" name="Google Shape;4431;p69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2" name="Google Shape;4432;p69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3" name="Google Shape;4433;p69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4" name="Google Shape;4434;p69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5" name="Google Shape;4435;p69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6" name="Google Shape;4436;p69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7" name="Google Shape;4437;p69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8" name="Google Shape;4438;p69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39" name="Google Shape;4439;p69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440" name="Google Shape;4440;p69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441" name="Google Shape;4441;p69"/>
            <p:cNvGrpSpPr/>
            <p:nvPr/>
          </p:nvGrpSpPr>
          <p:grpSpPr>
            <a:xfrm>
              <a:off x="6091888" y="2409568"/>
              <a:ext cx="767148" cy="417298"/>
              <a:chOff x="1503784" y="3006600"/>
              <a:chExt cx="1771786" cy="957087"/>
            </a:xfrm>
          </p:grpSpPr>
          <p:grpSp>
            <p:nvGrpSpPr>
              <p:cNvPr id="4442" name="Google Shape;4442;p69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443" name="Google Shape;4443;p69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444" name="Google Shape;4444;p69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445" name="Google Shape;4445;p69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446" name="Google Shape;4446;p69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447" name="Google Shape;4447;p6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48" name="Google Shape;4448;p6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49" name="Google Shape;4449;p69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450" name="Google Shape;4450;p6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51" name="Google Shape;4451;p6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452" name="Google Shape;4452;p69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3" name="Google Shape;4453;p69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4" name="Google Shape;4454;p69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5" name="Google Shape;4455;p69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6" name="Google Shape;4456;p69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7" name="Google Shape;4457;p69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458" name="Google Shape;4458;p69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459" name="Google Shape;4459;p69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60" name="Google Shape;4460;p69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61" name="Google Shape;4461;p69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62" name="Google Shape;4462;p69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463" name="Google Shape;4463;p69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4" name="Google Shape;4464;p69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465" name="Google Shape;4465;p69"/>
          <p:cNvGrpSpPr/>
          <p:nvPr/>
        </p:nvGrpSpPr>
        <p:grpSpPr>
          <a:xfrm>
            <a:off x="6495528" y="1960604"/>
            <a:ext cx="694976" cy="460529"/>
            <a:chOff x="7493876" y="2774731"/>
            <a:chExt cx="1481958" cy="894622"/>
          </a:xfrm>
        </p:grpSpPr>
        <p:sp>
          <p:nvSpPr>
            <p:cNvPr id="4466" name="Google Shape;4466;p6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67" name="Google Shape;4467;p6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68" name="Google Shape;4468;p6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69" name="Google Shape;4469;p6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0" name="Google Shape;4470;p6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1" name="Google Shape;4471;p6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2" name="Google Shape;4472;p6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73" name="Google Shape;4473;p69"/>
          <p:cNvGrpSpPr/>
          <p:nvPr/>
        </p:nvGrpSpPr>
        <p:grpSpPr>
          <a:xfrm>
            <a:off x="8316091" y="1952366"/>
            <a:ext cx="694976" cy="460529"/>
            <a:chOff x="7493876" y="2774731"/>
            <a:chExt cx="1481958" cy="894622"/>
          </a:xfrm>
        </p:grpSpPr>
        <p:sp>
          <p:nvSpPr>
            <p:cNvPr id="4474" name="Google Shape;4474;p6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75" name="Google Shape;4475;p6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76" name="Google Shape;4476;p6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77" name="Google Shape;4477;p6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8" name="Google Shape;4478;p6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9" name="Google Shape;4479;p6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0" name="Google Shape;4480;p6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81" name="Google Shape;4481;p69"/>
          <p:cNvSpPr txBox="1"/>
          <p:nvPr/>
        </p:nvSpPr>
        <p:spPr>
          <a:xfrm>
            <a:off x="9023366" y="1881857"/>
            <a:ext cx="1430443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plane</a:t>
            </a:r>
            <a:endParaRPr/>
          </a:p>
        </p:txBody>
      </p:sp>
      <p:cxnSp>
        <p:nvCxnSpPr>
          <p:cNvPr id="4482" name="Google Shape;4482;p69"/>
          <p:cNvCxnSpPr/>
          <p:nvPr/>
        </p:nvCxnSpPr>
        <p:spPr>
          <a:xfrm>
            <a:off x="5691599" y="2181826"/>
            <a:ext cx="764985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483" name="Google Shape;448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9252" y="2078193"/>
            <a:ext cx="1508938" cy="207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4" name="Google Shape;4484;p69"/>
          <p:cNvCxnSpPr/>
          <p:nvPr/>
        </p:nvCxnSpPr>
        <p:spPr>
          <a:xfrm flipH="1">
            <a:off x="4588715" y="2181826"/>
            <a:ext cx="214699" cy="7603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85" name="Google Shape;4485;p69"/>
          <p:cNvCxnSpPr/>
          <p:nvPr/>
        </p:nvCxnSpPr>
        <p:spPr>
          <a:xfrm>
            <a:off x="7878875" y="2181826"/>
            <a:ext cx="397397" cy="0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486" name="Google Shape;448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9531" y="2085797"/>
            <a:ext cx="816721" cy="2072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7" name="Google Shape;4487;p69"/>
          <p:cNvCxnSpPr/>
          <p:nvPr/>
        </p:nvCxnSpPr>
        <p:spPr>
          <a:xfrm flipH="1">
            <a:off x="7203036" y="2189430"/>
            <a:ext cx="139746" cy="7603"/>
          </a:xfrm>
          <a:prstGeom prst="straightConnector1">
            <a:avLst/>
          </a:prstGeom>
          <a:noFill/>
          <a:ln cap="flat" cmpd="sng" w="19050">
            <a:solidFill>
              <a:srgbClr val="0111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88" name="Google Shape;4488;p69"/>
          <p:cNvSpPr/>
          <p:nvPr/>
        </p:nvSpPr>
        <p:spPr>
          <a:xfrm>
            <a:off x="4584357" y="1655806"/>
            <a:ext cx="4621427" cy="1013255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89" name="Google Shape;4489;p69"/>
          <p:cNvGrpSpPr/>
          <p:nvPr/>
        </p:nvGrpSpPr>
        <p:grpSpPr>
          <a:xfrm>
            <a:off x="2767673" y="1651063"/>
            <a:ext cx="733407" cy="660273"/>
            <a:chOff x="2751" y="1851"/>
            <a:chExt cx="462" cy="478"/>
          </a:xfrm>
        </p:grpSpPr>
        <p:pic>
          <p:nvPicPr>
            <p:cNvPr descr="iphone_stylized_small" id="4490" name="Google Shape;4490;p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491" name="Google Shape;4491;p6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92" name="Google Shape;4492;p69"/>
          <p:cNvGrpSpPr/>
          <p:nvPr/>
        </p:nvGrpSpPr>
        <p:grpSpPr>
          <a:xfrm>
            <a:off x="2095499" y="1351006"/>
            <a:ext cx="744189" cy="435534"/>
            <a:chOff x="2095499" y="1351006"/>
            <a:chExt cx="744189" cy="435534"/>
          </a:xfrm>
        </p:grpSpPr>
        <p:sp>
          <p:nvSpPr>
            <p:cNvPr id="4493" name="Google Shape;4493;p69"/>
            <p:cNvSpPr/>
            <p:nvPr/>
          </p:nvSpPr>
          <p:spPr>
            <a:xfrm>
              <a:off x="2095499" y="1351006"/>
              <a:ext cx="729049" cy="435534"/>
            </a:xfrm>
            <a:prstGeom prst="cloudCallout">
              <a:avLst>
                <a:gd fmla="val 42681" name="adj1"/>
                <a:gd fmla="val 86703" name="adj2"/>
              </a:avLst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4" name="Google Shape;4494;p69"/>
            <p:cNvSpPr txBox="1"/>
            <p:nvPr/>
          </p:nvSpPr>
          <p:spPr>
            <a:xfrm>
              <a:off x="2150076" y="1359244"/>
              <a:ext cx="6896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ZZ...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5" name="Google Shape;4495;p69"/>
          <p:cNvSpPr/>
          <p:nvPr/>
        </p:nvSpPr>
        <p:spPr>
          <a:xfrm>
            <a:off x="836022" y="2872770"/>
            <a:ext cx="11181805" cy="3201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03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 WiFi, Bluetooth: LTE mobile may put radio to “sleep” to conserve battery:</a:t>
            </a:r>
            <a:endParaRPr/>
          </a:p>
          <a:p>
            <a:pPr indent="-285750" lvl="0" marL="349250" marR="0" rtl="0" algn="l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light sleep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after 100’s msec of inactivity</a:t>
            </a:r>
            <a:endParaRPr/>
          </a:p>
          <a:p>
            <a:pPr indent="-236537" lvl="1" marL="754063" marR="0" rtl="0" algn="l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wake up periodically (100’s msec) to check for downstream transmissions</a:t>
            </a:r>
            <a:endParaRPr/>
          </a:p>
          <a:p>
            <a:pPr indent="-288925" lvl="0" marL="349250" marR="0" rtl="0" algn="l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deep sleep: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5-10 secs of inactivity</a:t>
            </a:r>
            <a:endParaRPr/>
          </a:p>
          <a:p>
            <a:pPr indent="-236537" lvl="1" marL="754063" marR="0" rtl="0" algn="l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may change cells while deep sleeping – need to re-establish association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0" name="Shape 4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1" name="Google Shape;4501;p70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Global cellular network: a network of IP networks</a:t>
            </a:r>
            <a:endParaRPr/>
          </a:p>
        </p:txBody>
      </p:sp>
      <p:sp>
        <p:nvSpPr>
          <p:cNvPr id="4502" name="Google Shape;4502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03" name="Google Shape;4503;p70"/>
          <p:cNvSpPr/>
          <p:nvPr/>
        </p:nvSpPr>
        <p:spPr>
          <a:xfrm>
            <a:off x="2503064" y="1718999"/>
            <a:ext cx="2852707" cy="1606731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4" name="Google Shape;4504;p70"/>
          <p:cNvSpPr txBox="1"/>
          <p:nvPr/>
        </p:nvSpPr>
        <p:spPr>
          <a:xfrm rot="2707326">
            <a:off x="2148628" y="3370019"/>
            <a:ext cx="5509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5" name="Google Shape;4505;p70"/>
          <p:cNvCxnSpPr/>
          <p:nvPr/>
        </p:nvCxnSpPr>
        <p:spPr>
          <a:xfrm>
            <a:off x="2238602" y="2907499"/>
            <a:ext cx="30299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6" name="Google Shape;4506;p70"/>
          <p:cNvCxnSpPr/>
          <p:nvPr/>
        </p:nvCxnSpPr>
        <p:spPr>
          <a:xfrm flipH="1" rot="10800000">
            <a:off x="2844129" y="3258019"/>
            <a:ext cx="159615" cy="25555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7" name="Google Shape;4507;p70"/>
          <p:cNvCxnSpPr/>
          <p:nvPr/>
        </p:nvCxnSpPr>
        <p:spPr>
          <a:xfrm rot="10800000">
            <a:off x="5095459" y="2849070"/>
            <a:ext cx="55699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08" name="Google Shape;4508;p70"/>
          <p:cNvSpPr/>
          <p:nvPr/>
        </p:nvSpPr>
        <p:spPr>
          <a:xfrm>
            <a:off x="4778877" y="4372935"/>
            <a:ext cx="2644013" cy="1366652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9" name="Google Shape;4509;p70"/>
          <p:cNvSpPr txBox="1"/>
          <p:nvPr/>
        </p:nvSpPr>
        <p:spPr>
          <a:xfrm>
            <a:off x="5102481" y="5085311"/>
            <a:ext cx="1799468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mobile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carrier network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0" name="Google Shape;4510;p70"/>
          <p:cNvCxnSpPr/>
          <p:nvPr/>
        </p:nvCxnSpPr>
        <p:spPr>
          <a:xfrm>
            <a:off x="4812849" y="4686815"/>
            <a:ext cx="287182" cy="23930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11" name="Google Shape;4511;p70"/>
          <p:cNvSpPr txBox="1"/>
          <p:nvPr/>
        </p:nvSpPr>
        <p:spPr>
          <a:xfrm rot="3420582">
            <a:off x="4321324" y="5592850"/>
            <a:ext cx="47943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2" name="Google Shape;4512;p70"/>
          <p:cNvCxnSpPr/>
          <p:nvPr/>
        </p:nvCxnSpPr>
        <p:spPr>
          <a:xfrm>
            <a:off x="4475884" y="5256847"/>
            <a:ext cx="30299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3" name="Google Shape;4513;p70"/>
          <p:cNvCxnSpPr/>
          <p:nvPr/>
        </p:nvCxnSpPr>
        <p:spPr>
          <a:xfrm flipH="1" rot="10800000">
            <a:off x="5076209" y="5675136"/>
            <a:ext cx="159615" cy="25555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4" name="Google Shape;4514;p70"/>
          <p:cNvCxnSpPr/>
          <p:nvPr/>
        </p:nvCxnSpPr>
        <p:spPr>
          <a:xfrm>
            <a:off x="6077864" y="3859400"/>
            <a:ext cx="0" cy="61039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15" name="Google Shape;4515;p70"/>
          <p:cNvSpPr/>
          <p:nvPr/>
        </p:nvSpPr>
        <p:spPr>
          <a:xfrm>
            <a:off x="5458020" y="2675678"/>
            <a:ext cx="1906785" cy="1233276"/>
          </a:xfrm>
          <a:custGeom>
            <a:rect b="b" l="l" r="r" t="t"/>
            <a:pathLst>
              <a:path extrusionOk="0" h="1563328" w="2428541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6" name="Google Shape;4516;p70"/>
          <p:cNvSpPr txBox="1"/>
          <p:nvPr/>
        </p:nvSpPr>
        <p:spPr>
          <a:xfrm>
            <a:off x="5629271" y="2975004"/>
            <a:ext cx="1651799" cy="738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 Internet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inter-carrier IPX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7" name="Google Shape;4517;p70"/>
          <p:cNvSpPr txBox="1"/>
          <p:nvPr/>
        </p:nvSpPr>
        <p:spPr>
          <a:xfrm rot="4115069">
            <a:off x="4421149" y="3355768"/>
            <a:ext cx="550996" cy="905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18" name="Google Shape;4518;p70"/>
          <p:cNvGrpSpPr/>
          <p:nvPr/>
        </p:nvGrpSpPr>
        <p:grpSpPr>
          <a:xfrm>
            <a:off x="5752811" y="4473502"/>
            <a:ext cx="763454" cy="668861"/>
            <a:chOff x="7270567" y="5238206"/>
            <a:chExt cx="763454" cy="668861"/>
          </a:xfrm>
        </p:grpSpPr>
        <p:grpSp>
          <p:nvGrpSpPr>
            <p:cNvPr id="4519" name="Google Shape;4519;p70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4520" name="Google Shape;4520;p7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521" name="Google Shape;4521;p7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522" name="Google Shape;4522;p7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23" name="Google Shape;4523;p7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4" name="Google Shape;4524;p7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5" name="Google Shape;4525;p7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6" name="Google Shape;4526;p7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527" name="Google Shape;4527;p70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endParaRPr/>
            </a:p>
          </p:txBody>
        </p:sp>
      </p:grpSp>
      <p:grpSp>
        <p:nvGrpSpPr>
          <p:cNvPr id="4528" name="Google Shape;4528;p70"/>
          <p:cNvGrpSpPr/>
          <p:nvPr/>
        </p:nvGrpSpPr>
        <p:grpSpPr>
          <a:xfrm>
            <a:off x="4591901" y="2498785"/>
            <a:ext cx="763454" cy="668861"/>
            <a:chOff x="7270567" y="5238206"/>
            <a:chExt cx="763454" cy="668861"/>
          </a:xfrm>
        </p:grpSpPr>
        <p:grpSp>
          <p:nvGrpSpPr>
            <p:cNvPr id="4529" name="Google Shape;4529;p70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4530" name="Google Shape;4530;p7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531" name="Google Shape;4531;p7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532" name="Google Shape;4532;p7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33" name="Google Shape;4533;p7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4" name="Google Shape;4534;p7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5" name="Google Shape;4535;p7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6" name="Google Shape;4536;p7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537" name="Google Shape;4537;p70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endParaRPr/>
            </a:p>
          </p:txBody>
        </p:sp>
      </p:grpSp>
      <p:sp>
        <p:nvSpPr>
          <p:cNvPr id="4538" name="Google Shape;4538;p70"/>
          <p:cNvSpPr txBox="1"/>
          <p:nvPr/>
        </p:nvSpPr>
        <p:spPr>
          <a:xfrm>
            <a:off x="2670196" y="2586680"/>
            <a:ext cx="1799468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mobile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carrier network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39" name="Google Shape;4539;p70"/>
          <p:cNvGrpSpPr/>
          <p:nvPr/>
        </p:nvGrpSpPr>
        <p:grpSpPr>
          <a:xfrm>
            <a:off x="3452123" y="1771605"/>
            <a:ext cx="1442258" cy="736694"/>
            <a:chOff x="3056709" y="2599509"/>
            <a:chExt cx="1442258" cy="736694"/>
          </a:xfrm>
        </p:grpSpPr>
        <p:sp>
          <p:nvSpPr>
            <p:cNvPr id="4540" name="Google Shape;4540;p70"/>
            <p:cNvSpPr txBox="1"/>
            <p:nvPr/>
          </p:nvSpPr>
          <p:spPr>
            <a:xfrm>
              <a:off x="3507285" y="2702843"/>
              <a:ext cx="99168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41" name="Google Shape;4541;p70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4542" name="Google Shape;4542;p70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4543" name="Google Shape;4543;p70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4" name="Google Shape;4544;p70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5" name="Google Shape;4545;p70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6" name="Google Shape;4546;p70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7" name="Google Shape;4547;p70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4548" name="Google Shape;4548;p7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549" name="Google Shape;4549;p70"/>
          <p:cNvGrpSpPr/>
          <p:nvPr/>
        </p:nvGrpSpPr>
        <p:grpSpPr>
          <a:xfrm>
            <a:off x="1018903" y="1502227"/>
            <a:ext cx="1874623" cy="1214848"/>
            <a:chOff x="9013371" y="2795450"/>
            <a:chExt cx="1874623" cy="1214848"/>
          </a:xfrm>
        </p:grpSpPr>
        <p:sp>
          <p:nvSpPr>
            <p:cNvPr id="4550" name="Google Shape;4550;p70"/>
            <p:cNvSpPr/>
            <p:nvPr/>
          </p:nvSpPr>
          <p:spPr>
            <a:xfrm>
              <a:off x="9013371" y="2967390"/>
              <a:ext cx="1306286" cy="1042908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551" name="Google Shape;4551;p70"/>
            <p:cNvCxnSpPr/>
            <p:nvPr/>
          </p:nvCxnSpPr>
          <p:spPr>
            <a:xfrm rot="10800000">
              <a:off x="9960584" y="3639030"/>
              <a:ext cx="92741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552" name="Google Shape;4552;p70"/>
            <p:cNvGrpSpPr/>
            <p:nvPr/>
          </p:nvGrpSpPr>
          <p:grpSpPr>
            <a:xfrm>
              <a:off x="9274627" y="2795450"/>
              <a:ext cx="810933" cy="985003"/>
              <a:chOff x="9236146" y="2789414"/>
              <a:chExt cx="888604" cy="1226172"/>
            </a:xfrm>
          </p:grpSpPr>
          <p:grpSp>
            <p:nvGrpSpPr>
              <p:cNvPr id="4553" name="Google Shape;4553;p70"/>
              <p:cNvGrpSpPr/>
              <p:nvPr/>
            </p:nvGrpSpPr>
            <p:grpSpPr>
              <a:xfrm>
                <a:off x="9236146" y="2789414"/>
                <a:ext cx="466245" cy="953439"/>
                <a:chOff x="6476205" y="1279015"/>
                <a:chExt cx="466245" cy="953439"/>
              </a:xfrm>
            </p:grpSpPr>
            <p:grpSp>
              <p:nvGrpSpPr>
                <p:cNvPr id="4554" name="Google Shape;4554;p70"/>
                <p:cNvGrpSpPr/>
                <p:nvPr/>
              </p:nvGrpSpPr>
              <p:grpSpPr>
                <a:xfrm>
                  <a:off x="6476205" y="1279015"/>
                  <a:ext cx="466245" cy="434369"/>
                  <a:chOff x="2920" y="1424"/>
                  <a:chExt cx="326" cy="320"/>
                </a:xfrm>
              </p:grpSpPr>
              <p:sp>
                <p:nvSpPr>
                  <p:cNvPr id="4555" name="Google Shape;4555;p70"/>
                  <p:cNvSpPr/>
                  <p:nvPr/>
                </p:nvSpPr>
                <p:spPr>
                  <a:xfrm>
                    <a:off x="2920" y="1445"/>
                    <a:ext cx="326" cy="28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556" name="Google Shape;4556;p70"/>
                  <p:cNvGrpSpPr/>
                  <p:nvPr/>
                </p:nvGrpSpPr>
                <p:grpSpPr>
                  <a:xfrm>
                    <a:off x="2949" y="1424"/>
                    <a:ext cx="265" cy="280"/>
                    <a:chOff x="2949" y="1424"/>
                    <a:chExt cx="265" cy="280"/>
                  </a:xfrm>
                </p:grpSpPr>
                <p:sp>
                  <p:nvSpPr>
                    <p:cNvPr id="4557" name="Google Shape;4557;p70"/>
                    <p:cNvSpPr/>
                    <p:nvPr/>
                  </p:nvSpPr>
                  <p:spPr>
                    <a:xfrm>
                      <a:off x="3030" y="1545"/>
                      <a:ext cx="107" cy="92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58" name="Google Shape;4558;p70"/>
                    <p:cNvSpPr/>
                    <p:nvPr/>
                  </p:nvSpPr>
                  <p:spPr>
                    <a:xfrm>
                      <a:off x="3006" y="1525"/>
                      <a:ext cx="154" cy="131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59" name="Google Shape;4559;p70"/>
                    <p:cNvSpPr/>
                    <p:nvPr/>
                  </p:nvSpPr>
                  <p:spPr>
                    <a:xfrm>
                      <a:off x="2983" y="1501"/>
                      <a:ext cx="203" cy="179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60" name="Google Shape;4560;p70"/>
                    <p:cNvSpPr/>
                    <p:nvPr/>
                  </p:nvSpPr>
                  <p:spPr>
                    <a:xfrm>
                      <a:off x="2949" y="1476"/>
                      <a:ext cx="265" cy="228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61" name="Google Shape;4561;p70"/>
                    <p:cNvSpPr/>
                    <p:nvPr/>
                  </p:nvSpPr>
                  <p:spPr>
                    <a:xfrm flipH="1" rot="10800000">
                      <a:off x="2987" y="1424"/>
                      <a:ext cx="205" cy="143"/>
                    </a:xfrm>
                    <a:custGeom>
                      <a:rect b="b" l="l" r="r" t="t"/>
                      <a:pathLst>
                        <a:path extrusionOk="0" h="956" w="1180">
                          <a:moveTo>
                            <a:pt x="499" y="7"/>
                          </a:moveTo>
                          <a:lnTo>
                            <a:pt x="0" y="780"/>
                          </a:lnTo>
                          <a:lnTo>
                            <a:pt x="134" y="885"/>
                          </a:lnTo>
                          <a:lnTo>
                            <a:pt x="366" y="920"/>
                          </a:lnTo>
                          <a:lnTo>
                            <a:pt x="534" y="956"/>
                          </a:lnTo>
                          <a:lnTo>
                            <a:pt x="829" y="949"/>
                          </a:lnTo>
                          <a:lnTo>
                            <a:pt x="1096" y="850"/>
                          </a:lnTo>
                          <a:lnTo>
                            <a:pt x="1180" y="801"/>
                          </a:lnTo>
                          <a:lnTo>
                            <a:pt x="668" y="0"/>
                          </a:lnTo>
                          <a:lnTo>
                            <a:pt x="499" y="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562" name="Google Shape;4562;p70"/>
                  <p:cNvSpPr/>
                  <p:nvPr/>
                </p:nvSpPr>
                <p:spPr>
                  <a:xfrm>
                    <a:off x="2995" y="1615"/>
                    <a:ext cx="178" cy="129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563" name="Google Shape;4563;p70"/>
                <p:cNvGrpSpPr/>
                <p:nvPr/>
              </p:nvGrpSpPr>
              <p:grpSpPr>
                <a:xfrm>
                  <a:off x="6527789" y="1518577"/>
                  <a:ext cx="375668" cy="713877"/>
                  <a:chOff x="3130" y="3288"/>
                  <a:chExt cx="410" cy="742"/>
                </a:xfrm>
              </p:grpSpPr>
              <p:cxnSp>
                <p:nvCxnSpPr>
                  <p:cNvPr id="4564" name="Google Shape;4564;p70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65" name="Google Shape;4565;p70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66" name="Google Shape;4566;p70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67" name="Google Shape;4567;p70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68" name="Google Shape;4568;p70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69" name="Google Shape;4569;p70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70" name="Google Shape;4570;p70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71" name="Google Shape;4571;p70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72" name="Google Shape;4572;p70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73" name="Google Shape;4573;p70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74" name="Google Shape;4574;p70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75" name="Google Shape;4575;p70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76" name="Google Shape;4576;p70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77" name="Google Shape;4577;p70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578" name="Google Shape;4578;p70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4579" name="Google Shape;4579;p70"/>
              <p:cNvGrpSpPr/>
              <p:nvPr/>
            </p:nvGrpSpPr>
            <p:grpSpPr>
              <a:xfrm>
                <a:off x="9357602" y="3598288"/>
                <a:ext cx="767148" cy="417298"/>
                <a:chOff x="1503784" y="3006600"/>
                <a:chExt cx="1771786" cy="957087"/>
              </a:xfrm>
            </p:grpSpPr>
            <p:grpSp>
              <p:nvGrpSpPr>
                <p:cNvPr id="4580" name="Google Shape;4580;p70"/>
                <p:cNvGrpSpPr/>
                <p:nvPr/>
              </p:nvGrpSpPr>
              <p:grpSpPr>
                <a:xfrm>
                  <a:off x="1503784" y="3006600"/>
                  <a:ext cx="1771786" cy="957087"/>
                  <a:chOff x="1465684" y="2997075"/>
                  <a:chExt cx="1771786" cy="957087"/>
                </a:xfrm>
              </p:grpSpPr>
              <p:sp>
                <p:nvSpPr>
                  <p:cNvPr id="4581" name="Google Shape;4581;p70"/>
                  <p:cNvSpPr/>
                  <p:nvPr/>
                </p:nvSpPr>
                <p:spPr>
                  <a:xfrm>
                    <a:off x="1465684" y="3328365"/>
                    <a:ext cx="1771786" cy="625797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4582" name="Google Shape;4582;p70"/>
                  <p:cNvSpPr/>
                  <p:nvPr/>
                </p:nvSpPr>
                <p:spPr>
                  <a:xfrm>
                    <a:off x="1466704" y="2997075"/>
                    <a:ext cx="1769640" cy="619577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</p:grpSp>
            <p:grpSp>
              <p:nvGrpSpPr>
                <p:cNvPr id="4583" name="Google Shape;4583;p70"/>
                <p:cNvGrpSpPr/>
                <p:nvPr/>
              </p:nvGrpSpPr>
              <p:grpSpPr>
                <a:xfrm>
                  <a:off x="1961060" y="3038475"/>
                  <a:ext cx="801873" cy="553944"/>
                  <a:chOff x="1951535" y="3022600"/>
                  <a:chExt cx="801873" cy="553944"/>
                </a:xfrm>
              </p:grpSpPr>
              <p:grpSp>
                <p:nvGrpSpPr>
                  <p:cNvPr id="4584" name="Google Shape;4584;p70"/>
                  <p:cNvGrpSpPr/>
                  <p:nvPr/>
                </p:nvGrpSpPr>
                <p:grpSpPr>
                  <a:xfrm>
                    <a:off x="2032000" y="3022600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4585" name="Google Shape;4585;p70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86" name="Google Shape;4586;p70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587" name="Google Shape;4587;p70"/>
                  <p:cNvGrpSpPr/>
                  <p:nvPr/>
                </p:nvGrpSpPr>
                <p:grpSpPr>
                  <a:xfrm flipH="1">
                    <a:off x="2441575" y="3032125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4588" name="Google Shape;4588;p70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89" name="Google Shape;4589;p70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590" name="Google Shape;4590;p70"/>
                  <p:cNvSpPr/>
                  <p:nvPr/>
                </p:nvSpPr>
                <p:spPr>
                  <a:xfrm flipH="1" rot="10800000">
                    <a:off x="2057400" y="3130550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91" name="Google Shape;4591;p70"/>
                  <p:cNvSpPr/>
                  <p:nvPr/>
                </p:nvSpPr>
                <p:spPr>
                  <a:xfrm rot="-4543353">
                    <a:off x="2079626" y="3187701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92" name="Google Shape;4592;p70"/>
                  <p:cNvSpPr/>
                  <p:nvPr/>
                </p:nvSpPr>
                <p:spPr>
                  <a:xfrm flipH="1" rot="6584936">
                    <a:off x="1990347" y="3141540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93" name="Google Shape;4593;p70"/>
                  <p:cNvSpPr/>
                  <p:nvPr/>
                </p:nvSpPr>
                <p:spPr>
                  <a:xfrm>
                    <a:off x="2032000" y="3162300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94" name="Google Shape;4594;p70"/>
                  <p:cNvSpPr/>
                  <p:nvPr/>
                </p:nvSpPr>
                <p:spPr>
                  <a:xfrm rot="-6584936">
                    <a:off x="2627741" y="3146398"/>
                    <a:ext cx="9519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95" name="Google Shape;4595;p70"/>
                  <p:cNvSpPr/>
                  <p:nvPr/>
                </p:nvSpPr>
                <p:spPr>
                  <a:xfrm rot="4492456">
                    <a:off x="2397126" y="31972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596" name="Google Shape;4596;p70"/>
                  <p:cNvGrpSpPr/>
                  <p:nvPr/>
                </p:nvGrpSpPr>
                <p:grpSpPr>
                  <a:xfrm>
                    <a:off x="1951535" y="3316761"/>
                    <a:ext cx="801873" cy="106763"/>
                    <a:chOff x="1953503" y="3313586"/>
                    <a:chExt cx="706591" cy="106763"/>
                  </a:xfrm>
                </p:grpSpPr>
                <p:sp>
                  <p:nvSpPr>
                    <p:cNvPr id="4597" name="Google Shape;4597;p70"/>
                    <p:cNvSpPr/>
                    <p:nvPr/>
                  </p:nvSpPr>
                  <p:spPr>
                    <a:xfrm flipH="1" rot="10800000">
                      <a:off x="2012950" y="3330575"/>
                      <a:ext cx="625475" cy="60324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98" name="Google Shape;4598;p70"/>
                    <p:cNvSpPr/>
                    <p:nvPr/>
                  </p:nvSpPr>
                  <p:spPr>
                    <a:xfrm flipH="1" rot="6584936">
                      <a:off x="1945897" y="3341565"/>
                      <a:ext cx="95195" cy="50805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99" name="Google Shape;4599;p70"/>
                    <p:cNvSpPr/>
                    <p:nvPr/>
                  </p:nvSpPr>
                  <p:spPr>
                    <a:xfrm>
                      <a:off x="1987550" y="3362325"/>
                      <a:ext cx="650875" cy="45719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00" name="Google Shape;4600;p70"/>
                    <p:cNvSpPr/>
                    <p:nvPr/>
                  </p:nvSpPr>
                  <p:spPr>
                    <a:xfrm rot="-6584936">
                      <a:off x="2577455" y="3347983"/>
                      <a:ext cx="95195" cy="40287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601" name="Google Shape;4601;p70"/>
                  <p:cNvSpPr/>
                  <p:nvPr/>
                </p:nvSpPr>
                <p:spPr>
                  <a:xfrm rot="4389628">
                    <a:off x="2495482" y="3370576"/>
                    <a:ext cx="160883" cy="55150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02" name="Google Shape;4602;p70"/>
                  <p:cNvSpPr/>
                  <p:nvPr/>
                </p:nvSpPr>
                <p:spPr>
                  <a:xfrm rot="-4531743">
                    <a:off x="2025651" y="33623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4603" name="Google Shape;4603;p70"/>
          <p:cNvGrpSpPr/>
          <p:nvPr/>
        </p:nvGrpSpPr>
        <p:grpSpPr>
          <a:xfrm>
            <a:off x="1669048" y="2706129"/>
            <a:ext cx="719669" cy="694685"/>
            <a:chOff x="9493249" y="5053913"/>
            <a:chExt cx="719669" cy="694685"/>
          </a:xfrm>
        </p:grpSpPr>
        <p:sp>
          <p:nvSpPr>
            <p:cNvPr id="4604" name="Google Shape;4604;p70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5" name="Google Shape;4605;p70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06" name="Google Shape;4606;p70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4607" name="Google Shape;4607;p70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8" name="Google Shape;4608;p70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9" name="Google Shape;4609;p70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0" name="Google Shape;4610;p70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1" name="Google Shape;4611;p70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12" name="Google Shape;4612;p70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13" name="Google Shape;4613;p70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4" name="Google Shape;4614;p70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5" name="Google Shape;4615;p70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6" name="Google Shape;4616;p70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7" name="Google Shape;4617;p70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8" name="Google Shape;4618;p70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9" name="Google Shape;4619;p70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0" name="Google Shape;4620;p70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1" name="Google Shape;4621;p70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2" name="Google Shape;4622;p70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3" name="Google Shape;4623;p70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4" name="Google Shape;4624;p70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5" name="Google Shape;4625;p70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6" name="Google Shape;4626;p70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7" name="Google Shape;4627;p70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628" name="Google Shape;4628;p70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4629" name="Google Shape;4629;p70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630" name="Google Shape;4630;p70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631" name="Google Shape;4631;p70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632" name="Google Shape;4632;p70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633" name="Google Shape;4633;p70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634" name="Google Shape;4634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35" name="Google Shape;4635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636" name="Google Shape;4636;p70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637" name="Google Shape;4637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38" name="Google Shape;4638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39" name="Google Shape;4639;p70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0" name="Google Shape;4640;p70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1" name="Google Shape;4641;p70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2" name="Google Shape;4642;p70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3" name="Google Shape;4643;p70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4" name="Google Shape;4644;p70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45" name="Google Shape;4645;p70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646" name="Google Shape;4646;p70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7" name="Google Shape;4647;p70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8" name="Google Shape;4648;p70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49" name="Google Shape;4649;p70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50" name="Google Shape;4650;p70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1" name="Google Shape;4651;p70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652" name="Google Shape;4652;p70"/>
          <p:cNvGrpSpPr/>
          <p:nvPr/>
        </p:nvGrpSpPr>
        <p:grpSpPr>
          <a:xfrm>
            <a:off x="2498237" y="3340441"/>
            <a:ext cx="719669" cy="694685"/>
            <a:chOff x="9493249" y="5053913"/>
            <a:chExt cx="719669" cy="694685"/>
          </a:xfrm>
        </p:grpSpPr>
        <p:sp>
          <p:nvSpPr>
            <p:cNvPr id="4653" name="Google Shape;4653;p70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4" name="Google Shape;4654;p70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5" name="Google Shape;4655;p70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4656" name="Google Shape;4656;p70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7" name="Google Shape;4657;p70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8" name="Google Shape;4658;p70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9" name="Google Shape;4659;p70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0" name="Google Shape;4660;p70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61" name="Google Shape;4661;p70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62" name="Google Shape;4662;p70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3" name="Google Shape;4663;p70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4" name="Google Shape;4664;p70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5" name="Google Shape;4665;p70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6" name="Google Shape;4666;p70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7" name="Google Shape;4667;p70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8" name="Google Shape;4668;p70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9" name="Google Shape;4669;p70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0" name="Google Shape;4670;p70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1" name="Google Shape;4671;p70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2" name="Google Shape;4672;p70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3" name="Google Shape;4673;p70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4" name="Google Shape;4674;p70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5" name="Google Shape;4675;p70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6" name="Google Shape;4676;p70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677" name="Google Shape;4677;p70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4678" name="Google Shape;4678;p70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679" name="Google Shape;4679;p70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680" name="Google Shape;4680;p70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681" name="Google Shape;4681;p70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682" name="Google Shape;4682;p70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683" name="Google Shape;4683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84" name="Google Shape;4684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685" name="Google Shape;4685;p70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686" name="Google Shape;4686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87" name="Google Shape;4687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88" name="Google Shape;4688;p70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9" name="Google Shape;4689;p70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0" name="Google Shape;4690;p70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1" name="Google Shape;4691;p70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2" name="Google Shape;4692;p70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3" name="Google Shape;4693;p70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694" name="Google Shape;4694;p70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695" name="Google Shape;4695;p70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6" name="Google Shape;4696;p70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7" name="Google Shape;4697;p70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8" name="Google Shape;4698;p70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99" name="Google Shape;4699;p70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0" name="Google Shape;4700;p70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701" name="Google Shape;4701;p70"/>
          <p:cNvGrpSpPr/>
          <p:nvPr/>
        </p:nvGrpSpPr>
        <p:grpSpPr>
          <a:xfrm>
            <a:off x="4182882" y="4123040"/>
            <a:ext cx="719669" cy="694685"/>
            <a:chOff x="9493249" y="5053913"/>
            <a:chExt cx="719669" cy="694685"/>
          </a:xfrm>
        </p:grpSpPr>
        <p:sp>
          <p:nvSpPr>
            <p:cNvPr id="4702" name="Google Shape;4702;p70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3" name="Google Shape;4703;p70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04" name="Google Shape;4704;p70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4705" name="Google Shape;4705;p70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6" name="Google Shape;4706;p70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7" name="Google Shape;4707;p70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8" name="Google Shape;4708;p70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9" name="Google Shape;4709;p70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10" name="Google Shape;4710;p70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11" name="Google Shape;4711;p70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2" name="Google Shape;4712;p70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3" name="Google Shape;4713;p70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4" name="Google Shape;4714;p70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5" name="Google Shape;4715;p70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6" name="Google Shape;4716;p70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7" name="Google Shape;4717;p70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8" name="Google Shape;4718;p70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9" name="Google Shape;4719;p70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0" name="Google Shape;4720;p70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1" name="Google Shape;4721;p70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2" name="Google Shape;4722;p70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3" name="Google Shape;4723;p70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4" name="Google Shape;4724;p70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5" name="Google Shape;4725;p70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726" name="Google Shape;4726;p70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4727" name="Google Shape;4727;p70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728" name="Google Shape;4728;p70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729" name="Google Shape;4729;p70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730" name="Google Shape;4730;p70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731" name="Google Shape;4731;p70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732" name="Google Shape;4732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33" name="Google Shape;4733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34" name="Google Shape;4734;p70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735" name="Google Shape;4735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36" name="Google Shape;4736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737" name="Google Shape;4737;p70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8" name="Google Shape;4738;p70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9" name="Google Shape;4739;p70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0" name="Google Shape;4740;p70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1" name="Google Shape;4741;p70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2" name="Google Shape;4742;p70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43" name="Google Shape;4743;p70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744" name="Google Shape;4744;p70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45" name="Google Shape;4745;p70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46" name="Google Shape;4746;p70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47" name="Google Shape;4747;p70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748" name="Google Shape;4748;p70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9" name="Google Shape;4749;p70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750" name="Google Shape;4750;p70"/>
          <p:cNvGrpSpPr/>
          <p:nvPr/>
        </p:nvGrpSpPr>
        <p:grpSpPr>
          <a:xfrm>
            <a:off x="3816299" y="4843850"/>
            <a:ext cx="719669" cy="694685"/>
            <a:chOff x="9493249" y="5053913"/>
            <a:chExt cx="719669" cy="694685"/>
          </a:xfrm>
        </p:grpSpPr>
        <p:sp>
          <p:nvSpPr>
            <p:cNvPr id="4751" name="Google Shape;4751;p70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2" name="Google Shape;4752;p70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53" name="Google Shape;4753;p70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4754" name="Google Shape;4754;p70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5" name="Google Shape;4755;p70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6" name="Google Shape;4756;p70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7" name="Google Shape;4757;p70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8" name="Google Shape;4758;p70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59" name="Google Shape;4759;p70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60" name="Google Shape;4760;p70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1" name="Google Shape;4761;p70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2" name="Google Shape;4762;p70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3" name="Google Shape;4763;p70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4" name="Google Shape;4764;p70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5" name="Google Shape;4765;p70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6" name="Google Shape;4766;p70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7" name="Google Shape;4767;p70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8" name="Google Shape;4768;p70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9" name="Google Shape;4769;p70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0" name="Google Shape;4770;p70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1" name="Google Shape;4771;p70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2" name="Google Shape;4772;p70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3" name="Google Shape;4773;p70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4" name="Google Shape;4774;p70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775" name="Google Shape;4775;p70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4776" name="Google Shape;4776;p70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777" name="Google Shape;4777;p70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778" name="Google Shape;4778;p70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779" name="Google Shape;4779;p70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780" name="Google Shape;4780;p70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781" name="Google Shape;4781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82" name="Google Shape;4782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83" name="Google Shape;4783;p70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784" name="Google Shape;4784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85" name="Google Shape;4785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786" name="Google Shape;4786;p70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7" name="Google Shape;4787;p70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8" name="Google Shape;4788;p70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9" name="Google Shape;4789;p70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0" name="Google Shape;4790;p70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1" name="Google Shape;4791;p70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92" name="Google Shape;4792;p70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793" name="Google Shape;4793;p70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4" name="Google Shape;4794;p70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5" name="Google Shape;4795;p70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6" name="Google Shape;4796;p70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797" name="Google Shape;4797;p70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98" name="Google Shape;4798;p70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799" name="Google Shape;4799;p70"/>
          <p:cNvGrpSpPr/>
          <p:nvPr/>
        </p:nvGrpSpPr>
        <p:grpSpPr>
          <a:xfrm>
            <a:off x="4565941" y="5741775"/>
            <a:ext cx="719669" cy="694685"/>
            <a:chOff x="9493249" y="5053913"/>
            <a:chExt cx="719669" cy="694685"/>
          </a:xfrm>
        </p:grpSpPr>
        <p:sp>
          <p:nvSpPr>
            <p:cNvPr id="4800" name="Google Shape;4800;p70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1" name="Google Shape;4801;p70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02" name="Google Shape;4802;p70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4803" name="Google Shape;4803;p70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4" name="Google Shape;4804;p70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5" name="Google Shape;4805;p70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6" name="Google Shape;4806;p70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7" name="Google Shape;4807;p70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08" name="Google Shape;4808;p70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09" name="Google Shape;4809;p70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0" name="Google Shape;4810;p70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1" name="Google Shape;4811;p70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2" name="Google Shape;4812;p70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3" name="Google Shape;4813;p70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4" name="Google Shape;4814;p70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5" name="Google Shape;4815;p70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6" name="Google Shape;4816;p70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7" name="Google Shape;4817;p70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8" name="Google Shape;4818;p70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9" name="Google Shape;4819;p70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0" name="Google Shape;4820;p70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1" name="Google Shape;4821;p70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2" name="Google Shape;4822;p70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3" name="Google Shape;4823;p70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824" name="Google Shape;4824;p70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4825" name="Google Shape;4825;p70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4826" name="Google Shape;4826;p70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27" name="Google Shape;4827;p70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4828" name="Google Shape;4828;p70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4829" name="Google Shape;4829;p70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830" name="Google Shape;4830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1" name="Google Shape;4831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32" name="Google Shape;4832;p70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4833" name="Google Shape;4833;p7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4" name="Google Shape;4834;p7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35" name="Google Shape;4835;p70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6" name="Google Shape;4836;p70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7" name="Google Shape;4837;p70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8" name="Google Shape;4838;p70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39" name="Google Shape;4839;p70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0" name="Google Shape;4840;p70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41" name="Google Shape;4841;p70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4842" name="Google Shape;4842;p70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3" name="Google Shape;4843;p70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4" name="Google Shape;4844;p70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5" name="Google Shape;4845;p70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46" name="Google Shape;4846;p70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7" name="Google Shape;4847;p70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848" name="Google Shape;4848;p70"/>
          <p:cNvGrpSpPr/>
          <p:nvPr/>
        </p:nvGrpSpPr>
        <p:grpSpPr>
          <a:xfrm>
            <a:off x="297592" y="2743200"/>
            <a:ext cx="1803057" cy="1767015"/>
            <a:chOff x="297592" y="2743200"/>
            <a:chExt cx="1803057" cy="1767015"/>
          </a:xfrm>
        </p:grpSpPr>
        <p:sp>
          <p:nvSpPr>
            <p:cNvPr id="4849" name="Google Shape;4849;p70"/>
            <p:cNvSpPr/>
            <p:nvPr/>
          </p:nvSpPr>
          <p:spPr>
            <a:xfrm>
              <a:off x="1025611" y="2743200"/>
              <a:ext cx="222420" cy="1767015"/>
            </a:xfrm>
            <a:custGeom>
              <a:rect b="b" l="l" r="r" t="t"/>
              <a:pathLst>
                <a:path extrusionOk="0" h="1767015" w="447747">
                  <a:moveTo>
                    <a:pt x="447747" y="1767015"/>
                  </a:moveTo>
                  <a:cubicBezTo>
                    <a:pt x="221206" y="1507523"/>
                    <a:pt x="27618" y="1134762"/>
                    <a:pt x="2904" y="840259"/>
                  </a:cubicBezTo>
                  <a:cubicBezTo>
                    <a:pt x="-21810" y="545757"/>
                    <a:pt x="114115" y="263612"/>
                    <a:pt x="299466" y="0"/>
                  </a:cubicBezTo>
                </a:path>
              </a:pathLst>
            </a:custGeom>
            <a:noFill/>
            <a:ln cap="sq" cmpd="sng" w="571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0" name="Google Shape;4850;p70"/>
            <p:cNvSpPr txBox="1"/>
            <p:nvPr/>
          </p:nvSpPr>
          <p:spPr>
            <a:xfrm>
              <a:off x="297592" y="3558745"/>
              <a:ext cx="180305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 home network</a:t>
              </a:r>
              <a:endParaRPr/>
            </a:p>
          </p:txBody>
        </p:sp>
      </p:grpSp>
      <p:grpSp>
        <p:nvGrpSpPr>
          <p:cNvPr id="4851" name="Google Shape;4851;p70"/>
          <p:cNvGrpSpPr/>
          <p:nvPr/>
        </p:nvGrpSpPr>
        <p:grpSpPr>
          <a:xfrm>
            <a:off x="1632637" y="5652657"/>
            <a:ext cx="2565380" cy="687348"/>
            <a:chOff x="1632637" y="5652657"/>
            <a:chExt cx="2565380" cy="687348"/>
          </a:xfrm>
        </p:grpSpPr>
        <p:sp>
          <p:nvSpPr>
            <p:cNvPr id="4852" name="Google Shape;4852;p70"/>
            <p:cNvSpPr/>
            <p:nvPr/>
          </p:nvSpPr>
          <p:spPr>
            <a:xfrm flipH="1" rot="6055030">
              <a:off x="3198227" y="5045674"/>
              <a:ext cx="222420" cy="1767015"/>
            </a:xfrm>
            <a:custGeom>
              <a:rect b="b" l="l" r="r" t="t"/>
              <a:pathLst>
                <a:path extrusionOk="0" h="1767015" w="447747">
                  <a:moveTo>
                    <a:pt x="447747" y="1767015"/>
                  </a:moveTo>
                  <a:cubicBezTo>
                    <a:pt x="221206" y="1507523"/>
                    <a:pt x="27618" y="1134762"/>
                    <a:pt x="2904" y="840259"/>
                  </a:cubicBezTo>
                  <a:cubicBezTo>
                    <a:pt x="-21810" y="545757"/>
                    <a:pt x="114115" y="263612"/>
                    <a:pt x="299466" y="0"/>
                  </a:cubicBezTo>
                </a:path>
              </a:pathLst>
            </a:custGeom>
            <a:noFill/>
            <a:ln cap="sq" cmpd="sng" w="571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3" name="Google Shape;4853;p70"/>
            <p:cNvSpPr/>
            <p:nvPr/>
          </p:nvSpPr>
          <p:spPr>
            <a:xfrm>
              <a:off x="2545492" y="5807676"/>
              <a:ext cx="864973" cy="30891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4" name="Google Shape;4854;p70"/>
            <p:cNvSpPr txBox="1"/>
            <p:nvPr/>
          </p:nvSpPr>
          <p:spPr>
            <a:xfrm>
              <a:off x="1632637" y="5774722"/>
              <a:ext cx="180305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roaming in visited network</a:t>
              </a:r>
              <a:endParaRPr/>
            </a:p>
          </p:txBody>
        </p:sp>
      </p:grpSp>
      <p:grpSp>
        <p:nvGrpSpPr>
          <p:cNvPr id="4855" name="Google Shape;4855;p70"/>
          <p:cNvGrpSpPr/>
          <p:nvPr/>
        </p:nvGrpSpPr>
        <p:grpSpPr>
          <a:xfrm>
            <a:off x="153945" y="4497859"/>
            <a:ext cx="2436745" cy="1439162"/>
            <a:chOff x="153945" y="4485503"/>
            <a:chExt cx="2436745" cy="1439162"/>
          </a:xfrm>
        </p:grpSpPr>
        <p:grpSp>
          <p:nvGrpSpPr>
            <p:cNvPr id="4856" name="Google Shape;4856;p70"/>
            <p:cNvGrpSpPr/>
            <p:nvPr/>
          </p:nvGrpSpPr>
          <p:grpSpPr>
            <a:xfrm>
              <a:off x="1470455" y="4485503"/>
              <a:ext cx="1120235" cy="1033731"/>
              <a:chOff x="2751" y="1851"/>
              <a:chExt cx="462" cy="478"/>
            </a:xfrm>
          </p:grpSpPr>
          <p:pic>
            <p:nvPicPr>
              <p:cNvPr descr="iphone_stylized_small" id="4857" name="Google Shape;4857;p7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858" name="Google Shape;4858;p7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 picture containing sitting, drawing, bus&#10;&#10;Description automatically generated" id="4859" name="Google Shape;4859;p7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91220" y="4757350"/>
              <a:ext cx="625223" cy="3535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60" name="Google Shape;4860;p70"/>
            <p:cNvSpPr txBox="1"/>
            <p:nvPr/>
          </p:nvSpPr>
          <p:spPr>
            <a:xfrm>
              <a:off x="153945" y="5123933"/>
              <a:ext cx="1803057" cy="800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SIM card: global identify info in home network</a:t>
              </a:r>
              <a:endParaRPr/>
            </a:p>
          </p:txBody>
        </p:sp>
      </p:grpSp>
      <p:sp>
        <p:nvSpPr>
          <p:cNvPr id="4861" name="Google Shape;4861;p70"/>
          <p:cNvSpPr/>
          <p:nvPr/>
        </p:nvSpPr>
        <p:spPr>
          <a:xfrm>
            <a:off x="8217243" y="3122956"/>
            <a:ext cx="3756453" cy="2709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all IP:</a:t>
            </a:r>
            <a:endParaRPr/>
          </a:p>
          <a:p>
            <a:pPr indent="-342900" lvl="0" marL="4032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carriers interconnect with each other, and public internet at exchange points</a:t>
            </a:r>
            <a:endParaRPr/>
          </a:p>
          <a:p>
            <a:pPr indent="-342900" lvl="0" marL="4032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legacy 2G, 3G: not all IP, handled otherwise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4862" name="Google Shape;4862;p70"/>
          <p:cNvCxnSpPr/>
          <p:nvPr/>
        </p:nvCxnSpPr>
        <p:spPr>
          <a:xfrm>
            <a:off x="7068065" y="3336324"/>
            <a:ext cx="1136822" cy="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863" name="Google Shape;4863;p70"/>
          <p:cNvGrpSpPr/>
          <p:nvPr/>
        </p:nvGrpSpPr>
        <p:grpSpPr>
          <a:xfrm>
            <a:off x="4905633" y="1508342"/>
            <a:ext cx="7006281" cy="1593206"/>
            <a:chOff x="4905633" y="1508342"/>
            <a:chExt cx="7006281" cy="1593206"/>
          </a:xfrm>
        </p:grpSpPr>
        <p:sp>
          <p:nvSpPr>
            <p:cNvPr id="4864" name="Google Shape;4864;p70"/>
            <p:cNvSpPr/>
            <p:nvPr/>
          </p:nvSpPr>
          <p:spPr>
            <a:xfrm>
              <a:off x="8180173" y="1508342"/>
              <a:ext cx="3731741" cy="15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 HSS:</a:t>
              </a:r>
              <a:endParaRPr/>
            </a:p>
            <a:p>
              <a:pPr indent="-342900" lvl="0" marL="4032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identify &amp; services info, while in home network and roaming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65" name="Google Shape;4865;p70"/>
            <p:cNvCxnSpPr/>
            <p:nvPr/>
          </p:nvCxnSpPr>
          <p:spPr>
            <a:xfrm>
              <a:off x="4905633" y="2141837"/>
              <a:ext cx="332396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0" name="Shape 4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1" name="Google Shape;4871;p7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On to 5G: motivation</a:t>
            </a:r>
            <a:endParaRPr sz="4400"/>
          </a:p>
        </p:txBody>
      </p:sp>
      <p:pic>
        <p:nvPicPr>
          <p:cNvPr id="4872" name="Google Shape;487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5494" y="1183947"/>
            <a:ext cx="7001011" cy="4304969"/>
          </a:xfrm>
          <a:prstGeom prst="rect">
            <a:avLst/>
          </a:prstGeom>
          <a:noFill/>
          <a:ln>
            <a:noFill/>
          </a:ln>
        </p:spPr>
      </p:pic>
      <p:sp>
        <p:nvSpPr>
          <p:cNvPr id="4873" name="Google Shape;4873;p71"/>
          <p:cNvSpPr txBox="1"/>
          <p:nvPr/>
        </p:nvSpPr>
        <p:spPr>
          <a:xfrm>
            <a:off x="4715692" y="5397054"/>
            <a:ext cx="53601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Next Generation Mobile Networks (NGMS) alliance: 2020 white paper</a:t>
            </a:r>
            <a:endParaRPr/>
          </a:p>
        </p:txBody>
      </p:sp>
      <p:sp>
        <p:nvSpPr>
          <p:cNvPr id="4874" name="Google Shape;4874;p71"/>
          <p:cNvSpPr txBox="1"/>
          <p:nvPr/>
        </p:nvSpPr>
        <p:spPr>
          <a:xfrm>
            <a:off x="590261" y="5964216"/>
            <a:ext cx="110114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ype/wishes need to be separated from reality or likely nearer-term reality</a:t>
            </a:r>
            <a:endParaRPr/>
          </a:p>
        </p:txBody>
      </p:sp>
      <p:sp>
        <p:nvSpPr>
          <p:cNvPr id="4875" name="Google Shape;4875;p71"/>
          <p:cNvSpPr/>
          <p:nvPr/>
        </p:nvSpPr>
        <p:spPr>
          <a:xfrm>
            <a:off x="7899817" y="1243907"/>
            <a:ext cx="1528996" cy="623068"/>
          </a:xfrm>
          <a:prstGeom prst="rect">
            <a:avLst/>
          </a:prstGeom>
          <a:noFill/>
          <a:ln cap="flat" cmpd="sng" w="889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6" name="Google Shape;4876;p71"/>
          <p:cNvSpPr/>
          <p:nvPr/>
        </p:nvSpPr>
        <p:spPr>
          <a:xfrm>
            <a:off x="6182029" y="3960603"/>
            <a:ext cx="1528996" cy="623068"/>
          </a:xfrm>
          <a:prstGeom prst="rect">
            <a:avLst/>
          </a:prstGeom>
          <a:noFill/>
          <a:ln cap="flat" cmpd="sng" w="889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7" name="Google Shape;4877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2" name="Shape 4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3" name="Google Shape;4883;p72"/>
          <p:cNvSpPr txBox="1"/>
          <p:nvPr/>
        </p:nvSpPr>
        <p:spPr>
          <a:xfrm>
            <a:off x="8024430" y="1645313"/>
            <a:ext cx="370131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“initial standards and launches have mostly focused on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enhanced Mobile Broadband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5G is expected to increasingly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 new business models and countless new use cases, in particular those of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massive Machine Type Communications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Ultra-reliable and Low Latency Communications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/>
          </a:p>
        </p:txBody>
      </p:sp>
      <p:grpSp>
        <p:nvGrpSpPr>
          <p:cNvPr id="4884" name="Google Shape;4884;p72"/>
          <p:cNvGrpSpPr/>
          <p:nvPr/>
        </p:nvGrpSpPr>
        <p:grpSpPr>
          <a:xfrm>
            <a:off x="745672" y="1631489"/>
            <a:ext cx="6629489" cy="4270299"/>
            <a:chOff x="745672" y="1631489"/>
            <a:chExt cx="6629489" cy="4270299"/>
          </a:xfrm>
        </p:grpSpPr>
        <p:pic>
          <p:nvPicPr>
            <p:cNvPr id="4885" name="Google Shape;4885;p7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0827" y="1834754"/>
              <a:ext cx="6604334" cy="40670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6" name="Google Shape;4886;p72"/>
            <p:cNvSpPr/>
            <p:nvPr/>
          </p:nvSpPr>
          <p:spPr>
            <a:xfrm>
              <a:off x="4291896" y="5076499"/>
              <a:ext cx="2695552" cy="623068"/>
            </a:xfrm>
            <a:prstGeom prst="rect">
              <a:avLst/>
            </a:prstGeom>
            <a:noFill/>
            <a:ln cap="flat" cmpd="sng" w="889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7" name="Google Shape;4887;p72"/>
            <p:cNvSpPr/>
            <p:nvPr/>
          </p:nvSpPr>
          <p:spPr>
            <a:xfrm>
              <a:off x="745672" y="5068216"/>
              <a:ext cx="2509241" cy="623068"/>
            </a:xfrm>
            <a:prstGeom prst="rect">
              <a:avLst/>
            </a:prstGeom>
            <a:noFill/>
            <a:ln cap="flat" cmpd="sng" w="889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8" name="Google Shape;4888;p72"/>
            <p:cNvSpPr/>
            <p:nvPr/>
          </p:nvSpPr>
          <p:spPr>
            <a:xfrm>
              <a:off x="2216666" y="1631489"/>
              <a:ext cx="3299790" cy="623068"/>
            </a:xfrm>
            <a:prstGeom prst="rect">
              <a:avLst/>
            </a:prstGeom>
            <a:noFill/>
            <a:ln cap="flat" cmpd="sng" w="889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9" name="Google Shape;4889;p72"/>
          <p:cNvSpPr txBox="1"/>
          <p:nvPr/>
        </p:nvSpPr>
        <p:spPr>
          <a:xfrm>
            <a:off x="1735879" y="6062527"/>
            <a:ext cx="486338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Figure: from Recommendation ITU-R M.2083-0 (2015)    </a:t>
            </a:r>
            <a:endParaRPr/>
          </a:p>
        </p:txBody>
      </p:sp>
      <p:sp>
        <p:nvSpPr>
          <p:cNvPr id="4890" name="Google Shape;4890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91" name="Google Shape;4891;p72"/>
          <p:cNvSpPr txBox="1"/>
          <p:nvPr/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On to 5G: motivation</a:t>
            </a:r>
            <a:endParaRPr b="1" sz="44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6" name="Shape 4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7" name="Google Shape;4897;p73"/>
          <p:cNvSpPr txBox="1"/>
          <p:nvPr/>
        </p:nvSpPr>
        <p:spPr>
          <a:xfrm>
            <a:off x="8126588" y="1695374"/>
            <a:ext cx="2900726" cy="4216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Industry verticals: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Manufacturing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Smart communities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Tourism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Agriculture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/>
          </a:p>
        </p:txBody>
      </p:sp>
      <p:sp>
        <p:nvSpPr>
          <p:cNvPr id="4898" name="Google Shape;4898;p73"/>
          <p:cNvSpPr txBox="1"/>
          <p:nvPr/>
        </p:nvSpPr>
        <p:spPr>
          <a:xfrm>
            <a:off x="5788059" y="6055129"/>
            <a:ext cx="6241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K. Schwab, “The Fourth Industrial Revolution,” World Economic Forum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99" name="Google Shape;4899;p73"/>
          <p:cNvGrpSpPr/>
          <p:nvPr/>
        </p:nvGrpSpPr>
        <p:grpSpPr>
          <a:xfrm>
            <a:off x="745672" y="1631489"/>
            <a:ext cx="6629489" cy="4270299"/>
            <a:chOff x="745672" y="1631489"/>
            <a:chExt cx="6629489" cy="4270299"/>
          </a:xfrm>
        </p:grpSpPr>
        <p:pic>
          <p:nvPicPr>
            <p:cNvPr id="4900" name="Google Shape;4900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0827" y="1834754"/>
              <a:ext cx="6604334" cy="40670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1" name="Google Shape;4901;p73"/>
            <p:cNvSpPr/>
            <p:nvPr/>
          </p:nvSpPr>
          <p:spPr>
            <a:xfrm>
              <a:off x="4291896" y="5076499"/>
              <a:ext cx="2695552" cy="623068"/>
            </a:xfrm>
            <a:prstGeom prst="rect">
              <a:avLst/>
            </a:prstGeom>
            <a:noFill/>
            <a:ln cap="flat" cmpd="sng" w="889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2" name="Google Shape;4902;p73"/>
            <p:cNvSpPr/>
            <p:nvPr/>
          </p:nvSpPr>
          <p:spPr>
            <a:xfrm>
              <a:off x="745672" y="5068216"/>
              <a:ext cx="2509241" cy="623068"/>
            </a:xfrm>
            <a:prstGeom prst="rect">
              <a:avLst/>
            </a:prstGeom>
            <a:noFill/>
            <a:ln cap="flat" cmpd="sng" w="889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3" name="Google Shape;4903;p73"/>
            <p:cNvSpPr/>
            <p:nvPr/>
          </p:nvSpPr>
          <p:spPr>
            <a:xfrm>
              <a:off x="2216666" y="1631489"/>
              <a:ext cx="3299790" cy="623068"/>
            </a:xfrm>
            <a:prstGeom prst="rect">
              <a:avLst/>
            </a:prstGeom>
            <a:noFill/>
            <a:ln cap="flat" cmpd="sng" w="889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4" name="Google Shape;4904;p73"/>
          <p:cNvSpPr txBox="1"/>
          <p:nvPr/>
        </p:nvSpPr>
        <p:spPr>
          <a:xfrm>
            <a:off x="5575665" y="1681413"/>
            <a:ext cx="106150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eMBB</a:t>
            </a:r>
            <a:endParaRPr/>
          </a:p>
        </p:txBody>
      </p:sp>
      <p:sp>
        <p:nvSpPr>
          <p:cNvPr id="4905" name="Google Shape;4905;p73"/>
          <p:cNvSpPr txBox="1"/>
          <p:nvPr/>
        </p:nvSpPr>
        <p:spPr>
          <a:xfrm>
            <a:off x="6096000" y="4626465"/>
            <a:ext cx="9684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URLLC</a:t>
            </a:r>
            <a:endParaRPr/>
          </a:p>
        </p:txBody>
      </p:sp>
      <p:sp>
        <p:nvSpPr>
          <p:cNvPr id="4906" name="Google Shape;4906;p73"/>
          <p:cNvSpPr txBox="1"/>
          <p:nvPr/>
        </p:nvSpPr>
        <p:spPr>
          <a:xfrm>
            <a:off x="680482" y="4612325"/>
            <a:ext cx="10183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mMTC</a:t>
            </a:r>
            <a:endParaRPr/>
          </a:p>
        </p:txBody>
      </p:sp>
      <p:sp>
        <p:nvSpPr>
          <p:cNvPr id="4907" name="Google Shape;4907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8" name="Google Shape;4908;p73"/>
          <p:cNvSpPr txBox="1"/>
          <p:nvPr/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On to 5G: motivation</a:t>
            </a:r>
            <a:endParaRPr b="1" sz="4400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3" name="Shape 4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4" name="Google Shape;4914;p74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On to 5G: Radio</a:t>
            </a:r>
            <a:endParaRPr/>
          </a:p>
        </p:txBody>
      </p:sp>
      <p:sp>
        <p:nvSpPr>
          <p:cNvPr id="4915" name="Google Shape;4915;p74"/>
          <p:cNvSpPr/>
          <p:nvPr/>
        </p:nvSpPr>
        <p:spPr>
          <a:xfrm>
            <a:off x="886628" y="1291105"/>
            <a:ext cx="11181805" cy="483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10x increase in peak bitrate, 10x decrease in latency, 100x increase in traffic capacity over 4G</a:t>
            </a:r>
            <a:endParaRPr/>
          </a:p>
          <a:p>
            <a:pPr indent="-285750" lvl="0" marL="3492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5G NR (new radio):</a:t>
            </a:r>
            <a:endParaRPr/>
          </a:p>
          <a:p>
            <a:pPr indent="-285750" lvl="1" marL="806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frequency bands: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FR1 (450 MHz–6 GHz)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FR2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(24 GHz–52 GHz):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millimeter wave frequencies</a:t>
            </a:r>
            <a:endParaRPr/>
          </a:p>
          <a:p>
            <a:pPr indent="-285750" lvl="1" marL="806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backwards-compatible with 4G</a:t>
            </a:r>
            <a:endParaRPr/>
          </a:p>
          <a:p>
            <a:pPr indent="-285750" lvl="1" marL="806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MIMO: multiple directional antennae</a:t>
            </a:r>
            <a:endParaRPr/>
          </a:p>
          <a:p>
            <a:pPr indent="-285750" lvl="0" marL="3492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millimeter wave frequencies: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much higher data rates, but over shorter distances</a:t>
            </a:r>
            <a:endParaRPr/>
          </a:p>
          <a:p>
            <a:pPr indent="-285750" lvl="1" marL="806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pico-cells: cells diameters: 10-100 m</a:t>
            </a:r>
            <a:endParaRPr/>
          </a:p>
          <a:p>
            <a:pPr indent="-285750" lvl="1" marL="806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massive, dense deployment of new base stations required</a:t>
            </a:r>
            <a:endParaRPr/>
          </a:p>
        </p:txBody>
      </p:sp>
      <p:sp>
        <p:nvSpPr>
          <p:cNvPr id="4916" name="Google Shape;4916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1" name="Shape 4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2" name="Google Shape;4922;p75"/>
          <p:cNvGrpSpPr/>
          <p:nvPr/>
        </p:nvGrpSpPr>
        <p:grpSpPr>
          <a:xfrm>
            <a:off x="5885417" y="3525439"/>
            <a:ext cx="5832455" cy="2715285"/>
            <a:chOff x="5885417" y="3525439"/>
            <a:chExt cx="5832455" cy="2715285"/>
          </a:xfrm>
        </p:grpSpPr>
        <p:pic>
          <p:nvPicPr>
            <p:cNvPr id="4923" name="Google Shape;4923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08419" y="3525439"/>
              <a:ext cx="5509453" cy="21455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4" name="Google Shape;4924;p75"/>
            <p:cNvSpPr txBox="1"/>
            <p:nvPr/>
          </p:nvSpPr>
          <p:spPr>
            <a:xfrm>
              <a:off x="5892255" y="5655949"/>
              <a:ext cx="577933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5G: microservice-like architecture</a:t>
              </a:r>
              <a:endParaRPr/>
            </a:p>
          </p:txBody>
        </p:sp>
        <p:grpSp>
          <p:nvGrpSpPr>
            <p:cNvPr id="4925" name="Google Shape;4925;p75"/>
            <p:cNvGrpSpPr/>
            <p:nvPr/>
          </p:nvGrpSpPr>
          <p:grpSpPr>
            <a:xfrm>
              <a:off x="10455053" y="4780993"/>
              <a:ext cx="1262819" cy="788702"/>
              <a:chOff x="5894782" y="3180763"/>
              <a:chExt cx="1262819" cy="788702"/>
            </a:xfrm>
          </p:grpSpPr>
          <p:sp>
            <p:nvSpPr>
              <p:cNvPr id="4926" name="Google Shape;4926;p75"/>
              <p:cNvSpPr/>
              <p:nvPr/>
            </p:nvSpPr>
            <p:spPr>
              <a:xfrm>
                <a:off x="5894782" y="3180763"/>
                <a:ext cx="1262819" cy="788702"/>
              </a:xfrm>
              <a:custGeom>
                <a:rect b="b" l="l" r="r" t="t"/>
                <a:pathLst>
                  <a:path extrusionOk="0" h="1563328" w="2428541">
                    <a:moveTo>
                      <a:pt x="274217" y="97731"/>
                    </a:moveTo>
                    <a:cubicBezTo>
                      <a:pt x="-131398" y="291421"/>
                      <a:pt x="168426" y="569538"/>
                      <a:pt x="162920" y="806058"/>
                    </a:cubicBezTo>
                    <a:cubicBezTo>
                      <a:pt x="157414" y="1042578"/>
                      <a:pt x="-247990" y="1551404"/>
                      <a:pt x="241182" y="1516849"/>
                    </a:cubicBezTo>
                    <a:cubicBezTo>
                      <a:pt x="730354" y="1482294"/>
                      <a:pt x="1348366" y="1601980"/>
                      <a:pt x="1680646" y="1550075"/>
                    </a:cubicBezTo>
                    <a:cubicBezTo>
                      <a:pt x="2012926" y="1498170"/>
                      <a:pt x="2113092" y="1359748"/>
                      <a:pt x="2234864" y="1205420"/>
                    </a:cubicBezTo>
                    <a:cubicBezTo>
                      <a:pt x="2356636" y="1051093"/>
                      <a:pt x="2473489" y="824587"/>
                      <a:pt x="2411278" y="624110"/>
                    </a:cubicBezTo>
                    <a:cubicBezTo>
                      <a:pt x="2349067" y="423633"/>
                      <a:pt x="2314322" y="32821"/>
                      <a:pt x="1861595" y="2556"/>
                    </a:cubicBezTo>
                    <a:cubicBezTo>
                      <a:pt x="1408868" y="-27709"/>
                      <a:pt x="1429163" y="220565"/>
                      <a:pt x="1164600" y="236427"/>
                    </a:cubicBezTo>
                    <a:cubicBezTo>
                      <a:pt x="900037" y="252289"/>
                      <a:pt x="679832" y="-95959"/>
                      <a:pt x="274217" y="97731"/>
                    </a:cubicBez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7" name="Google Shape;4927;p75"/>
              <p:cNvSpPr txBox="1"/>
              <p:nvPr/>
            </p:nvSpPr>
            <p:spPr>
              <a:xfrm>
                <a:off x="5950684" y="3339619"/>
                <a:ext cx="1160639" cy="539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 Internet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inter-carrier IPX</a:t>
                </a:r>
                <a:endParaRPr/>
              </a:p>
            </p:txBody>
          </p:sp>
        </p:grpSp>
        <p:grpSp>
          <p:nvGrpSpPr>
            <p:cNvPr id="4928" name="Google Shape;4928;p75"/>
            <p:cNvGrpSpPr/>
            <p:nvPr/>
          </p:nvGrpSpPr>
          <p:grpSpPr>
            <a:xfrm>
              <a:off x="5885417" y="4598219"/>
              <a:ext cx="376403" cy="410922"/>
              <a:chOff x="2751" y="1851"/>
              <a:chExt cx="462" cy="478"/>
            </a:xfrm>
          </p:grpSpPr>
          <p:pic>
            <p:nvPicPr>
              <p:cNvPr descr="iphone_stylized_small" id="4929" name="Google Shape;4929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930" name="Google Shape;4930;p7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931" name="Google Shape;4931;p75"/>
          <p:cNvSpPr txBox="1"/>
          <p:nvPr>
            <p:ph type="title"/>
          </p:nvPr>
        </p:nvSpPr>
        <p:spPr>
          <a:xfrm>
            <a:off x="349624" y="274638"/>
            <a:ext cx="118423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On to 5G: SDN-like architecture</a:t>
            </a:r>
            <a:endParaRPr/>
          </a:p>
        </p:txBody>
      </p:sp>
      <p:grpSp>
        <p:nvGrpSpPr>
          <p:cNvPr id="4932" name="Google Shape;4932;p75"/>
          <p:cNvGrpSpPr/>
          <p:nvPr/>
        </p:nvGrpSpPr>
        <p:grpSpPr>
          <a:xfrm>
            <a:off x="410734" y="1666798"/>
            <a:ext cx="6570962" cy="3524403"/>
            <a:chOff x="900276" y="1651314"/>
            <a:chExt cx="6570962" cy="3524403"/>
          </a:xfrm>
        </p:grpSpPr>
        <p:pic>
          <p:nvPicPr>
            <p:cNvPr id="4933" name="Google Shape;4933;p7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89079" y="2174823"/>
              <a:ext cx="827619" cy="152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4" name="Google Shape;4934;p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19713" y="2497738"/>
              <a:ext cx="849621" cy="4386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935" name="Google Shape;4935;p75"/>
            <p:cNvGrpSpPr/>
            <p:nvPr/>
          </p:nvGrpSpPr>
          <p:grpSpPr>
            <a:xfrm>
              <a:off x="4472784" y="2067009"/>
              <a:ext cx="608482" cy="372450"/>
              <a:chOff x="7493876" y="2774731"/>
              <a:chExt cx="1481958" cy="894622"/>
            </a:xfrm>
          </p:grpSpPr>
          <p:sp>
            <p:nvSpPr>
              <p:cNvPr id="4936" name="Google Shape;4936;p7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937" name="Google Shape;4937;p7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938" name="Google Shape;4938;p7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39" name="Google Shape;4939;p7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0" name="Google Shape;4940;p7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1" name="Google Shape;4941;p7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2" name="Google Shape;4942;p7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943" name="Google Shape;4943;p75"/>
            <p:cNvSpPr txBox="1"/>
            <p:nvPr/>
          </p:nvSpPr>
          <p:spPr>
            <a:xfrm>
              <a:off x="2247904" y="4638672"/>
              <a:ext cx="1092888" cy="525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4944" name="Google Shape;4944;p7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04574" y="4054565"/>
              <a:ext cx="409289" cy="763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5" name="Google Shape;4945;p75"/>
            <p:cNvSpPr txBox="1"/>
            <p:nvPr/>
          </p:nvSpPr>
          <p:spPr>
            <a:xfrm>
              <a:off x="4221067" y="1778310"/>
              <a:ext cx="1533416" cy="237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PDN gateway (</a:t>
              </a:r>
              <a:r>
                <a:rPr b="1"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r>
                <a:rPr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4946" name="Google Shape;4946;p75"/>
            <p:cNvSpPr txBox="1"/>
            <p:nvPr/>
          </p:nvSpPr>
          <p:spPr>
            <a:xfrm>
              <a:off x="1819936" y="1757936"/>
              <a:ext cx="1947195" cy="237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Serving gateway (</a:t>
              </a:r>
              <a:r>
                <a:rPr b="1"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S-GW</a:t>
              </a:r>
              <a:r>
                <a:rPr lang="en-US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grpSp>
          <p:nvGrpSpPr>
            <p:cNvPr id="4947" name="Google Shape;4947;p75"/>
            <p:cNvGrpSpPr/>
            <p:nvPr/>
          </p:nvGrpSpPr>
          <p:grpSpPr>
            <a:xfrm>
              <a:off x="2761949" y="2058151"/>
              <a:ext cx="608482" cy="372450"/>
              <a:chOff x="7493876" y="2774731"/>
              <a:chExt cx="1481958" cy="894622"/>
            </a:xfrm>
          </p:grpSpPr>
          <p:sp>
            <p:nvSpPr>
              <p:cNvPr id="4948" name="Google Shape;4948;p7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949" name="Google Shape;4949;p7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950" name="Google Shape;4950;p7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51" name="Google Shape;4951;p7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2" name="Google Shape;4952;p7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3" name="Google Shape;4953;p7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4" name="Google Shape;4954;p7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955" name="Google Shape;4955;p75"/>
            <p:cNvGrpSpPr/>
            <p:nvPr/>
          </p:nvGrpSpPr>
          <p:grpSpPr>
            <a:xfrm>
              <a:off x="6208419" y="1694445"/>
              <a:ext cx="1262819" cy="788702"/>
              <a:chOff x="5894782" y="3180763"/>
              <a:chExt cx="1262819" cy="788702"/>
            </a:xfrm>
          </p:grpSpPr>
          <p:sp>
            <p:nvSpPr>
              <p:cNvPr id="4956" name="Google Shape;4956;p75"/>
              <p:cNvSpPr/>
              <p:nvPr/>
            </p:nvSpPr>
            <p:spPr>
              <a:xfrm>
                <a:off x="5894782" y="3180763"/>
                <a:ext cx="1262819" cy="788702"/>
              </a:xfrm>
              <a:custGeom>
                <a:rect b="b" l="l" r="r" t="t"/>
                <a:pathLst>
                  <a:path extrusionOk="0" h="1563328" w="2428541">
                    <a:moveTo>
                      <a:pt x="274217" y="97731"/>
                    </a:moveTo>
                    <a:cubicBezTo>
                      <a:pt x="-131398" y="291421"/>
                      <a:pt x="168426" y="569538"/>
                      <a:pt x="162920" y="806058"/>
                    </a:cubicBezTo>
                    <a:cubicBezTo>
                      <a:pt x="157414" y="1042578"/>
                      <a:pt x="-247990" y="1551404"/>
                      <a:pt x="241182" y="1516849"/>
                    </a:cubicBezTo>
                    <a:cubicBezTo>
                      <a:pt x="730354" y="1482294"/>
                      <a:pt x="1348366" y="1601980"/>
                      <a:pt x="1680646" y="1550075"/>
                    </a:cubicBezTo>
                    <a:cubicBezTo>
                      <a:pt x="2012926" y="1498170"/>
                      <a:pt x="2113092" y="1359748"/>
                      <a:pt x="2234864" y="1205420"/>
                    </a:cubicBezTo>
                    <a:cubicBezTo>
                      <a:pt x="2356636" y="1051093"/>
                      <a:pt x="2473489" y="824587"/>
                      <a:pt x="2411278" y="624110"/>
                    </a:cubicBezTo>
                    <a:cubicBezTo>
                      <a:pt x="2349067" y="423633"/>
                      <a:pt x="2314322" y="32821"/>
                      <a:pt x="1861595" y="2556"/>
                    </a:cubicBezTo>
                    <a:cubicBezTo>
                      <a:pt x="1408868" y="-27709"/>
                      <a:pt x="1429163" y="220565"/>
                      <a:pt x="1164600" y="236427"/>
                    </a:cubicBezTo>
                    <a:cubicBezTo>
                      <a:pt x="900037" y="252289"/>
                      <a:pt x="679832" y="-95959"/>
                      <a:pt x="274217" y="97731"/>
                    </a:cubicBez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7" name="Google Shape;4957;p75"/>
              <p:cNvSpPr txBox="1"/>
              <p:nvPr/>
            </p:nvSpPr>
            <p:spPr>
              <a:xfrm>
                <a:off x="5950684" y="3339619"/>
                <a:ext cx="1160639" cy="539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 Internet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inter-carrier IPX</a:t>
                </a:r>
                <a:endParaRPr/>
              </a:p>
            </p:txBody>
          </p:sp>
        </p:grpSp>
        <p:sp>
          <p:nvSpPr>
            <p:cNvPr id="4958" name="Google Shape;4958;p75"/>
            <p:cNvSpPr/>
            <p:nvPr/>
          </p:nvSpPr>
          <p:spPr>
            <a:xfrm>
              <a:off x="1930867" y="2117203"/>
              <a:ext cx="4448025" cy="1179354"/>
            </a:xfrm>
            <a:custGeom>
              <a:rect b="b" l="l" r="r" t="t"/>
              <a:pathLst>
                <a:path extrusionOk="0" h="1425543" w="5376544">
                  <a:moveTo>
                    <a:pt x="0" y="1425543"/>
                  </a:moveTo>
                  <a:lnTo>
                    <a:pt x="1362270" y="7290"/>
                  </a:lnTo>
                  <a:lnTo>
                    <a:pt x="3415004" y="7290"/>
                  </a:lnTo>
                  <a:lnTo>
                    <a:pt x="5376544" y="0"/>
                  </a:ln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miter lim="800000"/>
              <a:headEnd len="lg" w="lg" type="triangle"/>
              <a:tailEnd len="lg" w="lg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959" name="Google Shape;4959;p7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846393" y="3706018"/>
              <a:ext cx="827848" cy="425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0" name="Google Shape;4960;p7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87480" y="4335433"/>
              <a:ext cx="809869" cy="41993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961" name="Google Shape;4961;p75"/>
            <p:cNvGrpSpPr/>
            <p:nvPr/>
          </p:nvGrpSpPr>
          <p:grpSpPr>
            <a:xfrm>
              <a:off x="4246279" y="4070614"/>
              <a:ext cx="1391752" cy="1105103"/>
              <a:chOff x="6858253" y="4450703"/>
              <a:chExt cx="1682278" cy="1335792"/>
            </a:xfrm>
          </p:grpSpPr>
          <p:sp>
            <p:nvSpPr>
              <p:cNvPr id="4962" name="Google Shape;4962;p75"/>
              <p:cNvSpPr txBox="1"/>
              <p:nvPr/>
            </p:nvSpPr>
            <p:spPr>
              <a:xfrm>
                <a:off x="6858253" y="5325495"/>
                <a:ext cx="1682278" cy="46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Home Subscriber Service (</a:t>
                </a:r>
                <a:r>
                  <a:rPr b="1" lang="en-US" sz="11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</a:t>
                </a:r>
                <a:r>
                  <a:rPr lang="en-US" sz="11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)</a:t>
                </a:r>
                <a:endParaRPr/>
              </a:p>
            </p:txBody>
          </p:sp>
          <p:sp>
            <p:nvSpPr>
              <p:cNvPr id="4963" name="Google Shape;4963;p75"/>
              <p:cNvSpPr/>
              <p:nvPr/>
            </p:nvSpPr>
            <p:spPr>
              <a:xfrm>
                <a:off x="7310157" y="4956822"/>
                <a:ext cx="339376" cy="30995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4964" name="Google Shape;4964;p7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6867195" y="4450703"/>
                <a:ext cx="494727" cy="9228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965" name="Google Shape;4965;p7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693738" y="3109020"/>
              <a:ext cx="809653" cy="42300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66" name="Google Shape;4966;p75"/>
            <p:cNvCxnSpPr/>
            <p:nvPr/>
          </p:nvCxnSpPr>
          <p:spPr>
            <a:xfrm>
              <a:off x="3245444" y="4272785"/>
              <a:ext cx="1000835" cy="0"/>
            </a:xfrm>
            <a:prstGeom prst="straightConnector1">
              <a:avLst/>
            </a:prstGeom>
            <a:noFill/>
            <a:ln cap="flat" cmpd="sng" w="12700">
              <a:solidFill>
                <a:srgbClr val="0000A2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pic>
          <p:nvPicPr>
            <p:cNvPr id="4967" name="Google Shape;4967;p7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515813" y="2158967"/>
              <a:ext cx="849508" cy="4401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8" name="Google Shape;4968;p7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20869" y="1651314"/>
              <a:ext cx="849621" cy="43862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69" name="Google Shape;4969;p75"/>
            <p:cNvCxnSpPr/>
            <p:nvPr/>
          </p:nvCxnSpPr>
          <p:spPr>
            <a:xfrm rot="10800000">
              <a:off x="3086923" y="2476725"/>
              <a:ext cx="0" cy="1587521"/>
            </a:xfrm>
            <a:prstGeom prst="straightConnector1">
              <a:avLst/>
            </a:prstGeom>
            <a:noFill/>
            <a:ln cap="flat" cmpd="sng" w="12700">
              <a:solidFill>
                <a:srgbClr val="0000A2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4970" name="Google Shape;4970;p75"/>
            <p:cNvCxnSpPr/>
            <p:nvPr/>
          </p:nvCxnSpPr>
          <p:spPr>
            <a:xfrm>
              <a:off x="3385408" y="2224678"/>
              <a:ext cx="1072912" cy="0"/>
            </a:xfrm>
            <a:prstGeom prst="straightConnector1">
              <a:avLst/>
            </a:prstGeom>
            <a:noFill/>
            <a:ln cap="flat" cmpd="sng" w="12700">
              <a:solidFill>
                <a:srgbClr val="0000A2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4971" name="Google Shape;4971;p75"/>
            <p:cNvCxnSpPr/>
            <p:nvPr/>
          </p:nvCxnSpPr>
          <p:spPr>
            <a:xfrm>
              <a:off x="2038482" y="3575114"/>
              <a:ext cx="830852" cy="697671"/>
            </a:xfrm>
            <a:prstGeom prst="straightConnector1">
              <a:avLst/>
            </a:prstGeom>
            <a:noFill/>
            <a:ln cap="flat" cmpd="sng" w="12700">
              <a:solidFill>
                <a:srgbClr val="0000A2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4972" name="Google Shape;4972;p75"/>
            <p:cNvGrpSpPr/>
            <p:nvPr/>
          </p:nvGrpSpPr>
          <p:grpSpPr>
            <a:xfrm>
              <a:off x="1402312" y="2743392"/>
              <a:ext cx="729889" cy="731255"/>
              <a:chOff x="8972456" y="2172446"/>
              <a:chExt cx="729889" cy="731255"/>
            </a:xfrm>
          </p:grpSpPr>
          <p:sp>
            <p:nvSpPr>
              <p:cNvPr id="4973" name="Google Shape;4973;p75"/>
              <p:cNvSpPr/>
              <p:nvPr/>
            </p:nvSpPr>
            <p:spPr>
              <a:xfrm flipH="1" rot="10800000">
                <a:off x="9315793" y="2775681"/>
                <a:ext cx="386552" cy="12802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74" name="Google Shape;4974;p75"/>
              <p:cNvGrpSpPr/>
              <p:nvPr/>
            </p:nvGrpSpPr>
            <p:grpSpPr>
              <a:xfrm>
                <a:off x="9413404" y="2808271"/>
                <a:ext cx="173662" cy="80864"/>
                <a:chOff x="7493876" y="2774731"/>
                <a:chExt cx="1481958" cy="894622"/>
              </a:xfrm>
            </p:grpSpPr>
            <p:sp>
              <p:nvSpPr>
                <p:cNvPr id="4975" name="Google Shape;4975;p7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976" name="Google Shape;4976;p7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977" name="Google Shape;4977;p7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978" name="Google Shape;4978;p7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79" name="Google Shape;4979;p7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0" name="Google Shape;4980;p7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81" name="Google Shape;4981;p7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4982" name="Google Shape;4982;p75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9408547" y="2635712"/>
                <a:ext cx="99257" cy="18040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983" name="Google Shape;4983;p75"/>
              <p:cNvGrpSpPr/>
              <p:nvPr/>
            </p:nvGrpSpPr>
            <p:grpSpPr>
              <a:xfrm>
                <a:off x="8972456" y="2172446"/>
                <a:ext cx="457971" cy="723972"/>
                <a:chOff x="11134444" y="4019591"/>
                <a:chExt cx="812800" cy="1555448"/>
              </a:xfrm>
            </p:grpSpPr>
            <p:pic>
              <p:nvPicPr>
                <p:cNvPr id="4984" name="Google Shape;4984;p75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11134444" y="4019591"/>
                  <a:ext cx="812800" cy="673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4985" name="Google Shape;4985;p75"/>
                <p:cNvCxnSpPr/>
                <p:nvPr/>
              </p:nvCxnSpPr>
              <p:spPr>
                <a:xfrm>
                  <a:off x="11555834" y="4296181"/>
                  <a:ext cx="0" cy="1210541"/>
                </a:xfrm>
                <a:prstGeom prst="straightConnector1">
                  <a:avLst/>
                </a:prstGeom>
                <a:noFill/>
                <a:ln cap="flat" cmpd="sng" w="412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986" name="Google Shape;4986;p75"/>
                <p:cNvSpPr/>
                <p:nvPr/>
              </p:nvSpPr>
              <p:spPr>
                <a:xfrm>
                  <a:off x="11430859" y="5381469"/>
                  <a:ext cx="246480" cy="193570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987" name="Google Shape;4987;p75"/>
            <p:cNvGrpSpPr/>
            <p:nvPr/>
          </p:nvGrpSpPr>
          <p:grpSpPr>
            <a:xfrm>
              <a:off x="900276" y="2885635"/>
              <a:ext cx="376403" cy="410922"/>
              <a:chOff x="2751" y="1851"/>
              <a:chExt cx="462" cy="478"/>
            </a:xfrm>
          </p:grpSpPr>
          <p:pic>
            <p:nvPicPr>
              <p:cNvPr descr="iphone_stylized_small" id="4988" name="Google Shape;4988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989" name="Google Shape;4989;p7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990" name="Google Shape;4990;p75"/>
            <p:cNvSpPr txBox="1"/>
            <p:nvPr/>
          </p:nvSpPr>
          <p:spPr>
            <a:xfrm>
              <a:off x="3685740" y="2720839"/>
              <a:ext cx="3516475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4G mobile core: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boxes and protocols</a:t>
              </a:r>
              <a:endParaRPr/>
            </a:p>
          </p:txBody>
        </p:sp>
      </p:grpSp>
      <p:sp>
        <p:nvSpPr>
          <p:cNvPr id="4991" name="Google Shape;4991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6" name="Shape 4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" name="Google Shape;4997;p76"/>
          <p:cNvSpPr/>
          <p:nvPr/>
        </p:nvSpPr>
        <p:spPr>
          <a:xfrm>
            <a:off x="2877808" y="2592763"/>
            <a:ext cx="2028545" cy="1910938"/>
          </a:xfrm>
          <a:custGeom>
            <a:rect b="b" l="l" r="r" t="t"/>
            <a:pathLst>
              <a:path extrusionOk="0" h="747963" w="1416368">
                <a:moveTo>
                  <a:pt x="316359" y="54697"/>
                </a:moveTo>
                <a:cubicBezTo>
                  <a:pt x="210413" y="128847"/>
                  <a:pt x="352935" y="212563"/>
                  <a:pt x="302999" y="280977"/>
                </a:cubicBezTo>
                <a:cubicBezTo>
                  <a:pt x="253063" y="349392"/>
                  <a:pt x="53637" y="406560"/>
                  <a:pt x="16742" y="465184"/>
                </a:cubicBezTo>
                <a:cubicBezTo>
                  <a:pt x="-20153" y="523808"/>
                  <a:pt x="5001" y="588738"/>
                  <a:pt x="81630" y="632722"/>
                </a:cubicBezTo>
                <a:cubicBezTo>
                  <a:pt x="126197" y="651584"/>
                  <a:pt x="186687" y="729983"/>
                  <a:pt x="375373" y="745499"/>
                </a:cubicBezTo>
                <a:cubicBezTo>
                  <a:pt x="839434" y="742151"/>
                  <a:pt x="1121400" y="770074"/>
                  <a:pt x="1290443" y="695962"/>
                </a:cubicBezTo>
                <a:cubicBezTo>
                  <a:pt x="1459486" y="621850"/>
                  <a:pt x="1419461" y="427023"/>
                  <a:pt x="1389632" y="300828"/>
                </a:cubicBezTo>
                <a:cubicBezTo>
                  <a:pt x="1329974" y="181516"/>
                  <a:pt x="1276899" y="240884"/>
                  <a:pt x="1158608" y="87794"/>
                </a:cubicBezTo>
                <a:cubicBezTo>
                  <a:pt x="1055585" y="39709"/>
                  <a:pt x="911754" y="8031"/>
                  <a:pt x="850949" y="0"/>
                </a:cubicBezTo>
                <a:cubicBezTo>
                  <a:pt x="728192" y="7457"/>
                  <a:pt x="422305" y="-19453"/>
                  <a:pt x="316359" y="54697"/>
                </a:cubicBezTo>
                <a:close/>
              </a:path>
            </a:pathLst>
          </a:custGeom>
          <a:solidFill>
            <a:srgbClr val="DDEAF6">
              <a:alpha val="57647"/>
            </a:srgbClr>
          </a:solidFill>
          <a:ln cap="flat" cmpd="sng" w="9525">
            <a:solidFill>
              <a:srgbClr val="BBD6E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98" name="Google Shape;4998;p76"/>
          <p:cNvGrpSpPr/>
          <p:nvPr/>
        </p:nvGrpSpPr>
        <p:grpSpPr>
          <a:xfrm>
            <a:off x="3501629" y="3161094"/>
            <a:ext cx="973849" cy="644482"/>
            <a:chOff x="340314" y="825285"/>
            <a:chExt cx="710987" cy="468256"/>
          </a:xfrm>
        </p:grpSpPr>
        <p:sp>
          <p:nvSpPr>
            <p:cNvPr id="4999" name="Google Shape;4999;p76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00" name="Google Shape;5000;p76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5001" name="Google Shape;5001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002" name="Google Shape;5002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003" name="Google Shape;5003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04" name="Google Shape;5004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5" name="Google Shape;5005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6" name="Google Shape;5006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7" name="Google Shape;5007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5008" name="Google Shape;5008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9" name="Google Shape;5009;p76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5010" name="Google Shape;5010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491" y="884230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1" name="Google Shape;5011;p76"/>
            <p:cNvSpPr/>
            <p:nvPr/>
          </p:nvSpPr>
          <p:spPr>
            <a:xfrm>
              <a:off x="782824" y="99783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2" name="Google Shape;5012;p76"/>
          <p:cNvGrpSpPr/>
          <p:nvPr/>
        </p:nvGrpSpPr>
        <p:grpSpPr>
          <a:xfrm>
            <a:off x="1413328" y="1917913"/>
            <a:ext cx="1977689" cy="1908337"/>
            <a:chOff x="1816172" y="1778416"/>
            <a:chExt cx="1977689" cy="1908337"/>
          </a:xfrm>
        </p:grpSpPr>
        <p:sp>
          <p:nvSpPr>
            <p:cNvPr id="5013" name="Google Shape;5013;p76"/>
            <p:cNvSpPr/>
            <p:nvPr/>
          </p:nvSpPr>
          <p:spPr>
            <a:xfrm>
              <a:off x="2450739" y="1858953"/>
              <a:ext cx="1343122" cy="1642454"/>
            </a:xfrm>
            <a:custGeom>
              <a:rect b="b" l="l" r="r" t="t"/>
              <a:pathLst>
                <a:path extrusionOk="0" h="875411" w="1681609">
                  <a:moveTo>
                    <a:pt x="245102" y="10669"/>
                  </a:moveTo>
                  <a:cubicBezTo>
                    <a:pt x="73970" y="45089"/>
                    <a:pt x="108601" y="195061"/>
                    <a:pt x="92339" y="276627"/>
                  </a:cubicBezTo>
                  <a:cubicBezTo>
                    <a:pt x="76077" y="358193"/>
                    <a:pt x="165124" y="442850"/>
                    <a:pt x="147532" y="500063"/>
                  </a:cubicBezTo>
                  <a:cubicBezTo>
                    <a:pt x="129940" y="557276"/>
                    <a:pt x="39204" y="601904"/>
                    <a:pt x="14615" y="652057"/>
                  </a:cubicBezTo>
                  <a:cubicBezTo>
                    <a:pt x="-9974" y="702210"/>
                    <a:pt x="62501" y="723150"/>
                    <a:pt x="0" y="800979"/>
                  </a:cubicBezTo>
                  <a:cubicBezTo>
                    <a:pt x="56492" y="880762"/>
                    <a:pt x="482696" y="884704"/>
                    <a:pt x="703183" y="866375"/>
                  </a:cubicBezTo>
                  <a:cubicBezTo>
                    <a:pt x="793580" y="871488"/>
                    <a:pt x="1399521" y="848643"/>
                    <a:pt x="1558626" y="766070"/>
                  </a:cubicBezTo>
                  <a:cubicBezTo>
                    <a:pt x="1717731" y="683497"/>
                    <a:pt x="1687644" y="497131"/>
                    <a:pt x="1657815" y="370936"/>
                  </a:cubicBezTo>
                  <a:cubicBezTo>
                    <a:pt x="1598157" y="251624"/>
                    <a:pt x="1241421" y="258072"/>
                    <a:pt x="1217050" y="221148"/>
                  </a:cubicBezTo>
                  <a:cubicBezTo>
                    <a:pt x="1192679" y="184224"/>
                    <a:pt x="1293547" y="145105"/>
                    <a:pt x="1119132" y="70108"/>
                  </a:cubicBezTo>
                  <a:cubicBezTo>
                    <a:pt x="1013853" y="32921"/>
                    <a:pt x="416234" y="-23751"/>
                    <a:pt x="245102" y="10669"/>
                  </a:cubicBezTo>
                  <a:close/>
                </a:path>
              </a:pathLst>
            </a:custGeom>
            <a:solidFill>
              <a:srgbClr val="DDEAF6"/>
            </a:solidFill>
            <a:ln cap="flat" cmpd="sng" w="9525">
              <a:solidFill>
                <a:srgbClr val="9CC2E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14" name="Google Shape;5014;p76"/>
            <p:cNvGrpSpPr/>
            <p:nvPr/>
          </p:nvGrpSpPr>
          <p:grpSpPr>
            <a:xfrm>
              <a:off x="1895686" y="1906660"/>
              <a:ext cx="346882" cy="278715"/>
              <a:chOff x="2751" y="1851"/>
              <a:chExt cx="462" cy="478"/>
            </a:xfrm>
          </p:grpSpPr>
          <p:pic>
            <p:nvPicPr>
              <p:cNvPr descr="iphone_stylized_small" id="5015" name="Google Shape;5015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016" name="Google Shape;5016;p7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017" name="Google Shape;5017;p76"/>
            <p:cNvGrpSpPr/>
            <p:nvPr/>
          </p:nvGrpSpPr>
          <p:grpSpPr>
            <a:xfrm>
              <a:off x="1940847" y="2968234"/>
              <a:ext cx="217656" cy="207441"/>
              <a:chOff x="7432700" y="2327293"/>
              <a:chExt cx="534987" cy="414882"/>
            </a:xfrm>
          </p:grpSpPr>
          <p:pic>
            <p:nvPicPr>
              <p:cNvPr descr="antenna_stylized" id="5018" name="Google Shape;5018;p7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5019" name="Google Shape;5019;p7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20" name="Google Shape;5020;p76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5021" name="Google Shape;5021;p7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22" name="Google Shape;5022;p76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3" name="Google Shape;5023;p76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4" name="Google Shape;5024;p76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5" name="Google Shape;5025;p76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6" name="Google Shape;5026;p76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7" name="Google Shape;5027;p76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28" name="Google Shape;5028;p76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5029" name="Google Shape;5029;p76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0" name="Google Shape;5030;p76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1" name="Google Shape;5031;p76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2" name="Google Shape;5032;p76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3" name="Google Shape;5033;p76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4" name="Google Shape;5034;p76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035" name="Google Shape;5035;p76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6" name="Google Shape;5036;p76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7" name="Google Shape;5037;p76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8" name="Google Shape;5038;p76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9" name="Google Shape;5039;p76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0" name="Google Shape;5040;p76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41" name="Google Shape;5041;p76"/>
            <p:cNvGrpSpPr/>
            <p:nvPr/>
          </p:nvGrpSpPr>
          <p:grpSpPr>
            <a:xfrm>
              <a:off x="1816172" y="2502167"/>
              <a:ext cx="429079" cy="145970"/>
              <a:chOff x="8493165" y="2029804"/>
              <a:chExt cx="849312" cy="226109"/>
            </a:xfrm>
          </p:grpSpPr>
          <p:pic>
            <p:nvPicPr>
              <p:cNvPr descr="car_icon_small" id="5042" name="Google Shape;5042;p7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043" name="Google Shape;5043;p7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044" name="Google Shape;5044;p76"/>
            <p:cNvGrpSpPr/>
            <p:nvPr/>
          </p:nvGrpSpPr>
          <p:grpSpPr>
            <a:xfrm>
              <a:off x="2659772" y="1892122"/>
              <a:ext cx="179923" cy="467709"/>
              <a:chOff x="2620015" y="53195"/>
              <a:chExt cx="179923" cy="467709"/>
            </a:xfrm>
          </p:grpSpPr>
          <p:grpSp>
            <p:nvGrpSpPr>
              <p:cNvPr id="5045" name="Google Shape;5045;p76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046" name="Google Shape;5046;p76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47" name="Google Shape;5047;p76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048" name="Google Shape;5048;p76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49" name="Google Shape;5049;p76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50" name="Google Shape;5050;p76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51" name="Google Shape;5051;p76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52" name="Google Shape;5052;p76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53" name="Google Shape;5053;p76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054" name="Google Shape;5054;p76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055" name="Google Shape;5055;p7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56" name="Google Shape;5056;p7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57" name="Google Shape;5057;p7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58" name="Google Shape;5058;p7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59" name="Google Shape;5059;p7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0" name="Google Shape;5060;p7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1" name="Google Shape;5061;p7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2" name="Google Shape;5062;p7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3" name="Google Shape;5063;p7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4" name="Google Shape;5064;p7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5" name="Google Shape;5065;p7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6" name="Google Shape;5066;p7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7" name="Google Shape;5067;p7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8" name="Google Shape;5068;p7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69" name="Google Shape;5069;p7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5070" name="Google Shape;5070;p76"/>
            <p:cNvSpPr/>
            <p:nvPr/>
          </p:nvSpPr>
          <p:spPr>
            <a:xfrm>
              <a:off x="1923013" y="1778416"/>
              <a:ext cx="299186" cy="160024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71" name="Google Shape;5071;p76"/>
            <p:cNvGrpSpPr/>
            <p:nvPr/>
          </p:nvGrpSpPr>
          <p:grpSpPr>
            <a:xfrm>
              <a:off x="2490976" y="2974075"/>
              <a:ext cx="179923" cy="467709"/>
              <a:chOff x="2620015" y="53195"/>
              <a:chExt cx="179923" cy="467709"/>
            </a:xfrm>
          </p:grpSpPr>
          <p:grpSp>
            <p:nvGrpSpPr>
              <p:cNvPr id="5072" name="Google Shape;5072;p76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073" name="Google Shape;5073;p76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74" name="Google Shape;5074;p76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075" name="Google Shape;5075;p76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76" name="Google Shape;5076;p76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77" name="Google Shape;5077;p76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78" name="Google Shape;5078;p76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79" name="Google Shape;5079;p76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80" name="Google Shape;5080;p76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081" name="Google Shape;5081;p76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082" name="Google Shape;5082;p7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83" name="Google Shape;5083;p7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84" name="Google Shape;5084;p7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85" name="Google Shape;5085;p7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86" name="Google Shape;5086;p7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87" name="Google Shape;5087;p7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88" name="Google Shape;5088;p7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89" name="Google Shape;5089;p7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90" name="Google Shape;5090;p7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91" name="Google Shape;5091;p7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92" name="Google Shape;5092;p7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93" name="Google Shape;5093;p7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94" name="Google Shape;5094;p7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95" name="Google Shape;5095;p7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96" name="Google Shape;5096;p7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097" name="Google Shape;5097;p76"/>
            <p:cNvGrpSpPr/>
            <p:nvPr/>
          </p:nvGrpSpPr>
          <p:grpSpPr>
            <a:xfrm>
              <a:off x="2880161" y="2402531"/>
              <a:ext cx="710987" cy="468256"/>
              <a:chOff x="340314" y="825285"/>
              <a:chExt cx="710987" cy="468256"/>
            </a:xfrm>
          </p:grpSpPr>
          <p:sp>
            <p:nvSpPr>
              <p:cNvPr id="5098" name="Google Shape;5098;p76"/>
              <p:cNvSpPr/>
              <p:nvPr/>
            </p:nvSpPr>
            <p:spPr>
              <a:xfrm flipH="1" rot="10800000">
                <a:off x="340314" y="1069853"/>
                <a:ext cx="710987" cy="22368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99" name="Google Shape;5099;p76"/>
              <p:cNvGrpSpPr/>
              <p:nvPr/>
            </p:nvGrpSpPr>
            <p:grpSpPr>
              <a:xfrm>
                <a:off x="519850" y="1126794"/>
                <a:ext cx="319417" cy="141292"/>
                <a:chOff x="7493876" y="2774731"/>
                <a:chExt cx="1481958" cy="894622"/>
              </a:xfrm>
            </p:grpSpPr>
            <p:sp>
              <p:nvSpPr>
                <p:cNvPr id="5100" name="Google Shape;5100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101" name="Google Shape;5101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102" name="Google Shape;5102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103" name="Google Shape;5103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04" name="Google Shape;5104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05" name="Google Shape;5105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06" name="Google Shape;5106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5107" name="Google Shape;5107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0917" y="825285"/>
                <a:ext cx="182563" cy="3152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08" name="Google Shape;5108;p76"/>
              <p:cNvSpPr/>
              <p:nvPr/>
            </p:nvSpPr>
            <p:spPr>
              <a:xfrm>
                <a:off x="693480" y="934168"/>
                <a:ext cx="174480" cy="184305"/>
              </a:xfrm>
              <a:prstGeom prst="can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09" name="Google Shape;5109;p76"/>
            <p:cNvSpPr/>
            <p:nvPr/>
          </p:nvSpPr>
          <p:spPr>
            <a:xfrm rot="1604261">
              <a:off x="2076561" y="29463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0" name="Google Shape;5110;p76"/>
            <p:cNvSpPr/>
            <p:nvPr/>
          </p:nvSpPr>
          <p:spPr>
            <a:xfrm rot="-485378">
              <a:off x="2158441" y="23212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1" name="Google Shape;5111;p76"/>
            <p:cNvSpPr/>
            <p:nvPr/>
          </p:nvSpPr>
          <p:spPr>
            <a:xfrm rot="1560791">
              <a:off x="2192719" y="1988545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2" name="Google Shape;5112;p76"/>
            <p:cNvSpPr txBox="1"/>
            <p:nvPr/>
          </p:nvSpPr>
          <p:spPr>
            <a:xfrm>
              <a:off x="2249867" y="2479172"/>
              <a:ext cx="54854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</a:t>
              </a:r>
              <a:endParaRPr/>
            </a:p>
          </p:txBody>
        </p:sp>
        <p:sp>
          <p:nvSpPr>
            <p:cNvPr id="5113" name="Google Shape;5113;p76"/>
            <p:cNvSpPr txBox="1"/>
            <p:nvPr/>
          </p:nvSpPr>
          <p:spPr>
            <a:xfrm>
              <a:off x="1875519" y="3348199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endParaRPr/>
            </a:p>
          </p:txBody>
        </p:sp>
        <p:cxnSp>
          <p:nvCxnSpPr>
            <p:cNvPr id="5114" name="Google Shape;5114;p76"/>
            <p:cNvCxnSpPr>
              <a:stCxn id="5061" idx="0"/>
              <a:endCxn id="5101" idx="1"/>
            </p:cNvCxnSpPr>
            <p:nvPr/>
          </p:nvCxnSpPr>
          <p:spPr>
            <a:xfrm>
              <a:off x="2823702" y="2322035"/>
              <a:ext cx="282900" cy="39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15" name="Google Shape;5115;p76"/>
            <p:cNvCxnSpPr>
              <a:endCxn id="5116" idx="0"/>
            </p:cNvCxnSpPr>
            <p:nvPr/>
          </p:nvCxnSpPr>
          <p:spPr>
            <a:xfrm flipH="1" rot="10800000">
              <a:off x="2637218" y="2874097"/>
              <a:ext cx="560700" cy="584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16" name="Google Shape;5116;p76"/>
            <p:cNvSpPr txBox="1"/>
            <p:nvPr/>
          </p:nvSpPr>
          <p:spPr>
            <a:xfrm>
              <a:off x="2761601" y="2874097"/>
              <a:ext cx="872633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 Edge DC</a:t>
              </a:r>
              <a:endParaRPr/>
            </a:p>
          </p:txBody>
        </p:sp>
      </p:grpSp>
      <p:grpSp>
        <p:nvGrpSpPr>
          <p:cNvPr id="5117" name="Google Shape;5117;p76"/>
          <p:cNvGrpSpPr/>
          <p:nvPr/>
        </p:nvGrpSpPr>
        <p:grpSpPr>
          <a:xfrm>
            <a:off x="1480521" y="3868601"/>
            <a:ext cx="1977689" cy="1908337"/>
            <a:chOff x="1816172" y="1778416"/>
            <a:chExt cx="1977689" cy="1908337"/>
          </a:xfrm>
        </p:grpSpPr>
        <p:sp>
          <p:nvSpPr>
            <p:cNvPr id="5118" name="Google Shape;5118;p76"/>
            <p:cNvSpPr/>
            <p:nvPr/>
          </p:nvSpPr>
          <p:spPr>
            <a:xfrm>
              <a:off x="2450739" y="1858953"/>
              <a:ext cx="1343122" cy="1642454"/>
            </a:xfrm>
            <a:custGeom>
              <a:rect b="b" l="l" r="r" t="t"/>
              <a:pathLst>
                <a:path extrusionOk="0" h="875411" w="1681609">
                  <a:moveTo>
                    <a:pt x="245102" y="10669"/>
                  </a:moveTo>
                  <a:cubicBezTo>
                    <a:pt x="73970" y="45089"/>
                    <a:pt x="108601" y="195061"/>
                    <a:pt x="92339" y="276627"/>
                  </a:cubicBezTo>
                  <a:cubicBezTo>
                    <a:pt x="76077" y="358193"/>
                    <a:pt x="165124" y="442850"/>
                    <a:pt x="147532" y="500063"/>
                  </a:cubicBezTo>
                  <a:cubicBezTo>
                    <a:pt x="129940" y="557276"/>
                    <a:pt x="39204" y="601904"/>
                    <a:pt x="14615" y="652057"/>
                  </a:cubicBezTo>
                  <a:cubicBezTo>
                    <a:pt x="-9974" y="702210"/>
                    <a:pt x="62501" y="723150"/>
                    <a:pt x="0" y="800979"/>
                  </a:cubicBezTo>
                  <a:cubicBezTo>
                    <a:pt x="56492" y="880762"/>
                    <a:pt x="482696" y="884704"/>
                    <a:pt x="703183" y="866375"/>
                  </a:cubicBezTo>
                  <a:cubicBezTo>
                    <a:pt x="793580" y="871488"/>
                    <a:pt x="1399521" y="848643"/>
                    <a:pt x="1558626" y="766070"/>
                  </a:cubicBezTo>
                  <a:cubicBezTo>
                    <a:pt x="1717731" y="683497"/>
                    <a:pt x="1687644" y="497131"/>
                    <a:pt x="1657815" y="370936"/>
                  </a:cubicBezTo>
                  <a:cubicBezTo>
                    <a:pt x="1598157" y="251624"/>
                    <a:pt x="1241421" y="258072"/>
                    <a:pt x="1217050" y="221148"/>
                  </a:cubicBezTo>
                  <a:cubicBezTo>
                    <a:pt x="1192679" y="184224"/>
                    <a:pt x="1293547" y="145105"/>
                    <a:pt x="1119132" y="70108"/>
                  </a:cubicBezTo>
                  <a:cubicBezTo>
                    <a:pt x="1013853" y="32921"/>
                    <a:pt x="416234" y="-23751"/>
                    <a:pt x="245102" y="10669"/>
                  </a:cubicBezTo>
                  <a:close/>
                </a:path>
              </a:pathLst>
            </a:custGeom>
            <a:solidFill>
              <a:srgbClr val="DDEAF6"/>
            </a:solidFill>
            <a:ln cap="flat" cmpd="sng" w="9525">
              <a:solidFill>
                <a:srgbClr val="9CC2E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19" name="Google Shape;5119;p76"/>
            <p:cNvGrpSpPr/>
            <p:nvPr/>
          </p:nvGrpSpPr>
          <p:grpSpPr>
            <a:xfrm>
              <a:off x="1895686" y="1906660"/>
              <a:ext cx="346882" cy="278715"/>
              <a:chOff x="2751" y="1851"/>
              <a:chExt cx="462" cy="478"/>
            </a:xfrm>
          </p:grpSpPr>
          <p:pic>
            <p:nvPicPr>
              <p:cNvPr descr="iphone_stylized_small" id="5120" name="Google Shape;5120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121" name="Google Shape;5121;p7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122" name="Google Shape;5122;p76"/>
            <p:cNvGrpSpPr/>
            <p:nvPr/>
          </p:nvGrpSpPr>
          <p:grpSpPr>
            <a:xfrm>
              <a:off x="1940847" y="2968234"/>
              <a:ext cx="217656" cy="207441"/>
              <a:chOff x="7432700" y="2327293"/>
              <a:chExt cx="534987" cy="414882"/>
            </a:xfrm>
          </p:grpSpPr>
          <p:pic>
            <p:nvPicPr>
              <p:cNvPr descr="antenna_stylized" id="5123" name="Google Shape;5123;p7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5124" name="Google Shape;5124;p7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25" name="Google Shape;5125;p76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5126" name="Google Shape;5126;p7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27" name="Google Shape;5127;p76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8" name="Google Shape;5128;p76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9" name="Google Shape;5129;p76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0" name="Google Shape;5130;p76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1" name="Google Shape;5131;p76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2" name="Google Shape;5132;p76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33" name="Google Shape;5133;p76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5134" name="Google Shape;5134;p76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5" name="Google Shape;5135;p76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6" name="Google Shape;5136;p76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7" name="Google Shape;5137;p76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8" name="Google Shape;5138;p76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9" name="Google Shape;5139;p76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140" name="Google Shape;5140;p76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1" name="Google Shape;5141;p76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2" name="Google Shape;5142;p76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3" name="Google Shape;5143;p76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4" name="Google Shape;5144;p76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5" name="Google Shape;5145;p76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6" name="Google Shape;5146;p76"/>
            <p:cNvGrpSpPr/>
            <p:nvPr/>
          </p:nvGrpSpPr>
          <p:grpSpPr>
            <a:xfrm>
              <a:off x="1816172" y="2502167"/>
              <a:ext cx="429079" cy="145970"/>
              <a:chOff x="8493165" y="2029804"/>
              <a:chExt cx="849312" cy="226109"/>
            </a:xfrm>
          </p:grpSpPr>
          <p:pic>
            <p:nvPicPr>
              <p:cNvPr descr="car_icon_small" id="5147" name="Google Shape;5147;p7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148" name="Google Shape;5148;p7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149" name="Google Shape;5149;p76"/>
            <p:cNvGrpSpPr/>
            <p:nvPr/>
          </p:nvGrpSpPr>
          <p:grpSpPr>
            <a:xfrm>
              <a:off x="2659772" y="1892122"/>
              <a:ext cx="179923" cy="467709"/>
              <a:chOff x="2620015" y="53195"/>
              <a:chExt cx="179923" cy="467709"/>
            </a:xfrm>
          </p:grpSpPr>
          <p:grpSp>
            <p:nvGrpSpPr>
              <p:cNvPr id="5150" name="Google Shape;5150;p76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151" name="Google Shape;5151;p76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152" name="Google Shape;5152;p76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153" name="Google Shape;5153;p76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4" name="Google Shape;5154;p76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5" name="Google Shape;5155;p76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6" name="Google Shape;5156;p76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7" name="Google Shape;5157;p76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8" name="Google Shape;5158;p76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159" name="Google Shape;5159;p76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160" name="Google Shape;5160;p7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1" name="Google Shape;5161;p7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2" name="Google Shape;5162;p7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3" name="Google Shape;5163;p7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4" name="Google Shape;5164;p7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5" name="Google Shape;5165;p7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6" name="Google Shape;5166;p7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7" name="Google Shape;5167;p7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8" name="Google Shape;5168;p7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69" name="Google Shape;5169;p7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70" name="Google Shape;5170;p7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71" name="Google Shape;5171;p7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72" name="Google Shape;5172;p7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73" name="Google Shape;5173;p7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74" name="Google Shape;5174;p7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5175" name="Google Shape;5175;p76"/>
            <p:cNvSpPr/>
            <p:nvPr/>
          </p:nvSpPr>
          <p:spPr>
            <a:xfrm>
              <a:off x="1923013" y="1778416"/>
              <a:ext cx="299186" cy="160024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76" name="Google Shape;5176;p76"/>
            <p:cNvGrpSpPr/>
            <p:nvPr/>
          </p:nvGrpSpPr>
          <p:grpSpPr>
            <a:xfrm>
              <a:off x="2490976" y="2974075"/>
              <a:ext cx="179923" cy="467709"/>
              <a:chOff x="2620015" y="53195"/>
              <a:chExt cx="179923" cy="467709"/>
            </a:xfrm>
          </p:grpSpPr>
          <p:grpSp>
            <p:nvGrpSpPr>
              <p:cNvPr id="5177" name="Google Shape;5177;p76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178" name="Google Shape;5178;p76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179" name="Google Shape;5179;p76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180" name="Google Shape;5180;p76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1" name="Google Shape;5181;p76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2" name="Google Shape;5182;p76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3" name="Google Shape;5183;p76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4" name="Google Shape;5184;p76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5" name="Google Shape;5185;p76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186" name="Google Shape;5186;p76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187" name="Google Shape;5187;p7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88" name="Google Shape;5188;p7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89" name="Google Shape;5189;p7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0" name="Google Shape;5190;p7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1" name="Google Shape;5191;p7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2" name="Google Shape;5192;p7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3" name="Google Shape;5193;p7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4" name="Google Shape;5194;p7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5" name="Google Shape;5195;p7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6" name="Google Shape;5196;p7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7" name="Google Shape;5197;p7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8" name="Google Shape;5198;p7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199" name="Google Shape;5199;p7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00" name="Google Shape;5200;p7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01" name="Google Shape;5201;p7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202" name="Google Shape;5202;p76"/>
            <p:cNvGrpSpPr/>
            <p:nvPr/>
          </p:nvGrpSpPr>
          <p:grpSpPr>
            <a:xfrm>
              <a:off x="2880161" y="2402531"/>
              <a:ext cx="710987" cy="468256"/>
              <a:chOff x="340314" y="825285"/>
              <a:chExt cx="710987" cy="468256"/>
            </a:xfrm>
          </p:grpSpPr>
          <p:sp>
            <p:nvSpPr>
              <p:cNvPr id="5203" name="Google Shape;5203;p76"/>
              <p:cNvSpPr/>
              <p:nvPr/>
            </p:nvSpPr>
            <p:spPr>
              <a:xfrm flipH="1" rot="10800000">
                <a:off x="340314" y="1069853"/>
                <a:ext cx="710987" cy="22368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4" name="Google Shape;5204;p76"/>
              <p:cNvGrpSpPr/>
              <p:nvPr/>
            </p:nvGrpSpPr>
            <p:grpSpPr>
              <a:xfrm>
                <a:off x="519850" y="1126794"/>
                <a:ext cx="319417" cy="141292"/>
                <a:chOff x="7493876" y="2774731"/>
                <a:chExt cx="1481958" cy="894622"/>
              </a:xfrm>
            </p:grpSpPr>
            <p:sp>
              <p:nvSpPr>
                <p:cNvPr id="5205" name="Google Shape;5205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206" name="Google Shape;5206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207" name="Google Shape;5207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208" name="Google Shape;5208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09" name="Google Shape;5209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10" name="Google Shape;5210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11" name="Google Shape;5211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5212" name="Google Shape;5212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0917" y="825285"/>
                <a:ext cx="182563" cy="3152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13" name="Google Shape;5213;p76"/>
              <p:cNvSpPr/>
              <p:nvPr/>
            </p:nvSpPr>
            <p:spPr>
              <a:xfrm>
                <a:off x="693480" y="934168"/>
                <a:ext cx="174480" cy="184305"/>
              </a:xfrm>
              <a:prstGeom prst="can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14" name="Google Shape;5214;p76"/>
            <p:cNvSpPr/>
            <p:nvPr/>
          </p:nvSpPr>
          <p:spPr>
            <a:xfrm rot="1604261">
              <a:off x="2076561" y="29463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5" name="Google Shape;5215;p76"/>
            <p:cNvSpPr/>
            <p:nvPr/>
          </p:nvSpPr>
          <p:spPr>
            <a:xfrm rot="-485378">
              <a:off x="2158441" y="23212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6" name="Google Shape;5216;p76"/>
            <p:cNvSpPr/>
            <p:nvPr/>
          </p:nvSpPr>
          <p:spPr>
            <a:xfrm rot="1560791">
              <a:off x="2192719" y="1988545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7" name="Google Shape;5217;p76"/>
            <p:cNvSpPr txBox="1"/>
            <p:nvPr/>
          </p:nvSpPr>
          <p:spPr>
            <a:xfrm>
              <a:off x="2249867" y="2479172"/>
              <a:ext cx="54854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</a:t>
              </a:r>
              <a:endParaRPr/>
            </a:p>
          </p:txBody>
        </p:sp>
        <p:sp>
          <p:nvSpPr>
            <p:cNvPr id="5218" name="Google Shape;5218;p76"/>
            <p:cNvSpPr txBox="1"/>
            <p:nvPr/>
          </p:nvSpPr>
          <p:spPr>
            <a:xfrm>
              <a:off x="1875519" y="3348199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endParaRPr/>
            </a:p>
          </p:txBody>
        </p:sp>
        <p:cxnSp>
          <p:nvCxnSpPr>
            <p:cNvPr id="5219" name="Google Shape;5219;p76"/>
            <p:cNvCxnSpPr>
              <a:stCxn id="5166" idx="0"/>
              <a:endCxn id="5206" idx="1"/>
            </p:cNvCxnSpPr>
            <p:nvPr/>
          </p:nvCxnSpPr>
          <p:spPr>
            <a:xfrm>
              <a:off x="2823702" y="2322035"/>
              <a:ext cx="282900" cy="39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20" name="Google Shape;5220;p76"/>
            <p:cNvCxnSpPr>
              <a:endCxn id="5221" idx="0"/>
            </p:cNvCxnSpPr>
            <p:nvPr/>
          </p:nvCxnSpPr>
          <p:spPr>
            <a:xfrm flipH="1" rot="10800000">
              <a:off x="2637218" y="2874097"/>
              <a:ext cx="560700" cy="584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21" name="Google Shape;5221;p76"/>
            <p:cNvSpPr txBox="1"/>
            <p:nvPr/>
          </p:nvSpPr>
          <p:spPr>
            <a:xfrm>
              <a:off x="2761601" y="2874097"/>
              <a:ext cx="872633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 Edge DC</a:t>
              </a:r>
              <a:endParaRPr/>
            </a:p>
          </p:txBody>
        </p:sp>
      </p:grpSp>
      <p:sp>
        <p:nvSpPr>
          <p:cNvPr id="5222" name="Google Shape;5222;p76"/>
          <p:cNvSpPr txBox="1"/>
          <p:nvPr/>
        </p:nvSpPr>
        <p:spPr>
          <a:xfrm>
            <a:off x="3492075" y="3738458"/>
            <a:ext cx="8692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DC</a:t>
            </a:r>
            <a:endParaRPr/>
          </a:p>
        </p:txBody>
      </p:sp>
      <p:sp>
        <p:nvSpPr>
          <p:cNvPr id="5223" name="Google Shape;5223;p76"/>
          <p:cNvSpPr txBox="1"/>
          <p:nvPr/>
        </p:nvSpPr>
        <p:spPr>
          <a:xfrm>
            <a:off x="3344657" y="4170778"/>
            <a:ext cx="1207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Core</a:t>
            </a:r>
            <a:endParaRPr/>
          </a:p>
        </p:txBody>
      </p:sp>
      <p:sp>
        <p:nvSpPr>
          <p:cNvPr id="5224" name="Google Shape;5224;p76"/>
          <p:cNvSpPr/>
          <p:nvPr/>
        </p:nvSpPr>
        <p:spPr>
          <a:xfrm flipH="1">
            <a:off x="8726057" y="1965650"/>
            <a:ext cx="1343122" cy="1642454"/>
          </a:xfrm>
          <a:custGeom>
            <a:rect b="b" l="l" r="r" t="t"/>
            <a:pathLst>
              <a:path extrusionOk="0" h="875411" w="1681609">
                <a:moveTo>
                  <a:pt x="245102" y="10669"/>
                </a:moveTo>
                <a:cubicBezTo>
                  <a:pt x="73970" y="45089"/>
                  <a:pt x="108601" y="195061"/>
                  <a:pt x="92339" y="276627"/>
                </a:cubicBezTo>
                <a:cubicBezTo>
                  <a:pt x="76077" y="358193"/>
                  <a:pt x="165124" y="442850"/>
                  <a:pt x="147532" y="500063"/>
                </a:cubicBezTo>
                <a:cubicBezTo>
                  <a:pt x="129940" y="557276"/>
                  <a:pt x="39204" y="601904"/>
                  <a:pt x="14615" y="652057"/>
                </a:cubicBezTo>
                <a:cubicBezTo>
                  <a:pt x="-9974" y="702210"/>
                  <a:pt x="62501" y="723150"/>
                  <a:pt x="0" y="800979"/>
                </a:cubicBezTo>
                <a:cubicBezTo>
                  <a:pt x="56492" y="880762"/>
                  <a:pt x="482696" y="884704"/>
                  <a:pt x="703183" y="866375"/>
                </a:cubicBezTo>
                <a:cubicBezTo>
                  <a:pt x="793580" y="871488"/>
                  <a:pt x="1399521" y="848643"/>
                  <a:pt x="1558626" y="766070"/>
                </a:cubicBezTo>
                <a:cubicBezTo>
                  <a:pt x="1717731" y="683497"/>
                  <a:pt x="1687644" y="497131"/>
                  <a:pt x="1657815" y="370936"/>
                </a:cubicBezTo>
                <a:cubicBezTo>
                  <a:pt x="1598157" y="251624"/>
                  <a:pt x="1241421" y="258072"/>
                  <a:pt x="1217050" y="221148"/>
                </a:cubicBezTo>
                <a:cubicBezTo>
                  <a:pt x="1192679" y="184224"/>
                  <a:pt x="1293547" y="145105"/>
                  <a:pt x="1119132" y="70108"/>
                </a:cubicBezTo>
                <a:cubicBezTo>
                  <a:pt x="1013853" y="32921"/>
                  <a:pt x="416234" y="-23751"/>
                  <a:pt x="245102" y="10669"/>
                </a:cubicBezTo>
                <a:close/>
              </a:path>
            </a:pathLst>
          </a:custGeom>
          <a:solidFill>
            <a:srgbClr val="DDEAF6"/>
          </a:solidFill>
          <a:ln cap="flat" cmpd="sng" w="9525">
            <a:solidFill>
              <a:srgbClr val="9CC2E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25" name="Google Shape;5225;p76"/>
          <p:cNvGrpSpPr/>
          <p:nvPr/>
        </p:nvGrpSpPr>
        <p:grpSpPr>
          <a:xfrm flipH="1">
            <a:off x="10277350" y="2013357"/>
            <a:ext cx="346882" cy="278715"/>
            <a:chOff x="2751" y="1851"/>
            <a:chExt cx="462" cy="478"/>
          </a:xfrm>
        </p:grpSpPr>
        <p:pic>
          <p:nvPicPr>
            <p:cNvPr descr="iphone_stylized_small" id="5226" name="Google Shape;5226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227" name="Google Shape;5227;p7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28" name="Google Shape;5228;p76"/>
          <p:cNvGrpSpPr/>
          <p:nvPr/>
        </p:nvGrpSpPr>
        <p:grpSpPr>
          <a:xfrm flipH="1">
            <a:off x="10361415" y="3074931"/>
            <a:ext cx="217656" cy="207441"/>
            <a:chOff x="7432700" y="2327293"/>
            <a:chExt cx="534987" cy="414882"/>
          </a:xfrm>
        </p:grpSpPr>
        <p:pic>
          <p:nvPicPr>
            <p:cNvPr descr="antenna_stylized" id="5229" name="Google Shape;5229;p7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230" name="Google Shape;5230;p7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1" name="Google Shape;5231;p76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232" name="Google Shape;5232;p7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3" name="Google Shape;5233;p76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4" name="Google Shape;5234;p76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5" name="Google Shape;5235;p76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6" name="Google Shape;5236;p76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7" name="Google Shape;5237;p76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8" name="Google Shape;5238;p76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39" name="Google Shape;5239;p76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5240" name="Google Shape;5240;p7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1" name="Google Shape;5241;p7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2" name="Google Shape;5242;p7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3" name="Google Shape;5243;p7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4" name="Google Shape;5244;p7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5" name="Google Shape;5245;p7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46" name="Google Shape;5246;p76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7" name="Google Shape;5247;p76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8" name="Google Shape;5248;p76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9" name="Google Shape;5249;p76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0" name="Google Shape;5250;p76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1" name="Google Shape;5251;p76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52" name="Google Shape;5252;p76"/>
          <p:cNvGrpSpPr/>
          <p:nvPr/>
        </p:nvGrpSpPr>
        <p:grpSpPr>
          <a:xfrm flipH="1">
            <a:off x="10274667" y="2608864"/>
            <a:ext cx="429079" cy="145970"/>
            <a:chOff x="8493165" y="2029804"/>
            <a:chExt cx="849312" cy="226109"/>
          </a:xfrm>
        </p:grpSpPr>
        <p:pic>
          <p:nvPicPr>
            <p:cNvPr descr="car_icon_small" id="5253" name="Google Shape;5253;p7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254" name="Google Shape;5254;p7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55" name="Google Shape;5255;p76"/>
          <p:cNvGrpSpPr/>
          <p:nvPr/>
        </p:nvGrpSpPr>
        <p:grpSpPr>
          <a:xfrm flipH="1">
            <a:off x="9680223" y="1998819"/>
            <a:ext cx="179923" cy="467709"/>
            <a:chOff x="2620015" y="53195"/>
            <a:chExt cx="179923" cy="467709"/>
          </a:xfrm>
        </p:grpSpPr>
        <p:grpSp>
          <p:nvGrpSpPr>
            <p:cNvPr id="5256" name="Google Shape;5256;p76"/>
            <p:cNvGrpSpPr/>
            <p:nvPr/>
          </p:nvGrpSpPr>
          <p:grpSpPr>
            <a:xfrm>
              <a:off x="2620015" y="53195"/>
              <a:ext cx="179923" cy="196522"/>
              <a:chOff x="2620015" y="11713"/>
              <a:chExt cx="179923" cy="238004"/>
            </a:xfrm>
          </p:grpSpPr>
          <p:sp>
            <p:nvSpPr>
              <p:cNvPr id="5257" name="Google Shape;5257;p76"/>
              <p:cNvSpPr/>
              <p:nvPr/>
            </p:nvSpPr>
            <p:spPr>
              <a:xfrm>
                <a:off x="2620015" y="27232"/>
                <a:ext cx="179923" cy="21361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58" name="Google Shape;5258;p76"/>
              <p:cNvGrpSpPr/>
              <p:nvPr/>
            </p:nvGrpSpPr>
            <p:grpSpPr>
              <a:xfrm>
                <a:off x="2636020" y="11713"/>
                <a:ext cx="146256" cy="238004"/>
                <a:chOff x="2949" y="1424"/>
                <a:chExt cx="265" cy="322"/>
              </a:xfrm>
            </p:grpSpPr>
            <p:sp>
              <p:nvSpPr>
                <p:cNvPr id="5259" name="Google Shape;5259;p76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0" name="Google Shape;5260;p76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1" name="Google Shape;5261;p76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2" name="Google Shape;5262;p76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3" name="Google Shape;5263;p76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4" name="Google Shape;5264;p76"/>
                <p:cNvSpPr/>
                <p:nvPr/>
              </p:nvSpPr>
              <p:spPr>
                <a:xfrm flipH="1">
                  <a:off x="2984" y="1603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65" name="Google Shape;5265;p76"/>
            <p:cNvGrpSpPr/>
            <p:nvPr/>
          </p:nvGrpSpPr>
          <p:grpSpPr>
            <a:xfrm>
              <a:off x="2631142" y="136376"/>
              <a:ext cx="152730" cy="384528"/>
              <a:chOff x="3130" y="3288"/>
              <a:chExt cx="410" cy="742"/>
            </a:xfrm>
          </p:grpSpPr>
          <p:cxnSp>
            <p:nvCxnSpPr>
              <p:cNvPr id="5266" name="Google Shape;5266;p7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7" name="Google Shape;5267;p7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8" name="Google Shape;5268;p7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9" name="Google Shape;5269;p7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0" name="Google Shape;5270;p7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1" name="Google Shape;5271;p7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2" name="Google Shape;5272;p7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3" name="Google Shape;5273;p7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4" name="Google Shape;5274;p7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5" name="Google Shape;5275;p7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6" name="Google Shape;5276;p7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7" name="Google Shape;5277;p7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8" name="Google Shape;5278;p7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9" name="Google Shape;5279;p7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0" name="Google Shape;5280;p7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281" name="Google Shape;5281;p76"/>
          <p:cNvSpPr/>
          <p:nvPr/>
        </p:nvSpPr>
        <p:spPr>
          <a:xfrm flipH="1">
            <a:off x="10297719" y="1885113"/>
            <a:ext cx="299186" cy="1600249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82" name="Google Shape;5282;p76"/>
          <p:cNvGrpSpPr/>
          <p:nvPr/>
        </p:nvGrpSpPr>
        <p:grpSpPr>
          <a:xfrm flipH="1">
            <a:off x="9849019" y="3080772"/>
            <a:ext cx="179923" cy="467709"/>
            <a:chOff x="2620015" y="53195"/>
            <a:chExt cx="179923" cy="467709"/>
          </a:xfrm>
        </p:grpSpPr>
        <p:grpSp>
          <p:nvGrpSpPr>
            <p:cNvPr id="5283" name="Google Shape;5283;p76"/>
            <p:cNvGrpSpPr/>
            <p:nvPr/>
          </p:nvGrpSpPr>
          <p:grpSpPr>
            <a:xfrm>
              <a:off x="2620015" y="53195"/>
              <a:ext cx="179923" cy="196522"/>
              <a:chOff x="2620015" y="11713"/>
              <a:chExt cx="179923" cy="238004"/>
            </a:xfrm>
          </p:grpSpPr>
          <p:sp>
            <p:nvSpPr>
              <p:cNvPr id="5284" name="Google Shape;5284;p76"/>
              <p:cNvSpPr/>
              <p:nvPr/>
            </p:nvSpPr>
            <p:spPr>
              <a:xfrm>
                <a:off x="2620015" y="27232"/>
                <a:ext cx="179923" cy="21361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85" name="Google Shape;5285;p76"/>
              <p:cNvGrpSpPr/>
              <p:nvPr/>
            </p:nvGrpSpPr>
            <p:grpSpPr>
              <a:xfrm>
                <a:off x="2636020" y="11713"/>
                <a:ext cx="146256" cy="238004"/>
                <a:chOff x="2949" y="1424"/>
                <a:chExt cx="265" cy="322"/>
              </a:xfrm>
            </p:grpSpPr>
            <p:sp>
              <p:nvSpPr>
                <p:cNvPr id="5286" name="Google Shape;5286;p76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7" name="Google Shape;5287;p76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8" name="Google Shape;5288;p76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9" name="Google Shape;5289;p76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0" name="Google Shape;5290;p76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1" name="Google Shape;5291;p76"/>
                <p:cNvSpPr/>
                <p:nvPr/>
              </p:nvSpPr>
              <p:spPr>
                <a:xfrm flipH="1">
                  <a:off x="2984" y="1603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92" name="Google Shape;5292;p76"/>
            <p:cNvGrpSpPr/>
            <p:nvPr/>
          </p:nvGrpSpPr>
          <p:grpSpPr>
            <a:xfrm>
              <a:off x="2631142" y="136376"/>
              <a:ext cx="152730" cy="384528"/>
              <a:chOff x="3130" y="3288"/>
              <a:chExt cx="410" cy="742"/>
            </a:xfrm>
          </p:grpSpPr>
          <p:cxnSp>
            <p:nvCxnSpPr>
              <p:cNvPr id="5293" name="Google Shape;5293;p7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4" name="Google Shape;5294;p7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5" name="Google Shape;5295;p7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6" name="Google Shape;5296;p7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7" name="Google Shape;5297;p7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8" name="Google Shape;5298;p7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99" name="Google Shape;5299;p7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0" name="Google Shape;5300;p7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1" name="Google Shape;5301;p7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2" name="Google Shape;5302;p7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3" name="Google Shape;5303;p7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4" name="Google Shape;5304;p7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5" name="Google Shape;5305;p7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6" name="Google Shape;5306;p7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7" name="Google Shape;5307;p7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308" name="Google Shape;5308;p76"/>
          <p:cNvGrpSpPr/>
          <p:nvPr/>
        </p:nvGrpSpPr>
        <p:grpSpPr>
          <a:xfrm flipH="1">
            <a:off x="8928770" y="2509228"/>
            <a:ext cx="710987" cy="468256"/>
            <a:chOff x="340314" y="825285"/>
            <a:chExt cx="710987" cy="468256"/>
          </a:xfrm>
        </p:grpSpPr>
        <p:sp>
          <p:nvSpPr>
            <p:cNvPr id="5309" name="Google Shape;5309;p76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10" name="Google Shape;5310;p76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5311" name="Google Shape;5311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312" name="Google Shape;5312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13" name="Google Shape;5313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14" name="Google Shape;5314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5" name="Google Shape;5315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6" name="Google Shape;5316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7" name="Google Shape;5317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5318" name="Google Shape;5318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19" name="Google Shape;5319;p76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20" name="Google Shape;5320;p76"/>
          <p:cNvSpPr/>
          <p:nvPr/>
        </p:nvSpPr>
        <p:spPr>
          <a:xfrm flipH="1" rot="-1604261">
            <a:off x="10051429" y="3053054"/>
            <a:ext cx="391928" cy="77147"/>
          </a:xfrm>
          <a:custGeom>
            <a:rect b="b" l="l" r="r" t="t"/>
            <a:pathLst>
              <a:path extrusionOk="0" h="171450" w="1143000">
                <a:moveTo>
                  <a:pt x="0" y="130175"/>
                </a:moveTo>
                <a:lnTo>
                  <a:pt x="520700" y="0"/>
                </a:lnTo>
                <a:lnTo>
                  <a:pt x="504825" y="63500"/>
                </a:lnTo>
                <a:lnTo>
                  <a:pt x="755650" y="0"/>
                </a:lnTo>
                <a:lnTo>
                  <a:pt x="755650" y="76200"/>
                </a:lnTo>
                <a:lnTo>
                  <a:pt x="1143000" y="0"/>
                </a:lnTo>
                <a:lnTo>
                  <a:pt x="657225" y="171450"/>
                </a:lnTo>
                <a:lnTo>
                  <a:pt x="663575" y="95250"/>
                </a:lnTo>
                <a:lnTo>
                  <a:pt x="336550" y="161925"/>
                </a:lnTo>
                <a:lnTo>
                  <a:pt x="361950" y="95250"/>
                </a:lnTo>
                <a:lnTo>
                  <a:pt x="0" y="130175"/>
                </a:lnTo>
                <a:close/>
              </a:path>
            </a:pathLst>
          </a:cu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1" name="Google Shape;5321;p76"/>
          <p:cNvSpPr/>
          <p:nvPr/>
        </p:nvSpPr>
        <p:spPr>
          <a:xfrm flipH="1" rot="485378">
            <a:off x="9969549" y="2427954"/>
            <a:ext cx="391928" cy="77147"/>
          </a:xfrm>
          <a:custGeom>
            <a:rect b="b" l="l" r="r" t="t"/>
            <a:pathLst>
              <a:path extrusionOk="0" h="171450" w="1143000">
                <a:moveTo>
                  <a:pt x="0" y="130175"/>
                </a:moveTo>
                <a:lnTo>
                  <a:pt x="520700" y="0"/>
                </a:lnTo>
                <a:lnTo>
                  <a:pt x="504825" y="63500"/>
                </a:lnTo>
                <a:lnTo>
                  <a:pt x="755650" y="0"/>
                </a:lnTo>
                <a:lnTo>
                  <a:pt x="755650" y="76200"/>
                </a:lnTo>
                <a:lnTo>
                  <a:pt x="1143000" y="0"/>
                </a:lnTo>
                <a:lnTo>
                  <a:pt x="657225" y="171450"/>
                </a:lnTo>
                <a:lnTo>
                  <a:pt x="663575" y="95250"/>
                </a:lnTo>
                <a:lnTo>
                  <a:pt x="336550" y="161925"/>
                </a:lnTo>
                <a:lnTo>
                  <a:pt x="361950" y="95250"/>
                </a:lnTo>
                <a:lnTo>
                  <a:pt x="0" y="130175"/>
                </a:lnTo>
                <a:close/>
              </a:path>
            </a:pathLst>
          </a:cu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2" name="Google Shape;5322;p76"/>
          <p:cNvSpPr/>
          <p:nvPr/>
        </p:nvSpPr>
        <p:spPr>
          <a:xfrm flipH="1" rot="-1560791">
            <a:off x="9935271" y="2095242"/>
            <a:ext cx="391928" cy="77147"/>
          </a:xfrm>
          <a:custGeom>
            <a:rect b="b" l="l" r="r" t="t"/>
            <a:pathLst>
              <a:path extrusionOk="0" h="171450" w="1143000">
                <a:moveTo>
                  <a:pt x="0" y="130175"/>
                </a:moveTo>
                <a:lnTo>
                  <a:pt x="520700" y="0"/>
                </a:lnTo>
                <a:lnTo>
                  <a:pt x="504825" y="63500"/>
                </a:lnTo>
                <a:lnTo>
                  <a:pt x="755650" y="0"/>
                </a:lnTo>
                <a:lnTo>
                  <a:pt x="755650" y="76200"/>
                </a:lnTo>
                <a:lnTo>
                  <a:pt x="1143000" y="0"/>
                </a:lnTo>
                <a:lnTo>
                  <a:pt x="657225" y="171450"/>
                </a:lnTo>
                <a:lnTo>
                  <a:pt x="663575" y="95250"/>
                </a:lnTo>
                <a:lnTo>
                  <a:pt x="336550" y="161925"/>
                </a:lnTo>
                <a:lnTo>
                  <a:pt x="361950" y="95250"/>
                </a:lnTo>
                <a:lnTo>
                  <a:pt x="0" y="130175"/>
                </a:lnTo>
                <a:close/>
              </a:path>
            </a:pathLst>
          </a:cu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3" name="Google Shape;5323;p76"/>
          <p:cNvSpPr txBox="1"/>
          <p:nvPr/>
        </p:nvSpPr>
        <p:spPr>
          <a:xfrm flipH="1">
            <a:off x="9721503" y="2585869"/>
            <a:ext cx="54854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</a:t>
            </a:r>
            <a:endParaRPr/>
          </a:p>
        </p:txBody>
      </p:sp>
      <p:sp>
        <p:nvSpPr>
          <p:cNvPr id="5324" name="Google Shape;5324;p76"/>
          <p:cNvSpPr txBox="1"/>
          <p:nvPr/>
        </p:nvSpPr>
        <p:spPr>
          <a:xfrm flipH="1">
            <a:off x="10227297" y="3454896"/>
            <a:ext cx="4171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endParaRPr/>
          </a:p>
        </p:txBody>
      </p:sp>
      <p:cxnSp>
        <p:nvCxnSpPr>
          <p:cNvPr id="5325" name="Google Shape;5325;p76"/>
          <p:cNvCxnSpPr>
            <a:stCxn id="5272" idx="0"/>
            <a:endCxn id="5312" idx="1"/>
          </p:cNvCxnSpPr>
          <p:nvPr/>
        </p:nvCxnSpPr>
        <p:spPr>
          <a:xfrm flipH="1">
            <a:off x="9413316" y="2428732"/>
            <a:ext cx="282900" cy="39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26" name="Google Shape;5326;p76"/>
          <p:cNvCxnSpPr>
            <a:endCxn id="5327" idx="0"/>
          </p:cNvCxnSpPr>
          <p:nvPr/>
        </p:nvCxnSpPr>
        <p:spPr>
          <a:xfrm rot="10800000">
            <a:off x="9322001" y="2980794"/>
            <a:ext cx="560700" cy="58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27" name="Google Shape;5327;p76"/>
          <p:cNvSpPr txBox="1"/>
          <p:nvPr/>
        </p:nvSpPr>
        <p:spPr>
          <a:xfrm flipH="1">
            <a:off x="8885684" y="2980794"/>
            <a:ext cx="872633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 Edge DC</a:t>
            </a:r>
            <a:endParaRPr/>
          </a:p>
        </p:txBody>
      </p:sp>
      <p:grpSp>
        <p:nvGrpSpPr>
          <p:cNvPr id="5328" name="Google Shape;5328;p76"/>
          <p:cNvGrpSpPr/>
          <p:nvPr/>
        </p:nvGrpSpPr>
        <p:grpSpPr>
          <a:xfrm flipH="1">
            <a:off x="8793250" y="3835801"/>
            <a:ext cx="1977689" cy="1908337"/>
            <a:chOff x="1816172" y="1778416"/>
            <a:chExt cx="1977689" cy="1908337"/>
          </a:xfrm>
        </p:grpSpPr>
        <p:sp>
          <p:nvSpPr>
            <p:cNvPr id="5329" name="Google Shape;5329;p76"/>
            <p:cNvSpPr/>
            <p:nvPr/>
          </p:nvSpPr>
          <p:spPr>
            <a:xfrm>
              <a:off x="2450739" y="1858953"/>
              <a:ext cx="1343122" cy="1642454"/>
            </a:xfrm>
            <a:custGeom>
              <a:rect b="b" l="l" r="r" t="t"/>
              <a:pathLst>
                <a:path extrusionOk="0" h="875411" w="1681609">
                  <a:moveTo>
                    <a:pt x="245102" y="10669"/>
                  </a:moveTo>
                  <a:cubicBezTo>
                    <a:pt x="73970" y="45089"/>
                    <a:pt x="108601" y="195061"/>
                    <a:pt x="92339" y="276627"/>
                  </a:cubicBezTo>
                  <a:cubicBezTo>
                    <a:pt x="76077" y="358193"/>
                    <a:pt x="165124" y="442850"/>
                    <a:pt x="147532" y="500063"/>
                  </a:cubicBezTo>
                  <a:cubicBezTo>
                    <a:pt x="129940" y="557276"/>
                    <a:pt x="39204" y="601904"/>
                    <a:pt x="14615" y="652057"/>
                  </a:cubicBezTo>
                  <a:cubicBezTo>
                    <a:pt x="-9974" y="702210"/>
                    <a:pt x="62501" y="723150"/>
                    <a:pt x="0" y="800979"/>
                  </a:cubicBezTo>
                  <a:cubicBezTo>
                    <a:pt x="56492" y="880762"/>
                    <a:pt x="482696" y="884704"/>
                    <a:pt x="703183" y="866375"/>
                  </a:cubicBezTo>
                  <a:cubicBezTo>
                    <a:pt x="793580" y="871488"/>
                    <a:pt x="1399521" y="848643"/>
                    <a:pt x="1558626" y="766070"/>
                  </a:cubicBezTo>
                  <a:cubicBezTo>
                    <a:pt x="1717731" y="683497"/>
                    <a:pt x="1687644" y="497131"/>
                    <a:pt x="1657815" y="370936"/>
                  </a:cubicBezTo>
                  <a:cubicBezTo>
                    <a:pt x="1598157" y="251624"/>
                    <a:pt x="1241421" y="258072"/>
                    <a:pt x="1217050" y="221148"/>
                  </a:cubicBezTo>
                  <a:cubicBezTo>
                    <a:pt x="1192679" y="184224"/>
                    <a:pt x="1293547" y="145105"/>
                    <a:pt x="1119132" y="70108"/>
                  </a:cubicBezTo>
                  <a:cubicBezTo>
                    <a:pt x="1013853" y="32921"/>
                    <a:pt x="416234" y="-23751"/>
                    <a:pt x="245102" y="10669"/>
                  </a:cubicBezTo>
                  <a:close/>
                </a:path>
              </a:pathLst>
            </a:custGeom>
            <a:solidFill>
              <a:srgbClr val="DDEAF6"/>
            </a:solidFill>
            <a:ln cap="flat" cmpd="sng" w="9525">
              <a:solidFill>
                <a:srgbClr val="9CC2E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30" name="Google Shape;5330;p76"/>
            <p:cNvGrpSpPr/>
            <p:nvPr/>
          </p:nvGrpSpPr>
          <p:grpSpPr>
            <a:xfrm>
              <a:off x="1895686" y="1906660"/>
              <a:ext cx="346882" cy="278715"/>
              <a:chOff x="2751" y="1851"/>
              <a:chExt cx="462" cy="478"/>
            </a:xfrm>
          </p:grpSpPr>
          <p:pic>
            <p:nvPicPr>
              <p:cNvPr descr="iphone_stylized_small" id="5331" name="Google Shape;5331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332" name="Google Shape;5332;p7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33" name="Google Shape;5333;p76"/>
            <p:cNvGrpSpPr/>
            <p:nvPr/>
          </p:nvGrpSpPr>
          <p:grpSpPr>
            <a:xfrm>
              <a:off x="1940847" y="2968234"/>
              <a:ext cx="217656" cy="207441"/>
              <a:chOff x="7432700" y="2327293"/>
              <a:chExt cx="534987" cy="414882"/>
            </a:xfrm>
          </p:grpSpPr>
          <p:pic>
            <p:nvPicPr>
              <p:cNvPr descr="antenna_stylized" id="5334" name="Google Shape;5334;p7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5335" name="Google Shape;5335;p7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36" name="Google Shape;5336;p76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5337" name="Google Shape;5337;p7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38" name="Google Shape;5338;p76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9" name="Google Shape;5339;p76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0" name="Google Shape;5340;p76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1" name="Google Shape;5341;p76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2" name="Google Shape;5342;p76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3" name="Google Shape;5343;p76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44" name="Google Shape;5344;p76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5345" name="Google Shape;5345;p76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6" name="Google Shape;5346;p76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7" name="Google Shape;5347;p76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8" name="Google Shape;5348;p76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9" name="Google Shape;5349;p76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0" name="Google Shape;5350;p76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351" name="Google Shape;5351;p76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2" name="Google Shape;5352;p76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3" name="Google Shape;5353;p76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4" name="Google Shape;5354;p76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5" name="Google Shape;5355;p76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6" name="Google Shape;5356;p76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57" name="Google Shape;5357;p76"/>
            <p:cNvGrpSpPr/>
            <p:nvPr/>
          </p:nvGrpSpPr>
          <p:grpSpPr>
            <a:xfrm>
              <a:off x="1816172" y="2502167"/>
              <a:ext cx="429079" cy="145970"/>
              <a:chOff x="8493165" y="2029804"/>
              <a:chExt cx="849312" cy="226109"/>
            </a:xfrm>
          </p:grpSpPr>
          <p:pic>
            <p:nvPicPr>
              <p:cNvPr descr="car_icon_small" id="5358" name="Google Shape;5358;p7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59" name="Google Shape;5359;p7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60" name="Google Shape;5360;p76"/>
            <p:cNvGrpSpPr/>
            <p:nvPr/>
          </p:nvGrpSpPr>
          <p:grpSpPr>
            <a:xfrm>
              <a:off x="2659772" y="1892122"/>
              <a:ext cx="179923" cy="467709"/>
              <a:chOff x="2620015" y="53195"/>
              <a:chExt cx="179923" cy="467709"/>
            </a:xfrm>
          </p:grpSpPr>
          <p:grpSp>
            <p:nvGrpSpPr>
              <p:cNvPr id="5361" name="Google Shape;5361;p76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362" name="Google Shape;5362;p76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63" name="Google Shape;5363;p76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364" name="Google Shape;5364;p76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5" name="Google Shape;5365;p76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6" name="Google Shape;5366;p76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7" name="Google Shape;5367;p76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8" name="Google Shape;5368;p76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9" name="Google Shape;5369;p76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370" name="Google Shape;5370;p76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371" name="Google Shape;5371;p7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72" name="Google Shape;5372;p7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73" name="Google Shape;5373;p7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74" name="Google Shape;5374;p7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75" name="Google Shape;5375;p7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76" name="Google Shape;5376;p7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77" name="Google Shape;5377;p7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78" name="Google Shape;5378;p7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79" name="Google Shape;5379;p7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80" name="Google Shape;5380;p7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81" name="Google Shape;5381;p7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82" name="Google Shape;5382;p7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83" name="Google Shape;5383;p7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84" name="Google Shape;5384;p7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85" name="Google Shape;5385;p7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5386" name="Google Shape;5386;p76"/>
            <p:cNvSpPr/>
            <p:nvPr/>
          </p:nvSpPr>
          <p:spPr>
            <a:xfrm>
              <a:off x="1923013" y="1778416"/>
              <a:ext cx="299186" cy="160024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87" name="Google Shape;5387;p76"/>
            <p:cNvGrpSpPr/>
            <p:nvPr/>
          </p:nvGrpSpPr>
          <p:grpSpPr>
            <a:xfrm>
              <a:off x="2490976" y="2974075"/>
              <a:ext cx="179923" cy="467709"/>
              <a:chOff x="2620015" y="53195"/>
              <a:chExt cx="179923" cy="467709"/>
            </a:xfrm>
          </p:grpSpPr>
          <p:grpSp>
            <p:nvGrpSpPr>
              <p:cNvPr id="5388" name="Google Shape;5388;p76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389" name="Google Shape;5389;p76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90" name="Google Shape;5390;p76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391" name="Google Shape;5391;p76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2" name="Google Shape;5392;p76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3" name="Google Shape;5393;p76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4" name="Google Shape;5394;p76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5" name="Google Shape;5395;p76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6" name="Google Shape;5396;p76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397" name="Google Shape;5397;p76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398" name="Google Shape;5398;p7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99" name="Google Shape;5399;p7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0" name="Google Shape;5400;p7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1" name="Google Shape;5401;p7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2" name="Google Shape;5402;p7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3" name="Google Shape;5403;p7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4" name="Google Shape;5404;p7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5" name="Google Shape;5405;p7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6" name="Google Shape;5406;p7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7" name="Google Shape;5407;p7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8" name="Google Shape;5408;p7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09" name="Google Shape;5409;p7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10" name="Google Shape;5410;p7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11" name="Google Shape;5411;p7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12" name="Google Shape;5412;p7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413" name="Google Shape;5413;p76"/>
            <p:cNvGrpSpPr/>
            <p:nvPr/>
          </p:nvGrpSpPr>
          <p:grpSpPr>
            <a:xfrm>
              <a:off x="2880161" y="2402531"/>
              <a:ext cx="710987" cy="468256"/>
              <a:chOff x="340314" y="825285"/>
              <a:chExt cx="710987" cy="468256"/>
            </a:xfrm>
          </p:grpSpPr>
          <p:sp>
            <p:nvSpPr>
              <p:cNvPr id="5414" name="Google Shape;5414;p76"/>
              <p:cNvSpPr/>
              <p:nvPr/>
            </p:nvSpPr>
            <p:spPr>
              <a:xfrm flipH="1" rot="10800000">
                <a:off x="340314" y="1069853"/>
                <a:ext cx="710987" cy="22368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15" name="Google Shape;5415;p76"/>
              <p:cNvGrpSpPr/>
              <p:nvPr/>
            </p:nvGrpSpPr>
            <p:grpSpPr>
              <a:xfrm>
                <a:off x="519850" y="1126794"/>
                <a:ext cx="319417" cy="141292"/>
                <a:chOff x="7493876" y="2774731"/>
                <a:chExt cx="1481958" cy="894622"/>
              </a:xfrm>
            </p:grpSpPr>
            <p:sp>
              <p:nvSpPr>
                <p:cNvPr id="5416" name="Google Shape;5416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417" name="Google Shape;5417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418" name="Google Shape;5418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419" name="Google Shape;5419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0" name="Google Shape;5420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1" name="Google Shape;5421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2" name="Google Shape;5422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5423" name="Google Shape;5423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0917" y="825285"/>
                <a:ext cx="182563" cy="3152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424" name="Google Shape;5424;p76"/>
              <p:cNvSpPr/>
              <p:nvPr/>
            </p:nvSpPr>
            <p:spPr>
              <a:xfrm>
                <a:off x="693480" y="934168"/>
                <a:ext cx="174480" cy="184305"/>
              </a:xfrm>
              <a:prstGeom prst="can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25" name="Google Shape;5425;p76"/>
            <p:cNvSpPr/>
            <p:nvPr/>
          </p:nvSpPr>
          <p:spPr>
            <a:xfrm rot="1604261">
              <a:off x="2076561" y="29463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6" name="Google Shape;5426;p76"/>
            <p:cNvSpPr/>
            <p:nvPr/>
          </p:nvSpPr>
          <p:spPr>
            <a:xfrm rot="-485378">
              <a:off x="2158441" y="23212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7" name="Google Shape;5427;p76"/>
            <p:cNvSpPr/>
            <p:nvPr/>
          </p:nvSpPr>
          <p:spPr>
            <a:xfrm rot="1560791">
              <a:off x="2192719" y="1988545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8" name="Google Shape;5428;p76"/>
            <p:cNvSpPr txBox="1"/>
            <p:nvPr/>
          </p:nvSpPr>
          <p:spPr>
            <a:xfrm>
              <a:off x="2249867" y="2479172"/>
              <a:ext cx="54854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</a:t>
              </a:r>
              <a:endParaRPr/>
            </a:p>
          </p:txBody>
        </p:sp>
        <p:sp>
          <p:nvSpPr>
            <p:cNvPr id="5429" name="Google Shape;5429;p76"/>
            <p:cNvSpPr txBox="1"/>
            <p:nvPr/>
          </p:nvSpPr>
          <p:spPr>
            <a:xfrm>
              <a:off x="1875519" y="3348199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endParaRPr/>
            </a:p>
          </p:txBody>
        </p:sp>
        <p:cxnSp>
          <p:nvCxnSpPr>
            <p:cNvPr id="5430" name="Google Shape;5430;p76"/>
            <p:cNvCxnSpPr>
              <a:stCxn id="5377" idx="0"/>
              <a:endCxn id="5417" idx="1"/>
            </p:cNvCxnSpPr>
            <p:nvPr/>
          </p:nvCxnSpPr>
          <p:spPr>
            <a:xfrm>
              <a:off x="2823702" y="2322035"/>
              <a:ext cx="282900" cy="39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431" name="Google Shape;5431;p76"/>
            <p:cNvCxnSpPr>
              <a:endCxn id="5432" idx="0"/>
            </p:cNvCxnSpPr>
            <p:nvPr/>
          </p:nvCxnSpPr>
          <p:spPr>
            <a:xfrm flipH="1" rot="10800000">
              <a:off x="2637218" y="2874097"/>
              <a:ext cx="560700" cy="584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432" name="Google Shape;5432;p76"/>
            <p:cNvSpPr txBox="1"/>
            <p:nvPr/>
          </p:nvSpPr>
          <p:spPr>
            <a:xfrm>
              <a:off x="2761601" y="2874097"/>
              <a:ext cx="872633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 Edge DC</a:t>
              </a:r>
              <a:endParaRPr/>
            </a:p>
          </p:txBody>
        </p:sp>
      </p:grpSp>
      <p:sp>
        <p:nvSpPr>
          <p:cNvPr id="5433" name="Google Shape;5433;p76"/>
          <p:cNvSpPr/>
          <p:nvPr/>
        </p:nvSpPr>
        <p:spPr>
          <a:xfrm flipH="1">
            <a:off x="7397086" y="2747726"/>
            <a:ext cx="1980217" cy="1910938"/>
          </a:xfrm>
          <a:custGeom>
            <a:rect b="b" l="l" r="r" t="t"/>
            <a:pathLst>
              <a:path extrusionOk="0" h="747963" w="1416368">
                <a:moveTo>
                  <a:pt x="316359" y="54697"/>
                </a:moveTo>
                <a:cubicBezTo>
                  <a:pt x="210413" y="128847"/>
                  <a:pt x="352935" y="212563"/>
                  <a:pt x="302999" y="280977"/>
                </a:cubicBezTo>
                <a:cubicBezTo>
                  <a:pt x="253063" y="349392"/>
                  <a:pt x="53637" y="406560"/>
                  <a:pt x="16742" y="465184"/>
                </a:cubicBezTo>
                <a:cubicBezTo>
                  <a:pt x="-20153" y="523808"/>
                  <a:pt x="5001" y="588738"/>
                  <a:pt x="81630" y="632722"/>
                </a:cubicBezTo>
                <a:cubicBezTo>
                  <a:pt x="126197" y="651584"/>
                  <a:pt x="186687" y="729983"/>
                  <a:pt x="375373" y="745499"/>
                </a:cubicBezTo>
                <a:cubicBezTo>
                  <a:pt x="839434" y="742151"/>
                  <a:pt x="1121400" y="770074"/>
                  <a:pt x="1290443" y="695962"/>
                </a:cubicBezTo>
                <a:cubicBezTo>
                  <a:pt x="1459486" y="621850"/>
                  <a:pt x="1419461" y="427023"/>
                  <a:pt x="1389632" y="300828"/>
                </a:cubicBezTo>
                <a:cubicBezTo>
                  <a:pt x="1329974" y="181516"/>
                  <a:pt x="1276899" y="240884"/>
                  <a:pt x="1158608" y="87794"/>
                </a:cubicBezTo>
                <a:cubicBezTo>
                  <a:pt x="1055585" y="39709"/>
                  <a:pt x="911754" y="8031"/>
                  <a:pt x="850949" y="0"/>
                </a:cubicBezTo>
                <a:cubicBezTo>
                  <a:pt x="728192" y="7457"/>
                  <a:pt x="422305" y="-19453"/>
                  <a:pt x="316359" y="54697"/>
                </a:cubicBezTo>
                <a:close/>
              </a:path>
            </a:pathLst>
          </a:custGeom>
          <a:solidFill>
            <a:srgbClr val="DDEAF6">
              <a:alpha val="57647"/>
            </a:srgbClr>
          </a:solidFill>
          <a:ln cap="flat" cmpd="sng" w="9525">
            <a:solidFill>
              <a:srgbClr val="BBD6E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34" name="Google Shape;5434;p76"/>
          <p:cNvGrpSpPr/>
          <p:nvPr/>
        </p:nvGrpSpPr>
        <p:grpSpPr>
          <a:xfrm flipH="1">
            <a:off x="7643960" y="3316057"/>
            <a:ext cx="973849" cy="644482"/>
            <a:chOff x="340314" y="825285"/>
            <a:chExt cx="710987" cy="468256"/>
          </a:xfrm>
        </p:grpSpPr>
        <p:sp>
          <p:nvSpPr>
            <p:cNvPr id="5435" name="Google Shape;5435;p76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36" name="Google Shape;5436;p76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5437" name="Google Shape;5437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38" name="Google Shape;5438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439" name="Google Shape;5439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40" name="Google Shape;5440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1" name="Google Shape;5441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2" name="Google Shape;5442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3" name="Google Shape;5443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5444" name="Google Shape;5444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5" name="Google Shape;5445;p76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5446" name="Google Shape;5446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491" y="884230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7" name="Google Shape;5447;p76"/>
            <p:cNvSpPr/>
            <p:nvPr/>
          </p:nvSpPr>
          <p:spPr>
            <a:xfrm>
              <a:off x="782824" y="99783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48" name="Google Shape;5448;p76"/>
          <p:cNvSpPr txBox="1"/>
          <p:nvPr/>
        </p:nvSpPr>
        <p:spPr>
          <a:xfrm flipH="1">
            <a:off x="7748710" y="3893421"/>
            <a:ext cx="8692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DC</a:t>
            </a:r>
            <a:endParaRPr/>
          </a:p>
        </p:txBody>
      </p:sp>
      <p:sp>
        <p:nvSpPr>
          <p:cNvPr id="5449" name="Google Shape;5449;p76"/>
          <p:cNvSpPr txBox="1"/>
          <p:nvPr/>
        </p:nvSpPr>
        <p:spPr>
          <a:xfrm flipH="1">
            <a:off x="7647855" y="4301802"/>
            <a:ext cx="1207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Core</a:t>
            </a:r>
            <a:endParaRPr/>
          </a:p>
        </p:txBody>
      </p:sp>
      <p:sp>
        <p:nvSpPr>
          <p:cNvPr id="5450" name="Google Shape;5450;p76"/>
          <p:cNvSpPr/>
          <p:nvPr/>
        </p:nvSpPr>
        <p:spPr>
          <a:xfrm>
            <a:off x="4556399" y="2580277"/>
            <a:ext cx="2911459" cy="2049409"/>
          </a:xfrm>
          <a:custGeom>
            <a:rect b="b" l="l" r="r" t="t"/>
            <a:pathLst>
              <a:path extrusionOk="0" h="747963" w="1416368">
                <a:moveTo>
                  <a:pt x="316359" y="54697"/>
                </a:moveTo>
                <a:cubicBezTo>
                  <a:pt x="210413" y="128847"/>
                  <a:pt x="352935" y="212563"/>
                  <a:pt x="302999" y="280977"/>
                </a:cubicBezTo>
                <a:cubicBezTo>
                  <a:pt x="253063" y="349392"/>
                  <a:pt x="53637" y="406560"/>
                  <a:pt x="16742" y="465184"/>
                </a:cubicBezTo>
                <a:cubicBezTo>
                  <a:pt x="-20153" y="523808"/>
                  <a:pt x="5001" y="588738"/>
                  <a:pt x="81630" y="632722"/>
                </a:cubicBezTo>
                <a:cubicBezTo>
                  <a:pt x="126197" y="651584"/>
                  <a:pt x="186687" y="729983"/>
                  <a:pt x="375373" y="745499"/>
                </a:cubicBezTo>
                <a:cubicBezTo>
                  <a:pt x="839434" y="742151"/>
                  <a:pt x="1121400" y="770074"/>
                  <a:pt x="1290443" y="695962"/>
                </a:cubicBezTo>
                <a:cubicBezTo>
                  <a:pt x="1459486" y="621850"/>
                  <a:pt x="1419461" y="427023"/>
                  <a:pt x="1389632" y="300828"/>
                </a:cubicBezTo>
                <a:cubicBezTo>
                  <a:pt x="1329974" y="181516"/>
                  <a:pt x="1276899" y="240884"/>
                  <a:pt x="1158608" y="87794"/>
                </a:cubicBezTo>
                <a:cubicBezTo>
                  <a:pt x="1055585" y="39709"/>
                  <a:pt x="911754" y="8031"/>
                  <a:pt x="850949" y="0"/>
                </a:cubicBezTo>
                <a:cubicBezTo>
                  <a:pt x="728192" y="7457"/>
                  <a:pt x="422305" y="-19453"/>
                  <a:pt x="316359" y="54697"/>
                </a:cubicBezTo>
                <a:close/>
              </a:path>
            </a:pathLst>
          </a:custGeom>
          <a:solidFill>
            <a:srgbClr val="DDEAF6">
              <a:alpha val="57647"/>
            </a:srgbClr>
          </a:solidFill>
          <a:ln cap="flat" cmpd="sng" w="9525">
            <a:solidFill>
              <a:srgbClr val="BBD6E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51" name="Google Shape;5451;p76"/>
          <p:cNvGrpSpPr/>
          <p:nvPr/>
        </p:nvGrpSpPr>
        <p:grpSpPr>
          <a:xfrm>
            <a:off x="5539226" y="3239048"/>
            <a:ext cx="1187053" cy="681810"/>
            <a:chOff x="257226" y="825285"/>
            <a:chExt cx="866643" cy="495377"/>
          </a:xfrm>
        </p:grpSpPr>
        <p:sp>
          <p:nvSpPr>
            <p:cNvPr id="5452" name="Google Shape;5452;p76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53" name="Google Shape;5453;p76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5454" name="Google Shape;5454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55" name="Google Shape;5455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456" name="Google Shape;5456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57" name="Google Shape;5457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8" name="Google Shape;5458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9" name="Google Shape;5459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0" name="Google Shape;5460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5461" name="Google Shape;5461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62" name="Google Shape;5462;p76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5463" name="Google Shape;5463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491" y="884230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64" name="Google Shape;5464;p76"/>
            <p:cNvSpPr/>
            <p:nvPr/>
          </p:nvSpPr>
          <p:spPr>
            <a:xfrm>
              <a:off x="782824" y="99783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5465" name="Google Shape;5465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6358" y="944839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erver_rack.png" id="5466" name="Google Shape;5466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7226" y="1005448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67" name="Google Shape;5467;p76"/>
            <p:cNvSpPr/>
            <p:nvPr/>
          </p:nvSpPr>
          <p:spPr>
            <a:xfrm>
              <a:off x="866106" y="1056717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8" name="Google Shape;5468;p76"/>
            <p:cNvSpPr/>
            <p:nvPr/>
          </p:nvSpPr>
          <p:spPr>
            <a:xfrm>
              <a:off x="949389" y="1115595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69" name="Google Shape;5469;p76"/>
          <p:cNvSpPr txBox="1"/>
          <p:nvPr/>
        </p:nvSpPr>
        <p:spPr>
          <a:xfrm>
            <a:off x="5582813" y="3909574"/>
            <a:ext cx="9414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DC</a:t>
            </a:r>
            <a:endParaRPr/>
          </a:p>
        </p:txBody>
      </p:sp>
      <p:grpSp>
        <p:nvGrpSpPr>
          <p:cNvPr id="5470" name="Google Shape;5470;p76"/>
          <p:cNvGrpSpPr/>
          <p:nvPr/>
        </p:nvGrpSpPr>
        <p:grpSpPr>
          <a:xfrm>
            <a:off x="1638232" y="5672217"/>
            <a:ext cx="9101803" cy="546629"/>
            <a:chOff x="1895686" y="1169387"/>
            <a:chExt cx="9101803" cy="546629"/>
          </a:xfrm>
        </p:grpSpPr>
        <p:grpSp>
          <p:nvGrpSpPr>
            <p:cNvPr id="5471" name="Google Shape;5471;p76"/>
            <p:cNvGrpSpPr/>
            <p:nvPr/>
          </p:nvGrpSpPr>
          <p:grpSpPr>
            <a:xfrm>
              <a:off x="1895686" y="1174970"/>
              <a:ext cx="3063557" cy="541046"/>
              <a:chOff x="1895686" y="1174970"/>
              <a:chExt cx="3063557" cy="541046"/>
            </a:xfrm>
          </p:grpSpPr>
          <p:cxnSp>
            <p:nvCxnSpPr>
              <p:cNvPr id="5472" name="Google Shape;5472;p76"/>
              <p:cNvCxnSpPr/>
              <p:nvPr/>
            </p:nvCxnSpPr>
            <p:spPr>
              <a:xfrm>
                <a:off x="1895686" y="1431642"/>
                <a:ext cx="306355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5473" name="Google Shape;5473;p76"/>
              <p:cNvSpPr txBox="1"/>
              <p:nvPr/>
            </p:nvSpPr>
            <p:spPr>
              <a:xfrm>
                <a:off x="2628866" y="1174970"/>
                <a:ext cx="1500090" cy="5410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Edge Network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Operator A</a:t>
                </a:r>
                <a:endParaRPr/>
              </a:p>
            </p:txBody>
          </p:sp>
        </p:grpSp>
        <p:grpSp>
          <p:nvGrpSpPr>
            <p:cNvPr id="5474" name="Google Shape;5474;p76"/>
            <p:cNvGrpSpPr/>
            <p:nvPr/>
          </p:nvGrpSpPr>
          <p:grpSpPr>
            <a:xfrm>
              <a:off x="7933932" y="1169387"/>
              <a:ext cx="3063557" cy="541046"/>
              <a:chOff x="1895686" y="1174970"/>
              <a:chExt cx="3063557" cy="541046"/>
            </a:xfrm>
          </p:grpSpPr>
          <p:cxnSp>
            <p:nvCxnSpPr>
              <p:cNvPr id="5475" name="Google Shape;5475;p76"/>
              <p:cNvCxnSpPr/>
              <p:nvPr/>
            </p:nvCxnSpPr>
            <p:spPr>
              <a:xfrm>
                <a:off x="1895686" y="1431642"/>
                <a:ext cx="306355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5476" name="Google Shape;5476;p76"/>
              <p:cNvSpPr txBox="1"/>
              <p:nvPr/>
            </p:nvSpPr>
            <p:spPr>
              <a:xfrm>
                <a:off x="2628866" y="1174970"/>
                <a:ext cx="1500090" cy="5410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Edge Network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Operator B</a:t>
                </a:r>
                <a:endParaRPr/>
              </a:p>
            </p:txBody>
          </p:sp>
        </p:grpSp>
        <p:grpSp>
          <p:nvGrpSpPr>
            <p:cNvPr id="5477" name="Google Shape;5477;p76"/>
            <p:cNvGrpSpPr/>
            <p:nvPr/>
          </p:nvGrpSpPr>
          <p:grpSpPr>
            <a:xfrm>
              <a:off x="4968759" y="1279707"/>
              <a:ext cx="2965174" cy="319446"/>
              <a:chOff x="1895686" y="1294238"/>
              <a:chExt cx="3063557" cy="319446"/>
            </a:xfrm>
          </p:grpSpPr>
          <p:cxnSp>
            <p:nvCxnSpPr>
              <p:cNvPr id="5478" name="Google Shape;5478;p76"/>
              <p:cNvCxnSpPr/>
              <p:nvPr/>
            </p:nvCxnSpPr>
            <p:spPr>
              <a:xfrm>
                <a:off x="1895686" y="1431642"/>
                <a:ext cx="306355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5479" name="Google Shape;5479;p76"/>
              <p:cNvSpPr txBox="1"/>
              <p:nvPr/>
            </p:nvSpPr>
            <p:spPr>
              <a:xfrm>
                <a:off x="2717002" y="1294238"/>
                <a:ext cx="1323826" cy="3194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Global Core</a:t>
                </a:r>
                <a:endParaRPr/>
              </a:p>
            </p:txBody>
          </p:sp>
        </p:grpSp>
      </p:grpSp>
      <p:cxnSp>
        <p:nvCxnSpPr>
          <p:cNvPr id="5480" name="Google Shape;5480;p76"/>
          <p:cNvCxnSpPr>
            <a:stCxn id="5312" idx="5"/>
            <a:endCxn id="5437" idx="3"/>
          </p:cNvCxnSpPr>
          <p:nvPr/>
        </p:nvCxnSpPr>
        <p:spPr>
          <a:xfrm flipH="1">
            <a:off x="8371428" y="2888808"/>
            <a:ext cx="816300" cy="97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1" name="Google Shape;5481;p76"/>
          <p:cNvCxnSpPr/>
          <p:nvPr/>
        </p:nvCxnSpPr>
        <p:spPr>
          <a:xfrm rot="10800000">
            <a:off x="8302777" y="3916338"/>
            <a:ext cx="918939" cy="89205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2" name="Google Shape;5482;p76"/>
          <p:cNvCxnSpPr>
            <a:stCxn id="5001" idx="5"/>
          </p:cNvCxnSpPr>
          <p:nvPr/>
        </p:nvCxnSpPr>
        <p:spPr>
          <a:xfrm flipH="1">
            <a:off x="3048009" y="3702396"/>
            <a:ext cx="917100" cy="1181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3" name="Google Shape;5483;p76"/>
          <p:cNvCxnSpPr>
            <a:stCxn id="5100" idx="1"/>
            <a:endCxn id="5002" idx="3"/>
          </p:cNvCxnSpPr>
          <p:nvPr/>
        </p:nvCxnSpPr>
        <p:spPr>
          <a:xfrm>
            <a:off x="2976288" y="2941328"/>
            <a:ext cx="835500" cy="742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84" name="Google Shape;5484;p76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Functional elements: </a:t>
            </a:r>
            <a:r>
              <a:rPr lang="en-US" sz="3600"/>
              <a:t>communication, computation, data</a:t>
            </a:r>
            <a:endParaRPr b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85" name="Google Shape;5485;p76"/>
          <p:cNvGrpSpPr/>
          <p:nvPr/>
        </p:nvGrpSpPr>
        <p:grpSpPr>
          <a:xfrm>
            <a:off x="3061626" y="1275082"/>
            <a:ext cx="2442107" cy="1831430"/>
            <a:chOff x="3140003" y="1826384"/>
            <a:chExt cx="2442107" cy="1831430"/>
          </a:xfrm>
        </p:grpSpPr>
        <p:sp>
          <p:nvSpPr>
            <p:cNvPr id="5486" name="Google Shape;5486;p76"/>
            <p:cNvSpPr txBox="1"/>
            <p:nvPr/>
          </p:nvSpPr>
          <p:spPr>
            <a:xfrm>
              <a:off x="3140003" y="1826384"/>
              <a:ext cx="244210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 control, Mobile Core implemented in “edge” data center (DC)</a:t>
              </a:r>
              <a:endParaRPr/>
            </a:p>
          </p:txBody>
        </p:sp>
        <p:cxnSp>
          <p:nvCxnSpPr>
            <p:cNvPr id="5487" name="Google Shape;5487;p76"/>
            <p:cNvCxnSpPr>
              <a:endCxn id="5486" idx="2"/>
            </p:cNvCxnSpPr>
            <p:nvPr/>
          </p:nvCxnSpPr>
          <p:spPr>
            <a:xfrm flipH="1" rot="10800000">
              <a:off x="4130057" y="2749714"/>
              <a:ext cx="231000" cy="908100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488" name="Google Shape;5488;p76"/>
          <p:cNvSpPr txBox="1"/>
          <p:nvPr/>
        </p:nvSpPr>
        <p:spPr>
          <a:xfrm>
            <a:off x="-4013200" y="46228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9" name="Google Shape;5489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4" name="Shape 5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5" name="Google Shape;5495;p77"/>
          <p:cNvSpPr/>
          <p:nvPr/>
        </p:nvSpPr>
        <p:spPr>
          <a:xfrm>
            <a:off x="2956185" y="3144065"/>
            <a:ext cx="2028545" cy="1910938"/>
          </a:xfrm>
          <a:custGeom>
            <a:rect b="b" l="l" r="r" t="t"/>
            <a:pathLst>
              <a:path extrusionOk="0" h="747963" w="1416368">
                <a:moveTo>
                  <a:pt x="316359" y="54697"/>
                </a:moveTo>
                <a:cubicBezTo>
                  <a:pt x="210413" y="128847"/>
                  <a:pt x="352935" y="212563"/>
                  <a:pt x="302999" y="280977"/>
                </a:cubicBezTo>
                <a:cubicBezTo>
                  <a:pt x="253063" y="349392"/>
                  <a:pt x="53637" y="406560"/>
                  <a:pt x="16742" y="465184"/>
                </a:cubicBezTo>
                <a:cubicBezTo>
                  <a:pt x="-20153" y="523808"/>
                  <a:pt x="5001" y="588738"/>
                  <a:pt x="81630" y="632722"/>
                </a:cubicBezTo>
                <a:cubicBezTo>
                  <a:pt x="126197" y="651584"/>
                  <a:pt x="186687" y="729983"/>
                  <a:pt x="375373" y="745499"/>
                </a:cubicBezTo>
                <a:cubicBezTo>
                  <a:pt x="839434" y="742151"/>
                  <a:pt x="1121400" y="770074"/>
                  <a:pt x="1290443" y="695962"/>
                </a:cubicBezTo>
                <a:cubicBezTo>
                  <a:pt x="1459486" y="621850"/>
                  <a:pt x="1419461" y="427023"/>
                  <a:pt x="1389632" y="300828"/>
                </a:cubicBezTo>
                <a:cubicBezTo>
                  <a:pt x="1329974" y="181516"/>
                  <a:pt x="1276899" y="240884"/>
                  <a:pt x="1158608" y="87794"/>
                </a:cubicBezTo>
                <a:cubicBezTo>
                  <a:pt x="1055585" y="39709"/>
                  <a:pt x="911754" y="8031"/>
                  <a:pt x="850949" y="0"/>
                </a:cubicBezTo>
                <a:cubicBezTo>
                  <a:pt x="728192" y="7457"/>
                  <a:pt x="422305" y="-19453"/>
                  <a:pt x="316359" y="54697"/>
                </a:cubicBezTo>
                <a:close/>
              </a:path>
            </a:pathLst>
          </a:custGeom>
          <a:solidFill>
            <a:srgbClr val="DDEAF6">
              <a:alpha val="57647"/>
            </a:srgbClr>
          </a:solidFill>
          <a:ln cap="flat" cmpd="sng" w="9525">
            <a:solidFill>
              <a:srgbClr val="BBD6E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96" name="Google Shape;5496;p77"/>
          <p:cNvGrpSpPr/>
          <p:nvPr/>
        </p:nvGrpSpPr>
        <p:grpSpPr>
          <a:xfrm>
            <a:off x="3580006" y="3712396"/>
            <a:ext cx="973849" cy="644482"/>
            <a:chOff x="340314" y="825285"/>
            <a:chExt cx="710987" cy="468256"/>
          </a:xfrm>
        </p:grpSpPr>
        <p:sp>
          <p:nvSpPr>
            <p:cNvPr id="5497" name="Google Shape;5497;p77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98" name="Google Shape;5498;p77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5499" name="Google Shape;5499;p7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500" name="Google Shape;5500;p7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501" name="Google Shape;5501;p7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2" name="Google Shape;5502;p7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3" name="Google Shape;5503;p7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4" name="Google Shape;5504;p7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5" name="Google Shape;5505;p7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5506" name="Google Shape;5506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07" name="Google Shape;5507;p77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5508" name="Google Shape;5508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491" y="884230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09" name="Google Shape;5509;p77"/>
            <p:cNvSpPr/>
            <p:nvPr/>
          </p:nvSpPr>
          <p:spPr>
            <a:xfrm>
              <a:off x="782824" y="99783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0" name="Google Shape;5510;p77"/>
          <p:cNvGrpSpPr/>
          <p:nvPr/>
        </p:nvGrpSpPr>
        <p:grpSpPr>
          <a:xfrm>
            <a:off x="1491705" y="2469215"/>
            <a:ext cx="1977689" cy="1908337"/>
            <a:chOff x="1816172" y="1778416"/>
            <a:chExt cx="1977689" cy="1908337"/>
          </a:xfrm>
        </p:grpSpPr>
        <p:sp>
          <p:nvSpPr>
            <p:cNvPr id="5511" name="Google Shape;5511;p77"/>
            <p:cNvSpPr/>
            <p:nvPr/>
          </p:nvSpPr>
          <p:spPr>
            <a:xfrm>
              <a:off x="2450739" y="1858953"/>
              <a:ext cx="1343122" cy="1642454"/>
            </a:xfrm>
            <a:custGeom>
              <a:rect b="b" l="l" r="r" t="t"/>
              <a:pathLst>
                <a:path extrusionOk="0" h="875411" w="1681609">
                  <a:moveTo>
                    <a:pt x="245102" y="10669"/>
                  </a:moveTo>
                  <a:cubicBezTo>
                    <a:pt x="73970" y="45089"/>
                    <a:pt x="108601" y="195061"/>
                    <a:pt x="92339" y="276627"/>
                  </a:cubicBezTo>
                  <a:cubicBezTo>
                    <a:pt x="76077" y="358193"/>
                    <a:pt x="165124" y="442850"/>
                    <a:pt x="147532" y="500063"/>
                  </a:cubicBezTo>
                  <a:cubicBezTo>
                    <a:pt x="129940" y="557276"/>
                    <a:pt x="39204" y="601904"/>
                    <a:pt x="14615" y="652057"/>
                  </a:cubicBezTo>
                  <a:cubicBezTo>
                    <a:pt x="-9974" y="702210"/>
                    <a:pt x="62501" y="723150"/>
                    <a:pt x="0" y="800979"/>
                  </a:cubicBezTo>
                  <a:cubicBezTo>
                    <a:pt x="56492" y="880762"/>
                    <a:pt x="482696" y="884704"/>
                    <a:pt x="703183" y="866375"/>
                  </a:cubicBezTo>
                  <a:cubicBezTo>
                    <a:pt x="793580" y="871488"/>
                    <a:pt x="1399521" y="848643"/>
                    <a:pt x="1558626" y="766070"/>
                  </a:cubicBezTo>
                  <a:cubicBezTo>
                    <a:pt x="1717731" y="683497"/>
                    <a:pt x="1687644" y="497131"/>
                    <a:pt x="1657815" y="370936"/>
                  </a:cubicBezTo>
                  <a:cubicBezTo>
                    <a:pt x="1598157" y="251624"/>
                    <a:pt x="1241421" y="258072"/>
                    <a:pt x="1217050" y="221148"/>
                  </a:cubicBezTo>
                  <a:cubicBezTo>
                    <a:pt x="1192679" y="184224"/>
                    <a:pt x="1293547" y="145105"/>
                    <a:pt x="1119132" y="70108"/>
                  </a:cubicBezTo>
                  <a:cubicBezTo>
                    <a:pt x="1013853" y="32921"/>
                    <a:pt x="416234" y="-23751"/>
                    <a:pt x="245102" y="10669"/>
                  </a:cubicBezTo>
                  <a:close/>
                </a:path>
              </a:pathLst>
            </a:custGeom>
            <a:solidFill>
              <a:srgbClr val="DDEAF6"/>
            </a:solidFill>
            <a:ln cap="flat" cmpd="sng" w="9525">
              <a:solidFill>
                <a:srgbClr val="9CC2E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12" name="Google Shape;5512;p77"/>
            <p:cNvGrpSpPr/>
            <p:nvPr/>
          </p:nvGrpSpPr>
          <p:grpSpPr>
            <a:xfrm>
              <a:off x="1895686" y="1906660"/>
              <a:ext cx="346882" cy="278715"/>
              <a:chOff x="2751" y="1851"/>
              <a:chExt cx="462" cy="478"/>
            </a:xfrm>
          </p:grpSpPr>
          <p:pic>
            <p:nvPicPr>
              <p:cNvPr descr="iphone_stylized_small" id="5513" name="Google Shape;5513;p7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514" name="Google Shape;5514;p7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15" name="Google Shape;5515;p77"/>
            <p:cNvGrpSpPr/>
            <p:nvPr/>
          </p:nvGrpSpPr>
          <p:grpSpPr>
            <a:xfrm>
              <a:off x="1940847" y="2968234"/>
              <a:ext cx="217656" cy="207441"/>
              <a:chOff x="7432700" y="2327293"/>
              <a:chExt cx="534987" cy="414882"/>
            </a:xfrm>
          </p:grpSpPr>
          <p:pic>
            <p:nvPicPr>
              <p:cNvPr descr="antenna_stylized" id="5516" name="Google Shape;5516;p7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5517" name="Google Shape;5517;p7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18" name="Google Shape;5518;p77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5519" name="Google Shape;5519;p7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20" name="Google Shape;5520;p77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1" name="Google Shape;5521;p77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2" name="Google Shape;5522;p77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77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77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77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26" name="Google Shape;5526;p77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5527" name="Google Shape;5527;p77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8" name="Google Shape;5528;p77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9" name="Google Shape;5529;p77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0" name="Google Shape;5530;p77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1" name="Google Shape;5531;p77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2" name="Google Shape;5532;p77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533" name="Google Shape;5533;p77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4" name="Google Shape;5534;p77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5" name="Google Shape;5535;p77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6" name="Google Shape;5536;p77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7" name="Google Shape;5537;p77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8" name="Google Shape;5538;p77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9" name="Google Shape;5539;p77"/>
            <p:cNvGrpSpPr/>
            <p:nvPr/>
          </p:nvGrpSpPr>
          <p:grpSpPr>
            <a:xfrm>
              <a:off x="1816172" y="2502167"/>
              <a:ext cx="429079" cy="145970"/>
              <a:chOff x="8493165" y="2029804"/>
              <a:chExt cx="849312" cy="226109"/>
            </a:xfrm>
          </p:grpSpPr>
          <p:pic>
            <p:nvPicPr>
              <p:cNvPr descr="car_icon_small" id="5540" name="Google Shape;5540;p7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541" name="Google Shape;5541;p7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42" name="Google Shape;5542;p77"/>
            <p:cNvGrpSpPr/>
            <p:nvPr/>
          </p:nvGrpSpPr>
          <p:grpSpPr>
            <a:xfrm>
              <a:off x="2659772" y="1892122"/>
              <a:ext cx="179923" cy="467709"/>
              <a:chOff x="2620015" y="53195"/>
              <a:chExt cx="179923" cy="467709"/>
            </a:xfrm>
          </p:grpSpPr>
          <p:grpSp>
            <p:nvGrpSpPr>
              <p:cNvPr id="5543" name="Google Shape;5543;p77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544" name="Google Shape;5544;p77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545" name="Google Shape;5545;p77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546" name="Google Shape;5546;p77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47" name="Google Shape;5547;p77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48" name="Google Shape;5548;p77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49" name="Google Shape;5549;p77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50" name="Google Shape;5550;p77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51" name="Google Shape;5551;p77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552" name="Google Shape;5552;p77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553" name="Google Shape;5553;p7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54" name="Google Shape;5554;p7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55" name="Google Shape;5555;p7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56" name="Google Shape;5556;p7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57" name="Google Shape;5557;p7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58" name="Google Shape;5558;p7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59" name="Google Shape;5559;p7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0" name="Google Shape;5560;p7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1" name="Google Shape;5561;p7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2" name="Google Shape;5562;p7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3" name="Google Shape;5563;p7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4" name="Google Shape;5564;p7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5" name="Google Shape;5565;p7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6" name="Google Shape;5566;p7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67" name="Google Shape;5567;p7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5568" name="Google Shape;5568;p77"/>
            <p:cNvSpPr/>
            <p:nvPr/>
          </p:nvSpPr>
          <p:spPr>
            <a:xfrm>
              <a:off x="1923013" y="1778416"/>
              <a:ext cx="299186" cy="160024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69" name="Google Shape;5569;p77"/>
            <p:cNvGrpSpPr/>
            <p:nvPr/>
          </p:nvGrpSpPr>
          <p:grpSpPr>
            <a:xfrm>
              <a:off x="2490976" y="2974075"/>
              <a:ext cx="179923" cy="467709"/>
              <a:chOff x="2620015" y="53195"/>
              <a:chExt cx="179923" cy="467709"/>
            </a:xfrm>
          </p:grpSpPr>
          <p:grpSp>
            <p:nvGrpSpPr>
              <p:cNvPr id="5570" name="Google Shape;5570;p77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571" name="Google Shape;5571;p77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572" name="Google Shape;5572;p77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573" name="Google Shape;5573;p77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4" name="Google Shape;5574;p77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5" name="Google Shape;5575;p77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6" name="Google Shape;5576;p77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7" name="Google Shape;5577;p77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8" name="Google Shape;5578;p77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579" name="Google Shape;5579;p77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580" name="Google Shape;5580;p7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1" name="Google Shape;5581;p7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2" name="Google Shape;5582;p7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3" name="Google Shape;5583;p7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4" name="Google Shape;5584;p7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5" name="Google Shape;5585;p7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6" name="Google Shape;5586;p7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7" name="Google Shape;5587;p7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8" name="Google Shape;5588;p7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89" name="Google Shape;5589;p7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90" name="Google Shape;5590;p7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91" name="Google Shape;5591;p7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92" name="Google Shape;5592;p7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93" name="Google Shape;5593;p7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594" name="Google Shape;5594;p7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595" name="Google Shape;5595;p77"/>
            <p:cNvGrpSpPr/>
            <p:nvPr/>
          </p:nvGrpSpPr>
          <p:grpSpPr>
            <a:xfrm>
              <a:off x="2880161" y="2402531"/>
              <a:ext cx="710987" cy="468256"/>
              <a:chOff x="340314" y="825285"/>
              <a:chExt cx="710987" cy="468256"/>
            </a:xfrm>
          </p:grpSpPr>
          <p:sp>
            <p:nvSpPr>
              <p:cNvPr id="5596" name="Google Shape;5596;p77"/>
              <p:cNvSpPr/>
              <p:nvPr/>
            </p:nvSpPr>
            <p:spPr>
              <a:xfrm flipH="1" rot="10800000">
                <a:off x="340314" y="1069853"/>
                <a:ext cx="710987" cy="22368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97" name="Google Shape;5597;p77"/>
              <p:cNvGrpSpPr/>
              <p:nvPr/>
            </p:nvGrpSpPr>
            <p:grpSpPr>
              <a:xfrm>
                <a:off x="519850" y="1126794"/>
                <a:ext cx="319417" cy="141292"/>
                <a:chOff x="7493876" y="2774731"/>
                <a:chExt cx="1481958" cy="894622"/>
              </a:xfrm>
            </p:grpSpPr>
            <p:sp>
              <p:nvSpPr>
                <p:cNvPr id="5598" name="Google Shape;5598;p7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599" name="Google Shape;5599;p7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600" name="Google Shape;5600;p7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601" name="Google Shape;5601;p7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02" name="Google Shape;5602;p7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03" name="Google Shape;5603;p7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04" name="Google Shape;5604;p7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5605" name="Google Shape;5605;p7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0917" y="825285"/>
                <a:ext cx="182563" cy="3152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06" name="Google Shape;5606;p77"/>
              <p:cNvSpPr/>
              <p:nvPr/>
            </p:nvSpPr>
            <p:spPr>
              <a:xfrm>
                <a:off x="693480" y="934168"/>
                <a:ext cx="174480" cy="184305"/>
              </a:xfrm>
              <a:prstGeom prst="can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07" name="Google Shape;5607;p77"/>
            <p:cNvSpPr/>
            <p:nvPr/>
          </p:nvSpPr>
          <p:spPr>
            <a:xfrm rot="1604261">
              <a:off x="2076561" y="29463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8" name="Google Shape;5608;p77"/>
            <p:cNvSpPr/>
            <p:nvPr/>
          </p:nvSpPr>
          <p:spPr>
            <a:xfrm rot="-485378">
              <a:off x="2158441" y="23212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9" name="Google Shape;5609;p77"/>
            <p:cNvSpPr/>
            <p:nvPr/>
          </p:nvSpPr>
          <p:spPr>
            <a:xfrm rot="1560791">
              <a:off x="2192719" y="1988545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0" name="Google Shape;5610;p77"/>
            <p:cNvSpPr txBox="1"/>
            <p:nvPr/>
          </p:nvSpPr>
          <p:spPr>
            <a:xfrm>
              <a:off x="2249867" y="2479172"/>
              <a:ext cx="54854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</a:t>
              </a:r>
              <a:endParaRPr/>
            </a:p>
          </p:txBody>
        </p:sp>
        <p:sp>
          <p:nvSpPr>
            <p:cNvPr id="5611" name="Google Shape;5611;p77"/>
            <p:cNvSpPr txBox="1"/>
            <p:nvPr/>
          </p:nvSpPr>
          <p:spPr>
            <a:xfrm>
              <a:off x="1875519" y="3348199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endParaRPr/>
            </a:p>
          </p:txBody>
        </p:sp>
        <p:cxnSp>
          <p:nvCxnSpPr>
            <p:cNvPr id="5612" name="Google Shape;5612;p77"/>
            <p:cNvCxnSpPr>
              <a:stCxn id="5559" idx="0"/>
              <a:endCxn id="5599" idx="1"/>
            </p:cNvCxnSpPr>
            <p:nvPr/>
          </p:nvCxnSpPr>
          <p:spPr>
            <a:xfrm>
              <a:off x="2823702" y="2322035"/>
              <a:ext cx="282900" cy="39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13" name="Google Shape;5613;p77"/>
            <p:cNvCxnSpPr>
              <a:endCxn id="5614" idx="0"/>
            </p:cNvCxnSpPr>
            <p:nvPr/>
          </p:nvCxnSpPr>
          <p:spPr>
            <a:xfrm flipH="1" rot="10800000">
              <a:off x="2637218" y="2874097"/>
              <a:ext cx="560700" cy="584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614" name="Google Shape;5614;p77"/>
            <p:cNvSpPr txBox="1"/>
            <p:nvPr/>
          </p:nvSpPr>
          <p:spPr>
            <a:xfrm>
              <a:off x="2761601" y="2874097"/>
              <a:ext cx="872633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 Edge DC</a:t>
              </a:r>
              <a:endParaRPr/>
            </a:p>
          </p:txBody>
        </p:sp>
      </p:grpSp>
      <p:grpSp>
        <p:nvGrpSpPr>
          <p:cNvPr id="5615" name="Google Shape;5615;p77"/>
          <p:cNvGrpSpPr/>
          <p:nvPr/>
        </p:nvGrpSpPr>
        <p:grpSpPr>
          <a:xfrm>
            <a:off x="1558898" y="4419903"/>
            <a:ext cx="1977689" cy="1908337"/>
            <a:chOff x="1816172" y="1778416"/>
            <a:chExt cx="1977689" cy="1908337"/>
          </a:xfrm>
        </p:grpSpPr>
        <p:sp>
          <p:nvSpPr>
            <p:cNvPr id="5616" name="Google Shape;5616;p77"/>
            <p:cNvSpPr/>
            <p:nvPr/>
          </p:nvSpPr>
          <p:spPr>
            <a:xfrm>
              <a:off x="2450739" y="1858953"/>
              <a:ext cx="1343122" cy="1642454"/>
            </a:xfrm>
            <a:custGeom>
              <a:rect b="b" l="l" r="r" t="t"/>
              <a:pathLst>
                <a:path extrusionOk="0" h="875411" w="1681609">
                  <a:moveTo>
                    <a:pt x="245102" y="10669"/>
                  </a:moveTo>
                  <a:cubicBezTo>
                    <a:pt x="73970" y="45089"/>
                    <a:pt x="108601" y="195061"/>
                    <a:pt x="92339" y="276627"/>
                  </a:cubicBezTo>
                  <a:cubicBezTo>
                    <a:pt x="76077" y="358193"/>
                    <a:pt x="165124" y="442850"/>
                    <a:pt x="147532" y="500063"/>
                  </a:cubicBezTo>
                  <a:cubicBezTo>
                    <a:pt x="129940" y="557276"/>
                    <a:pt x="39204" y="601904"/>
                    <a:pt x="14615" y="652057"/>
                  </a:cubicBezTo>
                  <a:cubicBezTo>
                    <a:pt x="-9974" y="702210"/>
                    <a:pt x="62501" y="723150"/>
                    <a:pt x="0" y="800979"/>
                  </a:cubicBezTo>
                  <a:cubicBezTo>
                    <a:pt x="56492" y="880762"/>
                    <a:pt x="482696" y="884704"/>
                    <a:pt x="703183" y="866375"/>
                  </a:cubicBezTo>
                  <a:cubicBezTo>
                    <a:pt x="793580" y="871488"/>
                    <a:pt x="1399521" y="848643"/>
                    <a:pt x="1558626" y="766070"/>
                  </a:cubicBezTo>
                  <a:cubicBezTo>
                    <a:pt x="1717731" y="683497"/>
                    <a:pt x="1687644" y="497131"/>
                    <a:pt x="1657815" y="370936"/>
                  </a:cubicBezTo>
                  <a:cubicBezTo>
                    <a:pt x="1598157" y="251624"/>
                    <a:pt x="1241421" y="258072"/>
                    <a:pt x="1217050" y="221148"/>
                  </a:cubicBezTo>
                  <a:cubicBezTo>
                    <a:pt x="1192679" y="184224"/>
                    <a:pt x="1293547" y="145105"/>
                    <a:pt x="1119132" y="70108"/>
                  </a:cubicBezTo>
                  <a:cubicBezTo>
                    <a:pt x="1013853" y="32921"/>
                    <a:pt x="416234" y="-23751"/>
                    <a:pt x="245102" y="10669"/>
                  </a:cubicBezTo>
                  <a:close/>
                </a:path>
              </a:pathLst>
            </a:custGeom>
            <a:solidFill>
              <a:srgbClr val="DDEAF6"/>
            </a:solidFill>
            <a:ln cap="flat" cmpd="sng" w="9525">
              <a:solidFill>
                <a:srgbClr val="9CC2E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17" name="Google Shape;5617;p77"/>
            <p:cNvGrpSpPr/>
            <p:nvPr/>
          </p:nvGrpSpPr>
          <p:grpSpPr>
            <a:xfrm>
              <a:off x="1895686" y="1906660"/>
              <a:ext cx="346882" cy="278715"/>
              <a:chOff x="2751" y="1851"/>
              <a:chExt cx="462" cy="478"/>
            </a:xfrm>
          </p:grpSpPr>
          <p:pic>
            <p:nvPicPr>
              <p:cNvPr descr="iphone_stylized_small" id="5618" name="Google Shape;5618;p7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619" name="Google Shape;5619;p7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620" name="Google Shape;5620;p77"/>
            <p:cNvGrpSpPr/>
            <p:nvPr/>
          </p:nvGrpSpPr>
          <p:grpSpPr>
            <a:xfrm>
              <a:off x="1940847" y="2968234"/>
              <a:ext cx="217656" cy="207441"/>
              <a:chOff x="7432700" y="2327293"/>
              <a:chExt cx="534987" cy="414882"/>
            </a:xfrm>
          </p:grpSpPr>
          <p:pic>
            <p:nvPicPr>
              <p:cNvPr descr="antenna_stylized" id="5621" name="Google Shape;5621;p7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5622" name="Google Shape;5622;p7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23" name="Google Shape;5623;p77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5624" name="Google Shape;5624;p7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25" name="Google Shape;5625;p77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6" name="Google Shape;5626;p77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7" name="Google Shape;5627;p77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8" name="Google Shape;5628;p77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9" name="Google Shape;5629;p77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0" name="Google Shape;5630;p77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31" name="Google Shape;5631;p77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5632" name="Google Shape;5632;p77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3" name="Google Shape;5633;p77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4" name="Google Shape;5634;p77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5" name="Google Shape;5635;p77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6" name="Google Shape;5636;p77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37" name="Google Shape;5637;p77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638" name="Google Shape;5638;p77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9" name="Google Shape;5639;p77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0" name="Google Shape;5640;p77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1" name="Google Shape;5641;p77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2" name="Google Shape;5642;p77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3" name="Google Shape;5643;p77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44" name="Google Shape;5644;p77"/>
            <p:cNvGrpSpPr/>
            <p:nvPr/>
          </p:nvGrpSpPr>
          <p:grpSpPr>
            <a:xfrm>
              <a:off x="1816172" y="2502167"/>
              <a:ext cx="429079" cy="145970"/>
              <a:chOff x="8493165" y="2029804"/>
              <a:chExt cx="849312" cy="226109"/>
            </a:xfrm>
          </p:grpSpPr>
          <p:pic>
            <p:nvPicPr>
              <p:cNvPr descr="car_icon_small" id="5645" name="Google Shape;5645;p7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646" name="Google Shape;5646;p7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647" name="Google Shape;5647;p77"/>
            <p:cNvGrpSpPr/>
            <p:nvPr/>
          </p:nvGrpSpPr>
          <p:grpSpPr>
            <a:xfrm>
              <a:off x="2659772" y="1892122"/>
              <a:ext cx="179923" cy="467709"/>
              <a:chOff x="2620015" y="53195"/>
              <a:chExt cx="179923" cy="467709"/>
            </a:xfrm>
          </p:grpSpPr>
          <p:grpSp>
            <p:nvGrpSpPr>
              <p:cNvPr id="5648" name="Google Shape;5648;p77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649" name="Google Shape;5649;p77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50" name="Google Shape;5650;p77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651" name="Google Shape;5651;p77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52" name="Google Shape;5652;p77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53" name="Google Shape;5653;p77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54" name="Google Shape;5654;p77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55" name="Google Shape;5655;p77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56" name="Google Shape;5656;p77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657" name="Google Shape;5657;p77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658" name="Google Shape;5658;p7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59" name="Google Shape;5659;p7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0" name="Google Shape;5660;p7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1" name="Google Shape;5661;p7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2" name="Google Shape;5662;p7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3" name="Google Shape;5663;p7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4" name="Google Shape;5664;p7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5" name="Google Shape;5665;p7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6" name="Google Shape;5666;p7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7" name="Google Shape;5667;p7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8" name="Google Shape;5668;p7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69" name="Google Shape;5669;p7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70" name="Google Shape;5670;p7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71" name="Google Shape;5671;p7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72" name="Google Shape;5672;p7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5673" name="Google Shape;5673;p77"/>
            <p:cNvSpPr/>
            <p:nvPr/>
          </p:nvSpPr>
          <p:spPr>
            <a:xfrm>
              <a:off x="1923013" y="1778416"/>
              <a:ext cx="299186" cy="160024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74" name="Google Shape;5674;p77"/>
            <p:cNvGrpSpPr/>
            <p:nvPr/>
          </p:nvGrpSpPr>
          <p:grpSpPr>
            <a:xfrm>
              <a:off x="2490976" y="2974075"/>
              <a:ext cx="179923" cy="467709"/>
              <a:chOff x="2620015" y="53195"/>
              <a:chExt cx="179923" cy="467709"/>
            </a:xfrm>
          </p:grpSpPr>
          <p:grpSp>
            <p:nvGrpSpPr>
              <p:cNvPr id="5675" name="Google Shape;5675;p77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676" name="Google Shape;5676;p77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77" name="Google Shape;5677;p77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678" name="Google Shape;5678;p77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79" name="Google Shape;5679;p77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0" name="Google Shape;5680;p77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1" name="Google Shape;5681;p77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2" name="Google Shape;5682;p77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3" name="Google Shape;5683;p77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684" name="Google Shape;5684;p77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685" name="Google Shape;5685;p7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86" name="Google Shape;5686;p7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87" name="Google Shape;5687;p7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88" name="Google Shape;5688;p7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89" name="Google Shape;5689;p7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0" name="Google Shape;5690;p7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1" name="Google Shape;5691;p7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2" name="Google Shape;5692;p7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3" name="Google Shape;5693;p7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4" name="Google Shape;5694;p7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5" name="Google Shape;5695;p7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6" name="Google Shape;5696;p7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7" name="Google Shape;5697;p7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8" name="Google Shape;5698;p7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699" name="Google Shape;5699;p7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700" name="Google Shape;5700;p77"/>
            <p:cNvGrpSpPr/>
            <p:nvPr/>
          </p:nvGrpSpPr>
          <p:grpSpPr>
            <a:xfrm>
              <a:off x="2880161" y="2402531"/>
              <a:ext cx="710987" cy="468256"/>
              <a:chOff x="340314" y="825285"/>
              <a:chExt cx="710987" cy="468256"/>
            </a:xfrm>
          </p:grpSpPr>
          <p:sp>
            <p:nvSpPr>
              <p:cNvPr id="5701" name="Google Shape;5701;p77"/>
              <p:cNvSpPr/>
              <p:nvPr/>
            </p:nvSpPr>
            <p:spPr>
              <a:xfrm flipH="1" rot="10800000">
                <a:off x="340314" y="1069853"/>
                <a:ext cx="710987" cy="22368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02" name="Google Shape;5702;p77"/>
              <p:cNvGrpSpPr/>
              <p:nvPr/>
            </p:nvGrpSpPr>
            <p:grpSpPr>
              <a:xfrm>
                <a:off x="519850" y="1126794"/>
                <a:ext cx="319417" cy="141292"/>
                <a:chOff x="7493876" y="2774731"/>
                <a:chExt cx="1481958" cy="894622"/>
              </a:xfrm>
            </p:grpSpPr>
            <p:sp>
              <p:nvSpPr>
                <p:cNvPr id="5703" name="Google Shape;5703;p7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704" name="Google Shape;5704;p7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705" name="Google Shape;5705;p7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706" name="Google Shape;5706;p7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7" name="Google Shape;5707;p7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8" name="Google Shape;5708;p7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9" name="Google Shape;5709;p7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5710" name="Google Shape;5710;p7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0917" y="825285"/>
                <a:ext cx="182563" cy="3152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11" name="Google Shape;5711;p77"/>
              <p:cNvSpPr/>
              <p:nvPr/>
            </p:nvSpPr>
            <p:spPr>
              <a:xfrm>
                <a:off x="693480" y="934168"/>
                <a:ext cx="174480" cy="184305"/>
              </a:xfrm>
              <a:prstGeom prst="can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12" name="Google Shape;5712;p77"/>
            <p:cNvSpPr/>
            <p:nvPr/>
          </p:nvSpPr>
          <p:spPr>
            <a:xfrm rot="1604261">
              <a:off x="2076561" y="29463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3" name="Google Shape;5713;p77"/>
            <p:cNvSpPr/>
            <p:nvPr/>
          </p:nvSpPr>
          <p:spPr>
            <a:xfrm rot="-485378">
              <a:off x="2158441" y="23212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4" name="Google Shape;5714;p77"/>
            <p:cNvSpPr/>
            <p:nvPr/>
          </p:nvSpPr>
          <p:spPr>
            <a:xfrm rot="1560791">
              <a:off x="2192719" y="1988545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5" name="Google Shape;5715;p77"/>
            <p:cNvSpPr txBox="1"/>
            <p:nvPr/>
          </p:nvSpPr>
          <p:spPr>
            <a:xfrm>
              <a:off x="2249867" y="2479172"/>
              <a:ext cx="54854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</a:t>
              </a:r>
              <a:endParaRPr/>
            </a:p>
          </p:txBody>
        </p:sp>
        <p:sp>
          <p:nvSpPr>
            <p:cNvPr id="5716" name="Google Shape;5716;p77"/>
            <p:cNvSpPr txBox="1"/>
            <p:nvPr/>
          </p:nvSpPr>
          <p:spPr>
            <a:xfrm>
              <a:off x="1875519" y="3348199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endParaRPr/>
            </a:p>
          </p:txBody>
        </p:sp>
        <p:cxnSp>
          <p:nvCxnSpPr>
            <p:cNvPr id="5717" name="Google Shape;5717;p77"/>
            <p:cNvCxnSpPr>
              <a:stCxn id="5664" idx="0"/>
              <a:endCxn id="5704" idx="1"/>
            </p:cNvCxnSpPr>
            <p:nvPr/>
          </p:nvCxnSpPr>
          <p:spPr>
            <a:xfrm>
              <a:off x="2823702" y="2322035"/>
              <a:ext cx="282900" cy="39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18" name="Google Shape;5718;p77"/>
            <p:cNvCxnSpPr>
              <a:endCxn id="5719" idx="0"/>
            </p:cNvCxnSpPr>
            <p:nvPr/>
          </p:nvCxnSpPr>
          <p:spPr>
            <a:xfrm flipH="1" rot="10800000">
              <a:off x="2637218" y="2874097"/>
              <a:ext cx="560700" cy="584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719" name="Google Shape;5719;p77"/>
            <p:cNvSpPr txBox="1"/>
            <p:nvPr/>
          </p:nvSpPr>
          <p:spPr>
            <a:xfrm>
              <a:off x="2761601" y="2874097"/>
              <a:ext cx="872633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 Edge DC</a:t>
              </a:r>
              <a:endParaRPr/>
            </a:p>
          </p:txBody>
        </p:sp>
      </p:grpSp>
      <p:sp>
        <p:nvSpPr>
          <p:cNvPr id="5720" name="Google Shape;5720;p77"/>
          <p:cNvSpPr txBox="1"/>
          <p:nvPr/>
        </p:nvSpPr>
        <p:spPr>
          <a:xfrm>
            <a:off x="3570452" y="4289760"/>
            <a:ext cx="8692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DC</a:t>
            </a:r>
            <a:endParaRPr/>
          </a:p>
        </p:txBody>
      </p:sp>
      <p:sp>
        <p:nvSpPr>
          <p:cNvPr id="5721" name="Google Shape;5721;p77"/>
          <p:cNvSpPr txBox="1"/>
          <p:nvPr/>
        </p:nvSpPr>
        <p:spPr>
          <a:xfrm>
            <a:off x="3423034" y="4722080"/>
            <a:ext cx="1207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Core</a:t>
            </a:r>
            <a:endParaRPr/>
          </a:p>
        </p:txBody>
      </p:sp>
      <p:sp>
        <p:nvSpPr>
          <p:cNvPr id="5722" name="Google Shape;5722;p77"/>
          <p:cNvSpPr/>
          <p:nvPr/>
        </p:nvSpPr>
        <p:spPr>
          <a:xfrm flipH="1">
            <a:off x="8804434" y="2516952"/>
            <a:ext cx="1343122" cy="1642454"/>
          </a:xfrm>
          <a:custGeom>
            <a:rect b="b" l="l" r="r" t="t"/>
            <a:pathLst>
              <a:path extrusionOk="0" h="875411" w="1681609">
                <a:moveTo>
                  <a:pt x="245102" y="10669"/>
                </a:moveTo>
                <a:cubicBezTo>
                  <a:pt x="73970" y="45089"/>
                  <a:pt x="108601" y="195061"/>
                  <a:pt x="92339" y="276627"/>
                </a:cubicBezTo>
                <a:cubicBezTo>
                  <a:pt x="76077" y="358193"/>
                  <a:pt x="165124" y="442850"/>
                  <a:pt x="147532" y="500063"/>
                </a:cubicBezTo>
                <a:cubicBezTo>
                  <a:pt x="129940" y="557276"/>
                  <a:pt x="39204" y="601904"/>
                  <a:pt x="14615" y="652057"/>
                </a:cubicBezTo>
                <a:cubicBezTo>
                  <a:pt x="-9974" y="702210"/>
                  <a:pt x="62501" y="723150"/>
                  <a:pt x="0" y="800979"/>
                </a:cubicBezTo>
                <a:cubicBezTo>
                  <a:pt x="56492" y="880762"/>
                  <a:pt x="482696" y="884704"/>
                  <a:pt x="703183" y="866375"/>
                </a:cubicBezTo>
                <a:cubicBezTo>
                  <a:pt x="793580" y="871488"/>
                  <a:pt x="1399521" y="848643"/>
                  <a:pt x="1558626" y="766070"/>
                </a:cubicBezTo>
                <a:cubicBezTo>
                  <a:pt x="1717731" y="683497"/>
                  <a:pt x="1687644" y="497131"/>
                  <a:pt x="1657815" y="370936"/>
                </a:cubicBezTo>
                <a:cubicBezTo>
                  <a:pt x="1598157" y="251624"/>
                  <a:pt x="1241421" y="258072"/>
                  <a:pt x="1217050" y="221148"/>
                </a:cubicBezTo>
                <a:cubicBezTo>
                  <a:pt x="1192679" y="184224"/>
                  <a:pt x="1293547" y="145105"/>
                  <a:pt x="1119132" y="70108"/>
                </a:cubicBezTo>
                <a:cubicBezTo>
                  <a:pt x="1013853" y="32921"/>
                  <a:pt x="416234" y="-23751"/>
                  <a:pt x="245102" y="10669"/>
                </a:cubicBezTo>
                <a:close/>
              </a:path>
            </a:pathLst>
          </a:custGeom>
          <a:solidFill>
            <a:srgbClr val="DDEAF6"/>
          </a:solidFill>
          <a:ln cap="flat" cmpd="sng" w="9525">
            <a:solidFill>
              <a:srgbClr val="9CC2E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23" name="Google Shape;5723;p77"/>
          <p:cNvGrpSpPr/>
          <p:nvPr/>
        </p:nvGrpSpPr>
        <p:grpSpPr>
          <a:xfrm flipH="1">
            <a:off x="10355727" y="2564659"/>
            <a:ext cx="346882" cy="278715"/>
            <a:chOff x="2751" y="1851"/>
            <a:chExt cx="462" cy="478"/>
          </a:xfrm>
        </p:grpSpPr>
        <p:pic>
          <p:nvPicPr>
            <p:cNvPr descr="iphone_stylized_small" id="5724" name="Google Shape;5724;p7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5725" name="Google Shape;5725;p7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26" name="Google Shape;5726;p77"/>
          <p:cNvGrpSpPr/>
          <p:nvPr/>
        </p:nvGrpSpPr>
        <p:grpSpPr>
          <a:xfrm flipH="1">
            <a:off x="10439792" y="3626233"/>
            <a:ext cx="217656" cy="207441"/>
            <a:chOff x="7432700" y="2327293"/>
            <a:chExt cx="534987" cy="414882"/>
          </a:xfrm>
        </p:grpSpPr>
        <p:pic>
          <p:nvPicPr>
            <p:cNvPr descr="antenna_stylized" id="5727" name="Google Shape;5727;p7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728" name="Google Shape;5728;p7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29" name="Google Shape;5729;p77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730" name="Google Shape;5730;p7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1" name="Google Shape;5731;p77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2" name="Google Shape;5732;p77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3" name="Google Shape;5733;p77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4" name="Google Shape;5734;p77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5" name="Google Shape;5735;p77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6" name="Google Shape;5736;p77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37" name="Google Shape;5737;p77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5738" name="Google Shape;5738;p7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9" name="Google Shape;5739;p7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0" name="Google Shape;5740;p7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1" name="Google Shape;5741;p7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2" name="Google Shape;5742;p7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3" name="Google Shape;5743;p7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44" name="Google Shape;5744;p77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5" name="Google Shape;5745;p77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6" name="Google Shape;5746;p77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7" name="Google Shape;5747;p77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8" name="Google Shape;5748;p77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9" name="Google Shape;5749;p77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0" name="Google Shape;5750;p77"/>
          <p:cNvGrpSpPr/>
          <p:nvPr/>
        </p:nvGrpSpPr>
        <p:grpSpPr>
          <a:xfrm flipH="1">
            <a:off x="10353044" y="3160166"/>
            <a:ext cx="429079" cy="145970"/>
            <a:chOff x="8493165" y="2029804"/>
            <a:chExt cx="849312" cy="226109"/>
          </a:xfrm>
        </p:grpSpPr>
        <p:pic>
          <p:nvPicPr>
            <p:cNvPr descr="car_icon_small" id="5751" name="Google Shape;5751;p7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5752" name="Google Shape;5752;p7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53" name="Google Shape;5753;p77"/>
          <p:cNvGrpSpPr/>
          <p:nvPr/>
        </p:nvGrpSpPr>
        <p:grpSpPr>
          <a:xfrm flipH="1">
            <a:off x="9758600" y="2550121"/>
            <a:ext cx="179923" cy="467709"/>
            <a:chOff x="2620015" y="53195"/>
            <a:chExt cx="179923" cy="467709"/>
          </a:xfrm>
        </p:grpSpPr>
        <p:grpSp>
          <p:nvGrpSpPr>
            <p:cNvPr id="5754" name="Google Shape;5754;p77"/>
            <p:cNvGrpSpPr/>
            <p:nvPr/>
          </p:nvGrpSpPr>
          <p:grpSpPr>
            <a:xfrm>
              <a:off x="2620015" y="53195"/>
              <a:ext cx="179923" cy="196522"/>
              <a:chOff x="2620015" y="11713"/>
              <a:chExt cx="179923" cy="238004"/>
            </a:xfrm>
          </p:grpSpPr>
          <p:sp>
            <p:nvSpPr>
              <p:cNvPr id="5755" name="Google Shape;5755;p77"/>
              <p:cNvSpPr/>
              <p:nvPr/>
            </p:nvSpPr>
            <p:spPr>
              <a:xfrm>
                <a:off x="2620015" y="27232"/>
                <a:ext cx="179923" cy="21361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56" name="Google Shape;5756;p77"/>
              <p:cNvGrpSpPr/>
              <p:nvPr/>
            </p:nvGrpSpPr>
            <p:grpSpPr>
              <a:xfrm>
                <a:off x="2636020" y="11713"/>
                <a:ext cx="146256" cy="238004"/>
                <a:chOff x="2949" y="1424"/>
                <a:chExt cx="265" cy="322"/>
              </a:xfrm>
            </p:grpSpPr>
            <p:sp>
              <p:nvSpPr>
                <p:cNvPr id="5757" name="Google Shape;5757;p77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8" name="Google Shape;5758;p77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9" name="Google Shape;5759;p77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0" name="Google Shape;5760;p77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1" name="Google Shape;5761;p77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2" name="Google Shape;5762;p77"/>
                <p:cNvSpPr/>
                <p:nvPr/>
              </p:nvSpPr>
              <p:spPr>
                <a:xfrm flipH="1">
                  <a:off x="2984" y="1603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63" name="Google Shape;5763;p77"/>
            <p:cNvGrpSpPr/>
            <p:nvPr/>
          </p:nvGrpSpPr>
          <p:grpSpPr>
            <a:xfrm>
              <a:off x="2631142" y="136376"/>
              <a:ext cx="152730" cy="384528"/>
              <a:chOff x="3130" y="3288"/>
              <a:chExt cx="410" cy="742"/>
            </a:xfrm>
          </p:grpSpPr>
          <p:cxnSp>
            <p:nvCxnSpPr>
              <p:cNvPr id="5764" name="Google Shape;5764;p7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5" name="Google Shape;5765;p7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6" name="Google Shape;5766;p7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7" name="Google Shape;5767;p7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8" name="Google Shape;5768;p7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69" name="Google Shape;5769;p7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0" name="Google Shape;5770;p7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1" name="Google Shape;5771;p7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2" name="Google Shape;5772;p7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3" name="Google Shape;5773;p7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4" name="Google Shape;5774;p7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5" name="Google Shape;5775;p7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6" name="Google Shape;5776;p7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7" name="Google Shape;5777;p7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78" name="Google Shape;5778;p7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779" name="Google Shape;5779;p77"/>
          <p:cNvSpPr/>
          <p:nvPr/>
        </p:nvSpPr>
        <p:spPr>
          <a:xfrm flipH="1">
            <a:off x="10376096" y="2436415"/>
            <a:ext cx="299186" cy="1600249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80" name="Google Shape;5780;p77"/>
          <p:cNvGrpSpPr/>
          <p:nvPr/>
        </p:nvGrpSpPr>
        <p:grpSpPr>
          <a:xfrm flipH="1">
            <a:off x="9927396" y="3632074"/>
            <a:ext cx="179923" cy="467709"/>
            <a:chOff x="2620015" y="53195"/>
            <a:chExt cx="179923" cy="467709"/>
          </a:xfrm>
        </p:grpSpPr>
        <p:grpSp>
          <p:nvGrpSpPr>
            <p:cNvPr id="5781" name="Google Shape;5781;p77"/>
            <p:cNvGrpSpPr/>
            <p:nvPr/>
          </p:nvGrpSpPr>
          <p:grpSpPr>
            <a:xfrm>
              <a:off x="2620015" y="53195"/>
              <a:ext cx="179923" cy="196522"/>
              <a:chOff x="2620015" y="11713"/>
              <a:chExt cx="179923" cy="238004"/>
            </a:xfrm>
          </p:grpSpPr>
          <p:sp>
            <p:nvSpPr>
              <p:cNvPr id="5782" name="Google Shape;5782;p77"/>
              <p:cNvSpPr/>
              <p:nvPr/>
            </p:nvSpPr>
            <p:spPr>
              <a:xfrm>
                <a:off x="2620015" y="27232"/>
                <a:ext cx="179923" cy="21361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83" name="Google Shape;5783;p77"/>
              <p:cNvGrpSpPr/>
              <p:nvPr/>
            </p:nvGrpSpPr>
            <p:grpSpPr>
              <a:xfrm>
                <a:off x="2636020" y="11713"/>
                <a:ext cx="146256" cy="238004"/>
                <a:chOff x="2949" y="1424"/>
                <a:chExt cx="265" cy="322"/>
              </a:xfrm>
            </p:grpSpPr>
            <p:sp>
              <p:nvSpPr>
                <p:cNvPr id="5784" name="Google Shape;5784;p77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5" name="Google Shape;5785;p77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6" name="Google Shape;5786;p77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7" name="Google Shape;5787;p77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8" name="Google Shape;5788;p77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89" name="Google Shape;5789;p77"/>
                <p:cNvSpPr/>
                <p:nvPr/>
              </p:nvSpPr>
              <p:spPr>
                <a:xfrm flipH="1">
                  <a:off x="2984" y="1603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90" name="Google Shape;5790;p77"/>
            <p:cNvGrpSpPr/>
            <p:nvPr/>
          </p:nvGrpSpPr>
          <p:grpSpPr>
            <a:xfrm>
              <a:off x="2631142" y="136376"/>
              <a:ext cx="152730" cy="384528"/>
              <a:chOff x="3130" y="3288"/>
              <a:chExt cx="410" cy="742"/>
            </a:xfrm>
          </p:grpSpPr>
          <p:cxnSp>
            <p:nvCxnSpPr>
              <p:cNvPr id="5791" name="Google Shape;5791;p7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2" name="Google Shape;5792;p7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3" name="Google Shape;5793;p7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4" name="Google Shape;5794;p7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5" name="Google Shape;5795;p7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6" name="Google Shape;5796;p7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7" name="Google Shape;5797;p7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8" name="Google Shape;5798;p7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9" name="Google Shape;5799;p7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0" name="Google Shape;5800;p7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1" name="Google Shape;5801;p7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2" name="Google Shape;5802;p7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3" name="Google Shape;5803;p7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4" name="Google Shape;5804;p7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05" name="Google Shape;5805;p7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806" name="Google Shape;5806;p77"/>
          <p:cNvGrpSpPr/>
          <p:nvPr/>
        </p:nvGrpSpPr>
        <p:grpSpPr>
          <a:xfrm flipH="1">
            <a:off x="9007147" y="3060530"/>
            <a:ext cx="710987" cy="468256"/>
            <a:chOff x="340314" y="825285"/>
            <a:chExt cx="710987" cy="468256"/>
          </a:xfrm>
        </p:grpSpPr>
        <p:sp>
          <p:nvSpPr>
            <p:cNvPr id="5807" name="Google Shape;5807;p77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08" name="Google Shape;5808;p77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5809" name="Google Shape;5809;p7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10" name="Google Shape;5810;p7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11" name="Google Shape;5811;p7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2" name="Google Shape;5812;p7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3" name="Google Shape;5813;p7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4" name="Google Shape;5814;p7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5" name="Google Shape;5815;p7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5816" name="Google Shape;5816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7" name="Google Shape;5817;p77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18" name="Google Shape;5818;p77"/>
          <p:cNvSpPr/>
          <p:nvPr/>
        </p:nvSpPr>
        <p:spPr>
          <a:xfrm flipH="1" rot="-1604261">
            <a:off x="10129806" y="3604356"/>
            <a:ext cx="391928" cy="77147"/>
          </a:xfrm>
          <a:custGeom>
            <a:rect b="b" l="l" r="r" t="t"/>
            <a:pathLst>
              <a:path extrusionOk="0" h="171450" w="1143000">
                <a:moveTo>
                  <a:pt x="0" y="130175"/>
                </a:moveTo>
                <a:lnTo>
                  <a:pt x="520700" y="0"/>
                </a:lnTo>
                <a:lnTo>
                  <a:pt x="504825" y="63500"/>
                </a:lnTo>
                <a:lnTo>
                  <a:pt x="755650" y="0"/>
                </a:lnTo>
                <a:lnTo>
                  <a:pt x="755650" y="76200"/>
                </a:lnTo>
                <a:lnTo>
                  <a:pt x="1143000" y="0"/>
                </a:lnTo>
                <a:lnTo>
                  <a:pt x="657225" y="171450"/>
                </a:lnTo>
                <a:lnTo>
                  <a:pt x="663575" y="95250"/>
                </a:lnTo>
                <a:lnTo>
                  <a:pt x="336550" y="161925"/>
                </a:lnTo>
                <a:lnTo>
                  <a:pt x="361950" y="95250"/>
                </a:lnTo>
                <a:lnTo>
                  <a:pt x="0" y="130175"/>
                </a:lnTo>
                <a:close/>
              </a:path>
            </a:pathLst>
          </a:cu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9" name="Google Shape;5819;p77"/>
          <p:cNvSpPr/>
          <p:nvPr/>
        </p:nvSpPr>
        <p:spPr>
          <a:xfrm flipH="1" rot="485378">
            <a:off x="10047926" y="2979256"/>
            <a:ext cx="391928" cy="77147"/>
          </a:xfrm>
          <a:custGeom>
            <a:rect b="b" l="l" r="r" t="t"/>
            <a:pathLst>
              <a:path extrusionOk="0" h="171450" w="1143000">
                <a:moveTo>
                  <a:pt x="0" y="130175"/>
                </a:moveTo>
                <a:lnTo>
                  <a:pt x="520700" y="0"/>
                </a:lnTo>
                <a:lnTo>
                  <a:pt x="504825" y="63500"/>
                </a:lnTo>
                <a:lnTo>
                  <a:pt x="755650" y="0"/>
                </a:lnTo>
                <a:lnTo>
                  <a:pt x="755650" y="76200"/>
                </a:lnTo>
                <a:lnTo>
                  <a:pt x="1143000" y="0"/>
                </a:lnTo>
                <a:lnTo>
                  <a:pt x="657225" y="171450"/>
                </a:lnTo>
                <a:lnTo>
                  <a:pt x="663575" y="95250"/>
                </a:lnTo>
                <a:lnTo>
                  <a:pt x="336550" y="161925"/>
                </a:lnTo>
                <a:lnTo>
                  <a:pt x="361950" y="95250"/>
                </a:lnTo>
                <a:lnTo>
                  <a:pt x="0" y="130175"/>
                </a:lnTo>
                <a:close/>
              </a:path>
            </a:pathLst>
          </a:cu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0" name="Google Shape;5820;p77"/>
          <p:cNvSpPr/>
          <p:nvPr/>
        </p:nvSpPr>
        <p:spPr>
          <a:xfrm flipH="1" rot="-1560791">
            <a:off x="10013648" y="2646544"/>
            <a:ext cx="391928" cy="77147"/>
          </a:xfrm>
          <a:custGeom>
            <a:rect b="b" l="l" r="r" t="t"/>
            <a:pathLst>
              <a:path extrusionOk="0" h="171450" w="1143000">
                <a:moveTo>
                  <a:pt x="0" y="130175"/>
                </a:moveTo>
                <a:lnTo>
                  <a:pt x="520700" y="0"/>
                </a:lnTo>
                <a:lnTo>
                  <a:pt x="504825" y="63500"/>
                </a:lnTo>
                <a:lnTo>
                  <a:pt x="755650" y="0"/>
                </a:lnTo>
                <a:lnTo>
                  <a:pt x="755650" y="76200"/>
                </a:lnTo>
                <a:lnTo>
                  <a:pt x="1143000" y="0"/>
                </a:lnTo>
                <a:lnTo>
                  <a:pt x="657225" y="171450"/>
                </a:lnTo>
                <a:lnTo>
                  <a:pt x="663575" y="95250"/>
                </a:lnTo>
                <a:lnTo>
                  <a:pt x="336550" y="161925"/>
                </a:lnTo>
                <a:lnTo>
                  <a:pt x="361950" y="95250"/>
                </a:lnTo>
                <a:lnTo>
                  <a:pt x="0" y="130175"/>
                </a:lnTo>
                <a:close/>
              </a:path>
            </a:pathLst>
          </a:cu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1" name="Google Shape;5821;p77"/>
          <p:cNvSpPr txBox="1"/>
          <p:nvPr/>
        </p:nvSpPr>
        <p:spPr>
          <a:xfrm flipH="1">
            <a:off x="9799880" y="3137171"/>
            <a:ext cx="54854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</a:t>
            </a:r>
            <a:endParaRPr/>
          </a:p>
        </p:txBody>
      </p:sp>
      <p:sp>
        <p:nvSpPr>
          <p:cNvPr id="5822" name="Google Shape;5822;p77"/>
          <p:cNvSpPr txBox="1"/>
          <p:nvPr/>
        </p:nvSpPr>
        <p:spPr>
          <a:xfrm flipH="1">
            <a:off x="10305674" y="4006198"/>
            <a:ext cx="4171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endParaRPr/>
          </a:p>
        </p:txBody>
      </p:sp>
      <p:cxnSp>
        <p:nvCxnSpPr>
          <p:cNvPr id="5823" name="Google Shape;5823;p77"/>
          <p:cNvCxnSpPr>
            <a:stCxn id="5770" idx="0"/>
            <a:endCxn id="5810" idx="1"/>
          </p:cNvCxnSpPr>
          <p:nvPr/>
        </p:nvCxnSpPr>
        <p:spPr>
          <a:xfrm flipH="1">
            <a:off x="9491693" y="2980034"/>
            <a:ext cx="282900" cy="39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4" name="Google Shape;5824;p77"/>
          <p:cNvCxnSpPr>
            <a:endCxn id="5825" idx="0"/>
          </p:cNvCxnSpPr>
          <p:nvPr/>
        </p:nvCxnSpPr>
        <p:spPr>
          <a:xfrm rot="10800000">
            <a:off x="9400378" y="3532096"/>
            <a:ext cx="560700" cy="58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25" name="Google Shape;5825;p77"/>
          <p:cNvSpPr txBox="1"/>
          <p:nvPr/>
        </p:nvSpPr>
        <p:spPr>
          <a:xfrm flipH="1">
            <a:off x="8964061" y="3532096"/>
            <a:ext cx="872633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 Edge DC</a:t>
            </a:r>
            <a:endParaRPr/>
          </a:p>
        </p:txBody>
      </p:sp>
      <p:grpSp>
        <p:nvGrpSpPr>
          <p:cNvPr id="5826" name="Google Shape;5826;p77"/>
          <p:cNvGrpSpPr/>
          <p:nvPr/>
        </p:nvGrpSpPr>
        <p:grpSpPr>
          <a:xfrm flipH="1">
            <a:off x="8871627" y="4387103"/>
            <a:ext cx="1977689" cy="1908337"/>
            <a:chOff x="1816172" y="1778416"/>
            <a:chExt cx="1977689" cy="1908337"/>
          </a:xfrm>
        </p:grpSpPr>
        <p:sp>
          <p:nvSpPr>
            <p:cNvPr id="5827" name="Google Shape;5827;p77"/>
            <p:cNvSpPr/>
            <p:nvPr/>
          </p:nvSpPr>
          <p:spPr>
            <a:xfrm>
              <a:off x="2450739" y="1858953"/>
              <a:ext cx="1343122" cy="1642454"/>
            </a:xfrm>
            <a:custGeom>
              <a:rect b="b" l="l" r="r" t="t"/>
              <a:pathLst>
                <a:path extrusionOk="0" h="875411" w="1681609">
                  <a:moveTo>
                    <a:pt x="245102" y="10669"/>
                  </a:moveTo>
                  <a:cubicBezTo>
                    <a:pt x="73970" y="45089"/>
                    <a:pt x="108601" y="195061"/>
                    <a:pt x="92339" y="276627"/>
                  </a:cubicBezTo>
                  <a:cubicBezTo>
                    <a:pt x="76077" y="358193"/>
                    <a:pt x="165124" y="442850"/>
                    <a:pt x="147532" y="500063"/>
                  </a:cubicBezTo>
                  <a:cubicBezTo>
                    <a:pt x="129940" y="557276"/>
                    <a:pt x="39204" y="601904"/>
                    <a:pt x="14615" y="652057"/>
                  </a:cubicBezTo>
                  <a:cubicBezTo>
                    <a:pt x="-9974" y="702210"/>
                    <a:pt x="62501" y="723150"/>
                    <a:pt x="0" y="800979"/>
                  </a:cubicBezTo>
                  <a:cubicBezTo>
                    <a:pt x="56492" y="880762"/>
                    <a:pt x="482696" y="884704"/>
                    <a:pt x="703183" y="866375"/>
                  </a:cubicBezTo>
                  <a:cubicBezTo>
                    <a:pt x="793580" y="871488"/>
                    <a:pt x="1399521" y="848643"/>
                    <a:pt x="1558626" y="766070"/>
                  </a:cubicBezTo>
                  <a:cubicBezTo>
                    <a:pt x="1717731" y="683497"/>
                    <a:pt x="1687644" y="497131"/>
                    <a:pt x="1657815" y="370936"/>
                  </a:cubicBezTo>
                  <a:cubicBezTo>
                    <a:pt x="1598157" y="251624"/>
                    <a:pt x="1241421" y="258072"/>
                    <a:pt x="1217050" y="221148"/>
                  </a:cubicBezTo>
                  <a:cubicBezTo>
                    <a:pt x="1192679" y="184224"/>
                    <a:pt x="1293547" y="145105"/>
                    <a:pt x="1119132" y="70108"/>
                  </a:cubicBezTo>
                  <a:cubicBezTo>
                    <a:pt x="1013853" y="32921"/>
                    <a:pt x="416234" y="-23751"/>
                    <a:pt x="245102" y="10669"/>
                  </a:cubicBezTo>
                  <a:close/>
                </a:path>
              </a:pathLst>
            </a:custGeom>
            <a:solidFill>
              <a:srgbClr val="DDEAF6"/>
            </a:solidFill>
            <a:ln cap="flat" cmpd="sng" w="9525">
              <a:solidFill>
                <a:srgbClr val="9CC2E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28" name="Google Shape;5828;p77"/>
            <p:cNvGrpSpPr/>
            <p:nvPr/>
          </p:nvGrpSpPr>
          <p:grpSpPr>
            <a:xfrm>
              <a:off x="1895686" y="1906660"/>
              <a:ext cx="346882" cy="278715"/>
              <a:chOff x="2751" y="1851"/>
              <a:chExt cx="462" cy="478"/>
            </a:xfrm>
          </p:grpSpPr>
          <p:pic>
            <p:nvPicPr>
              <p:cNvPr descr="iphone_stylized_small" id="5829" name="Google Shape;5829;p7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5830" name="Google Shape;5830;p7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831" name="Google Shape;5831;p77"/>
            <p:cNvGrpSpPr/>
            <p:nvPr/>
          </p:nvGrpSpPr>
          <p:grpSpPr>
            <a:xfrm>
              <a:off x="1940847" y="2968234"/>
              <a:ext cx="217656" cy="207441"/>
              <a:chOff x="7432700" y="2327293"/>
              <a:chExt cx="534987" cy="414882"/>
            </a:xfrm>
          </p:grpSpPr>
          <p:pic>
            <p:nvPicPr>
              <p:cNvPr descr="antenna_stylized" id="5832" name="Google Shape;5832;p7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5833" name="Google Shape;5833;p7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34" name="Google Shape;5834;p77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5835" name="Google Shape;5835;p7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36" name="Google Shape;5836;p77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7" name="Google Shape;5837;p77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8" name="Google Shape;5838;p77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9" name="Google Shape;5839;p77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0" name="Google Shape;5840;p77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1" name="Google Shape;5841;p77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42" name="Google Shape;5842;p77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5843" name="Google Shape;5843;p77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4" name="Google Shape;5844;p77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5" name="Google Shape;5845;p77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6" name="Google Shape;5846;p77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7" name="Google Shape;5847;p77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8" name="Google Shape;5848;p77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49" name="Google Shape;5849;p77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0" name="Google Shape;5850;p77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1" name="Google Shape;5851;p77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2" name="Google Shape;5852;p77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3" name="Google Shape;5853;p77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4" name="Google Shape;5854;p77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55" name="Google Shape;5855;p77"/>
            <p:cNvGrpSpPr/>
            <p:nvPr/>
          </p:nvGrpSpPr>
          <p:grpSpPr>
            <a:xfrm>
              <a:off x="1816172" y="2502167"/>
              <a:ext cx="429079" cy="145970"/>
              <a:chOff x="8493165" y="2029804"/>
              <a:chExt cx="849312" cy="226109"/>
            </a:xfrm>
          </p:grpSpPr>
          <p:pic>
            <p:nvPicPr>
              <p:cNvPr descr="car_icon_small" id="5856" name="Google Shape;5856;p7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857" name="Google Shape;5857;p7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858" name="Google Shape;5858;p77"/>
            <p:cNvGrpSpPr/>
            <p:nvPr/>
          </p:nvGrpSpPr>
          <p:grpSpPr>
            <a:xfrm>
              <a:off x="2659772" y="1892122"/>
              <a:ext cx="179923" cy="467709"/>
              <a:chOff x="2620015" y="53195"/>
              <a:chExt cx="179923" cy="467709"/>
            </a:xfrm>
          </p:grpSpPr>
          <p:grpSp>
            <p:nvGrpSpPr>
              <p:cNvPr id="5859" name="Google Shape;5859;p77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860" name="Google Shape;5860;p77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61" name="Google Shape;5861;p77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862" name="Google Shape;5862;p77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63" name="Google Shape;5863;p77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64" name="Google Shape;5864;p77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65" name="Google Shape;5865;p77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66" name="Google Shape;5866;p77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67" name="Google Shape;5867;p77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868" name="Google Shape;5868;p77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869" name="Google Shape;5869;p7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0" name="Google Shape;5870;p7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1" name="Google Shape;5871;p7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2" name="Google Shape;5872;p7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3" name="Google Shape;5873;p7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4" name="Google Shape;5874;p7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5" name="Google Shape;5875;p7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6" name="Google Shape;5876;p7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7" name="Google Shape;5877;p7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8" name="Google Shape;5878;p7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79" name="Google Shape;5879;p7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80" name="Google Shape;5880;p7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81" name="Google Shape;5881;p7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82" name="Google Shape;5882;p7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83" name="Google Shape;5883;p7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5884" name="Google Shape;5884;p77"/>
            <p:cNvSpPr/>
            <p:nvPr/>
          </p:nvSpPr>
          <p:spPr>
            <a:xfrm>
              <a:off x="1923013" y="1778416"/>
              <a:ext cx="299186" cy="160024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85" name="Google Shape;5885;p77"/>
            <p:cNvGrpSpPr/>
            <p:nvPr/>
          </p:nvGrpSpPr>
          <p:grpSpPr>
            <a:xfrm>
              <a:off x="2490976" y="2974075"/>
              <a:ext cx="179923" cy="467709"/>
              <a:chOff x="2620015" y="53195"/>
              <a:chExt cx="179923" cy="467709"/>
            </a:xfrm>
          </p:grpSpPr>
          <p:grpSp>
            <p:nvGrpSpPr>
              <p:cNvPr id="5886" name="Google Shape;5886;p77"/>
              <p:cNvGrpSpPr/>
              <p:nvPr/>
            </p:nvGrpSpPr>
            <p:grpSpPr>
              <a:xfrm>
                <a:off x="2620015" y="53195"/>
                <a:ext cx="179923" cy="196522"/>
                <a:chOff x="2620015" y="11713"/>
                <a:chExt cx="179923" cy="238004"/>
              </a:xfrm>
            </p:grpSpPr>
            <p:sp>
              <p:nvSpPr>
                <p:cNvPr id="5887" name="Google Shape;5887;p77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888" name="Google Shape;5888;p77"/>
                <p:cNvGrpSpPr/>
                <p:nvPr/>
              </p:nvGrpSpPr>
              <p:grpSpPr>
                <a:xfrm>
                  <a:off x="2636020" y="11713"/>
                  <a:ext cx="146256" cy="238004"/>
                  <a:chOff x="2949" y="1424"/>
                  <a:chExt cx="265" cy="322"/>
                </a:xfrm>
              </p:grpSpPr>
              <p:sp>
                <p:nvSpPr>
                  <p:cNvPr id="5889" name="Google Shape;5889;p77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0" name="Google Shape;5890;p77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1" name="Google Shape;5891;p77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2" name="Google Shape;5892;p77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3" name="Google Shape;5893;p77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4" name="Google Shape;5894;p77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895" name="Google Shape;5895;p77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5896" name="Google Shape;5896;p7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97" name="Google Shape;5897;p7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98" name="Google Shape;5898;p7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99" name="Google Shape;5899;p7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0" name="Google Shape;5900;p7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1" name="Google Shape;5901;p7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2" name="Google Shape;5902;p7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3" name="Google Shape;5903;p7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4" name="Google Shape;5904;p7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5" name="Google Shape;5905;p7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6" name="Google Shape;5906;p7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7" name="Google Shape;5907;p7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8" name="Google Shape;5908;p7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09" name="Google Shape;5909;p7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10" name="Google Shape;5910;p7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911" name="Google Shape;5911;p77"/>
            <p:cNvGrpSpPr/>
            <p:nvPr/>
          </p:nvGrpSpPr>
          <p:grpSpPr>
            <a:xfrm>
              <a:off x="2880161" y="2402531"/>
              <a:ext cx="710987" cy="468256"/>
              <a:chOff x="340314" y="825285"/>
              <a:chExt cx="710987" cy="468256"/>
            </a:xfrm>
          </p:grpSpPr>
          <p:sp>
            <p:nvSpPr>
              <p:cNvPr id="5912" name="Google Shape;5912;p77"/>
              <p:cNvSpPr/>
              <p:nvPr/>
            </p:nvSpPr>
            <p:spPr>
              <a:xfrm flipH="1" rot="10800000">
                <a:off x="340314" y="1069853"/>
                <a:ext cx="710987" cy="22368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13" name="Google Shape;5913;p77"/>
              <p:cNvGrpSpPr/>
              <p:nvPr/>
            </p:nvGrpSpPr>
            <p:grpSpPr>
              <a:xfrm>
                <a:off x="519850" y="1126794"/>
                <a:ext cx="319417" cy="141292"/>
                <a:chOff x="7493876" y="2774731"/>
                <a:chExt cx="1481958" cy="894622"/>
              </a:xfrm>
            </p:grpSpPr>
            <p:sp>
              <p:nvSpPr>
                <p:cNvPr id="5914" name="Google Shape;5914;p7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915" name="Google Shape;5915;p7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916" name="Google Shape;5916;p7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917" name="Google Shape;5917;p7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18" name="Google Shape;5918;p7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19" name="Google Shape;5919;p7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20" name="Google Shape;5920;p7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5921" name="Google Shape;5921;p7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0917" y="825285"/>
                <a:ext cx="182563" cy="3152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2" name="Google Shape;5922;p77"/>
              <p:cNvSpPr/>
              <p:nvPr/>
            </p:nvSpPr>
            <p:spPr>
              <a:xfrm>
                <a:off x="693480" y="934168"/>
                <a:ext cx="174480" cy="184305"/>
              </a:xfrm>
              <a:prstGeom prst="can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23" name="Google Shape;5923;p77"/>
            <p:cNvSpPr/>
            <p:nvPr/>
          </p:nvSpPr>
          <p:spPr>
            <a:xfrm rot="1604261">
              <a:off x="2076561" y="29463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4" name="Google Shape;5924;p77"/>
            <p:cNvSpPr/>
            <p:nvPr/>
          </p:nvSpPr>
          <p:spPr>
            <a:xfrm rot="-485378">
              <a:off x="2158441" y="23212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5" name="Google Shape;5925;p77"/>
            <p:cNvSpPr/>
            <p:nvPr/>
          </p:nvSpPr>
          <p:spPr>
            <a:xfrm rot="1560791">
              <a:off x="2192719" y="1988545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6" name="Google Shape;5926;p77"/>
            <p:cNvSpPr txBox="1"/>
            <p:nvPr/>
          </p:nvSpPr>
          <p:spPr>
            <a:xfrm>
              <a:off x="2249867" y="2479172"/>
              <a:ext cx="54854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</a:t>
              </a:r>
              <a:endParaRPr/>
            </a:p>
          </p:txBody>
        </p:sp>
        <p:sp>
          <p:nvSpPr>
            <p:cNvPr id="5927" name="Google Shape;5927;p77"/>
            <p:cNvSpPr txBox="1"/>
            <p:nvPr/>
          </p:nvSpPr>
          <p:spPr>
            <a:xfrm>
              <a:off x="1875519" y="3348199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endParaRPr/>
            </a:p>
          </p:txBody>
        </p:sp>
        <p:cxnSp>
          <p:nvCxnSpPr>
            <p:cNvPr id="5928" name="Google Shape;5928;p77"/>
            <p:cNvCxnSpPr>
              <a:stCxn id="5875" idx="0"/>
              <a:endCxn id="5915" idx="1"/>
            </p:cNvCxnSpPr>
            <p:nvPr/>
          </p:nvCxnSpPr>
          <p:spPr>
            <a:xfrm>
              <a:off x="2823702" y="2322035"/>
              <a:ext cx="282900" cy="39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29" name="Google Shape;5929;p77"/>
            <p:cNvCxnSpPr>
              <a:endCxn id="5930" idx="0"/>
            </p:cNvCxnSpPr>
            <p:nvPr/>
          </p:nvCxnSpPr>
          <p:spPr>
            <a:xfrm flipH="1" rot="10800000">
              <a:off x="2637218" y="2874097"/>
              <a:ext cx="560700" cy="584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930" name="Google Shape;5930;p77"/>
            <p:cNvSpPr txBox="1"/>
            <p:nvPr/>
          </p:nvSpPr>
          <p:spPr>
            <a:xfrm>
              <a:off x="2761601" y="2874097"/>
              <a:ext cx="872633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 Edge DC</a:t>
              </a:r>
              <a:endParaRPr/>
            </a:p>
          </p:txBody>
        </p:sp>
      </p:grpSp>
      <p:sp>
        <p:nvSpPr>
          <p:cNvPr id="5931" name="Google Shape;5931;p77"/>
          <p:cNvSpPr/>
          <p:nvPr/>
        </p:nvSpPr>
        <p:spPr>
          <a:xfrm flipH="1">
            <a:off x="7475463" y="3299028"/>
            <a:ext cx="1980217" cy="1910938"/>
          </a:xfrm>
          <a:custGeom>
            <a:rect b="b" l="l" r="r" t="t"/>
            <a:pathLst>
              <a:path extrusionOk="0" h="747963" w="1416368">
                <a:moveTo>
                  <a:pt x="316359" y="54697"/>
                </a:moveTo>
                <a:cubicBezTo>
                  <a:pt x="210413" y="128847"/>
                  <a:pt x="352935" y="212563"/>
                  <a:pt x="302999" y="280977"/>
                </a:cubicBezTo>
                <a:cubicBezTo>
                  <a:pt x="253063" y="349392"/>
                  <a:pt x="53637" y="406560"/>
                  <a:pt x="16742" y="465184"/>
                </a:cubicBezTo>
                <a:cubicBezTo>
                  <a:pt x="-20153" y="523808"/>
                  <a:pt x="5001" y="588738"/>
                  <a:pt x="81630" y="632722"/>
                </a:cubicBezTo>
                <a:cubicBezTo>
                  <a:pt x="126197" y="651584"/>
                  <a:pt x="186687" y="729983"/>
                  <a:pt x="375373" y="745499"/>
                </a:cubicBezTo>
                <a:cubicBezTo>
                  <a:pt x="839434" y="742151"/>
                  <a:pt x="1121400" y="770074"/>
                  <a:pt x="1290443" y="695962"/>
                </a:cubicBezTo>
                <a:cubicBezTo>
                  <a:pt x="1459486" y="621850"/>
                  <a:pt x="1419461" y="427023"/>
                  <a:pt x="1389632" y="300828"/>
                </a:cubicBezTo>
                <a:cubicBezTo>
                  <a:pt x="1329974" y="181516"/>
                  <a:pt x="1276899" y="240884"/>
                  <a:pt x="1158608" y="87794"/>
                </a:cubicBezTo>
                <a:cubicBezTo>
                  <a:pt x="1055585" y="39709"/>
                  <a:pt x="911754" y="8031"/>
                  <a:pt x="850949" y="0"/>
                </a:cubicBezTo>
                <a:cubicBezTo>
                  <a:pt x="728192" y="7457"/>
                  <a:pt x="422305" y="-19453"/>
                  <a:pt x="316359" y="54697"/>
                </a:cubicBezTo>
                <a:close/>
              </a:path>
            </a:pathLst>
          </a:custGeom>
          <a:solidFill>
            <a:srgbClr val="DDEAF6">
              <a:alpha val="57647"/>
            </a:srgbClr>
          </a:solidFill>
          <a:ln cap="flat" cmpd="sng" w="9525">
            <a:solidFill>
              <a:srgbClr val="BBD6E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32" name="Google Shape;5932;p77"/>
          <p:cNvGrpSpPr/>
          <p:nvPr/>
        </p:nvGrpSpPr>
        <p:grpSpPr>
          <a:xfrm flipH="1">
            <a:off x="7722337" y="3867359"/>
            <a:ext cx="973849" cy="644482"/>
            <a:chOff x="340314" y="825285"/>
            <a:chExt cx="710987" cy="468256"/>
          </a:xfrm>
        </p:grpSpPr>
        <p:sp>
          <p:nvSpPr>
            <p:cNvPr id="5933" name="Google Shape;5933;p77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34" name="Google Shape;5934;p77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5935" name="Google Shape;5935;p7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936" name="Google Shape;5936;p7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937" name="Google Shape;5937;p7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38" name="Google Shape;5938;p7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39" name="Google Shape;5939;p7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0" name="Google Shape;5940;p7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1" name="Google Shape;5941;p7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5942" name="Google Shape;5942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3" name="Google Shape;5943;p77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5944" name="Google Shape;5944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491" y="884230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5" name="Google Shape;5945;p77"/>
            <p:cNvSpPr/>
            <p:nvPr/>
          </p:nvSpPr>
          <p:spPr>
            <a:xfrm>
              <a:off x="782824" y="99783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46" name="Google Shape;5946;p77"/>
          <p:cNvSpPr txBox="1"/>
          <p:nvPr/>
        </p:nvSpPr>
        <p:spPr>
          <a:xfrm flipH="1">
            <a:off x="7827087" y="4444723"/>
            <a:ext cx="8692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DC</a:t>
            </a:r>
            <a:endParaRPr/>
          </a:p>
        </p:txBody>
      </p:sp>
      <p:sp>
        <p:nvSpPr>
          <p:cNvPr id="5947" name="Google Shape;5947;p77"/>
          <p:cNvSpPr txBox="1"/>
          <p:nvPr/>
        </p:nvSpPr>
        <p:spPr>
          <a:xfrm flipH="1">
            <a:off x="7726232" y="4853104"/>
            <a:ext cx="1207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Core</a:t>
            </a:r>
            <a:endParaRPr/>
          </a:p>
        </p:txBody>
      </p:sp>
      <p:sp>
        <p:nvSpPr>
          <p:cNvPr id="5948" name="Google Shape;5948;p77"/>
          <p:cNvSpPr/>
          <p:nvPr/>
        </p:nvSpPr>
        <p:spPr>
          <a:xfrm>
            <a:off x="4634776" y="3131579"/>
            <a:ext cx="2911459" cy="2049409"/>
          </a:xfrm>
          <a:custGeom>
            <a:rect b="b" l="l" r="r" t="t"/>
            <a:pathLst>
              <a:path extrusionOk="0" h="747963" w="1416368">
                <a:moveTo>
                  <a:pt x="316359" y="54697"/>
                </a:moveTo>
                <a:cubicBezTo>
                  <a:pt x="210413" y="128847"/>
                  <a:pt x="352935" y="212563"/>
                  <a:pt x="302999" y="280977"/>
                </a:cubicBezTo>
                <a:cubicBezTo>
                  <a:pt x="253063" y="349392"/>
                  <a:pt x="53637" y="406560"/>
                  <a:pt x="16742" y="465184"/>
                </a:cubicBezTo>
                <a:cubicBezTo>
                  <a:pt x="-20153" y="523808"/>
                  <a:pt x="5001" y="588738"/>
                  <a:pt x="81630" y="632722"/>
                </a:cubicBezTo>
                <a:cubicBezTo>
                  <a:pt x="126197" y="651584"/>
                  <a:pt x="186687" y="729983"/>
                  <a:pt x="375373" y="745499"/>
                </a:cubicBezTo>
                <a:cubicBezTo>
                  <a:pt x="839434" y="742151"/>
                  <a:pt x="1121400" y="770074"/>
                  <a:pt x="1290443" y="695962"/>
                </a:cubicBezTo>
                <a:cubicBezTo>
                  <a:pt x="1459486" y="621850"/>
                  <a:pt x="1419461" y="427023"/>
                  <a:pt x="1389632" y="300828"/>
                </a:cubicBezTo>
                <a:cubicBezTo>
                  <a:pt x="1329974" y="181516"/>
                  <a:pt x="1276899" y="240884"/>
                  <a:pt x="1158608" y="87794"/>
                </a:cubicBezTo>
                <a:cubicBezTo>
                  <a:pt x="1055585" y="39709"/>
                  <a:pt x="911754" y="8031"/>
                  <a:pt x="850949" y="0"/>
                </a:cubicBezTo>
                <a:cubicBezTo>
                  <a:pt x="728192" y="7457"/>
                  <a:pt x="422305" y="-19453"/>
                  <a:pt x="316359" y="54697"/>
                </a:cubicBezTo>
                <a:close/>
              </a:path>
            </a:pathLst>
          </a:custGeom>
          <a:solidFill>
            <a:srgbClr val="DDEAF6">
              <a:alpha val="57647"/>
            </a:srgbClr>
          </a:solidFill>
          <a:ln cap="flat" cmpd="sng" w="9525">
            <a:solidFill>
              <a:srgbClr val="BBD6E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49" name="Google Shape;5949;p77"/>
          <p:cNvGrpSpPr/>
          <p:nvPr/>
        </p:nvGrpSpPr>
        <p:grpSpPr>
          <a:xfrm>
            <a:off x="5617603" y="3790350"/>
            <a:ext cx="1187053" cy="681810"/>
            <a:chOff x="257226" y="825285"/>
            <a:chExt cx="866643" cy="495377"/>
          </a:xfrm>
        </p:grpSpPr>
        <p:sp>
          <p:nvSpPr>
            <p:cNvPr id="5950" name="Google Shape;5950;p77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51" name="Google Shape;5951;p77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5952" name="Google Shape;5952;p7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953" name="Google Shape;5953;p7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954" name="Google Shape;5954;p7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55" name="Google Shape;5955;p7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6" name="Google Shape;5956;p7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7" name="Google Shape;5957;p7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8" name="Google Shape;5958;p7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5959" name="Google Shape;5959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0" name="Google Shape;5960;p77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5961" name="Google Shape;5961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491" y="884230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2" name="Google Shape;5962;p77"/>
            <p:cNvSpPr/>
            <p:nvPr/>
          </p:nvSpPr>
          <p:spPr>
            <a:xfrm>
              <a:off x="782824" y="99783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5963" name="Google Shape;5963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6358" y="944839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erver_rack.png" id="5964" name="Google Shape;5964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7226" y="1005448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5" name="Google Shape;5965;p77"/>
            <p:cNvSpPr/>
            <p:nvPr/>
          </p:nvSpPr>
          <p:spPr>
            <a:xfrm>
              <a:off x="866106" y="1056717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6" name="Google Shape;5966;p77"/>
            <p:cNvSpPr/>
            <p:nvPr/>
          </p:nvSpPr>
          <p:spPr>
            <a:xfrm>
              <a:off x="949389" y="1115595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7" name="Google Shape;5967;p77"/>
          <p:cNvSpPr txBox="1"/>
          <p:nvPr/>
        </p:nvSpPr>
        <p:spPr>
          <a:xfrm>
            <a:off x="5661190" y="4460876"/>
            <a:ext cx="9414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DC</a:t>
            </a:r>
            <a:endParaRPr/>
          </a:p>
        </p:txBody>
      </p:sp>
      <p:grpSp>
        <p:nvGrpSpPr>
          <p:cNvPr id="5968" name="Google Shape;5968;p77"/>
          <p:cNvGrpSpPr/>
          <p:nvPr/>
        </p:nvGrpSpPr>
        <p:grpSpPr>
          <a:xfrm>
            <a:off x="1716609" y="6223519"/>
            <a:ext cx="9101803" cy="546629"/>
            <a:chOff x="1895686" y="1169387"/>
            <a:chExt cx="9101803" cy="546629"/>
          </a:xfrm>
        </p:grpSpPr>
        <p:grpSp>
          <p:nvGrpSpPr>
            <p:cNvPr id="5969" name="Google Shape;5969;p77"/>
            <p:cNvGrpSpPr/>
            <p:nvPr/>
          </p:nvGrpSpPr>
          <p:grpSpPr>
            <a:xfrm>
              <a:off x="1895686" y="1174970"/>
              <a:ext cx="3063557" cy="541046"/>
              <a:chOff x="1895686" y="1174970"/>
              <a:chExt cx="3063557" cy="541046"/>
            </a:xfrm>
          </p:grpSpPr>
          <p:cxnSp>
            <p:nvCxnSpPr>
              <p:cNvPr id="5970" name="Google Shape;5970;p77"/>
              <p:cNvCxnSpPr/>
              <p:nvPr/>
            </p:nvCxnSpPr>
            <p:spPr>
              <a:xfrm>
                <a:off x="1895686" y="1431642"/>
                <a:ext cx="306355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5971" name="Google Shape;5971;p77"/>
              <p:cNvSpPr txBox="1"/>
              <p:nvPr/>
            </p:nvSpPr>
            <p:spPr>
              <a:xfrm>
                <a:off x="2628866" y="1174970"/>
                <a:ext cx="1500090" cy="5410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Edge Network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Operator A</a:t>
                </a:r>
                <a:endParaRPr/>
              </a:p>
            </p:txBody>
          </p:sp>
        </p:grpSp>
        <p:grpSp>
          <p:nvGrpSpPr>
            <p:cNvPr id="5972" name="Google Shape;5972;p77"/>
            <p:cNvGrpSpPr/>
            <p:nvPr/>
          </p:nvGrpSpPr>
          <p:grpSpPr>
            <a:xfrm>
              <a:off x="7933932" y="1169387"/>
              <a:ext cx="3063557" cy="541046"/>
              <a:chOff x="1895686" y="1174970"/>
              <a:chExt cx="3063557" cy="541046"/>
            </a:xfrm>
          </p:grpSpPr>
          <p:cxnSp>
            <p:nvCxnSpPr>
              <p:cNvPr id="5973" name="Google Shape;5973;p77"/>
              <p:cNvCxnSpPr/>
              <p:nvPr/>
            </p:nvCxnSpPr>
            <p:spPr>
              <a:xfrm>
                <a:off x="1895686" y="1431642"/>
                <a:ext cx="306355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5974" name="Google Shape;5974;p77"/>
              <p:cNvSpPr txBox="1"/>
              <p:nvPr/>
            </p:nvSpPr>
            <p:spPr>
              <a:xfrm>
                <a:off x="2628866" y="1174970"/>
                <a:ext cx="1500090" cy="5410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Edge Network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Operator B</a:t>
                </a:r>
                <a:endParaRPr/>
              </a:p>
            </p:txBody>
          </p:sp>
        </p:grpSp>
        <p:grpSp>
          <p:nvGrpSpPr>
            <p:cNvPr id="5975" name="Google Shape;5975;p77"/>
            <p:cNvGrpSpPr/>
            <p:nvPr/>
          </p:nvGrpSpPr>
          <p:grpSpPr>
            <a:xfrm>
              <a:off x="4968759" y="1279707"/>
              <a:ext cx="2965174" cy="319446"/>
              <a:chOff x="1895686" y="1294238"/>
              <a:chExt cx="3063557" cy="319446"/>
            </a:xfrm>
          </p:grpSpPr>
          <p:cxnSp>
            <p:nvCxnSpPr>
              <p:cNvPr id="5976" name="Google Shape;5976;p77"/>
              <p:cNvCxnSpPr/>
              <p:nvPr/>
            </p:nvCxnSpPr>
            <p:spPr>
              <a:xfrm>
                <a:off x="1895686" y="1431642"/>
                <a:ext cx="306355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5977" name="Google Shape;5977;p77"/>
              <p:cNvSpPr txBox="1"/>
              <p:nvPr/>
            </p:nvSpPr>
            <p:spPr>
              <a:xfrm>
                <a:off x="2717002" y="1294238"/>
                <a:ext cx="1323826" cy="3194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Global Core</a:t>
                </a:r>
                <a:endParaRPr/>
              </a:p>
            </p:txBody>
          </p:sp>
        </p:grpSp>
      </p:grpSp>
      <p:cxnSp>
        <p:nvCxnSpPr>
          <p:cNvPr id="5978" name="Google Shape;5978;p77"/>
          <p:cNvCxnSpPr>
            <a:stCxn id="5810" idx="5"/>
            <a:endCxn id="5935" idx="3"/>
          </p:cNvCxnSpPr>
          <p:nvPr/>
        </p:nvCxnSpPr>
        <p:spPr>
          <a:xfrm flipH="1">
            <a:off x="8449805" y="3440110"/>
            <a:ext cx="816300" cy="97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79" name="Google Shape;5979;p77"/>
          <p:cNvCxnSpPr/>
          <p:nvPr/>
        </p:nvCxnSpPr>
        <p:spPr>
          <a:xfrm rot="10800000">
            <a:off x="8381154" y="4467640"/>
            <a:ext cx="918939" cy="89205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80" name="Google Shape;5980;p77"/>
          <p:cNvCxnSpPr>
            <a:stCxn id="5499" idx="5"/>
          </p:cNvCxnSpPr>
          <p:nvPr/>
        </p:nvCxnSpPr>
        <p:spPr>
          <a:xfrm flipH="1">
            <a:off x="3126386" y="4253698"/>
            <a:ext cx="917100" cy="1181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81" name="Google Shape;5981;p77"/>
          <p:cNvCxnSpPr>
            <a:stCxn id="5598" idx="1"/>
            <a:endCxn id="5500" idx="3"/>
          </p:cNvCxnSpPr>
          <p:nvPr/>
        </p:nvCxnSpPr>
        <p:spPr>
          <a:xfrm>
            <a:off x="3054665" y="3492630"/>
            <a:ext cx="835500" cy="742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82" name="Google Shape;5982;p77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Control plane: </a:t>
            </a:r>
            <a:r>
              <a:rPr b="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control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83" name="Google Shape;5983;p77"/>
          <p:cNvGrpSpPr/>
          <p:nvPr/>
        </p:nvGrpSpPr>
        <p:grpSpPr>
          <a:xfrm>
            <a:off x="1689156" y="1359213"/>
            <a:ext cx="9124230" cy="530352"/>
            <a:chOff x="1551052" y="1773936"/>
            <a:chExt cx="9124230" cy="530352"/>
          </a:xfrm>
        </p:grpSpPr>
        <p:sp>
          <p:nvSpPr>
            <p:cNvPr id="5984" name="Google Shape;5984;p77"/>
            <p:cNvSpPr/>
            <p:nvPr/>
          </p:nvSpPr>
          <p:spPr>
            <a:xfrm>
              <a:off x="1551052" y="1773936"/>
              <a:ext cx="9124230" cy="530352"/>
            </a:xfrm>
            <a:prstGeom prst="rect">
              <a:avLst/>
            </a:prstGeom>
            <a:solidFill>
              <a:srgbClr val="C4E0B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5" name="Google Shape;5985;p77"/>
            <p:cNvSpPr txBox="1"/>
            <p:nvPr/>
          </p:nvSpPr>
          <p:spPr>
            <a:xfrm>
              <a:off x="8727133" y="1801839"/>
              <a:ext cx="183499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control plane</a:t>
              </a:r>
              <a:endParaRPr/>
            </a:p>
          </p:txBody>
        </p:sp>
      </p:grpSp>
      <p:grpSp>
        <p:nvGrpSpPr>
          <p:cNvPr id="5986" name="Google Shape;5986;p77"/>
          <p:cNvGrpSpPr/>
          <p:nvPr/>
        </p:nvGrpSpPr>
        <p:grpSpPr>
          <a:xfrm>
            <a:off x="1591336" y="1450065"/>
            <a:ext cx="1862379" cy="2046419"/>
            <a:chOff x="1591336" y="1450065"/>
            <a:chExt cx="1862379" cy="2046419"/>
          </a:xfrm>
        </p:grpSpPr>
        <p:sp>
          <p:nvSpPr>
            <p:cNvPr id="5987" name="Google Shape;5987;p77"/>
            <p:cNvSpPr/>
            <p:nvPr/>
          </p:nvSpPr>
          <p:spPr>
            <a:xfrm rot="1171871">
              <a:off x="1610047" y="2911709"/>
              <a:ext cx="1423960" cy="357017"/>
            </a:xfrm>
            <a:custGeom>
              <a:rect b="b" l="l" r="r" t="t"/>
              <a:pathLst>
                <a:path extrusionOk="0" h="659338" w="1767425">
                  <a:moveTo>
                    <a:pt x="0" y="300505"/>
                  </a:moveTo>
                  <a:cubicBezTo>
                    <a:pt x="51123" y="144917"/>
                    <a:pt x="306602" y="6650"/>
                    <a:pt x="901516" y="0"/>
                  </a:cubicBezTo>
                  <a:cubicBezTo>
                    <a:pt x="1673907" y="18842"/>
                    <a:pt x="1767137" y="232803"/>
                    <a:pt x="1767425" y="347472"/>
                  </a:cubicBezTo>
                  <a:cubicBezTo>
                    <a:pt x="1761722" y="466147"/>
                    <a:pt x="1540118" y="632738"/>
                    <a:pt x="934628" y="659338"/>
                  </a:cubicBezTo>
                  <a:cubicBezTo>
                    <a:pt x="722423" y="658877"/>
                    <a:pt x="534463" y="654950"/>
                    <a:pt x="294549" y="578288"/>
                  </a:cubicBezTo>
                </a:path>
              </a:pathLst>
            </a:custGeom>
            <a:noFill/>
            <a:ln cap="flat" cmpd="sng" w="666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8" name="Google Shape;5988;p77"/>
            <p:cNvSpPr txBox="1"/>
            <p:nvPr/>
          </p:nvSpPr>
          <p:spPr>
            <a:xfrm>
              <a:off x="1732603" y="1450065"/>
              <a:ext cx="1721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Real-time (&lt; ms)</a:t>
              </a:r>
              <a:endParaRPr/>
            </a:p>
          </p:txBody>
        </p:sp>
      </p:grpSp>
      <p:grpSp>
        <p:nvGrpSpPr>
          <p:cNvPr id="5989" name="Google Shape;5989;p77"/>
          <p:cNvGrpSpPr/>
          <p:nvPr/>
        </p:nvGrpSpPr>
        <p:grpSpPr>
          <a:xfrm>
            <a:off x="1741666" y="1466149"/>
            <a:ext cx="4038523" cy="4266542"/>
            <a:chOff x="1741666" y="1466149"/>
            <a:chExt cx="4038523" cy="4266542"/>
          </a:xfrm>
        </p:grpSpPr>
        <p:sp>
          <p:nvSpPr>
            <p:cNvPr id="5990" name="Google Shape;5990;p77"/>
            <p:cNvSpPr/>
            <p:nvPr/>
          </p:nvSpPr>
          <p:spPr>
            <a:xfrm rot="-2374650">
              <a:off x="1598355" y="4341633"/>
              <a:ext cx="2808517" cy="560634"/>
            </a:xfrm>
            <a:custGeom>
              <a:rect b="b" l="l" r="r" t="t"/>
              <a:pathLst>
                <a:path extrusionOk="0" h="1069745" w="1582302">
                  <a:moveTo>
                    <a:pt x="36918" y="-1"/>
                  </a:moveTo>
                  <a:cubicBezTo>
                    <a:pt x="250013" y="316259"/>
                    <a:pt x="355236" y="548717"/>
                    <a:pt x="722286" y="585096"/>
                  </a:cubicBezTo>
                  <a:cubicBezTo>
                    <a:pt x="1494677" y="603938"/>
                    <a:pt x="1562250" y="433205"/>
                    <a:pt x="1582168" y="823677"/>
                  </a:cubicBezTo>
                  <a:cubicBezTo>
                    <a:pt x="1593427" y="1229086"/>
                    <a:pt x="897883" y="1044273"/>
                    <a:pt x="296481" y="898275"/>
                  </a:cubicBezTo>
                  <a:cubicBezTo>
                    <a:pt x="111391" y="697664"/>
                    <a:pt x="127707" y="658286"/>
                    <a:pt x="0" y="233212"/>
                  </a:cubicBezTo>
                </a:path>
              </a:pathLst>
            </a:custGeom>
            <a:noFill/>
            <a:ln cap="flat" cmpd="sng" w="666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1" name="Google Shape;5991;p77"/>
            <p:cNvSpPr txBox="1"/>
            <p:nvPr/>
          </p:nvSpPr>
          <p:spPr>
            <a:xfrm>
              <a:off x="3541884" y="1466149"/>
              <a:ext cx="223830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Near real-time (&gt; ms)</a:t>
              </a:r>
              <a:endParaRPr/>
            </a:p>
          </p:txBody>
        </p:sp>
      </p:grpSp>
      <p:grpSp>
        <p:nvGrpSpPr>
          <p:cNvPr id="5992" name="Google Shape;5992;p77"/>
          <p:cNvGrpSpPr/>
          <p:nvPr/>
        </p:nvGrpSpPr>
        <p:grpSpPr>
          <a:xfrm>
            <a:off x="6227930" y="1461041"/>
            <a:ext cx="4383444" cy="3913620"/>
            <a:chOff x="1018708" y="2680427"/>
            <a:chExt cx="4383444" cy="3913620"/>
          </a:xfrm>
        </p:grpSpPr>
        <p:sp>
          <p:nvSpPr>
            <p:cNvPr id="5993" name="Google Shape;5993;p77"/>
            <p:cNvSpPr/>
            <p:nvPr/>
          </p:nvSpPr>
          <p:spPr>
            <a:xfrm rot="1123009">
              <a:off x="1270949" y="3818764"/>
              <a:ext cx="3878962" cy="2211395"/>
            </a:xfrm>
            <a:custGeom>
              <a:rect b="b" l="l" r="r" t="t"/>
              <a:pathLst>
                <a:path extrusionOk="0" h="4411537" w="1807770">
                  <a:moveTo>
                    <a:pt x="49372" y="4042092"/>
                  </a:moveTo>
                  <a:cubicBezTo>
                    <a:pt x="270806" y="3357655"/>
                    <a:pt x="409947" y="3043622"/>
                    <a:pt x="772594" y="2089821"/>
                  </a:cubicBezTo>
                  <a:cubicBezTo>
                    <a:pt x="1446609" y="403625"/>
                    <a:pt x="1744881" y="-248904"/>
                    <a:pt x="1803429" y="84202"/>
                  </a:cubicBezTo>
                  <a:cubicBezTo>
                    <a:pt x="1861977" y="417308"/>
                    <a:pt x="1316855" y="1669333"/>
                    <a:pt x="865990" y="2771346"/>
                  </a:cubicBezTo>
                  <a:cubicBezTo>
                    <a:pt x="550646" y="3593786"/>
                    <a:pt x="351374" y="4232599"/>
                    <a:pt x="0" y="4411537"/>
                  </a:cubicBezTo>
                </a:path>
              </a:pathLst>
            </a:custGeom>
            <a:noFill/>
            <a:ln cap="flat" cmpd="sng" w="666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4" name="Google Shape;5994;p77"/>
            <p:cNvSpPr txBox="1"/>
            <p:nvPr/>
          </p:nvSpPr>
          <p:spPr>
            <a:xfrm>
              <a:off x="1021957" y="2680427"/>
              <a:ext cx="229120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Non real-time (&gt;&gt; ms)</a:t>
              </a:r>
              <a:endParaRPr/>
            </a:p>
          </p:txBody>
        </p:sp>
      </p:grpSp>
      <p:sp>
        <p:nvSpPr>
          <p:cNvPr id="5995" name="Google Shape;5995;p77"/>
          <p:cNvSpPr/>
          <p:nvPr/>
        </p:nvSpPr>
        <p:spPr>
          <a:xfrm>
            <a:off x="1792942" y="4374421"/>
            <a:ext cx="8804078" cy="1685722"/>
          </a:xfrm>
          <a:custGeom>
            <a:rect b="b" l="l" r="r" t="t"/>
            <a:pathLst>
              <a:path extrusionOk="0" h="1685722" w="8804078">
                <a:moveTo>
                  <a:pt x="0" y="1434710"/>
                </a:moveTo>
                <a:lnTo>
                  <a:pt x="1219199" y="807181"/>
                </a:lnTo>
                <a:cubicBezTo>
                  <a:pt x="1625599" y="553181"/>
                  <a:pt x="2154517" y="275275"/>
                  <a:pt x="2456329" y="125863"/>
                </a:cubicBezTo>
                <a:cubicBezTo>
                  <a:pt x="2758141" y="-23549"/>
                  <a:pt x="5567082" y="-59407"/>
                  <a:pt x="6472517" y="125864"/>
                </a:cubicBezTo>
                <a:cubicBezTo>
                  <a:pt x="7377952" y="311135"/>
                  <a:pt x="7500470" y="1028311"/>
                  <a:pt x="7888940" y="1237487"/>
                </a:cubicBezTo>
                <a:cubicBezTo>
                  <a:pt x="8277410" y="1446663"/>
                  <a:pt x="8776446" y="1106004"/>
                  <a:pt x="8803340" y="1380922"/>
                </a:cubicBezTo>
                <a:cubicBezTo>
                  <a:pt x="8830234" y="1655840"/>
                  <a:pt x="8116046" y="1757172"/>
                  <a:pt x="7727576" y="1596075"/>
                </a:cubicBezTo>
                <a:cubicBezTo>
                  <a:pt x="7339106" y="1434978"/>
                  <a:pt x="6819153" y="647421"/>
                  <a:pt x="6472517" y="414339"/>
                </a:cubicBezTo>
                <a:cubicBezTo>
                  <a:pt x="5928658" y="235045"/>
                  <a:pt x="2852694" y="224653"/>
                  <a:pt x="2474258" y="341016"/>
                </a:cubicBezTo>
                <a:cubicBezTo>
                  <a:pt x="2095822" y="457379"/>
                  <a:pt x="896470" y="1237487"/>
                  <a:pt x="107576" y="1685722"/>
                </a:cubicBezTo>
              </a:path>
            </a:pathLst>
          </a:custGeom>
          <a:noFill/>
          <a:ln cap="flat" cmpd="sng" w="539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96" name="Google Shape;5996;p77"/>
          <p:cNvCxnSpPr/>
          <p:nvPr/>
        </p:nvCxnSpPr>
        <p:spPr>
          <a:xfrm>
            <a:off x="2140424" y="1819397"/>
            <a:ext cx="0" cy="972484"/>
          </a:xfrm>
          <a:prstGeom prst="straightConnector1">
            <a:avLst/>
          </a:prstGeom>
          <a:noFill/>
          <a:ln cap="flat" cmpd="sng" w="158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97" name="Google Shape;5997;p77"/>
          <p:cNvCxnSpPr/>
          <p:nvPr/>
        </p:nvCxnSpPr>
        <p:spPr>
          <a:xfrm>
            <a:off x="3706671" y="1812880"/>
            <a:ext cx="0" cy="2075098"/>
          </a:xfrm>
          <a:prstGeom prst="straightConnector1">
            <a:avLst/>
          </a:prstGeom>
          <a:noFill/>
          <a:ln cap="flat" cmpd="sng" w="158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998" name="Google Shape;5998;p77"/>
          <p:cNvGrpSpPr/>
          <p:nvPr/>
        </p:nvGrpSpPr>
        <p:grpSpPr>
          <a:xfrm>
            <a:off x="4984730" y="1835481"/>
            <a:ext cx="1998067" cy="2510093"/>
            <a:chOff x="4984730" y="1835481"/>
            <a:chExt cx="1998067" cy="2510093"/>
          </a:xfrm>
        </p:grpSpPr>
        <p:cxnSp>
          <p:nvCxnSpPr>
            <p:cNvPr id="5999" name="Google Shape;5999;p77"/>
            <p:cNvCxnSpPr/>
            <p:nvPr/>
          </p:nvCxnSpPr>
          <p:spPr>
            <a:xfrm>
              <a:off x="6979418" y="1839214"/>
              <a:ext cx="0" cy="1841212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000" name="Google Shape;6000;p77"/>
            <p:cNvCxnSpPr/>
            <p:nvPr/>
          </p:nvCxnSpPr>
          <p:spPr>
            <a:xfrm flipH="1">
              <a:off x="4984730" y="1835481"/>
              <a:ext cx="1998067" cy="2510093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001" name="Google Shape;6001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6" name="Shape 6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7" name="Google Shape;6007;p78"/>
          <p:cNvSpPr/>
          <p:nvPr/>
        </p:nvSpPr>
        <p:spPr>
          <a:xfrm>
            <a:off x="2956185" y="3144065"/>
            <a:ext cx="2028545" cy="1910938"/>
          </a:xfrm>
          <a:custGeom>
            <a:rect b="b" l="l" r="r" t="t"/>
            <a:pathLst>
              <a:path extrusionOk="0" h="747963" w="1416368">
                <a:moveTo>
                  <a:pt x="316359" y="54697"/>
                </a:moveTo>
                <a:cubicBezTo>
                  <a:pt x="210413" y="128847"/>
                  <a:pt x="352935" y="212563"/>
                  <a:pt x="302999" y="280977"/>
                </a:cubicBezTo>
                <a:cubicBezTo>
                  <a:pt x="253063" y="349392"/>
                  <a:pt x="53637" y="406560"/>
                  <a:pt x="16742" y="465184"/>
                </a:cubicBezTo>
                <a:cubicBezTo>
                  <a:pt x="-20153" y="523808"/>
                  <a:pt x="5001" y="588738"/>
                  <a:pt x="81630" y="632722"/>
                </a:cubicBezTo>
                <a:cubicBezTo>
                  <a:pt x="126197" y="651584"/>
                  <a:pt x="186687" y="729983"/>
                  <a:pt x="375373" y="745499"/>
                </a:cubicBezTo>
                <a:cubicBezTo>
                  <a:pt x="839434" y="742151"/>
                  <a:pt x="1121400" y="770074"/>
                  <a:pt x="1290443" y="695962"/>
                </a:cubicBezTo>
                <a:cubicBezTo>
                  <a:pt x="1459486" y="621850"/>
                  <a:pt x="1419461" y="427023"/>
                  <a:pt x="1389632" y="300828"/>
                </a:cubicBezTo>
                <a:cubicBezTo>
                  <a:pt x="1329974" y="181516"/>
                  <a:pt x="1276899" y="240884"/>
                  <a:pt x="1158608" y="87794"/>
                </a:cubicBezTo>
                <a:cubicBezTo>
                  <a:pt x="1055585" y="39709"/>
                  <a:pt x="911754" y="8031"/>
                  <a:pt x="850949" y="0"/>
                </a:cubicBezTo>
                <a:cubicBezTo>
                  <a:pt x="728192" y="7457"/>
                  <a:pt x="422305" y="-19453"/>
                  <a:pt x="316359" y="54697"/>
                </a:cubicBezTo>
                <a:close/>
              </a:path>
            </a:pathLst>
          </a:custGeom>
          <a:solidFill>
            <a:srgbClr val="DDEAF6">
              <a:alpha val="57647"/>
            </a:srgbClr>
          </a:solidFill>
          <a:ln cap="flat" cmpd="sng" w="9525">
            <a:solidFill>
              <a:srgbClr val="BBD6E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08" name="Google Shape;6008;p78"/>
          <p:cNvGrpSpPr/>
          <p:nvPr/>
        </p:nvGrpSpPr>
        <p:grpSpPr>
          <a:xfrm>
            <a:off x="3580006" y="3712396"/>
            <a:ext cx="973849" cy="644482"/>
            <a:chOff x="340314" y="825285"/>
            <a:chExt cx="710987" cy="468256"/>
          </a:xfrm>
        </p:grpSpPr>
        <p:sp>
          <p:nvSpPr>
            <p:cNvPr id="6009" name="Google Shape;6009;p78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10" name="Google Shape;6010;p78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6011" name="Google Shape;6011;p7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12" name="Google Shape;6012;p7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13" name="Google Shape;6013;p7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14" name="Google Shape;6014;p7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5" name="Google Shape;6015;p7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6" name="Google Shape;6016;p7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7" name="Google Shape;6017;p7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6018" name="Google Shape;6018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9" name="Google Shape;6019;p78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6020" name="Google Shape;6020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491" y="884230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1" name="Google Shape;6021;p78"/>
            <p:cNvSpPr/>
            <p:nvPr/>
          </p:nvSpPr>
          <p:spPr>
            <a:xfrm>
              <a:off x="782824" y="99783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22" name="Google Shape;6022;p78"/>
          <p:cNvGrpSpPr/>
          <p:nvPr/>
        </p:nvGrpSpPr>
        <p:grpSpPr>
          <a:xfrm>
            <a:off x="1491705" y="2469215"/>
            <a:ext cx="1977689" cy="1908337"/>
            <a:chOff x="1816172" y="1778416"/>
            <a:chExt cx="1977689" cy="1908337"/>
          </a:xfrm>
        </p:grpSpPr>
        <p:sp>
          <p:nvSpPr>
            <p:cNvPr id="6023" name="Google Shape;6023;p78"/>
            <p:cNvSpPr/>
            <p:nvPr/>
          </p:nvSpPr>
          <p:spPr>
            <a:xfrm>
              <a:off x="2450739" y="1858953"/>
              <a:ext cx="1343122" cy="1642454"/>
            </a:xfrm>
            <a:custGeom>
              <a:rect b="b" l="l" r="r" t="t"/>
              <a:pathLst>
                <a:path extrusionOk="0" h="875411" w="1681609">
                  <a:moveTo>
                    <a:pt x="245102" y="10669"/>
                  </a:moveTo>
                  <a:cubicBezTo>
                    <a:pt x="73970" y="45089"/>
                    <a:pt x="108601" y="195061"/>
                    <a:pt x="92339" y="276627"/>
                  </a:cubicBezTo>
                  <a:cubicBezTo>
                    <a:pt x="76077" y="358193"/>
                    <a:pt x="165124" y="442850"/>
                    <a:pt x="147532" y="500063"/>
                  </a:cubicBezTo>
                  <a:cubicBezTo>
                    <a:pt x="129940" y="557276"/>
                    <a:pt x="39204" y="601904"/>
                    <a:pt x="14615" y="652057"/>
                  </a:cubicBezTo>
                  <a:cubicBezTo>
                    <a:pt x="-9974" y="702210"/>
                    <a:pt x="62501" y="723150"/>
                    <a:pt x="0" y="800979"/>
                  </a:cubicBezTo>
                  <a:cubicBezTo>
                    <a:pt x="56492" y="880762"/>
                    <a:pt x="482696" y="884704"/>
                    <a:pt x="703183" y="866375"/>
                  </a:cubicBezTo>
                  <a:cubicBezTo>
                    <a:pt x="793580" y="871488"/>
                    <a:pt x="1399521" y="848643"/>
                    <a:pt x="1558626" y="766070"/>
                  </a:cubicBezTo>
                  <a:cubicBezTo>
                    <a:pt x="1717731" y="683497"/>
                    <a:pt x="1687644" y="497131"/>
                    <a:pt x="1657815" y="370936"/>
                  </a:cubicBezTo>
                  <a:cubicBezTo>
                    <a:pt x="1598157" y="251624"/>
                    <a:pt x="1241421" y="258072"/>
                    <a:pt x="1217050" y="221148"/>
                  </a:cubicBezTo>
                  <a:cubicBezTo>
                    <a:pt x="1192679" y="184224"/>
                    <a:pt x="1293547" y="145105"/>
                    <a:pt x="1119132" y="70108"/>
                  </a:cubicBezTo>
                  <a:cubicBezTo>
                    <a:pt x="1013853" y="32921"/>
                    <a:pt x="416234" y="-23751"/>
                    <a:pt x="245102" y="10669"/>
                  </a:cubicBezTo>
                  <a:close/>
                </a:path>
              </a:pathLst>
            </a:custGeom>
            <a:solidFill>
              <a:srgbClr val="DDEAF6"/>
            </a:solidFill>
            <a:ln cap="flat" cmpd="sng" w="9525">
              <a:solidFill>
                <a:srgbClr val="9CC2E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24" name="Google Shape;6024;p78"/>
            <p:cNvGrpSpPr/>
            <p:nvPr/>
          </p:nvGrpSpPr>
          <p:grpSpPr>
            <a:xfrm>
              <a:off x="1895692" y="1906660"/>
              <a:ext cx="346883" cy="278715"/>
              <a:chOff x="2751" y="1851"/>
              <a:chExt cx="462" cy="478"/>
            </a:xfrm>
          </p:grpSpPr>
          <p:pic>
            <p:nvPicPr>
              <p:cNvPr descr="iphone_stylized_small" id="6025" name="Google Shape;6025;p7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6026" name="Google Shape;6026;p7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027" name="Google Shape;6027;p78"/>
            <p:cNvGrpSpPr/>
            <p:nvPr/>
          </p:nvGrpSpPr>
          <p:grpSpPr>
            <a:xfrm>
              <a:off x="1940850" y="2968234"/>
              <a:ext cx="217656" cy="207441"/>
              <a:chOff x="7432700" y="2327293"/>
              <a:chExt cx="534987" cy="414882"/>
            </a:xfrm>
          </p:grpSpPr>
          <p:pic>
            <p:nvPicPr>
              <p:cNvPr descr="antenna_stylized" id="6028" name="Google Shape;6028;p7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6029" name="Google Shape;6029;p7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30" name="Google Shape;6030;p78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6031" name="Google Shape;6031;p7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32" name="Google Shape;6032;p78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3" name="Google Shape;6033;p78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4" name="Google Shape;6034;p78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5" name="Google Shape;6035;p78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6" name="Google Shape;6036;p78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7" name="Google Shape;6037;p78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38" name="Google Shape;6038;p78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6039" name="Google Shape;6039;p7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0" name="Google Shape;6040;p7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1" name="Google Shape;6041;p7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2" name="Google Shape;6042;p7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3" name="Google Shape;6043;p7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4" name="Google Shape;6044;p7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5" name="Google Shape;6045;p78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6" name="Google Shape;6046;p78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7" name="Google Shape;6047;p78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8" name="Google Shape;6048;p78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9" name="Google Shape;6049;p78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0" name="Google Shape;6050;p78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1" name="Google Shape;6051;p78"/>
            <p:cNvGrpSpPr/>
            <p:nvPr/>
          </p:nvGrpSpPr>
          <p:grpSpPr>
            <a:xfrm>
              <a:off x="1816172" y="2502167"/>
              <a:ext cx="429079" cy="145970"/>
              <a:chOff x="8493165" y="2029804"/>
              <a:chExt cx="849312" cy="226109"/>
            </a:xfrm>
          </p:grpSpPr>
          <p:pic>
            <p:nvPicPr>
              <p:cNvPr descr="car_icon_small" id="6052" name="Google Shape;6052;p7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6053" name="Google Shape;6053;p7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054" name="Google Shape;6054;p78"/>
            <p:cNvGrpSpPr/>
            <p:nvPr/>
          </p:nvGrpSpPr>
          <p:grpSpPr>
            <a:xfrm>
              <a:off x="2659772" y="1892126"/>
              <a:ext cx="179923" cy="467705"/>
              <a:chOff x="2620015" y="53199"/>
              <a:chExt cx="179923" cy="467705"/>
            </a:xfrm>
          </p:grpSpPr>
          <p:grpSp>
            <p:nvGrpSpPr>
              <p:cNvPr id="6055" name="Google Shape;6055;p78"/>
              <p:cNvGrpSpPr/>
              <p:nvPr/>
            </p:nvGrpSpPr>
            <p:grpSpPr>
              <a:xfrm>
                <a:off x="2620015" y="53199"/>
                <a:ext cx="179923" cy="196522"/>
                <a:chOff x="2620015" y="11718"/>
                <a:chExt cx="179923" cy="238005"/>
              </a:xfrm>
            </p:grpSpPr>
            <p:sp>
              <p:nvSpPr>
                <p:cNvPr id="6056" name="Google Shape;6056;p78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57" name="Google Shape;6057;p78"/>
                <p:cNvGrpSpPr/>
                <p:nvPr/>
              </p:nvGrpSpPr>
              <p:grpSpPr>
                <a:xfrm>
                  <a:off x="2636043" y="11718"/>
                  <a:ext cx="146258" cy="238005"/>
                  <a:chOff x="2949" y="1424"/>
                  <a:chExt cx="265" cy="322"/>
                </a:xfrm>
              </p:grpSpPr>
              <p:sp>
                <p:nvSpPr>
                  <p:cNvPr id="6058" name="Google Shape;6058;p7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59" name="Google Shape;6059;p7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60" name="Google Shape;6060;p7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61" name="Google Shape;6061;p7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62" name="Google Shape;6062;p78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63" name="Google Shape;6063;p78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064" name="Google Shape;6064;p78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6065" name="Google Shape;6065;p7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66" name="Google Shape;6066;p7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67" name="Google Shape;6067;p7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68" name="Google Shape;6068;p7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69" name="Google Shape;6069;p7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0" name="Google Shape;6070;p7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1" name="Google Shape;6071;p7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2" name="Google Shape;6072;p7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3" name="Google Shape;6073;p7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4" name="Google Shape;6074;p7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5" name="Google Shape;6075;p7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6" name="Google Shape;6076;p7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7" name="Google Shape;6077;p7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8" name="Google Shape;6078;p7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79" name="Google Shape;6079;p7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6080" name="Google Shape;6080;p78"/>
            <p:cNvSpPr/>
            <p:nvPr/>
          </p:nvSpPr>
          <p:spPr>
            <a:xfrm>
              <a:off x="1923013" y="1778416"/>
              <a:ext cx="299186" cy="160024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81" name="Google Shape;6081;p78"/>
            <p:cNvGrpSpPr/>
            <p:nvPr/>
          </p:nvGrpSpPr>
          <p:grpSpPr>
            <a:xfrm>
              <a:off x="2490976" y="2974079"/>
              <a:ext cx="179923" cy="467705"/>
              <a:chOff x="2620015" y="53199"/>
              <a:chExt cx="179923" cy="467705"/>
            </a:xfrm>
          </p:grpSpPr>
          <p:grpSp>
            <p:nvGrpSpPr>
              <p:cNvPr id="6082" name="Google Shape;6082;p78"/>
              <p:cNvGrpSpPr/>
              <p:nvPr/>
            </p:nvGrpSpPr>
            <p:grpSpPr>
              <a:xfrm>
                <a:off x="2620015" y="53199"/>
                <a:ext cx="179923" cy="196522"/>
                <a:chOff x="2620015" y="11718"/>
                <a:chExt cx="179923" cy="238005"/>
              </a:xfrm>
            </p:grpSpPr>
            <p:sp>
              <p:nvSpPr>
                <p:cNvPr id="6083" name="Google Shape;6083;p78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84" name="Google Shape;6084;p78"/>
                <p:cNvGrpSpPr/>
                <p:nvPr/>
              </p:nvGrpSpPr>
              <p:grpSpPr>
                <a:xfrm>
                  <a:off x="2636043" y="11718"/>
                  <a:ext cx="146258" cy="238005"/>
                  <a:chOff x="2949" y="1424"/>
                  <a:chExt cx="265" cy="322"/>
                </a:xfrm>
              </p:grpSpPr>
              <p:sp>
                <p:nvSpPr>
                  <p:cNvPr id="6085" name="Google Shape;6085;p7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6" name="Google Shape;6086;p7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7" name="Google Shape;6087;p7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8" name="Google Shape;6088;p7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9" name="Google Shape;6089;p78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90" name="Google Shape;6090;p78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091" name="Google Shape;6091;p78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6092" name="Google Shape;6092;p7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93" name="Google Shape;6093;p7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94" name="Google Shape;6094;p7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95" name="Google Shape;6095;p7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96" name="Google Shape;6096;p7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97" name="Google Shape;6097;p7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98" name="Google Shape;6098;p7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99" name="Google Shape;6099;p7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00" name="Google Shape;6100;p7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01" name="Google Shape;6101;p7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02" name="Google Shape;6102;p7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03" name="Google Shape;6103;p7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04" name="Google Shape;6104;p7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05" name="Google Shape;6105;p7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06" name="Google Shape;6106;p7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107" name="Google Shape;6107;p78"/>
            <p:cNvGrpSpPr/>
            <p:nvPr/>
          </p:nvGrpSpPr>
          <p:grpSpPr>
            <a:xfrm>
              <a:off x="2880161" y="2402531"/>
              <a:ext cx="710987" cy="468256"/>
              <a:chOff x="340314" y="825285"/>
              <a:chExt cx="710987" cy="468256"/>
            </a:xfrm>
          </p:grpSpPr>
          <p:sp>
            <p:nvSpPr>
              <p:cNvPr id="6108" name="Google Shape;6108;p78"/>
              <p:cNvSpPr/>
              <p:nvPr/>
            </p:nvSpPr>
            <p:spPr>
              <a:xfrm flipH="1" rot="10800000">
                <a:off x="340314" y="1069853"/>
                <a:ext cx="710987" cy="22368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09" name="Google Shape;6109;p78"/>
              <p:cNvGrpSpPr/>
              <p:nvPr/>
            </p:nvGrpSpPr>
            <p:grpSpPr>
              <a:xfrm>
                <a:off x="519850" y="1126797"/>
                <a:ext cx="319417" cy="141293"/>
                <a:chOff x="7493876" y="2774731"/>
                <a:chExt cx="1481958" cy="894622"/>
              </a:xfrm>
            </p:grpSpPr>
            <p:sp>
              <p:nvSpPr>
                <p:cNvPr id="6110" name="Google Shape;6110;p7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6111" name="Google Shape;6111;p7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6112" name="Google Shape;6112;p7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113" name="Google Shape;6113;p7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14" name="Google Shape;6114;p7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15" name="Google Shape;6115;p7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16" name="Google Shape;6116;p7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6117" name="Google Shape;6117;p7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0917" y="825285"/>
                <a:ext cx="182563" cy="3152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18" name="Google Shape;6118;p78"/>
              <p:cNvSpPr/>
              <p:nvPr/>
            </p:nvSpPr>
            <p:spPr>
              <a:xfrm>
                <a:off x="693480" y="934168"/>
                <a:ext cx="174480" cy="184305"/>
              </a:xfrm>
              <a:prstGeom prst="can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19" name="Google Shape;6119;p78"/>
            <p:cNvSpPr/>
            <p:nvPr/>
          </p:nvSpPr>
          <p:spPr>
            <a:xfrm rot="1604261">
              <a:off x="2076561" y="29463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0" name="Google Shape;6120;p78"/>
            <p:cNvSpPr/>
            <p:nvPr/>
          </p:nvSpPr>
          <p:spPr>
            <a:xfrm rot="-485378">
              <a:off x="2158441" y="23212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1" name="Google Shape;6121;p78"/>
            <p:cNvSpPr/>
            <p:nvPr/>
          </p:nvSpPr>
          <p:spPr>
            <a:xfrm rot="1560791">
              <a:off x="2192719" y="1988545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2" name="Google Shape;6122;p78"/>
            <p:cNvSpPr txBox="1"/>
            <p:nvPr/>
          </p:nvSpPr>
          <p:spPr>
            <a:xfrm>
              <a:off x="2249867" y="2479172"/>
              <a:ext cx="54854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</a:t>
              </a:r>
              <a:endParaRPr/>
            </a:p>
          </p:txBody>
        </p:sp>
        <p:sp>
          <p:nvSpPr>
            <p:cNvPr id="6123" name="Google Shape;6123;p78"/>
            <p:cNvSpPr txBox="1"/>
            <p:nvPr/>
          </p:nvSpPr>
          <p:spPr>
            <a:xfrm>
              <a:off x="1875519" y="3348199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endParaRPr/>
            </a:p>
          </p:txBody>
        </p:sp>
        <p:cxnSp>
          <p:nvCxnSpPr>
            <p:cNvPr id="6124" name="Google Shape;6124;p78"/>
            <p:cNvCxnSpPr>
              <a:stCxn id="6071" idx="0"/>
              <a:endCxn id="6111" idx="1"/>
            </p:cNvCxnSpPr>
            <p:nvPr/>
          </p:nvCxnSpPr>
          <p:spPr>
            <a:xfrm>
              <a:off x="2823702" y="2322038"/>
              <a:ext cx="282900" cy="39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25" name="Google Shape;6125;p78"/>
            <p:cNvCxnSpPr>
              <a:endCxn id="6126" idx="0"/>
            </p:cNvCxnSpPr>
            <p:nvPr/>
          </p:nvCxnSpPr>
          <p:spPr>
            <a:xfrm flipH="1" rot="10800000">
              <a:off x="2637218" y="2874097"/>
              <a:ext cx="560700" cy="584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126" name="Google Shape;6126;p78"/>
            <p:cNvSpPr txBox="1"/>
            <p:nvPr/>
          </p:nvSpPr>
          <p:spPr>
            <a:xfrm>
              <a:off x="2761601" y="2874097"/>
              <a:ext cx="872633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 Edge DC</a:t>
              </a:r>
              <a:endParaRPr/>
            </a:p>
          </p:txBody>
        </p:sp>
      </p:grpSp>
      <p:grpSp>
        <p:nvGrpSpPr>
          <p:cNvPr id="6127" name="Google Shape;6127;p78"/>
          <p:cNvGrpSpPr/>
          <p:nvPr/>
        </p:nvGrpSpPr>
        <p:grpSpPr>
          <a:xfrm>
            <a:off x="1558898" y="4419903"/>
            <a:ext cx="1977689" cy="1908337"/>
            <a:chOff x="1816172" y="1778416"/>
            <a:chExt cx="1977689" cy="1908337"/>
          </a:xfrm>
        </p:grpSpPr>
        <p:sp>
          <p:nvSpPr>
            <p:cNvPr id="6128" name="Google Shape;6128;p78"/>
            <p:cNvSpPr/>
            <p:nvPr/>
          </p:nvSpPr>
          <p:spPr>
            <a:xfrm>
              <a:off x="2450739" y="1858953"/>
              <a:ext cx="1343122" cy="1642454"/>
            </a:xfrm>
            <a:custGeom>
              <a:rect b="b" l="l" r="r" t="t"/>
              <a:pathLst>
                <a:path extrusionOk="0" h="875411" w="1681609">
                  <a:moveTo>
                    <a:pt x="245102" y="10669"/>
                  </a:moveTo>
                  <a:cubicBezTo>
                    <a:pt x="73970" y="45089"/>
                    <a:pt x="108601" y="195061"/>
                    <a:pt x="92339" y="276627"/>
                  </a:cubicBezTo>
                  <a:cubicBezTo>
                    <a:pt x="76077" y="358193"/>
                    <a:pt x="165124" y="442850"/>
                    <a:pt x="147532" y="500063"/>
                  </a:cubicBezTo>
                  <a:cubicBezTo>
                    <a:pt x="129940" y="557276"/>
                    <a:pt x="39204" y="601904"/>
                    <a:pt x="14615" y="652057"/>
                  </a:cubicBezTo>
                  <a:cubicBezTo>
                    <a:pt x="-9974" y="702210"/>
                    <a:pt x="62501" y="723150"/>
                    <a:pt x="0" y="800979"/>
                  </a:cubicBezTo>
                  <a:cubicBezTo>
                    <a:pt x="56492" y="880762"/>
                    <a:pt x="482696" y="884704"/>
                    <a:pt x="703183" y="866375"/>
                  </a:cubicBezTo>
                  <a:cubicBezTo>
                    <a:pt x="793580" y="871488"/>
                    <a:pt x="1399521" y="848643"/>
                    <a:pt x="1558626" y="766070"/>
                  </a:cubicBezTo>
                  <a:cubicBezTo>
                    <a:pt x="1717731" y="683497"/>
                    <a:pt x="1687644" y="497131"/>
                    <a:pt x="1657815" y="370936"/>
                  </a:cubicBezTo>
                  <a:cubicBezTo>
                    <a:pt x="1598157" y="251624"/>
                    <a:pt x="1241421" y="258072"/>
                    <a:pt x="1217050" y="221148"/>
                  </a:cubicBezTo>
                  <a:cubicBezTo>
                    <a:pt x="1192679" y="184224"/>
                    <a:pt x="1293547" y="145105"/>
                    <a:pt x="1119132" y="70108"/>
                  </a:cubicBezTo>
                  <a:cubicBezTo>
                    <a:pt x="1013853" y="32921"/>
                    <a:pt x="416234" y="-23751"/>
                    <a:pt x="245102" y="10669"/>
                  </a:cubicBezTo>
                  <a:close/>
                </a:path>
              </a:pathLst>
            </a:custGeom>
            <a:solidFill>
              <a:srgbClr val="DDEAF6"/>
            </a:solidFill>
            <a:ln cap="flat" cmpd="sng" w="9525">
              <a:solidFill>
                <a:srgbClr val="9CC2E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29" name="Google Shape;6129;p78"/>
            <p:cNvGrpSpPr/>
            <p:nvPr/>
          </p:nvGrpSpPr>
          <p:grpSpPr>
            <a:xfrm>
              <a:off x="1895692" y="1906660"/>
              <a:ext cx="346883" cy="278715"/>
              <a:chOff x="2751" y="1851"/>
              <a:chExt cx="462" cy="478"/>
            </a:xfrm>
          </p:grpSpPr>
          <p:pic>
            <p:nvPicPr>
              <p:cNvPr descr="iphone_stylized_small" id="6130" name="Google Shape;6130;p7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6131" name="Google Shape;6131;p7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132" name="Google Shape;6132;p78"/>
            <p:cNvGrpSpPr/>
            <p:nvPr/>
          </p:nvGrpSpPr>
          <p:grpSpPr>
            <a:xfrm>
              <a:off x="1940850" y="2968234"/>
              <a:ext cx="217656" cy="207441"/>
              <a:chOff x="7432700" y="2327293"/>
              <a:chExt cx="534987" cy="414882"/>
            </a:xfrm>
          </p:grpSpPr>
          <p:pic>
            <p:nvPicPr>
              <p:cNvPr descr="antenna_stylized" id="6133" name="Google Shape;6133;p7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6134" name="Google Shape;6134;p7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35" name="Google Shape;6135;p78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6136" name="Google Shape;6136;p7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37" name="Google Shape;6137;p78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8" name="Google Shape;6138;p78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9" name="Google Shape;6139;p78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0" name="Google Shape;6140;p78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1" name="Google Shape;6141;p78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2" name="Google Shape;6142;p78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43" name="Google Shape;6143;p78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6144" name="Google Shape;6144;p7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5" name="Google Shape;6145;p7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6" name="Google Shape;6146;p7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7" name="Google Shape;6147;p7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8" name="Google Shape;6148;p7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9" name="Google Shape;6149;p7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50" name="Google Shape;6150;p78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1" name="Google Shape;6151;p78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2" name="Google Shape;6152;p78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3" name="Google Shape;6153;p78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4" name="Google Shape;6154;p78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5" name="Google Shape;6155;p78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56" name="Google Shape;6156;p78"/>
            <p:cNvGrpSpPr/>
            <p:nvPr/>
          </p:nvGrpSpPr>
          <p:grpSpPr>
            <a:xfrm>
              <a:off x="1816172" y="2502167"/>
              <a:ext cx="429079" cy="145970"/>
              <a:chOff x="8493165" y="2029804"/>
              <a:chExt cx="849312" cy="226109"/>
            </a:xfrm>
          </p:grpSpPr>
          <p:pic>
            <p:nvPicPr>
              <p:cNvPr descr="car_icon_small" id="6157" name="Google Shape;6157;p7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6158" name="Google Shape;6158;p7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159" name="Google Shape;6159;p78"/>
            <p:cNvGrpSpPr/>
            <p:nvPr/>
          </p:nvGrpSpPr>
          <p:grpSpPr>
            <a:xfrm>
              <a:off x="2659772" y="1892126"/>
              <a:ext cx="179923" cy="467705"/>
              <a:chOff x="2620015" y="53199"/>
              <a:chExt cx="179923" cy="467705"/>
            </a:xfrm>
          </p:grpSpPr>
          <p:grpSp>
            <p:nvGrpSpPr>
              <p:cNvPr id="6160" name="Google Shape;6160;p78"/>
              <p:cNvGrpSpPr/>
              <p:nvPr/>
            </p:nvGrpSpPr>
            <p:grpSpPr>
              <a:xfrm>
                <a:off x="2620015" y="53199"/>
                <a:ext cx="179923" cy="196522"/>
                <a:chOff x="2620015" y="11718"/>
                <a:chExt cx="179923" cy="238005"/>
              </a:xfrm>
            </p:grpSpPr>
            <p:sp>
              <p:nvSpPr>
                <p:cNvPr id="6161" name="Google Shape;6161;p78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62" name="Google Shape;6162;p78"/>
                <p:cNvGrpSpPr/>
                <p:nvPr/>
              </p:nvGrpSpPr>
              <p:grpSpPr>
                <a:xfrm>
                  <a:off x="2636043" y="11718"/>
                  <a:ext cx="146258" cy="238005"/>
                  <a:chOff x="2949" y="1424"/>
                  <a:chExt cx="265" cy="322"/>
                </a:xfrm>
              </p:grpSpPr>
              <p:sp>
                <p:nvSpPr>
                  <p:cNvPr id="6163" name="Google Shape;6163;p7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4" name="Google Shape;6164;p7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5" name="Google Shape;6165;p7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6" name="Google Shape;6166;p7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7" name="Google Shape;6167;p78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8" name="Google Shape;6168;p78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169" name="Google Shape;6169;p78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6170" name="Google Shape;6170;p7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71" name="Google Shape;6171;p7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72" name="Google Shape;6172;p7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73" name="Google Shape;6173;p7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74" name="Google Shape;6174;p7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75" name="Google Shape;6175;p7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76" name="Google Shape;6176;p7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77" name="Google Shape;6177;p7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78" name="Google Shape;6178;p7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79" name="Google Shape;6179;p7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80" name="Google Shape;6180;p7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81" name="Google Shape;6181;p7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82" name="Google Shape;6182;p7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83" name="Google Shape;6183;p7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84" name="Google Shape;6184;p7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6185" name="Google Shape;6185;p78"/>
            <p:cNvSpPr/>
            <p:nvPr/>
          </p:nvSpPr>
          <p:spPr>
            <a:xfrm>
              <a:off x="1923013" y="1778416"/>
              <a:ext cx="299186" cy="160024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86" name="Google Shape;6186;p78"/>
            <p:cNvGrpSpPr/>
            <p:nvPr/>
          </p:nvGrpSpPr>
          <p:grpSpPr>
            <a:xfrm>
              <a:off x="2490976" y="2974079"/>
              <a:ext cx="179923" cy="467705"/>
              <a:chOff x="2620015" y="53199"/>
              <a:chExt cx="179923" cy="467705"/>
            </a:xfrm>
          </p:grpSpPr>
          <p:grpSp>
            <p:nvGrpSpPr>
              <p:cNvPr id="6187" name="Google Shape;6187;p78"/>
              <p:cNvGrpSpPr/>
              <p:nvPr/>
            </p:nvGrpSpPr>
            <p:grpSpPr>
              <a:xfrm>
                <a:off x="2620015" y="53199"/>
                <a:ext cx="179923" cy="196522"/>
                <a:chOff x="2620015" y="11718"/>
                <a:chExt cx="179923" cy="238005"/>
              </a:xfrm>
            </p:grpSpPr>
            <p:sp>
              <p:nvSpPr>
                <p:cNvPr id="6188" name="Google Shape;6188;p78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89" name="Google Shape;6189;p78"/>
                <p:cNvGrpSpPr/>
                <p:nvPr/>
              </p:nvGrpSpPr>
              <p:grpSpPr>
                <a:xfrm>
                  <a:off x="2636043" y="11718"/>
                  <a:ext cx="146258" cy="238005"/>
                  <a:chOff x="2949" y="1424"/>
                  <a:chExt cx="265" cy="322"/>
                </a:xfrm>
              </p:grpSpPr>
              <p:sp>
                <p:nvSpPr>
                  <p:cNvPr id="6190" name="Google Shape;6190;p7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1" name="Google Shape;6191;p7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2" name="Google Shape;6192;p7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3" name="Google Shape;6193;p7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4" name="Google Shape;6194;p78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5" name="Google Shape;6195;p78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196" name="Google Shape;6196;p78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6197" name="Google Shape;6197;p7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98" name="Google Shape;6198;p7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199" name="Google Shape;6199;p7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0" name="Google Shape;6200;p7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1" name="Google Shape;6201;p7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2" name="Google Shape;6202;p7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3" name="Google Shape;6203;p7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4" name="Google Shape;6204;p7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5" name="Google Shape;6205;p7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6" name="Google Shape;6206;p7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7" name="Google Shape;6207;p7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8" name="Google Shape;6208;p7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09" name="Google Shape;6209;p7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10" name="Google Shape;6210;p7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11" name="Google Shape;6211;p7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212" name="Google Shape;6212;p78"/>
            <p:cNvGrpSpPr/>
            <p:nvPr/>
          </p:nvGrpSpPr>
          <p:grpSpPr>
            <a:xfrm>
              <a:off x="2880161" y="2402531"/>
              <a:ext cx="710987" cy="468256"/>
              <a:chOff x="340314" y="825285"/>
              <a:chExt cx="710987" cy="468256"/>
            </a:xfrm>
          </p:grpSpPr>
          <p:sp>
            <p:nvSpPr>
              <p:cNvPr id="6213" name="Google Shape;6213;p78"/>
              <p:cNvSpPr/>
              <p:nvPr/>
            </p:nvSpPr>
            <p:spPr>
              <a:xfrm flipH="1" rot="10800000">
                <a:off x="340314" y="1069853"/>
                <a:ext cx="710987" cy="22368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14" name="Google Shape;6214;p78"/>
              <p:cNvGrpSpPr/>
              <p:nvPr/>
            </p:nvGrpSpPr>
            <p:grpSpPr>
              <a:xfrm>
                <a:off x="519850" y="1126797"/>
                <a:ext cx="319417" cy="141293"/>
                <a:chOff x="7493876" y="2774731"/>
                <a:chExt cx="1481958" cy="894622"/>
              </a:xfrm>
            </p:grpSpPr>
            <p:sp>
              <p:nvSpPr>
                <p:cNvPr id="6215" name="Google Shape;6215;p7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6216" name="Google Shape;6216;p7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6217" name="Google Shape;6217;p7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218" name="Google Shape;6218;p7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9" name="Google Shape;6219;p7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0" name="Google Shape;6220;p7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1" name="Google Shape;6221;p7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6222" name="Google Shape;6222;p7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0917" y="825285"/>
                <a:ext cx="182563" cy="3152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23" name="Google Shape;6223;p78"/>
              <p:cNvSpPr/>
              <p:nvPr/>
            </p:nvSpPr>
            <p:spPr>
              <a:xfrm>
                <a:off x="693480" y="934168"/>
                <a:ext cx="174480" cy="184305"/>
              </a:xfrm>
              <a:prstGeom prst="can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24" name="Google Shape;6224;p78"/>
            <p:cNvSpPr/>
            <p:nvPr/>
          </p:nvSpPr>
          <p:spPr>
            <a:xfrm rot="1604261">
              <a:off x="2076561" y="29463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5" name="Google Shape;6225;p78"/>
            <p:cNvSpPr/>
            <p:nvPr/>
          </p:nvSpPr>
          <p:spPr>
            <a:xfrm rot="-485378">
              <a:off x="2158441" y="23212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6" name="Google Shape;6226;p78"/>
            <p:cNvSpPr/>
            <p:nvPr/>
          </p:nvSpPr>
          <p:spPr>
            <a:xfrm rot="1560791">
              <a:off x="2192719" y="1988545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7" name="Google Shape;6227;p78"/>
            <p:cNvSpPr txBox="1"/>
            <p:nvPr/>
          </p:nvSpPr>
          <p:spPr>
            <a:xfrm>
              <a:off x="2249867" y="2479172"/>
              <a:ext cx="54854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</a:t>
              </a:r>
              <a:endParaRPr/>
            </a:p>
          </p:txBody>
        </p:sp>
        <p:sp>
          <p:nvSpPr>
            <p:cNvPr id="6228" name="Google Shape;6228;p78"/>
            <p:cNvSpPr txBox="1"/>
            <p:nvPr/>
          </p:nvSpPr>
          <p:spPr>
            <a:xfrm>
              <a:off x="1875519" y="3348199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endParaRPr/>
            </a:p>
          </p:txBody>
        </p:sp>
        <p:cxnSp>
          <p:nvCxnSpPr>
            <p:cNvPr id="6229" name="Google Shape;6229;p78"/>
            <p:cNvCxnSpPr>
              <a:stCxn id="6176" idx="0"/>
              <a:endCxn id="6216" idx="1"/>
            </p:cNvCxnSpPr>
            <p:nvPr/>
          </p:nvCxnSpPr>
          <p:spPr>
            <a:xfrm>
              <a:off x="2823702" y="2322038"/>
              <a:ext cx="282900" cy="39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30" name="Google Shape;6230;p78"/>
            <p:cNvCxnSpPr>
              <a:endCxn id="6231" idx="0"/>
            </p:cNvCxnSpPr>
            <p:nvPr/>
          </p:nvCxnSpPr>
          <p:spPr>
            <a:xfrm flipH="1" rot="10800000">
              <a:off x="2637218" y="2874097"/>
              <a:ext cx="560700" cy="584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231" name="Google Shape;6231;p78"/>
            <p:cNvSpPr txBox="1"/>
            <p:nvPr/>
          </p:nvSpPr>
          <p:spPr>
            <a:xfrm>
              <a:off x="2761601" y="2874097"/>
              <a:ext cx="872633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 Edge DC</a:t>
              </a:r>
              <a:endParaRPr/>
            </a:p>
          </p:txBody>
        </p:sp>
      </p:grpSp>
      <p:sp>
        <p:nvSpPr>
          <p:cNvPr id="6232" name="Google Shape;6232;p78"/>
          <p:cNvSpPr txBox="1"/>
          <p:nvPr/>
        </p:nvSpPr>
        <p:spPr>
          <a:xfrm>
            <a:off x="3570452" y="4289760"/>
            <a:ext cx="8692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DC</a:t>
            </a:r>
            <a:endParaRPr/>
          </a:p>
        </p:txBody>
      </p:sp>
      <p:sp>
        <p:nvSpPr>
          <p:cNvPr id="6233" name="Google Shape;6233;p78"/>
          <p:cNvSpPr txBox="1"/>
          <p:nvPr/>
        </p:nvSpPr>
        <p:spPr>
          <a:xfrm>
            <a:off x="3423034" y="4722080"/>
            <a:ext cx="1207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Core</a:t>
            </a:r>
            <a:endParaRPr/>
          </a:p>
        </p:txBody>
      </p:sp>
      <p:sp>
        <p:nvSpPr>
          <p:cNvPr id="6234" name="Google Shape;6234;p78"/>
          <p:cNvSpPr/>
          <p:nvPr/>
        </p:nvSpPr>
        <p:spPr>
          <a:xfrm flipH="1">
            <a:off x="8804434" y="2516952"/>
            <a:ext cx="1343122" cy="1642454"/>
          </a:xfrm>
          <a:custGeom>
            <a:rect b="b" l="l" r="r" t="t"/>
            <a:pathLst>
              <a:path extrusionOk="0" h="875411" w="1681609">
                <a:moveTo>
                  <a:pt x="245102" y="10669"/>
                </a:moveTo>
                <a:cubicBezTo>
                  <a:pt x="73970" y="45089"/>
                  <a:pt x="108601" y="195061"/>
                  <a:pt x="92339" y="276627"/>
                </a:cubicBezTo>
                <a:cubicBezTo>
                  <a:pt x="76077" y="358193"/>
                  <a:pt x="165124" y="442850"/>
                  <a:pt x="147532" y="500063"/>
                </a:cubicBezTo>
                <a:cubicBezTo>
                  <a:pt x="129940" y="557276"/>
                  <a:pt x="39204" y="601904"/>
                  <a:pt x="14615" y="652057"/>
                </a:cubicBezTo>
                <a:cubicBezTo>
                  <a:pt x="-9974" y="702210"/>
                  <a:pt x="62501" y="723150"/>
                  <a:pt x="0" y="800979"/>
                </a:cubicBezTo>
                <a:cubicBezTo>
                  <a:pt x="56492" y="880762"/>
                  <a:pt x="482696" y="884704"/>
                  <a:pt x="703183" y="866375"/>
                </a:cubicBezTo>
                <a:cubicBezTo>
                  <a:pt x="793580" y="871488"/>
                  <a:pt x="1399521" y="848643"/>
                  <a:pt x="1558626" y="766070"/>
                </a:cubicBezTo>
                <a:cubicBezTo>
                  <a:pt x="1717731" y="683497"/>
                  <a:pt x="1687644" y="497131"/>
                  <a:pt x="1657815" y="370936"/>
                </a:cubicBezTo>
                <a:cubicBezTo>
                  <a:pt x="1598157" y="251624"/>
                  <a:pt x="1241421" y="258072"/>
                  <a:pt x="1217050" y="221148"/>
                </a:cubicBezTo>
                <a:cubicBezTo>
                  <a:pt x="1192679" y="184224"/>
                  <a:pt x="1293547" y="145105"/>
                  <a:pt x="1119132" y="70108"/>
                </a:cubicBezTo>
                <a:cubicBezTo>
                  <a:pt x="1013853" y="32921"/>
                  <a:pt x="416234" y="-23751"/>
                  <a:pt x="245102" y="10669"/>
                </a:cubicBezTo>
                <a:close/>
              </a:path>
            </a:pathLst>
          </a:custGeom>
          <a:solidFill>
            <a:srgbClr val="DDEAF6"/>
          </a:solidFill>
          <a:ln cap="flat" cmpd="sng" w="9525">
            <a:solidFill>
              <a:srgbClr val="9CC2E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35" name="Google Shape;6235;p78"/>
          <p:cNvGrpSpPr/>
          <p:nvPr/>
        </p:nvGrpSpPr>
        <p:grpSpPr>
          <a:xfrm flipH="1">
            <a:off x="10355727" y="2564659"/>
            <a:ext cx="346882" cy="278715"/>
            <a:chOff x="2751" y="1851"/>
            <a:chExt cx="462" cy="478"/>
          </a:xfrm>
        </p:grpSpPr>
        <p:pic>
          <p:nvPicPr>
            <p:cNvPr descr="iphone_stylized_small" id="6236" name="Google Shape;6236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237" name="Google Shape;6237;p7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38" name="Google Shape;6238;p78"/>
          <p:cNvGrpSpPr/>
          <p:nvPr/>
        </p:nvGrpSpPr>
        <p:grpSpPr>
          <a:xfrm flipH="1">
            <a:off x="10439792" y="3626233"/>
            <a:ext cx="217656" cy="207441"/>
            <a:chOff x="7432700" y="2327293"/>
            <a:chExt cx="534987" cy="414882"/>
          </a:xfrm>
        </p:grpSpPr>
        <p:pic>
          <p:nvPicPr>
            <p:cNvPr descr="antenna_stylized" id="6239" name="Google Shape;6239;p7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240" name="Google Shape;6240;p7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1" name="Google Shape;6241;p7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242" name="Google Shape;6242;p7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3" name="Google Shape;6243;p7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4" name="Google Shape;6244;p7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5" name="Google Shape;6245;p7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6" name="Google Shape;6246;p7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7" name="Google Shape;6247;p7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8" name="Google Shape;6248;p7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49" name="Google Shape;6249;p7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6250" name="Google Shape;6250;p7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1" name="Google Shape;6251;p7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2" name="Google Shape;6252;p7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3" name="Google Shape;6253;p7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4" name="Google Shape;6254;p7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5" name="Google Shape;6255;p7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56" name="Google Shape;6256;p7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7" name="Google Shape;6257;p7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8" name="Google Shape;6258;p7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9" name="Google Shape;6259;p7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0" name="Google Shape;6260;p7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1" name="Google Shape;6261;p7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2" name="Google Shape;6262;p78"/>
          <p:cNvGrpSpPr/>
          <p:nvPr/>
        </p:nvGrpSpPr>
        <p:grpSpPr>
          <a:xfrm flipH="1">
            <a:off x="10353044" y="3160166"/>
            <a:ext cx="429079" cy="145970"/>
            <a:chOff x="8493165" y="2029804"/>
            <a:chExt cx="849312" cy="226109"/>
          </a:xfrm>
        </p:grpSpPr>
        <p:pic>
          <p:nvPicPr>
            <p:cNvPr descr="car_icon_small" id="6263" name="Google Shape;6263;p7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6264" name="Google Shape;6264;p7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65" name="Google Shape;6265;p78"/>
          <p:cNvGrpSpPr/>
          <p:nvPr/>
        </p:nvGrpSpPr>
        <p:grpSpPr>
          <a:xfrm flipH="1">
            <a:off x="9758600" y="2550125"/>
            <a:ext cx="179923" cy="467705"/>
            <a:chOff x="2620015" y="53199"/>
            <a:chExt cx="179923" cy="467705"/>
          </a:xfrm>
        </p:grpSpPr>
        <p:grpSp>
          <p:nvGrpSpPr>
            <p:cNvPr id="6266" name="Google Shape;6266;p78"/>
            <p:cNvGrpSpPr/>
            <p:nvPr/>
          </p:nvGrpSpPr>
          <p:grpSpPr>
            <a:xfrm>
              <a:off x="2620015" y="53199"/>
              <a:ext cx="179923" cy="196522"/>
              <a:chOff x="2620015" y="11718"/>
              <a:chExt cx="179923" cy="238005"/>
            </a:xfrm>
          </p:grpSpPr>
          <p:sp>
            <p:nvSpPr>
              <p:cNvPr id="6267" name="Google Shape;6267;p78"/>
              <p:cNvSpPr/>
              <p:nvPr/>
            </p:nvSpPr>
            <p:spPr>
              <a:xfrm>
                <a:off x="2620015" y="27232"/>
                <a:ext cx="179923" cy="21361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68" name="Google Shape;6268;p78"/>
              <p:cNvGrpSpPr/>
              <p:nvPr/>
            </p:nvGrpSpPr>
            <p:grpSpPr>
              <a:xfrm>
                <a:off x="2636043" y="11718"/>
                <a:ext cx="146258" cy="238005"/>
                <a:chOff x="2949" y="1424"/>
                <a:chExt cx="265" cy="322"/>
              </a:xfrm>
            </p:grpSpPr>
            <p:sp>
              <p:nvSpPr>
                <p:cNvPr id="6269" name="Google Shape;6269;p78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0" name="Google Shape;6270;p78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1" name="Google Shape;6271;p78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2" name="Google Shape;6272;p78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3" name="Google Shape;6273;p78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4" name="Google Shape;6274;p78"/>
                <p:cNvSpPr/>
                <p:nvPr/>
              </p:nvSpPr>
              <p:spPr>
                <a:xfrm flipH="1">
                  <a:off x="2984" y="1603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75" name="Google Shape;6275;p78"/>
            <p:cNvGrpSpPr/>
            <p:nvPr/>
          </p:nvGrpSpPr>
          <p:grpSpPr>
            <a:xfrm>
              <a:off x="2631142" y="136376"/>
              <a:ext cx="152730" cy="384528"/>
              <a:chOff x="3130" y="3288"/>
              <a:chExt cx="410" cy="742"/>
            </a:xfrm>
          </p:grpSpPr>
          <p:cxnSp>
            <p:nvCxnSpPr>
              <p:cNvPr id="6276" name="Google Shape;6276;p7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7" name="Google Shape;6277;p7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8" name="Google Shape;6278;p7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79" name="Google Shape;6279;p7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0" name="Google Shape;6280;p7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1" name="Google Shape;6281;p7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2" name="Google Shape;6282;p7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3" name="Google Shape;6283;p7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4" name="Google Shape;6284;p7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5" name="Google Shape;6285;p7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6" name="Google Shape;6286;p7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7" name="Google Shape;6287;p7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8" name="Google Shape;6288;p7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89" name="Google Shape;6289;p7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90" name="Google Shape;6290;p7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291" name="Google Shape;6291;p78"/>
          <p:cNvSpPr/>
          <p:nvPr/>
        </p:nvSpPr>
        <p:spPr>
          <a:xfrm flipH="1">
            <a:off x="10376096" y="2436415"/>
            <a:ext cx="299186" cy="1600249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92" name="Google Shape;6292;p78"/>
          <p:cNvGrpSpPr/>
          <p:nvPr/>
        </p:nvGrpSpPr>
        <p:grpSpPr>
          <a:xfrm flipH="1">
            <a:off x="9927396" y="3632078"/>
            <a:ext cx="179923" cy="467705"/>
            <a:chOff x="2620015" y="53199"/>
            <a:chExt cx="179923" cy="467705"/>
          </a:xfrm>
        </p:grpSpPr>
        <p:grpSp>
          <p:nvGrpSpPr>
            <p:cNvPr id="6293" name="Google Shape;6293;p78"/>
            <p:cNvGrpSpPr/>
            <p:nvPr/>
          </p:nvGrpSpPr>
          <p:grpSpPr>
            <a:xfrm>
              <a:off x="2620015" y="53199"/>
              <a:ext cx="179923" cy="196522"/>
              <a:chOff x="2620015" y="11718"/>
              <a:chExt cx="179923" cy="238005"/>
            </a:xfrm>
          </p:grpSpPr>
          <p:sp>
            <p:nvSpPr>
              <p:cNvPr id="6294" name="Google Shape;6294;p78"/>
              <p:cNvSpPr/>
              <p:nvPr/>
            </p:nvSpPr>
            <p:spPr>
              <a:xfrm>
                <a:off x="2620015" y="27232"/>
                <a:ext cx="179923" cy="21361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95" name="Google Shape;6295;p78"/>
              <p:cNvGrpSpPr/>
              <p:nvPr/>
            </p:nvGrpSpPr>
            <p:grpSpPr>
              <a:xfrm>
                <a:off x="2636043" y="11718"/>
                <a:ext cx="146258" cy="238005"/>
                <a:chOff x="2949" y="1424"/>
                <a:chExt cx="265" cy="322"/>
              </a:xfrm>
            </p:grpSpPr>
            <p:sp>
              <p:nvSpPr>
                <p:cNvPr id="6296" name="Google Shape;6296;p78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7" name="Google Shape;6297;p78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8" name="Google Shape;6298;p78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9" name="Google Shape;6299;p78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0" name="Google Shape;6300;p78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1" name="Google Shape;6301;p78"/>
                <p:cNvSpPr/>
                <p:nvPr/>
              </p:nvSpPr>
              <p:spPr>
                <a:xfrm flipH="1">
                  <a:off x="2984" y="1603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DEECF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02" name="Google Shape;6302;p78"/>
            <p:cNvGrpSpPr/>
            <p:nvPr/>
          </p:nvGrpSpPr>
          <p:grpSpPr>
            <a:xfrm>
              <a:off x="2631142" y="136376"/>
              <a:ext cx="152730" cy="384528"/>
              <a:chOff x="3130" y="3288"/>
              <a:chExt cx="410" cy="742"/>
            </a:xfrm>
          </p:grpSpPr>
          <p:cxnSp>
            <p:nvCxnSpPr>
              <p:cNvPr id="6303" name="Google Shape;6303;p7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04" name="Google Shape;6304;p7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05" name="Google Shape;6305;p7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06" name="Google Shape;6306;p7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07" name="Google Shape;6307;p7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08" name="Google Shape;6308;p7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09" name="Google Shape;6309;p7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0" name="Google Shape;6310;p7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1" name="Google Shape;6311;p7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2" name="Google Shape;6312;p7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3" name="Google Shape;6313;p7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4" name="Google Shape;6314;p7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5" name="Google Shape;6315;p7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6" name="Google Shape;6316;p7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17" name="Google Shape;6317;p7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318" name="Google Shape;6318;p78"/>
          <p:cNvGrpSpPr/>
          <p:nvPr/>
        </p:nvGrpSpPr>
        <p:grpSpPr>
          <a:xfrm flipH="1">
            <a:off x="9007147" y="3060530"/>
            <a:ext cx="710987" cy="468256"/>
            <a:chOff x="340314" y="825285"/>
            <a:chExt cx="710987" cy="468256"/>
          </a:xfrm>
        </p:grpSpPr>
        <p:sp>
          <p:nvSpPr>
            <p:cNvPr id="6319" name="Google Shape;6319;p78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20" name="Google Shape;6320;p78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6321" name="Google Shape;6321;p7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322" name="Google Shape;6322;p7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323" name="Google Shape;6323;p7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324" name="Google Shape;6324;p7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5" name="Google Shape;6325;p7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6" name="Google Shape;6326;p7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7" name="Google Shape;6327;p7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6328" name="Google Shape;6328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9" name="Google Shape;6329;p78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30" name="Google Shape;6330;p78"/>
          <p:cNvSpPr/>
          <p:nvPr/>
        </p:nvSpPr>
        <p:spPr>
          <a:xfrm flipH="1" rot="-1604261">
            <a:off x="10129806" y="3604356"/>
            <a:ext cx="391928" cy="77147"/>
          </a:xfrm>
          <a:custGeom>
            <a:rect b="b" l="l" r="r" t="t"/>
            <a:pathLst>
              <a:path extrusionOk="0" h="171450" w="1143000">
                <a:moveTo>
                  <a:pt x="0" y="130175"/>
                </a:moveTo>
                <a:lnTo>
                  <a:pt x="520700" y="0"/>
                </a:lnTo>
                <a:lnTo>
                  <a:pt x="504825" y="63500"/>
                </a:lnTo>
                <a:lnTo>
                  <a:pt x="755650" y="0"/>
                </a:lnTo>
                <a:lnTo>
                  <a:pt x="755650" y="76200"/>
                </a:lnTo>
                <a:lnTo>
                  <a:pt x="1143000" y="0"/>
                </a:lnTo>
                <a:lnTo>
                  <a:pt x="657225" y="171450"/>
                </a:lnTo>
                <a:lnTo>
                  <a:pt x="663575" y="95250"/>
                </a:lnTo>
                <a:lnTo>
                  <a:pt x="336550" y="161925"/>
                </a:lnTo>
                <a:lnTo>
                  <a:pt x="361950" y="95250"/>
                </a:lnTo>
                <a:lnTo>
                  <a:pt x="0" y="130175"/>
                </a:lnTo>
                <a:close/>
              </a:path>
            </a:pathLst>
          </a:cu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1" name="Google Shape;6331;p78"/>
          <p:cNvSpPr/>
          <p:nvPr/>
        </p:nvSpPr>
        <p:spPr>
          <a:xfrm flipH="1" rot="485378">
            <a:off x="10047926" y="2979256"/>
            <a:ext cx="391928" cy="77147"/>
          </a:xfrm>
          <a:custGeom>
            <a:rect b="b" l="l" r="r" t="t"/>
            <a:pathLst>
              <a:path extrusionOk="0" h="171450" w="1143000">
                <a:moveTo>
                  <a:pt x="0" y="130175"/>
                </a:moveTo>
                <a:lnTo>
                  <a:pt x="520700" y="0"/>
                </a:lnTo>
                <a:lnTo>
                  <a:pt x="504825" y="63500"/>
                </a:lnTo>
                <a:lnTo>
                  <a:pt x="755650" y="0"/>
                </a:lnTo>
                <a:lnTo>
                  <a:pt x="755650" y="76200"/>
                </a:lnTo>
                <a:lnTo>
                  <a:pt x="1143000" y="0"/>
                </a:lnTo>
                <a:lnTo>
                  <a:pt x="657225" y="171450"/>
                </a:lnTo>
                <a:lnTo>
                  <a:pt x="663575" y="95250"/>
                </a:lnTo>
                <a:lnTo>
                  <a:pt x="336550" y="161925"/>
                </a:lnTo>
                <a:lnTo>
                  <a:pt x="361950" y="95250"/>
                </a:lnTo>
                <a:lnTo>
                  <a:pt x="0" y="130175"/>
                </a:lnTo>
                <a:close/>
              </a:path>
            </a:pathLst>
          </a:cu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2" name="Google Shape;6332;p78"/>
          <p:cNvSpPr/>
          <p:nvPr/>
        </p:nvSpPr>
        <p:spPr>
          <a:xfrm flipH="1" rot="-1560791">
            <a:off x="10013648" y="2646544"/>
            <a:ext cx="391928" cy="77147"/>
          </a:xfrm>
          <a:custGeom>
            <a:rect b="b" l="l" r="r" t="t"/>
            <a:pathLst>
              <a:path extrusionOk="0" h="171450" w="1143000">
                <a:moveTo>
                  <a:pt x="0" y="130175"/>
                </a:moveTo>
                <a:lnTo>
                  <a:pt x="520700" y="0"/>
                </a:lnTo>
                <a:lnTo>
                  <a:pt x="504825" y="63500"/>
                </a:lnTo>
                <a:lnTo>
                  <a:pt x="755650" y="0"/>
                </a:lnTo>
                <a:lnTo>
                  <a:pt x="755650" y="76200"/>
                </a:lnTo>
                <a:lnTo>
                  <a:pt x="1143000" y="0"/>
                </a:lnTo>
                <a:lnTo>
                  <a:pt x="657225" y="171450"/>
                </a:lnTo>
                <a:lnTo>
                  <a:pt x="663575" y="95250"/>
                </a:lnTo>
                <a:lnTo>
                  <a:pt x="336550" y="161925"/>
                </a:lnTo>
                <a:lnTo>
                  <a:pt x="361950" y="95250"/>
                </a:lnTo>
                <a:lnTo>
                  <a:pt x="0" y="130175"/>
                </a:lnTo>
                <a:close/>
              </a:path>
            </a:pathLst>
          </a:custGeom>
          <a:solidFill>
            <a:srgbClr val="EDEDED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3" name="Google Shape;6333;p78"/>
          <p:cNvSpPr txBox="1"/>
          <p:nvPr/>
        </p:nvSpPr>
        <p:spPr>
          <a:xfrm flipH="1">
            <a:off x="9799880" y="3137171"/>
            <a:ext cx="54854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</a:t>
            </a:r>
            <a:endParaRPr/>
          </a:p>
        </p:txBody>
      </p:sp>
      <p:sp>
        <p:nvSpPr>
          <p:cNvPr id="6334" name="Google Shape;6334;p78"/>
          <p:cNvSpPr txBox="1"/>
          <p:nvPr/>
        </p:nvSpPr>
        <p:spPr>
          <a:xfrm flipH="1">
            <a:off x="10305674" y="4006198"/>
            <a:ext cx="4171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UE</a:t>
            </a:r>
            <a:endParaRPr/>
          </a:p>
        </p:txBody>
      </p:sp>
      <p:cxnSp>
        <p:nvCxnSpPr>
          <p:cNvPr id="6335" name="Google Shape;6335;p78"/>
          <p:cNvCxnSpPr>
            <a:endCxn id="6322" idx="1"/>
          </p:cNvCxnSpPr>
          <p:nvPr/>
        </p:nvCxnSpPr>
        <p:spPr>
          <a:xfrm flipH="1">
            <a:off x="9491693" y="2980034"/>
            <a:ext cx="282900" cy="39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36" name="Google Shape;6336;p78"/>
          <p:cNvCxnSpPr>
            <a:endCxn id="6337" idx="0"/>
          </p:cNvCxnSpPr>
          <p:nvPr/>
        </p:nvCxnSpPr>
        <p:spPr>
          <a:xfrm rot="10800000">
            <a:off x="9400378" y="3532096"/>
            <a:ext cx="560700" cy="58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37" name="Google Shape;6337;p78"/>
          <p:cNvSpPr txBox="1"/>
          <p:nvPr/>
        </p:nvSpPr>
        <p:spPr>
          <a:xfrm flipH="1">
            <a:off x="8964061" y="3532096"/>
            <a:ext cx="872633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 Edge DC</a:t>
            </a:r>
            <a:endParaRPr/>
          </a:p>
        </p:txBody>
      </p:sp>
      <p:grpSp>
        <p:nvGrpSpPr>
          <p:cNvPr id="6338" name="Google Shape;6338;p78"/>
          <p:cNvGrpSpPr/>
          <p:nvPr/>
        </p:nvGrpSpPr>
        <p:grpSpPr>
          <a:xfrm flipH="1">
            <a:off x="8871627" y="4387103"/>
            <a:ext cx="1977689" cy="1908337"/>
            <a:chOff x="1816172" y="1778416"/>
            <a:chExt cx="1977689" cy="1908337"/>
          </a:xfrm>
        </p:grpSpPr>
        <p:sp>
          <p:nvSpPr>
            <p:cNvPr id="6339" name="Google Shape;6339;p78"/>
            <p:cNvSpPr/>
            <p:nvPr/>
          </p:nvSpPr>
          <p:spPr>
            <a:xfrm>
              <a:off x="2450739" y="1858953"/>
              <a:ext cx="1343122" cy="1642454"/>
            </a:xfrm>
            <a:custGeom>
              <a:rect b="b" l="l" r="r" t="t"/>
              <a:pathLst>
                <a:path extrusionOk="0" h="875411" w="1681609">
                  <a:moveTo>
                    <a:pt x="245102" y="10669"/>
                  </a:moveTo>
                  <a:cubicBezTo>
                    <a:pt x="73970" y="45089"/>
                    <a:pt x="108601" y="195061"/>
                    <a:pt x="92339" y="276627"/>
                  </a:cubicBezTo>
                  <a:cubicBezTo>
                    <a:pt x="76077" y="358193"/>
                    <a:pt x="165124" y="442850"/>
                    <a:pt x="147532" y="500063"/>
                  </a:cubicBezTo>
                  <a:cubicBezTo>
                    <a:pt x="129940" y="557276"/>
                    <a:pt x="39204" y="601904"/>
                    <a:pt x="14615" y="652057"/>
                  </a:cubicBezTo>
                  <a:cubicBezTo>
                    <a:pt x="-9974" y="702210"/>
                    <a:pt x="62501" y="723150"/>
                    <a:pt x="0" y="800979"/>
                  </a:cubicBezTo>
                  <a:cubicBezTo>
                    <a:pt x="56492" y="880762"/>
                    <a:pt x="482696" y="884704"/>
                    <a:pt x="703183" y="866375"/>
                  </a:cubicBezTo>
                  <a:cubicBezTo>
                    <a:pt x="793580" y="871488"/>
                    <a:pt x="1399521" y="848643"/>
                    <a:pt x="1558626" y="766070"/>
                  </a:cubicBezTo>
                  <a:cubicBezTo>
                    <a:pt x="1717731" y="683497"/>
                    <a:pt x="1687644" y="497131"/>
                    <a:pt x="1657815" y="370936"/>
                  </a:cubicBezTo>
                  <a:cubicBezTo>
                    <a:pt x="1598157" y="251624"/>
                    <a:pt x="1241421" y="258072"/>
                    <a:pt x="1217050" y="221148"/>
                  </a:cubicBezTo>
                  <a:cubicBezTo>
                    <a:pt x="1192679" y="184224"/>
                    <a:pt x="1293547" y="145105"/>
                    <a:pt x="1119132" y="70108"/>
                  </a:cubicBezTo>
                  <a:cubicBezTo>
                    <a:pt x="1013853" y="32921"/>
                    <a:pt x="416234" y="-23751"/>
                    <a:pt x="245102" y="10669"/>
                  </a:cubicBezTo>
                  <a:close/>
                </a:path>
              </a:pathLst>
            </a:custGeom>
            <a:solidFill>
              <a:srgbClr val="DDEAF6"/>
            </a:solidFill>
            <a:ln cap="flat" cmpd="sng" w="9525">
              <a:solidFill>
                <a:srgbClr val="9CC2E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40" name="Google Shape;6340;p78"/>
            <p:cNvGrpSpPr/>
            <p:nvPr/>
          </p:nvGrpSpPr>
          <p:grpSpPr>
            <a:xfrm>
              <a:off x="1895692" y="1906660"/>
              <a:ext cx="346883" cy="278715"/>
              <a:chOff x="2751" y="1851"/>
              <a:chExt cx="462" cy="478"/>
            </a:xfrm>
          </p:grpSpPr>
          <p:pic>
            <p:nvPicPr>
              <p:cNvPr descr="iphone_stylized_small" id="6341" name="Google Shape;6341;p7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6342" name="Google Shape;6342;p7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343" name="Google Shape;6343;p78"/>
            <p:cNvGrpSpPr/>
            <p:nvPr/>
          </p:nvGrpSpPr>
          <p:grpSpPr>
            <a:xfrm>
              <a:off x="1940850" y="2968234"/>
              <a:ext cx="217656" cy="207441"/>
              <a:chOff x="7432700" y="2327293"/>
              <a:chExt cx="534987" cy="414882"/>
            </a:xfrm>
          </p:grpSpPr>
          <p:pic>
            <p:nvPicPr>
              <p:cNvPr descr="antenna_stylized" id="6344" name="Google Shape;6344;p7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6345" name="Google Shape;6345;p7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46" name="Google Shape;6346;p78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6347" name="Google Shape;6347;p7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48" name="Google Shape;6348;p78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9" name="Google Shape;6349;p78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0" name="Google Shape;6350;p78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1" name="Google Shape;6351;p78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2" name="Google Shape;6352;p78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3" name="Google Shape;6353;p78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54" name="Google Shape;6354;p78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6355" name="Google Shape;6355;p7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6" name="Google Shape;6356;p7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7" name="Google Shape;6357;p7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8" name="Google Shape;6358;p7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9" name="Google Shape;6359;p7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0" name="Google Shape;6360;p7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361" name="Google Shape;6361;p78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2" name="Google Shape;6362;p78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3" name="Google Shape;6363;p78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4" name="Google Shape;6364;p78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5" name="Google Shape;6365;p78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6" name="Google Shape;6366;p78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7" name="Google Shape;6367;p78"/>
            <p:cNvGrpSpPr/>
            <p:nvPr/>
          </p:nvGrpSpPr>
          <p:grpSpPr>
            <a:xfrm>
              <a:off x="1816172" y="2502167"/>
              <a:ext cx="429079" cy="145970"/>
              <a:chOff x="8493165" y="2029804"/>
              <a:chExt cx="849312" cy="226109"/>
            </a:xfrm>
          </p:grpSpPr>
          <p:pic>
            <p:nvPicPr>
              <p:cNvPr descr="car_icon_small" id="6368" name="Google Shape;6368;p7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6369" name="Google Shape;6369;p7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370" name="Google Shape;6370;p78"/>
            <p:cNvGrpSpPr/>
            <p:nvPr/>
          </p:nvGrpSpPr>
          <p:grpSpPr>
            <a:xfrm>
              <a:off x="2659772" y="1892126"/>
              <a:ext cx="179923" cy="467705"/>
              <a:chOff x="2620015" y="53199"/>
              <a:chExt cx="179923" cy="467705"/>
            </a:xfrm>
          </p:grpSpPr>
          <p:grpSp>
            <p:nvGrpSpPr>
              <p:cNvPr id="6371" name="Google Shape;6371;p78"/>
              <p:cNvGrpSpPr/>
              <p:nvPr/>
            </p:nvGrpSpPr>
            <p:grpSpPr>
              <a:xfrm>
                <a:off x="2620015" y="53199"/>
                <a:ext cx="179923" cy="196522"/>
                <a:chOff x="2620015" y="11718"/>
                <a:chExt cx="179923" cy="238005"/>
              </a:xfrm>
            </p:grpSpPr>
            <p:sp>
              <p:nvSpPr>
                <p:cNvPr id="6372" name="Google Shape;6372;p78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373" name="Google Shape;6373;p78"/>
                <p:cNvGrpSpPr/>
                <p:nvPr/>
              </p:nvGrpSpPr>
              <p:grpSpPr>
                <a:xfrm>
                  <a:off x="2636043" y="11718"/>
                  <a:ext cx="146258" cy="238005"/>
                  <a:chOff x="2949" y="1424"/>
                  <a:chExt cx="265" cy="322"/>
                </a:xfrm>
              </p:grpSpPr>
              <p:sp>
                <p:nvSpPr>
                  <p:cNvPr id="6374" name="Google Shape;6374;p7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5" name="Google Shape;6375;p7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6" name="Google Shape;6376;p7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7" name="Google Shape;6377;p7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8" name="Google Shape;6378;p78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9" name="Google Shape;6379;p78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380" name="Google Shape;6380;p78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6381" name="Google Shape;6381;p7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82" name="Google Shape;6382;p7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83" name="Google Shape;6383;p7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84" name="Google Shape;6384;p7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85" name="Google Shape;6385;p7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86" name="Google Shape;6386;p7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87" name="Google Shape;6387;p7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88" name="Google Shape;6388;p7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89" name="Google Shape;6389;p7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90" name="Google Shape;6390;p7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91" name="Google Shape;6391;p7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92" name="Google Shape;6392;p7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93" name="Google Shape;6393;p7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94" name="Google Shape;6394;p7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395" name="Google Shape;6395;p7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6396" name="Google Shape;6396;p78"/>
            <p:cNvSpPr/>
            <p:nvPr/>
          </p:nvSpPr>
          <p:spPr>
            <a:xfrm>
              <a:off x="1923013" y="1778416"/>
              <a:ext cx="299186" cy="160024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97" name="Google Shape;6397;p78"/>
            <p:cNvGrpSpPr/>
            <p:nvPr/>
          </p:nvGrpSpPr>
          <p:grpSpPr>
            <a:xfrm>
              <a:off x="2490976" y="2974079"/>
              <a:ext cx="179923" cy="467705"/>
              <a:chOff x="2620015" y="53199"/>
              <a:chExt cx="179923" cy="467705"/>
            </a:xfrm>
          </p:grpSpPr>
          <p:grpSp>
            <p:nvGrpSpPr>
              <p:cNvPr id="6398" name="Google Shape;6398;p78"/>
              <p:cNvGrpSpPr/>
              <p:nvPr/>
            </p:nvGrpSpPr>
            <p:grpSpPr>
              <a:xfrm>
                <a:off x="2620015" y="53199"/>
                <a:ext cx="179923" cy="196522"/>
                <a:chOff x="2620015" y="11718"/>
                <a:chExt cx="179923" cy="238005"/>
              </a:xfrm>
            </p:grpSpPr>
            <p:sp>
              <p:nvSpPr>
                <p:cNvPr id="6399" name="Google Shape;6399;p78"/>
                <p:cNvSpPr/>
                <p:nvPr/>
              </p:nvSpPr>
              <p:spPr>
                <a:xfrm>
                  <a:off x="2620015" y="27232"/>
                  <a:ext cx="179923" cy="213612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400" name="Google Shape;6400;p78"/>
                <p:cNvGrpSpPr/>
                <p:nvPr/>
              </p:nvGrpSpPr>
              <p:grpSpPr>
                <a:xfrm>
                  <a:off x="2636043" y="11718"/>
                  <a:ext cx="146258" cy="238005"/>
                  <a:chOff x="2949" y="1424"/>
                  <a:chExt cx="265" cy="322"/>
                </a:xfrm>
              </p:grpSpPr>
              <p:sp>
                <p:nvSpPr>
                  <p:cNvPr id="6401" name="Google Shape;6401;p7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2" name="Google Shape;6402;p7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3" name="Google Shape;6403;p7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4" name="Google Shape;6404;p7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5" name="Google Shape;6405;p78"/>
                  <p:cNvSpPr/>
                  <p:nvPr/>
                </p:nvSpPr>
                <p:spPr>
                  <a:xfrm flipH="1" rot="10800000">
                    <a:off x="2987" y="1424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6" name="Google Shape;6406;p78"/>
                  <p:cNvSpPr/>
                  <p:nvPr/>
                </p:nvSpPr>
                <p:spPr>
                  <a:xfrm flipH="1">
                    <a:off x="2984" y="1603"/>
                    <a:ext cx="205" cy="143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DEECF8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407" name="Google Shape;6407;p78"/>
              <p:cNvGrpSpPr/>
              <p:nvPr/>
            </p:nvGrpSpPr>
            <p:grpSpPr>
              <a:xfrm>
                <a:off x="2631142" y="136376"/>
                <a:ext cx="152730" cy="384528"/>
                <a:chOff x="3130" y="3288"/>
                <a:chExt cx="410" cy="742"/>
              </a:xfrm>
            </p:grpSpPr>
            <p:cxnSp>
              <p:nvCxnSpPr>
                <p:cNvPr id="6408" name="Google Shape;6408;p7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09" name="Google Shape;6409;p7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0" name="Google Shape;6410;p7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1" name="Google Shape;6411;p7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2" name="Google Shape;6412;p7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3" name="Google Shape;6413;p7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4" name="Google Shape;6414;p7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5" name="Google Shape;6415;p7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6" name="Google Shape;6416;p7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7" name="Google Shape;6417;p7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8" name="Google Shape;6418;p7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9" name="Google Shape;6419;p7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20" name="Google Shape;6420;p7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21" name="Google Shape;6421;p7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22" name="Google Shape;6422;p7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423" name="Google Shape;6423;p78"/>
            <p:cNvGrpSpPr/>
            <p:nvPr/>
          </p:nvGrpSpPr>
          <p:grpSpPr>
            <a:xfrm>
              <a:off x="2880161" y="2402531"/>
              <a:ext cx="710987" cy="468256"/>
              <a:chOff x="340314" y="825285"/>
              <a:chExt cx="710987" cy="468256"/>
            </a:xfrm>
          </p:grpSpPr>
          <p:sp>
            <p:nvSpPr>
              <p:cNvPr id="6424" name="Google Shape;6424;p78"/>
              <p:cNvSpPr/>
              <p:nvPr/>
            </p:nvSpPr>
            <p:spPr>
              <a:xfrm flipH="1" rot="10800000">
                <a:off x="340314" y="1069853"/>
                <a:ext cx="710987" cy="223688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25" name="Google Shape;6425;p78"/>
              <p:cNvGrpSpPr/>
              <p:nvPr/>
            </p:nvGrpSpPr>
            <p:grpSpPr>
              <a:xfrm>
                <a:off x="519850" y="1126797"/>
                <a:ext cx="319417" cy="141293"/>
                <a:chOff x="7493876" y="2774731"/>
                <a:chExt cx="1481958" cy="894622"/>
              </a:xfrm>
            </p:grpSpPr>
            <p:sp>
              <p:nvSpPr>
                <p:cNvPr id="6426" name="Google Shape;6426;p7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6427" name="Google Shape;6427;p7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6428" name="Google Shape;6428;p7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429" name="Google Shape;6429;p7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30" name="Google Shape;6430;p7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31" name="Google Shape;6431;p7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32" name="Google Shape;6432;p7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server_rack.png" id="6433" name="Google Shape;6433;p7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10917" y="825285"/>
                <a:ext cx="182563" cy="3152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34" name="Google Shape;6434;p78"/>
              <p:cNvSpPr/>
              <p:nvPr/>
            </p:nvSpPr>
            <p:spPr>
              <a:xfrm>
                <a:off x="693480" y="934168"/>
                <a:ext cx="174480" cy="184305"/>
              </a:xfrm>
              <a:prstGeom prst="can">
                <a:avLst>
                  <a:gd fmla="val 25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35" name="Google Shape;6435;p78"/>
            <p:cNvSpPr/>
            <p:nvPr/>
          </p:nvSpPr>
          <p:spPr>
            <a:xfrm rot="1604261">
              <a:off x="2076561" y="29463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6" name="Google Shape;6436;p78"/>
            <p:cNvSpPr/>
            <p:nvPr/>
          </p:nvSpPr>
          <p:spPr>
            <a:xfrm rot="-485378">
              <a:off x="2158441" y="2321257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7" name="Google Shape;6437;p78"/>
            <p:cNvSpPr/>
            <p:nvPr/>
          </p:nvSpPr>
          <p:spPr>
            <a:xfrm rot="1560791">
              <a:off x="2192719" y="1988545"/>
              <a:ext cx="391928" cy="77147"/>
            </a:xfrm>
            <a:custGeom>
              <a:rect b="b" l="l" r="r" t="t"/>
              <a:pathLst>
                <a:path extrusionOk="0" h="171450" w="1143000">
                  <a:moveTo>
                    <a:pt x="0" y="130175"/>
                  </a:moveTo>
                  <a:lnTo>
                    <a:pt x="520700" y="0"/>
                  </a:lnTo>
                  <a:lnTo>
                    <a:pt x="504825" y="63500"/>
                  </a:lnTo>
                  <a:lnTo>
                    <a:pt x="755650" y="0"/>
                  </a:lnTo>
                  <a:lnTo>
                    <a:pt x="755650" y="76200"/>
                  </a:lnTo>
                  <a:lnTo>
                    <a:pt x="1143000" y="0"/>
                  </a:lnTo>
                  <a:lnTo>
                    <a:pt x="657225" y="171450"/>
                  </a:lnTo>
                  <a:lnTo>
                    <a:pt x="663575" y="95250"/>
                  </a:lnTo>
                  <a:lnTo>
                    <a:pt x="336550" y="161925"/>
                  </a:lnTo>
                  <a:lnTo>
                    <a:pt x="361950" y="95250"/>
                  </a:lnTo>
                  <a:lnTo>
                    <a:pt x="0" y="130175"/>
                  </a:lnTo>
                  <a:close/>
                </a:path>
              </a:pathLst>
            </a:custGeom>
            <a:solidFill>
              <a:srgbClr val="EDEDED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8" name="Google Shape;6438;p78"/>
            <p:cNvSpPr txBox="1"/>
            <p:nvPr/>
          </p:nvSpPr>
          <p:spPr>
            <a:xfrm>
              <a:off x="2249867" y="2479172"/>
              <a:ext cx="54854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</a:t>
              </a:r>
              <a:endParaRPr/>
            </a:p>
          </p:txBody>
        </p:sp>
        <p:sp>
          <p:nvSpPr>
            <p:cNvPr id="6439" name="Google Shape;6439;p78"/>
            <p:cNvSpPr txBox="1"/>
            <p:nvPr/>
          </p:nvSpPr>
          <p:spPr>
            <a:xfrm>
              <a:off x="1875519" y="3348199"/>
              <a:ext cx="4171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UE</a:t>
              </a:r>
              <a:endParaRPr/>
            </a:p>
          </p:txBody>
        </p:sp>
        <p:cxnSp>
          <p:nvCxnSpPr>
            <p:cNvPr id="6440" name="Google Shape;6440;p78"/>
            <p:cNvCxnSpPr>
              <a:stCxn id="6387" idx="0"/>
              <a:endCxn id="6427" idx="1"/>
            </p:cNvCxnSpPr>
            <p:nvPr/>
          </p:nvCxnSpPr>
          <p:spPr>
            <a:xfrm>
              <a:off x="2823702" y="2322038"/>
              <a:ext cx="282900" cy="395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41" name="Google Shape;6441;p78"/>
            <p:cNvCxnSpPr>
              <a:endCxn id="6442" idx="0"/>
            </p:cNvCxnSpPr>
            <p:nvPr/>
          </p:nvCxnSpPr>
          <p:spPr>
            <a:xfrm flipH="1" rot="10800000">
              <a:off x="2637218" y="2874097"/>
              <a:ext cx="560700" cy="584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42" name="Google Shape;6442;p78"/>
            <p:cNvSpPr txBox="1"/>
            <p:nvPr/>
          </p:nvSpPr>
          <p:spPr>
            <a:xfrm>
              <a:off x="2761601" y="2874097"/>
              <a:ext cx="872633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 Edge DC</a:t>
              </a:r>
              <a:endParaRPr/>
            </a:p>
          </p:txBody>
        </p:sp>
      </p:grpSp>
      <p:sp>
        <p:nvSpPr>
          <p:cNvPr id="6443" name="Google Shape;6443;p78"/>
          <p:cNvSpPr/>
          <p:nvPr/>
        </p:nvSpPr>
        <p:spPr>
          <a:xfrm flipH="1">
            <a:off x="7475463" y="3299028"/>
            <a:ext cx="1980217" cy="1910938"/>
          </a:xfrm>
          <a:custGeom>
            <a:rect b="b" l="l" r="r" t="t"/>
            <a:pathLst>
              <a:path extrusionOk="0" h="747963" w="1416368">
                <a:moveTo>
                  <a:pt x="316359" y="54697"/>
                </a:moveTo>
                <a:cubicBezTo>
                  <a:pt x="210413" y="128847"/>
                  <a:pt x="352935" y="212563"/>
                  <a:pt x="302999" y="280977"/>
                </a:cubicBezTo>
                <a:cubicBezTo>
                  <a:pt x="253063" y="349392"/>
                  <a:pt x="53637" y="406560"/>
                  <a:pt x="16742" y="465184"/>
                </a:cubicBezTo>
                <a:cubicBezTo>
                  <a:pt x="-20153" y="523808"/>
                  <a:pt x="5001" y="588738"/>
                  <a:pt x="81630" y="632722"/>
                </a:cubicBezTo>
                <a:cubicBezTo>
                  <a:pt x="126197" y="651584"/>
                  <a:pt x="186687" y="729983"/>
                  <a:pt x="375373" y="745499"/>
                </a:cubicBezTo>
                <a:cubicBezTo>
                  <a:pt x="839434" y="742151"/>
                  <a:pt x="1121400" y="770074"/>
                  <a:pt x="1290443" y="695962"/>
                </a:cubicBezTo>
                <a:cubicBezTo>
                  <a:pt x="1459486" y="621850"/>
                  <a:pt x="1419461" y="427023"/>
                  <a:pt x="1389632" y="300828"/>
                </a:cubicBezTo>
                <a:cubicBezTo>
                  <a:pt x="1329974" y="181516"/>
                  <a:pt x="1276899" y="240884"/>
                  <a:pt x="1158608" y="87794"/>
                </a:cubicBezTo>
                <a:cubicBezTo>
                  <a:pt x="1055585" y="39709"/>
                  <a:pt x="911754" y="8031"/>
                  <a:pt x="850949" y="0"/>
                </a:cubicBezTo>
                <a:cubicBezTo>
                  <a:pt x="728192" y="7457"/>
                  <a:pt x="422305" y="-19453"/>
                  <a:pt x="316359" y="54697"/>
                </a:cubicBezTo>
                <a:close/>
              </a:path>
            </a:pathLst>
          </a:custGeom>
          <a:solidFill>
            <a:srgbClr val="DDEAF6">
              <a:alpha val="57647"/>
            </a:srgbClr>
          </a:solidFill>
          <a:ln cap="flat" cmpd="sng" w="9525">
            <a:solidFill>
              <a:srgbClr val="BBD6E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44" name="Google Shape;6444;p78"/>
          <p:cNvGrpSpPr/>
          <p:nvPr/>
        </p:nvGrpSpPr>
        <p:grpSpPr>
          <a:xfrm flipH="1">
            <a:off x="7722337" y="3867359"/>
            <a:ext cx="973849" cy="644482"/>
            <a:chOff x="340314" y="825285"/>
            <a:chExt cx="710987" cy="468256"/>
          </a:xfrm>
        </p:grpSpPr>
        <p:sp>
          <p:nvSpPr>
            <p:cNvPr id="6445" name="Google Shape;6445;p78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46" name="Google Shape;6446;p78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6447" name="Google Shape;6447;p7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448" name="Google Shape;6448;p7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449" name="Google Shape;6449;p7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450" name="Google Shape;6450;p7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1" name="Google Shape;6451;p7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2" name="Google Shape;6452;p7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3" name="Google Shape;6453;p7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6454" name="Google Shape;6454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5" name="Google Shape;6455;p78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6456" name="Google Shape;6456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491" y="884230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7" name="Google Shape;6457;p78"/>
            <p:cNvSpPr/>
            <p:nvPr/>
          </p:nvSpPr>
          <p:spPr>
            <a:xfrm>
              <a:off x="782824" y="99783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58" name="Google Shape;6458;p78"/>
          <p:cNvSpPr txBox="1"/>
          <p:nvPr/>
        </p:nvSpPr>
        <p:spPr>
          <a:xfrm flipH="1">
            <a:off x="7827087" y="4444723"/>
            <a:ext cx="86921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DC</a:t>
            </a:r>
            <a:endParaRPr/>
          </a:p>
        </p:txBody>
      </p:sp>
      <p:sp>
        <p:nvSpPr>
          <p:cNvPr id="6459" name="Google Shape;6459;p78"/>
          <p:cNvSpPr txBox="1"/>
          <p:nvPr/>
        </p:nvSpPr>
        <p:spPr>
          <a:xfrm flipH="1">
            <a:off x="7726232" y="4853104"/>
            <a:ext cx="12078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Core</a:t>
            </a:r>
            <a:endParaRPr/>
          </a:p>
        </p:txBody>
      </p:sp>
      <p:sp>
        <p:nvSpPr>
          <p:cNvPr id="6460" name="Google Shape;6460;p78"/>
          <p:cNvSpPr/>
          <p:nvPr/>
        </p:nvSpPr>
        <p:spPr>
          <a:xfrm>
            <a:off x="4634776" y="3131579"/>
            <a:ext cx="2911459" cy="2049409"/>
          </a:xfrm>
          <a:custGeom>
            <a:rect b="b" l="l" r="r" t="t"/>
            <a:pathLst>
              <a:path extrusionOk="0" h="747963" w="1416368">
                <a:moveTo>
                  <a:pt x="316359" y="54697"/>
                </a:moveTo>
                <a:cubicBezTo>
                  <a:pt x="210413" y="128847"/>
                  <a:pt x="352935" y="212563"/>
                  <a:pt x="302999" y="280977"/>
                </a:cubicBezTo>
                <a:cubicBezTo>
                  <a:pt x="253063" y="349392"/>
                  <a:pt x="53637" y="406560"/>
                  <a:pt x="16742" y="465184"/>
                </a:cubicBezTo>
                <a:cubicBezTo>
                  <a:pt x="-20153" y="523808"/>
                  <a:pt x="5001" y="588738"/>
                  <a:pt x="81630" y="632722"/>
                </a:cubicBezTo>
                <a:cubicBezTo>
                  <a:pt x="126197" y="651584"/>
                  <a:pt x="186687" y="729983"/>
                  <a:pt x="375373" y="745499"/>
                </a:cubicBezTo>
                <a:cubicBezTo>
                  <a:pt x="839434" y="742151"/>
                  <a:pt x="1121400" y="770074"/>
                  <a:pt x="1290443" y="695962"/>
                </a:cubicBezTo>
                <a:cubicBezTo>
                  <a:pt x="1459486" y="621850"/>
                  <a:pt x="1419461" y="427023"/>
                  <a:pt x="1389632" y="300828"/>
                </a:cubicBezTo>
                <a:cubicBezTo>
                  <a:pt x="1329974" y="181516"/>
                  <a:pt x="1276899" y="240884"/>
                  <a:pt x="1158608" y="87794"/>
                </a:cubicBezTo>
                <a:cubicBezTo>
                  <a:pt x="1055585" y="39709"/>
                  <a:pt x="911754" y="8031"/>
                  <a:pt x="850949" y="0"/>
                </a:cubicBezTo>
                <a:cubicBezTo>
                  <a:pt x="728192" y="7457"/>
                  <a:pt x="422305" y="-19453"/>
                  <a:pt x="316359" y="54697"/>
                </a:cubicBezTo>
                <a:close/>
              </a:path>
            </a:pathLst>
          </a:custGeom>
          <a:solidFill>
            <a:srgbClr val="DDEAF6">
              <a:alpha val="57647"/>
            </a:srgbClr>
          </a:solidFill>
          <a:ln cap="flat" cmpd="sng" w="9525">
            <a:solidFill>
              <a:srgbClr val="BBD6E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61" name="Google Shape;6461;p78"/>
          <p:cNvGrpSpPr/>
          <p:nvPr/>
        </p:nvGrpSpPr>
        <p:grpSpPr>
          <a:xfrm>
            <a:off x="5617603" y="3790350"/>
            <a:ext cx="1187053" cy="681810"/>
            <a:chOff x="257226" y="825285"/>
            <a:chExt cx="866643" cy="495377"/>
          </a:xfrm>
        </p:grpSpPr>
        <p:sp>
          <p:nvSpPr>
            <p:cNvPr id="6462" name="Google Shape;6462;p78"/>
            <p:cNvSpPr/>
            <p:nvPr/>
          </p:nvSpPr>
          <p:spPr>
            <a:xfrm flipH="1" rot="10800000">
              <a:off x="340314" y="1069853"/>
              <a:ext cx="710987" cy="223688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63" name="Google Shape;6463;p78"/>
            <p:cNvGrpSpPr/>
            <p:nvPr/>
          </p:nvGrpSpPr>
          <p:grpSpPr>
            <a:xfrm>
              <a:off x="519850" y="1126794"/>
              <a:ext cx="319417" cy="141292"/>
              <a:chOff x="7493876" y="2774731"/>
              <a:chExt cx="1481958" cy="894622"/>
            </a:xfrm>
          </p:grpSpPr>
          <p:sp>
            <p:nvSpPr>
              <p:cNvPr id="6464" name="Google Shape;6464;p7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465" name="Google Shape;6465;p7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466" name="Google Shape;6466;p7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467" name="Google Shape;6467;p7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8" name="Google Shape;6468;p7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9" name="Google Shape;6469;p7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0" name="Google Shape;6470;p7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server_rack.png" id="6471" name="Google Shape;6471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917" y="825285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2" name="Google Shape;6472;p78"/>
            <p:cNvSpPr/>
            <p:nvPr/>
          </p:nvSpPr>
          <p:spPr>
            <a:xfrm>
              <a:off x="693480" y="93416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6473" name="Google Shape;6473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491" y="884230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4" name="Google Shape;6474;p78"/>
            <p:cNvSpPr/>
            <p:nvPr/>
          </p:nvSpPr>
          <p:spPr>
            <a:xfrm>
              <a:off x="782824" y="997838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erver_rack.png" id="6475" name="Google Shape;6475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6358" y="944839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erver_rack.png" id="6476" name="Google Shape;6476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7226" y="1005448"/>
              <a:ext cx="182563" cy="315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7" name="Google Shape;6477;p78"/>
            <p:cNvSpPr/>
            <p:nvPr/>
          </p:nvSpPr>
          <p:spPr>
            <a:xfrm>
              <a:off x="866106" y="1056717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8" name="Google Shape;6478;p78"/>
            <p:cNvSpPr/>
            <p:nvPr/>
          </p:nvSpPr>
          <p:spPr>
            <a:xfrm>
              <a:off x="949389" y="1115595"/>
              <a:ext cx="174480" cy="184305"/>
            </a:xfrm>
            <a:prstGeom prst="can">
              <a:avLst>
                <a:gd fmla="val 25000" name="adj"/>
              </a:avLst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79" name="Google Shape;6479;p78"/>
          <p:cNvSpPr txBox="1"/>
          <p:nvPr/>
        </p:nvSpPr>
        <p:spPr>
          <a:xfrm>
            <a:off x="5661190" y="4460876"/>
            <a:ext cx="9414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DC</a:t>
            </a:r>
            <a:endParaRPr/>
          </a:p>
        </p:txBody>
      </p:sp>
      <p:grpSp>
        <p:nvGrpSpPr>
          <p:cNvPr id="6480" name="Google Shape;6480;p78"/>
          <p:cNvGrpSpPr/>
          <p:nvPr/>
        </p:nvGrpSpPr>
        <p:grpSpPr>
          <a:xfrm>
            <a:off x="1716609" y="6223519"/>
            <a:ext cx="9101803" cy="546629"/>
            <a:chOff x="1895686" y="1169387"/>
            <a:chExt cx="9101803" cy="546629"/>
          </a:xfrm>
        </p:grpSpPr>
        <p:grpSp>
          <p:nvGrpSpPr>
            <p:cNvPr id="6481" name="Google Shape;6481;p78"/>
            <p:cNvGrpSpPr/>
            <p:nvPr/>
          </p:nvGrpSpPr>
          <p:grpSpPr>
            <a:xfrm>
              <a:off x="1895686" y="1174970"/>
              <a:ext cx="3063557" cy="541046"/>
              <a:chOff x="1895686" y="1174970"/>
              <a:chExt cx="3063557" cy="541046"/>
            </a:xfrm>
          </p:grpSpPr>
          <p:cxnSp>
            <p:nvCxnSpPr>
              <p:cNvPr id="6482" name="Google Shape;6482;p78"/>
              <p:cNvCxnSpPr/>
              <p:nvPr/>
            </p:nvCxnSpPr>
            <p:spPr>
              <a:xfrm>
                <a:off x="1895686" y="1431642"/>
                <a:ext cx="306355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6483" name="Google Shape;6483;p78"/>
              <p:cNvSpPr txBox="1"/>
              <p:nvPr/>
            </p:nvSpPr>
            <p:spPr>
              <a:xfrm>
                <a:off x="2628866" y="1174970"/>
                <a:ext cx="1500090" cy="5410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Edge Network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Operator A</a:t>
                </a:r>
                <a:endParaRPr/>
              </a:p>
            </p:txBody>
          </p:sp>
        </p:grpSp>
        <p:grpSp>
          <p:nvGrpSpPr>
            <p:cNvPr id="6484" name="Google Shape;6484;p78"/>
            <p:cNvGrpSpPr/>
            <p:nvPr/>
          </p:nvGrpSpPr>
          <p:grpSpPr>
            <a:xfrm>
              <a:off x="7933932" y="1169387"/>
              <a:ext cx="3063557" cy="541046"/>
              <a:chOff x="1895686" y="1174970"/>
              <a:chExt cx="3063557" cy="541046"/>
            </a:xfrm>
          </p:grpSpPr>
          <p:cxnSp>
            <p:nvCxnSpPr>
              <p:cNvPr id="6485" name="Google Shape;6485;p78"/>
              <p:cNvCxnSpPr/>
              <p:nvPr/>
            </p:nvCxnSpPr>
            <p:spPr>
              <a:xfrm>
                <a:off x="1895686" y="1431642"/>
                <a:ext cx="306355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6486" name="Google Shape;6486;p78"/>
              <p:cNvSpPr txBox="1"/>
              <p:nvPr/>
            </p:nvSpPr>
            <p:spPr>
              <a:xfrm>
                <a:off x="2628866" y="1174970"/>
                <a:ext cx="1500090" cy="5410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Edge Network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Operator B</a:t>
                </a:r>
                <a:endParaRPr/>
              </a:p>
            </p:txBody>
          </p:sp>
        </p:grpSp>
        <p:grpSp>
          <p:nvGrpSpPr>
            <p:cNvPr id="6487" name="Google Shape;6487;p78"/>
            <p:cNvGrpSpPr/>
            <p:nvPr/>
          </p:nvGrpSpPr>
          <p:grpSpPr>
            <a:xfrm>
              <a:off x="4968759" y="1279707"/>
              <a:ext cx="2965174" cy="319446"/>
              <a:chOff x="1895686" y="1294238"/>
              <a:chExt cx="3063557" cy="319446"/>
            </a:xfrm>
          </p:grpSpPr>
          <p:cxnSp>
            <p:nvCxnSpPr>
              <p:cNvPr id="6488" name="Google Shape;6488;p78"/>
              <p:cNvCxnSpPr/>
              <p:nvPr/>
            </p:nvCxnSpPr>
            <p:spPr>
              <a:xfrm>
                <a:off x="1895686" y="1431642"/>
                <a:ext cx="306355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6489" name="Google Shape;6489;p78"/>
              <p:cNvSpPr txBox="1"/>
              <p:nvPr/>
            </p:nvSpPr>
            <p:spPr>
              <a:xfrm>
                <a:off x="2717002" y="1294238"/>
                <a:ext cx="1323826" cy="3194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Global Core</a:t>
                </a:r>
                <a:endParaRPr/>
              </a:p>
            </p:txBody>
          </p:sp>
        </p:grpSp>
      </p:grpSp>
      <p:cxnSp>
        <p:nvCxnSpPr>
          <p:cNvPr id="6490" name="Google Shape;6490;p78"/>
          <p:cNvCxnSpPr>
            <a:stCxn id="6322" idx="5"/>
            <a:endCxn id="6447" idx="3"/>
          </p:cNvCxnSpPr>
          <p:nvPr/>
        </p:nvCxnSpPr>
        <p:spPr>
          <a:xfrm flipH="1">
            <a:off x="8449805" y="3440110"/>
            <a:ext cx="816300" cy="97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91" name="Google Shape;6491;p78"/>
          <p:cNvCxnSpPr/>
          <p:nvPr/>
        </p:nvCxnSpPr>
        <p:spPr>
          <a:xfrm rot="10800000">
            <a:off x="8381154" y="4467640"/>
            <a:ext cx="918939" cy="89205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92" name="Google Shape;6492;p78"/>
          <p:cNvCxnSpPr>
            <a:stCxn id="6011" idx="5"/>
          </p:cNvCxnSpPr>
          <p:nvPr/>
        </p:nvCxnSpPr>
        <p:spPr>
          <a:xfrm flipH="1">
            <a:off x="3126386" y="4253698"/>
            <a:ext cx="917100" cy="1181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93" name="Google Shape;6493;p78"/>
          <p:cNvCxnSpPr>
            <a:endCxn id="6012" idx="3"/>
          </p:cNvCxnSpPr>
          <p:nvPr/>
        </p:nvCxnSpPr>
        <p:spPr>
          <a:xfrm>
            <a:off x="3054665" y="3492630"/>
            <a:ext cx="835500" cy="742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94" name="Google Shape;6494;p78"/>
          <p:cNvSpPr txBox="1"/>
          <p:nvPr>
            <p:ph type="title"/>
          </p:nvPr>
        </p:nvSpPr>
        <p:spPr>
          <a:xfrm>
            <a:off x="621146" y="380460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User plane: </a:t>
            </a:r>
            <a:r>
              <a:rPr b="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resources, as used by users (application)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5" name="Google Shape;6495;p78"/>
          <p:cNvSpPr/>
          <p:nvPr/>
        </p:nvSpPr>
        <p:spPr>
          <a:xfrm>
            <a:off x="1967345" y="2855699"/>
            <a:ext cx="1080655" cy="789709"/>
          </a:xfrm>
          <a:custGeom>
            <a:rect b="b" l="l" r="r" t="t"/>
            <a:pathLst>
              <a:path extrusionOk="0" h="789709" w="1080655">
                <a:moveTo>
                  <a:pt x="0" y="0"/>
                </a:moveTo>
                <a:lnTo>
                  <a:pt x="637310" y="180109"/>
                </a:lnTo>
                <a:lnTo>
                  <a:pt x="1080655" y="789709"/>
                </a:lnTo>
                <a:lnTo>
                  <a:pt x="1080655" y="332509"/>
                </a:lnTo>
              </a:path>
            </a:pathLst>
          </a:custGeom>
          <a:noFill/>
          <a:ln cap="flat" cmpd="sng" w="60325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96" name="Google Shape;6496;p78"/>
          <p:cNvGrpSpPr/>
          <p:nvPr/>
        </p:nvGrpSpPr>
        <p:grpSpPr>
          <a:xfrm>
            <a:off x="1551052" y="1284209"/>
            <a:ext cx="9124230" cy="1020079"/>
            <a:chOff x="1551052" y="1284209"/>
            <a:chExt cx="9124230" cy="1020079"/>
          </a:xfrm>
        </p:grpSpPr>
        <p:sp>
          <p:nvSpPr>
            <p:cNvPr id="6497" name="Google Shape;6497;p78"/>
            <p:cNvSpPr/>
            <p:nvPr/>
          </p:nvSpPr>
          <p:spPr>
            <a:xfrm>
              <a:off x="1551052" y="1773936"/>
              <a:ext cx="9124230" cy="530352"/>
            </a:xfrm>
            <a:prstGeom prst="rect">
              <a:avLst/>
            </a:prstGeom>
            <a:solidFill>
              <a:srgbClr val="C4E0B2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8" name="Google Shape;6498;p78"/>
            <p:cNvSpPr txBox="1"/>
            <p:nvPr/>
          </p:nvSpPr>
          <p:spPr>
            <a:xfrm>
              <a:off x="5048528" y="1284209"/>
              <a:ext cx="152798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User plane</a:t>
              </a:r>
              <a:endParaRPr/>
            </a:p>
          </p:txBody>
        </p:sp>
      </p:grpSp>
      <p:grpSp>
        <p:nvGrpSpPr>
          <p:cNvPr id="6499" name="Google Shape;6499;p78"/>
          <p:cNvGrpSpPr/>
          <p:nvPr/>
        </p:nvGrpSpPr>
        <p:grpSpPr>
          <a:xfrm>
            <a:off x="1649374" y="1845631"/>
            <a:ext cx="1702838" cy="1078203"/>
            <a:chOff x="1649374" y="1845631"/>
            <a:chExt cx="1702838" cy="1078203"/>
          </a:xfrm>
        </p:grpSpPr>
        <p:sp>
          <p:nvSpPr>
            <p:cNvPr id="6500" name="Google Shape;6500;p78"/>
            <p:cNvSpPr txBox="1"/>
            <p:nvPr/>
          </p:nvSpPr>
          <p:spPr>
            <a:xfrm>
              <a:off x="1649374" y="1845631"/>
              <a:ext cx="17028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“local breakout”</a:t>
              </a:r>
              <a:endParaRPr/>
            </a:p>
          </p:txBody>
        </p:sp>
        <p:cxnSp>
          <p:nvCxnSpPr>
            <p:cNvPr id="6501" name="Google Shape;6501;p78"/>
            <p:cNvCxnSpPr/>
            <p:nvPr/>
          </p:nvCxnSpPr>
          <p:spPr>
            <a:xfrm flipH="1">
              <a:off x="2539107" y="2213480"/>
              <a:ext cx="2272" cy="71035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02" name="Google Shape;6502;p78"/>
          <p:cNvGrpSpPr/>
          <p:nvPr/>
        </p:nvGrpSpPr>
        <p:grpSpPr>
          <a:xfrm>
            <a:off x="3333167" y="1854767"/>
            <a:ext cx="2100768" cy="2798666"/>
            <a:chOff x="1758594" y="1865951"/>
            <a:chExt cx="2100768" cy="2798666"/>
          </a:xfrm>
        </p:grpSpPr>
        <p:sp>
          <p:nvSpPr>
            <p:cNvPr id="6503" name="Google Shape;6503;p78"/>
            <p:cNvSpPr txBox="1"/>
            <p:nvPr/>
          </p:nvSpPr>
          <p:spPr>
            <a:xfrm>
              <a:off x="1758594" y="1865951"/>
              <a:ext cx="21007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within one operator</a:t>
              </a:r>
              <a:endParaRPr/>
            </a:p>
          </p:txBody>
        </p:sp>
        <p:cxnSp>
          <p:nvCxnSpPr>
            <p:cNvPr id="6504" name="Google Shape;6504;p78"/>
            <p:cNvCxnSpPr/>
            <p:nvPr/>
          </p:nvCxnSpPr>
          <p:spPr>
            <a:xfrm>
              <a:off x="2021870" y="2211794"/>
              <a:ext cx="0" cy="2452823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05" name="Google Shape;6505;p78"/>
          <p:cNvGrpSpPr/>
          <p:nvPr/>
        </p:nvGrpSpPr>
        <p:grpSpPr>
          <a:xfrm>
            <a:off x="6477137" y="1866648"/>
            <a:ext cx="3851159" cy="2020809"/>
            <a:chOff x="-147136" y="1845631"/>
            <a:chExt cx="3851159" cy="2020809"/>
          </a:xfrm>
        </p:grpSpPr>
        <p:sp>
          <p:nvSpPr>
            <p:cNvPr id="6506" name="Google Shape;6506;p78"/>
            <p:cNvSpPr txBox="1"/>
            <p:nvPr/>
          </p:nvSpPr>
          <p:spPr>
            <a:xfrm>
              <a:off x="2563774" y="1845631"/>
              <a:ext cx="114024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edge/core</a:t>
              </a:r>
              <a:endParaRPr/>
            </a:p>
          </p:txBody>
        </p:sp>
        <p:cxnSp>
          <p:nvCxnSpPr>
            <p:cNvPr id="6507" name="Google Shape;6507;p78"/>
            <p:cNvCxnSpPr/>
            <p:nvPr/>
          </p:nvCxnSpPr>
          <p:spPr>
            <a:xfrm>
              <a:off x="2839910" y="2212684"/>
              <a:ext cx="0" cy="976815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08" name="Google Shape;6508;p78"/>
            <p:cNvCxnSpPr/>
            <p:nvPr/>
          </p:nvCxnSpPr>
          <p:spPr>
            <a:xfrm flipH="1">
              <a:off x="-147136" y="2218744"/>
              <a:ext cx="2987046" cy="1647696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09" name="Google Shape;6509;p78"/>
          <p:cNvGrpSpPr/>
          <p:nvPr/>
        </p:nvGrpSpPr>
        <p:grpSpPr>
          <a:xfrm>
            <a:off x="1842068" y="3982530"/>
            <a:ext cx="2131647" cy="1939667"/>
            <a:chOff x="1842068" y="3982530"/>
            <a:chExt cx="2131647" cy="1939667"/>
          </a:xfrm>
        </p:grpSpPr>
        <p:sp>
          <p:nvSpPr>
            <p:cNvPr id="6510" name="Google Shape;6510;p78"/>
            <p:cNvSpPr/>
            <p:nvPr/>
          </p:nvSpPr>
          <p:spPr>
            <a:xfrm>
              <a:off x="1842068" y="3982530"/>
              <a:ext cx="2131647" cy="1939667"/>
            </a:xfrm>
            <a:custGeom>
              <a:rect b="b" l="l" r="r" t="t"/>
              <a:pathLst>
                <a:path extrusionOk="0" h="1939667" w="2131647">
                  <a:moveTo>
                    <a:pt x="0" y="1335579"/>
                  </a:moveTo>
                  <a:lnTo>
                    <a:pt x="467152" y="1939667"/>
                  </a:lnTo>
                  <a:cubicBezTo>
                    <a:pt x="900712" y="1531257"/>
                    <a:pt x="834258" y="1595303"/>
                    <a:pt x="1111674" y="1319481"/>
                  </a:cubicBezTo>
                  <a:cubicBezTo>
                    <a:pt x="1389090" y="1043659"/>
                    <a:pt x="1457296" y="1008365"/>
                    <a:pt x="2131647" y="284737"/>
                  </a:cubicBezTo>
                  <a:cubicBezTo>
                    <a:pt x="2130250" y="104348"/>
                    <a:pt x="2130841" y="180389"/>
                    <a:pt x="2129444" y="0"/>
                  </a:cubicBezTo>
                </a:path>
              </a:pathLst>
            </a:custGeom>
            <a:noFill/>
            <a:ln cap="flat" cmpd="sng" w="603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11" name="Google Shape;6511;p78"/>
            <p:cNvCxnSpPr/>
            <p:nvPr/>
          </p:nvCxnSpPr>
          <p:spPr>
            <a:xfrm flipH="1" rot="10800000">
              <a:off x="2855729" y="4859753"/>
              <a:ext cx="2443" cy="526406"/>
            </a:xfrm>
            <a:prstGeom prst="straightConnector1">
              <a:avLst/>
            </a:prstGeom>
            <a:noFill/>
            <a:ln cap="flat" cmpd="sng" w="508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512" name="Google Shape;6512;p78"/>
          <p:cNvGrpSpPr/>
          <p:nvPr/>
        </p:nvGrpSpPr>
        <p:grpSpPr>
          <a:xfrm>
            <a:off x="6146800" y="2739444"/>
            <a:ext cx="4406900" cy="1558896"/>
            <a:chOff x="6146800" y="2739444"/>
            <a:chExt cx="4406900" cy="1558896"/>
          </a:xfrm>
        </p:grpSpPr>
        <p:sp>
          <p:nvSpPr>
            <p:cNvPr id="6513" name="Google Shape;6513;p78"/>
            <p:cNvSpPr/>
            <p:nvPr/>
          </p:nvSpPr>
          <p:spPr>
            <a:xfrm>
              <a:off x="6146800" y="2845308"/>
              <a:ext cx="4406900" cy="1449766"/>
            </a:xfrm>
            <a:custGeom>
              <a:rect b="b" l="l" r="r" t="t"/>
              <a:pathLst>
                <a:path extrusionOk="0" h="1449766" w="4406900">
                  <a:moveTo>
                    <a:pt x="4406900" y="431800"/>
                  </a:moveTo>
                  <a:lnTo>
                    <a:pt x="3695700" y="0"/>
                  </a:lnTo>
                  <a:lnTo>
                    <a:pt x="3238500" y="584200"/>
                  </a:lnTo>
                  <a:lnTo>
                    <a:pt x="2307575" y="1439669"/>
                  </a:lnTo>
                  <a:lnTo>
                    <a:pt x="8874" y="1449766"/>
                  </a:lnTo>
                  <a:lnTo>
                    <a:pt x="0" y="914400"/>
                  </a:lnTo>
                </a:path>
              </a:pathLst>
            </a:custGeom>
            <a:noFill/>
            <a:ln cap="flat" cmpd="sng" w="635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14" name="Google Shape;6514;p78"/>
            <p:cNvCxnSpPr/>
            <p:nvPr/>
          </p:nvCxnSpPr>
          <p:spPr>
            <a:xfrm rot="10800000">
              <a:off x="8212450" y="3702651"/>
              <a:ext cx="0" cy="595689"/>
            </a:xfrm>
            <a:prstGeom prst="straightConnector1">
              <a:avLst/>
            </a:prstGeom>
            <a:noFill/>
            <a:ln cap="flat" cmpd="sng" w="508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515" name="Google Shape;6515;p78"/>
            <p:cNvCxnSpPr/>
            <p:nvPr/>
          </p:nvCxnSpPr>
          <p:spPr>
            <a:xfrm rot="10800000">
              <a:off x="9362002" y="2739444"/>
              <a:ext cx="0" cy="714061"/>
            </a:xfrm>
            <a:prstGeom prst="straightConnector1">
              <a:avLst/>
            </a:prstGeom>
            <a:noFill/>
            <a:ln cap="flat" cmpd="sng" w="508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516" name="Google Shape;6516;p78"/>
          <p:cNvSpPr/>
          <p:nvPr/>
        </p:nvSpPr>
        <p:spPr>
          <a:xfrm>
            <a:off x="1828800" y="4373217"/>
            <a:ext cx="8653670" cy="1722783"/>
          </a:xfrm>
          <a:custGeom>
            <a:rect b="b" l="l" r="r" t="t"/>
            <a:pathLst>
              <a:path extrusionOk="0" h="1722783" w="8653670">
                <a:moveTo>
                  <a:pt x="0" y="1378226"/>
                </a:moveTo>
                <a:lnTo>
                  <a:pt x="477078" y="1722783"/>
                </a:lnTo>
                <a:lnTo>
                  <a:pt x="2239617" y="0"/>
                </a:lnTo>
                <a:lnTo>
                  <a:pt x="6533322" y="26505"/>
                </a:lnTo>
                <a:lnTo>
                  <a:pt x="8176591" y="1603513"/>
                </a:lnTo>
                <a:lnTo>
                  <a:pt x="8653670" y="1338470"/>
                </a:lnTo>
              </a:path>
            </a:pathLst>
          </a:custGeom>
          <a:noFill/>
          <a:ln cap="flat" cmpd="sng" w="508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17" name="Google Shape;6517;p78"/>
          <p:cNvCxnSpPr/>
          <p:nvPr/>
        </p:nvCxnSpPr>
        <p:spPr>
          <a:xfrm rot="10800000">
            <a:off x="8066069" y="3898195"/>
            <a:ext cx="0" cy="489496"/>
          </a:xfrm>
          <a:prstGeom prst="straightConnector1">
            <a:avLst/>
          </a:prstGeom>
          <a:noFill/>
          <a:ln cap="flat" cmpd="sng" w="5080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6518" name="Google Shape;6518;p78"/>
          <p:cNvGrpSpPr/>
          <p:nvPr/>
        </p:nvGrpSpPr>
        <p:grpSpPr>
          <a:xfrm>
            <a:off x="3034742" y="3906634"/>
            <a:ext cx="6365635" cy="1499318"/>
            <a:chOff x="3034742" y="3906634"/>
            <a:chExt cx="6365635" cy="1499318"/>
          </a:xfrm>
        </p:grpSpPr>
        <p:cxnSp>
          <p:nvCxnSpPr>
            <p:cNvPr id="6519" name="Google Shape;6519;p78"/>
            <p:cNvCxnSpPr/>
            <p:nvPr/>
          </p:nvCxnSpPr>
          <p:spPr>
            <a:xfrm rot="10800000">
              <a:off x="3034742" y="4896663"/>
              <a:ext cx="0" cy="489496"/>
            </a:xfrm>
            <a:prstGeom prst="straightConnector1">
              <a:avLst/>
            </a:prstGeom>
            <a:noFill/>
            <a:ln cap="flat" cmpd="sng" w="508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520" name="Google Shape;6520;p78"/>
            <p:cNvCxnSpPr/>
            <p:nvPr/>
          </p:nvCxnSpPr>
          <p:spPr>
            <a:xfrm rot="10800000">
              <a:off x="4263151" y="3910302"/>
              <a:ext cx="0" cy="489496"/>
            </a:xfrm>
            <a:prstGeom prst="straightConnector1">
              <a:avLst/>
            </a:prstGeom>
            <a:noFill/>
            <a:ln cap="flat" cmpd="sng" w="508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521" name="Google Shape;6521;p78"/>
            <p:cNvCxnSpPr/>
            <p:nvPr/>
          </p:nvCxnSpPr>
          <p:spPr>
            <a:xfrm rot="10800000">
              <a:off x="5988414" y="3906634"/>
              <a:ext cx="0" cy="489496"/>
            </a:xfrm>
            <a:prstGeom prst="straightConnector1">
              <a:avLst/>
            </a:prstGeom>
            <a:noFill/>
            <a:ln cap="flat" cmpd="sng" w="508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522" name="Google Shape;6522;p78"/>
            <p:cNvCxnSpPr/>
            <p:nvPr/>
          </p:nvCxnSpPr>
          <p:spPr>
            <a:xfrm rot="10800000">
              <a:off x="9400377" y="4916456"/>
              <a:ext cx="0" cy="489496"/>
            </a:xfrm>
            <a:prstGeom prst="straightConnector1">
              <a:avLst/>
            </a:prstGeom>
            <a:noFill/>
            <a:ln cap="flat" cmpd="sng" w="508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523" name="Google Shape;6523;p78"/>
          <p:cNvGrpSpPr/>
          <p:nvPr/>
        </p:nvGrpSpPr>
        <p:grpSpPr>
          <a:xfrm>
            <a:off x="5499386" y="1867146"/>
            <a:ext cx="3413820" cy="2455634"/>
            <a:chOff x="2070606" y="2246558"/>
            <a:chExt cx="3413820" cy="2455634"/>
          </a:xfrm>
        </p:grpSpPr>
        <p:sp>
          <p:nvSpPr>
            <p:cNvPr id="6524" name="Google Shape;6524;p78"/>
            <p:cNvSpPr txBox="1"/>
            <p:nvPr/>
          </p:nvSpPr>
          <p:spPr>
            <a:xfrm>
              <a:off x="2070606" y="2246558"/>
              <a:ext cx="34138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multi-operator end-end edge/core</a:t>
              </a:r>
              <a:endParaRPr/>
            </a:p>
          </p:txBody>
        </p:sp>
        <p:cxnSp>
          <p:nvCxnSpPr>
            <p:cNvPr id="6525" name="Google Shape;6525;p78"/>
            <p:cNvCxnSpPr/>
            <p:nvPr/>
          </p:nvCxnSpPr>
          <p:spPr>
            <a:xfrm>
              <a:off x="2183592" y="2580022"/>
              <a:ext cx="0" cy="212217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526" name="Google Shape;6526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0" name="Shape 6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1" name="Google Shape;6531;p7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“6G” not obviously next: “NextG” and “Beyond 5G” heard more often than “6G”</a:t>
            </a:r>
            <a:endParaRPr/>
          </a:p>
          <a:p>
            <a:pPr indent="-3365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5G on an evolutionary path (like the Internet)</a:t>
            </a:r>
            <a:endParaRPr/>
          </a:p>
          <a:p>
            <a:pPr indent="-336550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C00000"/>
                </a:solidFill>
              </a:rPr>
              <a:t>agility: </a:t>
            </a:r>
            <a:r>
              <a:rPr lang="en-US"/>
              <a:t>cloud technologies (SDN) mean new features can be introduced rapidly, deployed continuously</a:t>
            </a:r>
            <a:endParaRPr/>
          </a:p>
          <a:p>
            <a:pPr indent="-336550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C00000"/>
                </a:solidFill>
              </a:rPr>
              <a:t>customization: </a:t>
            </a:r>
            <a:r>
              <a:rPr lang="en-US"/>
              <a:t>change can be introduced bottom-up (e.g., by enterprises and edge cloud partners with Private 5G)</a:t>
            </a:r>
            <a:endParaRPr/>
          </a:p>
          <a:p>
            <a:pPr indent="-228600" lvl="2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 need to wait for standardization</a:t>
            </a:r>
            <a:endParaRPr/>
          </a:p>
          <a:p>
            <a:pPr indent="-228600" lvl="2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 need to reach agreement (among all incumbent stakeholders)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532" name="Google Shape;6532;p7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On beyond 5G?</a:t>
            </a:r>
            <a:endParaRPr/>
          </a:p>
        </p:txBody>
      </p:sp>
      <p:sp>
        <p:nvSpPr>
          <p:cNvPr id="6533" name="Google Shape;6533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23: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8" name="Shape 6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9" name="Google Shape;6539;p80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7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6540" name="Google Shape;654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34" y="6599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6541" name="Google Shape;6541;p80"/>
          <p:cNvSpPr txBox="1"/>
          <p:nvPr/>
        </p:nvSpPr>
        <p:spPr>
          <a:xfrm>
            <a:off x="916765" y="2251719"/>
            <a:ext cx="5571867" cy="92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8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6542" name="Google Shape;6542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43" name="Google Shape;6543;p80"/>
          <p:cNvSpPr txBox="1"/>
          <p:nvPr/>
        </p:nvSpPr>
        <p:spPr>
          <a:xfrm>
            <a:off x="762000" y="3068638"/>
            <a:ext cx="4826000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Wireless links and network characteristics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WiFi: 802.11 wireless LANs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Cellular networks: 4G and 5G</a:t>
            </a:r>
            <a:endParaRPr/>
          </a:p>
        </p:txBody>
      </p:sp>
      <p:sp>
        <p:nvSpPr>
          <p:cNvPr id="6544" name="Google Shape;6544;p80"/>
          <p:cNvSpPr txBox="1"/>
          <p:nvPr/>
        </p:nvSpPr>
        <p:spPr>
          <a:xfrm>
            <a:off x="6045200" y="3119438"/>
            <a:ext cx="5702300" cy="32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 management: principles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 management: practice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4G/5G networks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Mobile IP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Mobility: impact on higher-layer protocols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9" name="Shape 6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0" name="Google Shape;6550;p81"/>
          <p:cNvSpPr txBox="1"/>
          <p:nvPr>
            <p:ph idx="1" type="body"/>
          </p:nvPr>
        </p:nvSpPr>
        <p:spPr>
          <a:xfrm>
            <a:off x="838200" y="1724027"/>
            <a:ext cx="10515600" cy="545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spectrum of mobility, from the </a:t>
            </a:r>
            <a:r>
              <a:rPr lang="en-US" sz="3200">
                <a:solidFill>
                  <a:srgbClr val="C00000"/>
                </a:solidFill>
              </a:rPr>
              <a:t>network</a:t>
            </a:r>
            <a:r>
              <a:rPr lang="en-US" sz="3200"/>
              <a:t> perspective: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551" name="Google Shape;6551;p8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 is mobility?</a:t>
            </a:r>
            <a:endParaRPr/>
          </a:p>
        </p:txBody>
      </p:sp>
      <p:sp>
        <p:nvSpPr>
          <p:cNvPr id="6552" name="Google Shape;6552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53" name="Google Shape;6553;p81"/>
          <p:cNvGrpSpPr/>
          <p:nvPr/>
        </p:nvGrpSpPr>
        <p:grpSpPr>
          <a:xfrm>
            <a:off x="1241671" y="2491695"/>
            <a:ext cx="10249213" cy="855663"/>
            <a:chOff x="367" y="837"/>
            <a:chExt cx="4882" cy="539"/>
          </a:xfrm>
        </p:grpSpPr>
        <p:sp>
          <p:nvSpPr>
            <p:cNvPr id="6554" name="Google Shape;6554;p81"/>
            <p:cNvSpPr/>
            <p:nvPr/>
          </p:nvSpPr>
          <p:spPr>
            <a:xfrm>
              <a:off x="392" y="1120"/>
              <a:ext cx="4587" cy="256"/>
            </a:xfrm>
            <a:prstGeom prst="rect">
              <a:avLst/>
            </a:prstGeom>
            <a:gradFill>
              <a:gsLst>
                <a:gs pos="0">
                  <a:srgbClr val="FFFFFF">
                    <a:alpha val="89803"/>
                  </a:srgbClr>
                </a:gs>
                <a:gs pos="100000">
                  <a:srgbClr val="3333CC"/>
                </a:gs>
              </a:gsLst>
              <a:lin ang="0" scaled="0"/>
            </a:gradFill>
            <a:ln cap="flat" cmpd="sng" w="9525">
              <a:solidFill>
                <a:srgbClr val="3333CC">
                  <a:alpha val="51764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5" name="Google Shape;6555;p81"/>
            <p:cNvSpPr txBox="1"/>
            <p:nvPr/>
          </p:nvSpPr>
          <p:spPr>
            <a:xfrm>
              <a:off x="367" y="837"/>
              <a:ext cx="861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 mobility</a:t>
              </a:r>
              <a:endParaRPr/>
            </a:p>
          </p:txBody>
        </p:sp>
        <p:sp>
          <p:nvSpPr>
            <p:cNvPr id="6556" name="Google Shape;6556;p81"/>
            <p:cNvSpPr txBox="1"/>
            <p:nvPr/>
          </p:nvSpPr>
          <p:spPr>
            <a:xfrm>
              <a:off x="4275" y="837"/>
              <a:ext cx="974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 mobility</a:t>
              </a:r>
              <a:endParaRPr/>
            </a:p>
          </p:txBody>
        </p:sp>
      </p:grpSp>
      <p:grpSp>
        <p:nvGrpSpPr>
          <p:cNvPr id="6557" name="Google Shape;6557;p81"/>
          <p:cNvGrpSpPr/>
          <p:nvPr/>
        </p:nvGrpSpPr>
        <p:grpSpPr>
          <a:xfrm>
            <a:off x="1208316" y="3429001"/>
            <a:ext cx="2432955" cy="2553748"/>
            <a:chOff x="1208316" y="3429001"/>
            <a:chExt cx="2432955" cy="2553748"/>
          </a:xfrm>
        </p:grpSpPr>
        <p:sp>
          <p:nvSpPr>
            <p:cNvPr id="6558" name="Google Shape;6558;p81"/>
            <p:cNvSpPr txBox="1"/>
            <p:nvPr/>
          </p:nvSpPr>
          <p:spPr>
            <a:xfrm>
              <a:off x="1208316" y="4228423"/>
              <a:ext cx="2432955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device moves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between networks, but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powers down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while moving</a:t>
              </a:r>
              <a:endParaRPr/>
            </a:p>
          </p:txBody>
        </p:sp>
        <p:cxnSp>
          <p:nvCxnSpPr>
            <p:cNvPr id="6559" name="Google Shape;6559;p81"/>
            <p:cNvCxnSpPr/>
            <p:nvPr/>
          </p:nvCxnSpPr>
          <p:spPr>
            <a:xfrm>
              <a:off x="1371600" y="3429001"/>
              <a:ext cx="0" cy="86541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60" name="Google Shape;6560;p81"/>
          <p:cNvGrpSpPr/>
          <p:nvPr/>
        </p:nvGrpSpPr>
        <p:grpSpPr>
          <a:xfrm>
            <a:off x="3396346" y="3434443"/>
            <a:ext cx="2400299" cy="2228609"/>
            <a:chOff x="3396346" y="3434443"/>
            <a:chExt cx="2400299" cy="2228609"/>
          </a:xfrm>
        </p:grpSpPr>
        <p:sp>
          <p:nvSpPr>
            <p:cNvPr id="6561" name="Google Shape;6561;p81"/>
            <p:cNvSpPr txBox="1"/>
            <p:nvPr/>
          </p:nvSpPr>
          <p:spPr>
            <a:xfrm>
              <a:off x="3396346" y="4241124"/>
              <a:ext cx="2400299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device moves within same AP in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one provider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cxnSp>
          <p:nvCxnSpPr>
            <p:cNvPr id="6562" name="Google Shape;6562;p81"/>
            <p:cNvCxnSpPr/>
            <p:nvPr/>
          </p:nvCxnSpPr>
          <p:spPr>
            <a:xfrm>
              <a:off x="4577439" y="3434443"/>
              <a:ext cx="0" cy="86541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63" name="Google Shape;6563;p81"/>
          <p:cNvGrpSpPr/>
          <p:nvPr/>
        </p:nvGrpSpPr>
        <p:grpSpPr>
          <a:xfrm>
            <a:off x="8392886" y="3390900"/>
            <a:ext cx="2645228" cy="2935362"/>
            <a:chOff x="8392886" y="3390900"/>
            <a:chExt cx="2645228" cy="2935362"/>
          </a:xfrm>
        </p:grpSpPr>
        <p:sp>
          <p:nvSpPr>
            <p:cNvPr id="6564" name="Google Shape;6564;p81"/>
            <p:cNvSpPr txBox="1"/>
            <p:nvPr/>
          </p:nvSpPr>
          <p:spPr>
            <a:xfrm>
              <a:off x="8392886" y="4239537"/>
              <a:ext cx="2645228" cy="208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device moves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among multiple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networks,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while maintaining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ongoing connections</a:t>
              </a:r>
              <a:endParaRPr/>
            </a:p>
          </p:txBody>
        </p:sp>
        <p:cxnSp>
          <p:nvCxnSpPr>
            <p:cNvPr id="6565" name="Google Shape;6565;p81"/>
            <p:cNvCxnSpPr/>
            <p:nvPr/>
          </p:nvCxnSpPr>
          <p:spPr>
            <a:xfrm>
              <a:off x="10869385" y="3390900"/>
              <a:ext cx="0" cy="86541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66" name="Google Shape;6566;p81"/>
          <p:cNvGrpSpPr/>
          <p:nvPr/>
        </p:nvGrpSpPr>
        <p:grpSpPr>
          <a:xfrm>
            <a:off x="6095999" y="3423556"/>
            <a:ext cx="2155372" cy="2212280"/>
            <a:chOff x="3526970" y="3434443"/>
            <a:chExt cx="2155372" cy="2212280"/>
          </a:xfrm>
        </p:grpSpPr>
        <p:sp>
          <p:nvSpPr>
            <p:cNvPr id="6567" name="Google Shape;6567;p81"/>
            <p:cNvSpPr txBox="1"/>
            <p:nvPr/>
          </p:nvSpPr>
          <p:spPr>
            <a:xfrm>
              <a:off x="3526970" y="4224795"/>
              <a:ext cx="2155372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device moves among APs in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one provider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cxnSp>
          <p:nvCxnSpPr>
            <p:cNvPr id="6568" name="Google Shape;6568;p81"/>
            <p:cNvCxnSpPr/>
            <p:nvPr/>
          </p:nvCxnSpPr>
          <p:spPr>
            <a:xfrm>
              <a:off x="4577439" y="3434443"/>
              <a:ext cx="0" cy="86541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69" name="Google Shape;6569;p81"/>
          <p:cNvGrpSpPr/>
          <p:nvPr/>
        </p:nvGrpSpPr>
        <p:grpSpPr>
          <a:xfrm>
            <a:off x="4735773" y="3944203"/>
            <a:ext cx="6933062" cy="2511189"/>
            <a:chOff x="4735773" y="3944203"/>
            <a:chExt cx="6933062" cy="2511189"/>
          </a:xfrm>
        </p:grpSpPr>
        <p:sp>
          <p:nvSpPr>
            <p:cNvPr id="6570" name="Google Shape;6570;p81"/>
            <p:cNvSpPr/>
            <p:nvPr/>
          </p:nvSpPr>
          <p:spPr>
            <a:xfrm>
              <a:off x="6141492" y="3944203"/>
              <a:ext cx="5527343" cy="2511189"/>
            </a:xfrm>
            <a:prstGeom prst="roundRect">
              <a:avLst>
                <a:gd fmla="val 16667" name="adj"/>
              </a:avLst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1" name="Google Shape;6571;p81"/>
            <p:cNvSpPr txBox="1"/>
            <p:nvPr/>
          </p:nvSpPr>
          <p:spPr>
            <a:xfrm>
              <a:off x="4735773" y="5745707"/>
              <a:ext cx="2896434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We’re interested in these!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6" name="Shape 6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7" name="Google Shape;6577;p82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Mobility challenge:</a:t>
            </a:r>
            <a:endParaRPr/>
          </a:p>
        </p:txBody>
      </p:sp>
      <p:sp>
        <p:nvSpPr>
          <p:cNvPr id="6578" name="Google Shape;6578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79" name="Google Shape;6579;p82"/>
          <p:cNvSpPr txBox="1"/>
          <p:nvPr/>
        </p:nvSpPr>
        <p:spPr>
          <a:xfrm>
            <a:off x="914398" y="1650087"/>
            <a:ext cx="4244677" cy="3093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If a device moves from one network another: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will the “network” know to forward packets to the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network?</a:t>
            </a:r>
            <a:endParaRPr/>
          </a:p>
        </p:txBody>
      </p:sp>
      <p:sp>
        <p:nvSpPr>
          <p:cNvPr id="6580" name="Google Shape;6580;p82"/>
          <p:cNvSpPr/>
          <p:nvPr/>
        </p:nvSpPr>
        <p:spPr>
          <a:xfrm>
            <a:off x="7030094" y="1464167"/>
            <a:ext cx="2852707" cy="1606731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81" name="Google Shape;6581;p82"/>
          <p:cNvCxnSpPr/>
          <p:nvPr/>
        </p:nvCxnSpPr>
        <p:spPr>
          <a:xfrm rot="10800000">
            <a:off x="9622489" y="2594238"/>
            <a:ext cx="55699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82" name="Google Shape;6582;p82"/>
          <p:cNvSpPr/>
          <p:nvPr/>
        </p:nvSpPr>
        <p:spPr>
          <a:xfrm>
            <a:off x="9305907" y="4118103"/>
            <a:ext cx="2644013" cy="1366652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83" name="Google Shape;6583;p82"/>
          <p:cNvCxnSpPr/>
          <p:nvPr/>
        </p:nvCxnSpPr>
        <p:spPr>
          <a:xfrm>
            <a:off x="9002914" y="5002015"/>
            <a:ext cx="30299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84" name="Google Shape;6584;p82"/>
          <p:cNvCxnSpPr/>
          <p:nvPr/>
        </p:nvCxnSpPr>
        <p:spPr>
          <a:xfrm>
            <a:off x="10619884" y="3619558"/>
            <a:ext cx="0" cy="61039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85" name="Google Shape;6585;p82"/>
          <p:cNvSpPr/>
          <p:nvPr/>
        </p:nvSpPr>
        <p:spPr>
          <a:xfrm>
            <a:off x="9985050" y="2420846"/>
            <a:ext cx="1906785" cy="1233276"/>
          </a:xfrm>
          <a:custGeom>
            <a:rect b="b" l="l" r="r" t="t"/>
            <a:pathLst>
              <a:path extrusionOk="0" h="1563328" w="2428541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6" name="Google Shape;6586;p82"/>
          <p:cNvSpPr txBox="1"/>
          <p:nvPr/>
        </p:nvSpPr>
        <p:spPr>
          <a:xfrm>
            <a:off x="10194669" y="2932712"/>
            <a:ext cx="1567031" cy="319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 Internet</a:t>
            </a:r>
            <a:endParaRPr/>
          </a:p>
        </p:txBody>
      </p:sp>
      <p:grpSp>
        <p:nvGrpSpPr>
          <p:cNvPr id="6587" name="Google Shape;6587;p82"/>
          <p:cNvGrpSpPr/>
          <p:nvPr/>
        </p:nvGrpSpPr>
        <p:grpSpPr>
          <a:xfrm>
            <a:off x="10279841" y="4218670"/>
            <a:ext cx="763454" cy="878723"/>
            <a:chOff x="7270567" y="5238206"/>
            <a:chExt cx="763454" cy="878723"/>
          </a:xfrm>
        </p:grpSpPr>
        <p:grpSp>
          <p:nvGrpSpPr>
            <p:cNvPr id="6588" name="Google Shape;6588;p82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6589" name="Google Shape;6589;p8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590" name="Google Shape;6590;p8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591" name="Google Shape;6591;p8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592" name="Google Shape;6592;p8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3" name="Google Shape;6593;p8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4" name="Google Shape;6594;p8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5" name="Google Shape;6595;p8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596" name="Google Shape;6596;p82"/>
            <p:cNvSpPr txBox="1"/>
            <p:nvPr/>
          </p:nvSpPr>
          <p:spPr>
            <a:xfrm>
              <a:off x="7270567" y="5778375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AT&amp;T</a:t>
              </a:r>
              <a:endParaRPr/>
            </a:p>
          </p:txBody>
        </p:sp>
      </p:grpSp>
      <p:grpSp>
        <p:nvGrpSpPr>
          <p:cNvPr id="6597" name="Google Shape;6597;p82"/>
          <p:cNvGrpSpPr/>
          <p:nvPr/>
        </p:nvGrpSpPr>
        <p:grpSpPr>
          <a:xfrm>
            <a:off x="9150500" y="2243953"/>
            <a:ext cx="591681" cy="375090"/>
            <a:chOff x="7493876" y="2774731"/>
            <a:chExt cx="1481958" cy="894622"/>
          </a:xfrm>
        </p:grpSpPr>
        <p:sp>
          <p:nvSpPr>
            <p:cNvPr id="6598" name="Google Shape;6598;p8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599" name="Google Shape;6599;p8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600" name="Google Shape;6600;p8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601" name="Google Shape;6601;p8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2" name="Google Shape;6602;p8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3" name="Google Shape;6603;p8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4" name="Google Shape;6604;p8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05" name="Google Shape;6605;p82"/>
          <p:cNvSpPr txBox="1"/>
          <p:nvPr/>
        </p:nvSpPr>
        <p:spPr>
          <a:xfrm>
            <a:off x="7916888" y="2077015"/>
            <a:ext cx="959750" cy="3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Verizon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6" name="Google Shape;6606;p82"/>
          <p:cNvGrpSpPr/>
          <p:nvPr/>
        </p:nvGrpSpPr>
        <p:grpSpPr>
          <a:xfrm>
            <a:off x="5545933" y="1247395"/>
            <a:ext cx="1874623" cy="1214848"/>
            <a:chOff x="9013371" y="2795450"/>
            <a:chExt cx="1874623" cy="1214848"/>
          </a:xfrm>
        </p:grpSpPr>
        <p:sp>
          <p:nvSpPr>
            <p:cNvPr id="6607" name="Google Shape;6607;p82"/>
            <p:cNvSpPr/>
            <p:nvPr/>
          </p:nvSpPr>
          <p:spPr>
            <a:xfrm>
              <a:off x="9013371" y="2967390"/>
              <a:ext cx="1306286" cy="1042908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08" name="Google Shape;6608;p82"/>
            <p:cNvCxnSpPr/>
            <p:nvPr/>
          </p:nvCxnSpPr>
          <p:spPr>
            <a:xfrm rot="10800000">
              <a:off x="9960584" y="3639030"/>
              <a:ext cx="92741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609" name="Google Shape;6609;p82"/>
            <p:cNvGrpSpPr/>
            <p:nvPr/>
          </p:nvGrpSpPr>
          <p:grpSpPr>
            <a:xfrm>
              <a:off x="9274627" y="2795450"/>
              <a:ext cx="810933" cy="985003"/>
              <a:chOff x="9236146" y="2789414"/>
              <a:chExt cx="888604" cy="1226172"/>
            </a:xfrm>
          </p:grpSpPr>
          <p:grpSp>
            <p:nvGrpSpPr>
              <p:cNvPr id="6610" name="Google Shape;6610;p82"/>
              <p:cNvGrpSpPr/>
              <p:nvPr/>
            </p:nvGrpSpPr>
            <p:grpSpPr>
              <a:xfrm>
                <a:off x="9236146" y="2789414"/>
                <a:ext cx="466245" cy="953439"/>
                <a:chOff x="6476205" y="1279015"/>
                <a:chExt cx="466245" cy="953439"/>
              </a:xfrm>
            </p:grpSpPr>
            <p:grpSp>
              <p:nvGrpSpPr>
                <p:cNvPr id="6611" name="Google Shape;6611;p82"/>
                <p:cNvGrpSpPr/>
                <p:nvPr/>
              </p:nvGrpSpPr>
              <p:grpSpPr>
                <a:xfrm>
                  <a:off x="6476205" y="1279015"/>
                  <a:ext cx="466245" cy="434369"/>
                  <a:chOff x="2920" y="1424"/>
                  <a:chExt cx="326" cy="320"/>
                </a:xfrm>
              </p:grpSpPr>
              <p:sp>
                <p:nvSpPr>
                  <p:cNvPr id="6612" name="Google Shape;6612;p82"/>
                  <p:cNvSpPr/>
                  <p:nvPr/>
                </p:nvSpPr>
                <p:spPr>
                  <a:xfrm>
                    <a:off x="2920" y="1445"/>
                    <a:ext cx="326" cy="28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613" name="Google Shape;6613;p82"/>
                  <p:cNvGrpSpPr/>
                  <p:nvPr/>
                </p:nvGrpSpPr>
                <p:grpSpPr>
                  <a:xfrm>
                    <a:off x="2949" y="1424"/>
                    <a:ext cx="265" cy="280"/>
                    <a:chOff x="2949" y="1424"/>
                    <a:chExt cx="265" cy="280"/>
                  </a:xfrm>
                </p:grpSpPr>
                <p:sp>
                  <p:nvSpPr>
                    <p:cNvPr id="6614" name="Google Shape;6614;p82"/>
                    <p:cNvSpPr/>
                    <p:nvPr/>
                  </p:nvSpPr>
                  <p:spPr>
                    <a:xfrm>
                      <a:off x="3030" y="1545"/>
                      <a:ext cx="107" cy="92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5" name="Google Shape;6615;p82"/>
                    <p:cNvSpPr/>
                    <p:nvPr/>
                  </p:nvSpPr>
                  <p:spPr>
                    <a:xfrm>
                      <a:off x="3006" y="1525"/>
                      <a:ext cx="154" cy="131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6" name="Google Shape;6616;p82"/>
                    <p:cNvSpPr/>
                    <p:nvPr/>
                  </p:nvSpPr>
                  <p:spPr>
                    <a:xfrm>
                      <a:off x="2983" y="1501"/>
                      <a:ext cx="203" cy="179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7" name="Google Shape;6617;p82"/>
                    <p:cNvSpPr/>
                    <p:nvPr/>
                  </p:nvSpPr>
                  <p:spPr>
                    <a:xfrm>
                      <a:off x="2949" y="1476"/>
                      <a:ext cx="265" cy="228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18" name="Google Shape;6618;p82"/>
                    <p:cNvSpPr/>
                    <p:nvPr/>
                  </p:nvSpPr>
                  <p:spPr>
                    <a:xfrm flipH="1" rot="10800000">
                      <a:off x="2987" y="1424"/>
                      <a:ext cx="205" cy="143"/>
                    </a:xfrm>
                    <a:custGeom>
                      <a:rect b="b" l="l" r="r" t="t"/>
                      <a:pathLst>
                        <a:path extrusionOk="0" h="956" w="1180">
                          <a:moveTo>
                            <a:pt x="499" y="7"/>
                          </a:moveTo>
                          <a:lnTo>
                            <a:pt x="0" y="780"/>
                          </a:lnTo>
                          <a:lnTo>
                            <a:pt x="134" y="885"/>
                          </a:lnTo>
                          <a:lnTo>
                            <a:pt x="366" y="920"/>
                          </a:lnTo>
                          <a:lnTo>
                            <a:pt x="534" y="956"/>
                          </a:lnTo>
                          <a:lnTo>
                            <a:pt x="829" y="949"/>
                          </a:lnTo>
                          <a:lnTo>
                            <a:pt x="1096" y="850"/>
                          </a:lnTo>
                          <a:lnTo>
                            <a:pt x="1180" y="801"/>
                          </a:lnTo>
                          <a:lnTo>
                            <a:pt x="668" y="0"/>
                          </a:lnTo>
                          <a:lnTo>
                            <a:pt x="499" y="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619" name="Google Shape;6619;p82"/>
                  <p:cNvSpPr/>
                  <p:nvPr/>
                </p:nvSpPr>
                <p:spPr>
                  <a:xfrm>
                    <a:off x="2995" y="1615"/>
                    <a:ext cx="178" cy="129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20" name="Google Shape;6620;p82"/>
                <p:cNvGrpSpPr/>
                <p:nvPr/>
              </p:nvGrpSpPr>
              <p:grpSpPr>
                <a:xfrm>
                  <a:off x="6527789" y="1518577"/>
                  <a:ext cx="375668" cy="713877"/>
                  <a:chOff x="3130" y="3288"/>
                  <a:chExt cx="410" cy="742"/>
                </a:xfrm>
              </p:grpSpPr>
              <p:cxnSp>
                <p:nvCxnSpPr>
                  <p:cNvPr id="6621" name="Google Shape;6621;p82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22" name="Google Shape;6622;p82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23" name="Google Shape;6623;p82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24" name="Google Shape;6624;p82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25" name="Google Shape;6625;p82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26" name="Google Shape;6626;p82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27" name="Google Shape;6627;p82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28" name="Google Shape;6628;p82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29" name="Google Shape;6629;p82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0" name="Google Shape;6630;p82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1" name="Google Shape;6631;p82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2" name="Google Shape;6632;p82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3" name="Google Shape;6633;p82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4" name="Google Shape;6634;p82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635" name="Google Shape;6635;p82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636" name="Google Shape;6636;p82"/>
              <p:cNvGrpSpPr/>
              <p:nvPr/>
            </p:nvGrpSpPr>
            <p:grpSpPr>
              <a:xfrm>
                <a:off x="9357602" y="3598288"/>
                <a:ext cx="767148" cy="417298"/>
                <a:chOff x="1503784" y="3006600"/>
                <a:chExt cx="1771786" cy="957087"/>
              </a:xfrm>
            </p:grpSpPr>
            <p:grpSp>
              <p:nvGrpSpPr>
                <p:cNvPr id="6637" name="Google Shape;6637;p82"/>
                <p:cNvGrpSpPr/>
                <p:nvPr/>
              </p:nvGrpSpPr>
              <p:grpSpPr>
                <a:xfrm>
                  <a:off x="1503784" y="3006600"/>
                  <a:ext cx="1771786" cy="957087"/>
                  <a:chOff x="1465684" y="2997075"/>
                  <a:chExt cx="1771786" cy="957087"/>
                </a:xfrm>
              </p:grpSpPr>
              <p:sp>
                <p:nvSpPr>
                  <p:cNvPr id="6638" name="Google Shape;6638;p82"/>
                  <p:cNvSpPr/>
                  <p:nvPr/>
                </p:nvSpPr>
                <p:spPr>
                  <a:xfrm>
                    <a:off x="1465684" y="3328365"/>
                    <a:ext cx="1771786" cy="625797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639" name="Google Shape;6639;p82"/>
                  <p:cNvSpPr/>
                  <p:nvPr/>
                </p:nvSpPr>
                <p:spPr>
                  <a:xfrm>
                    <a:off x="1466704" y="2997075"/>
                    <a:ext cx="1769640" cy="619577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</p:grpSp>
            <p:grpSp>
              <p:nvGrpSpPr>
                <p:cNvPr id="6640" name="Google Shape;6640;p82"/>
                <p:cNvGrpSpPr/>
                <p:nvPr/>
              </p:nvGrpSpPr>
              <p:grpSpPr>
                <a:xfrm>
                  <a:off x="1961060" y="3038475"/>
                  <a:ext cx="801873" cy="553944"/>
                  <a:chOff x="1951535" y="3022600"/>
                  <a:chExt cx="801873" cy="553944"/>
                </a:xfrm>
              </p:grpSpPr>
              <p:grpSp>
                <p:nvGrpSpPr>
                  <p:cNvPr id="6641" name="Google Shape;6641;p82"/>
                  <p:cNvGrpSpPr/>
                  <p:nvPr/>
                </p:nvGrpSpPr>
                <p:grpSpPr>
                  <a:xfrm>
                    <a:off x="2032000" y="3022600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6642" name="Google Shape;6642;p82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43" name="Google Shape;6643;p82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644" name="Google Shape;6644;p82"/>
                  <p:cNvGrpSpPr/>
                  <p:nvPr/>
                </p:nvGrpSpPr>
                <p:grpSpPr>
                  <a:xfrm flipH="1">
                    <a:off x="2441575" y="3032125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6645" name="Google Shape;6645;p82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46" name="Google Shape;6646;p82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647" name="Google Shape;6647;p82"/>
                  <p:cNvSpPr/>
                  <p:nvPr/>
                </p:nvSpPr>
                <p:spPr>
                  <a:xfrm flipH="1" rot="10800000">
                    <a:off x="2057400" y="3130550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8" name="Google Shape;6648;p82"/>
                  <p:cNvSpPr/>
                  <p:nvPr/>
                </p:nvSpPr>
                <p:spPr>
                  <a:xfrm rot="-4543353">
                    <a:off x="2079626" y="3187701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9" name="Google Shape;6649;p82"/>
                  <p:cNvSpPr/>
                  <p:nvPr/>
                </p:nvSpPr>
                <p:spPr>
                  <a:xfrm flipH="1" rot="6584936">
                    <a:off x="1990347" y="3141540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0" name="Google Shape;6650;p82"/>
                  <p:cNvSpPr/>
                  <p:nvPr/>
                </p:nvSpPr>
                <p:spPr>
                  <a:xfrm>
                    <a:off x="2032000" y="3162300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1" name="Google Shape;6651;p82"/>
                  <p:cNvSpPr/>
                  <p:nvPr/>
                </p:nvSpPr>
                <p:spPr>
                  <a:xfrm rot="-6584936">
                    <a:off x="2627741" y="3146398"/>
                    <a:ext cx="9519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2" name="Google Shape;6652;p82"/>
                  <p:cNvSpPr/>
                  <p:nvPr/>
                </p:nvSpPr>
                <p:spPr>
                  <a:xfrm rot="4492456">
                    <a:off x="2397126" y="31972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653" name="Google Shape;6653;p82"/>
                  <p:cNvGrpSpPr/>
                  <p:nvPr/>
                </p:nvGrpSpPr>
                <p:grpSpPr>
                  <a:xfrm>
                    <a:off x="1951535" y="3316761"/>
                    <a:ext cx="801873" cy="106763"/>
                    <a:chOff x="1953503" y="3313586"/>
                    <a:chExt cx="706591" cy="106763"/>
                  </a:xfrm>
                </p:grpSpPr>
                <p:sp>
                  <p:nvSpPr>
                    <p:cNvPr id="6654" name="Google Shape;6654;p82"/>
                    <p:cNvSpPr/>
                    <p:nvPr/>
                  </p:nvSpPr>
                  <p:spPr>
                    <a:xfrm flipH="1" rot="10800000">
                      <a:off x="2012950" y="3330575"/>
                      <a:ext cx="625475" cy="60324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55" name="Google Shape;6655;p82"/>
                    <p:cNvSpPr/>
                    <p:nvPr/>
                  </p:nvSpPr>
                  <p:spPr>
                    <a:xfrm flipH="1" rot="6584936">
                      <a:off x="1945897" y="3341565"/>
                      <a:ext cx="95195" cy="50805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56" name="Google Shape;6656;p82"/>
                    <p:cNvSpPr/>
                    <p:nvPr/>
                  </p:nvSpPr>
                  <p:spPr>
                    <a:xfrm>
                      <a:off x="1987550" y="3362325"/>
                      <a:ext cx="650875" cy="45719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57" name="Google Shape;6657;p82"/>
                    <p:cNvSpPr/>
                    <p:nvPr/>
                  </p:nvSpPr>
                  <p:spPr>
                    <a:xfrm rot="-6584936">
                      <a:off x="2577455" y="3347983"/>
                      <a:ext cx="95195" cy="40287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658" name="Google Shape;6658;p82"/>
                  <p:cNvSpPr/>
                  <p:nvPr/>
                </p:nvSpPr>
                <p:spPr>
                  <a:xfrm rot="4389628">
                    <a:off x="2495482" y="3370576"/>
                    <a:ext cx="160883" cy="55150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9" name="Google Shape;6659;p82"/>
                  <p:cNvSpPr/>
                  <p:nvPr/>
                </p:nvSpPr>
                <p:spPr>
                  <a:xfrm rot="-4531743">
                    <a:off x="2025651" y="33623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6660" name="Google Shape;6660;p82"/>
          <p:cNvGrpSpPr/>
          <p:nvPr/>
        </p:nvGrpSpPr>
        <p:grpSpPr>
          <a:xfrm>
            <a:off x="8343329" y="4589018"/>
            <a:ext cx="719669" cy="694685"/>
            <a:chOff x="9493249" y="5053913"/>
            <a:chExt cx="719669" cy="694685"/>
          </a:xfrm>
        </p:grpSpPr>
        <p:sp>
          <p:nvSpPr>
            <p:cNvPr id="6661" name="Google Shape;6661;p82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2" name="Google Shape;6662;p82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63" name="Google Shape;6663;p82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6664" name="Google Shape;6664;p82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5" name="Google Shape;6665;p82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6" name="Google Shape;6666;p82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82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8" name="Google Shape;6668;p82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69" name="Google Shape;6669;p82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70" name="Google Shape;6670;p82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1" name="Google Shape;6671;p82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2" name="Google Shape;6672;p82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3" name="Google Shape;6673;p82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4" name="Google Shape;6674;p82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5" name="Google Shape;6675;p82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6" name="Google Shape;6676;p82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7" name="Google Shape;6677;p82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8" name="Google Shape;6678;p82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9" name="Google Shape;6679;p82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0" name="Google Shape;6680;p82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1" name="Google Shape;6681;p82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2" name="Google Shape;6682;p82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3" name="Google Shape;6683;p82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4" name="Google Shape;6684;p82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685" name="Google Shape;6685;p82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6686" name="Google Shape;6686;p82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6687" name="Google Shape;6687;p82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6688" name="Google Shape;6688;p82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6689" name="Google Shape;6689;p82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6690" name="Google Shape;6690;p82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6691" name="Google Shape;6691;p8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2" name="Google Shape;6692;p8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93" name="Google Shape;6693;p82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6694" name="Google Shape;6694;p8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5" name="Google Shape;6695;p8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696" name="Google Shape;6696;p82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7" name="Google Shape;6697;p82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8" name="Google Shape;6698;p82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9" name="Google Shape;6699;p82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0" name="Google Shape;6700;p82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1" name="Google Shape;6701;p82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702" name="Google Shape;6702;p82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6703" name="Google Shape;6703;p82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4" name="Google Shape;6704;p82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5" name="Google Shape;6705;p82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6" name="Google Shape;6706;p82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707" name="Google Shape;6707;p82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8" name="Google Shape;6708;p82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709" name="Google Shape;6709;p82"/>
          <p:cNvGrpSpPr/>
          <p:nvPr/>
        </p:nvGrpSpPr>
        <p:grpSpPr>
          <a:xfrm>
            <a:off x="5362434" y="4303543"/>
            <a:ext cx="2912908" cy="687348"/>
            <a:chOff x="1285109" y="5652657"/>
            <a:chExt cx="2912908" cy="687348"/>
          </a:xfrm>
        </p:grpSpPr>
        <p:sp>
          <p:nvSpPr>
            <p:cNvPr id="6710" name="Google Shape;6710;p82"/>
            <p:cNvSpPr/>
            <p:nvPr/>
          </p:nvSpPr>
          <p:spPr>
            <a:xfrm flipH="1" rot="6055030">
              <a:off x="3198227" y="5045674"/>
              <a:ext cx="222420" cy="1767015"/>
            </a:xfrm>
            <a:custGeom>
              <a:rect b="b" l="l" r="r" t="t"/>
              <a:pathLst>
                <a:path extrusionOk="0" h="1767015" w="447747">
                  <a:moveTo>
                    <a:pt x="447747" y="1767015"/>
                  </a:moveTo>
                  <a:cubicBezTo>
                    <a:pt x="221206" y="1507523"/>
                    <a:pt x="27618" y="1134762"/>
                    <a:pt x="2904" y="840259"/>
                  </a:cubicBezTo>
                  <a:cubicBezTo>
                    <a:pt x="-21810" y="545757"/>
                    <a:pt x="114115" y="263612"/>
                    <a:pt x="299466" y="0"/>
                  </a:cubicBezTo>
                </a:path>
              </a:pathLst>
            </a:custGeom>
            <a:noFill/>
            <a:ln cap="sq" cmpd="sng" w="571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1" name="Google Shape;6711;p82"/>
            <p:cNvSpPr/>
            <p:nvPr/>
          </p:nvSpPr>
          <p:spPr>
            <a:xfrm>
              <a:off x="2545492" y="5807676"/>
              <a:ext cx="864973" cy="30891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2" name="Google Shape;6712;p82"/>
            <p:cNvSpPr txBox="1"/>
            <p:nvPr/>
          </p:nvSpPr>
          <p:spPr>
            <a:xfrm>
              <a:off x="1285109" y="5774722"/>
              <a:ext cx="2150585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 moves from Verizon to AT&amp;T</a:t>
              </a:r>
              <a:endParaRPr/>
            </a:p>
          </p:txBody>
        </p:sp>
      </p:grpSp>
      <p:grpSp>
        <p:nvGrpSpPr>
          <p:cNvPr id="6713" name="Google Shape;6713;p82"/>
          <p:cNvGrpSpPr/>
          <p:nvPr/>
        </p:nvGrpSpPr>
        <p:grpSpPr>
          <a:xfrm>
            <a:off x="5577760" y="3298646"/>
            <a:ext cx="1120235" cy="1033731"/>
            <a:chOff x="2751" y="1851"/>
            <a:chExt cx="462" cy="478"/>
          </a:xfrm>
        </p:grpSpPr>
        <p:pic>
          <p:nvPicPr>
            <p:cNvPr descr="iphone_stylized_small" id="6714" name="Google Shape;6714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6715" name="Google Shape;6715;p8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16" name="Google Shape;6716;p82"/>
          <p:cNvSpPr/>
          <p:nvPr/>
        </p:nvSpPr>
        <p:spPr>
          <a:xfrm flipH="1" rot="9344246">
            <a:off x="5762141" y="2426014"/>
            <a:ext cx="87885" cy="802460"/>
          </a:xfrm>
          <a:custGeom>
            <a:rect b="b" l="l" r="r" t="t"/>
            <a:pathLst>
              <a:path extrusionOk="0" h="1767015" w="447747">
                <a:moveTo>
                  <a:pt x="447747" y="1767015"/>
                </a:moveTo>
                <a:cubicBezTo>
                  <a:pt x="221206" y="1507523"/>
                  <a:pt x="27618" y="1134762"/>
                  <a:pt x="2904" y="840259"/>
                </a:cubicBezTo>
                <a:cubicBezTo>
                  <a:pt x="-21810" y="545757"/>
                  <a:pt x="114115" y="263612"/>
                  <a:pt x="299466" y="0"/>
                </a:cubicBezTo>
              </a:path>
            </a:pathLst>
          </a:custGeom>
          <a:noFill/>
          <a:ln cap="sq" cmpd="sng" w="571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7" name="Google Shape;6717;p82"/>
          <p:cNvSpPr/>
          <p:nvPr/>
        </p:nvSpPr>
        <p:spPr>
          <a:xfrm>
            <a:off x="10252126" y="331409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8" name="Google Shape;6718;p82"/>
          <p:cNvGrpSpPr/>
          <p:nvPr/>
        </p:nvGrpSpPr>
        <p:grpSpPr>
          <a:xfrm>
            <a:off x="10867680" y="1079919"/>
            <a:ext cx="687393" cy="721548"/>
            <a:chOff x="5203089" y="1751190"/>
            <a:chExt cx="858331" cy="662414"/>
          </a:xfrm>
        </p:grpSpPr>
        <p:sp>
          <p:nvSpPr>
            <p:cNvPr id="6719" name="Google Shape;6719;p8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0" name="Google Shape;6720;p8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21" name="Google Shape;6721;p8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22" name="Google Shape;6722;p8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23" name="Google Shape;6723;p8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24" name="Google Shape;6724;p8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25" name="Google Shape;6725;p8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26" name="Google Shape;6726;p8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727" name="Google Shape;6727;p82"/>
          <p:cNvGrpSpPr/>
          <p:nvPr/>
        </p:nvGrpSpPr>
        <p:grpSpPr>
          <a:xfrm>
            <a:off x="10801151" y="346040"/>
            <a:ext cx="594613" cy="648336"/>
            <a:chOff x="5203089" y="1751190"/>
            <a:chExt cx="858331" cy="662414"/>
          </a:xfrm>
        </p:grpSpPr>
        <p:sp>
          <p:nvSpPr>
            <p:cNvPr id="6728" name="Google Shape;6728;p82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9" name="Google Shape;6729;p82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30" name="Google Shape;6730;p82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31" name="Google Shape;6731;p82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32" name="Google Shape;6732;p82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33" name="Google Shape;6733;p82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34" name="Google Shape;6734;p82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35" name="Google Shape;6735;p82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736" name="Google Shape;6736;p82"/>
          <p:cNvSpPr txBox="1"/>
          <p:nvPr/>
        </p:nvSpPr>
        <p:spPr>
          <a:xfrm>
            <a:off x="10947747" y="1829806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6737" name="Google Shape;6737;p82"/>
          <p:cNvSpPr txBox="1"/>
          <p:nvPr/>
        </p:nvSpPr>
        <p:spPr>
          <a:xfrm>
            <a:off x="10092998" y="1380117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38" name="Google Shape;6738;p82"/>
          <p:cNvCxnSpPr>
            <a:endCxn id="6585" idx="7"/>
          </p:cNvCxnSpPr>
          <p:nvPr/>
        </p:nvCxnSpPr>
        <p:spPr>
          <a:xfrm flipH="1">
            <a:off x="10899385" y="1808247"/>
            <a:ext cx="22800" cy="799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3" name="Shape 6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4" name="Google Shape;6744;p83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Mobility approaches</a:t>
            </a:r>
            <a:endParaRPr/>
          </a:p>
        </p:txBody>
      </p:sp>
      <p:sp>
        <p:nvSpPr>
          <p:cNvPr id="6745" name="Google Shape;6745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46" name="Google Shape;6746;p83"/>
          <p:cNvSpPr txBox="1"/>
          <p:nvPr/>
        </p:nvSpPr>
        <p:spPr>
          <a:xfrm>
            <a:off x="1010557" y="1440226"/>
            <a:ext cx="10699222" cy="3093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let network (routers) handle it: </a:t>
            </a:r>
            <a:endParaRPr/>
          </a:p>
          <a:p>
            <a:pPr indent="-33972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 advertise well-known name, address (e.g., permanent 32-bit IP address), or number (e.g., cell #) of visiting mobile node via usual routing table exchange</a:t>
            </a:r>
            <a:endParaRPr/>
          </a:p>
          <a:p>
            <a:pPr indent="-33972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routing could do this already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with no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changes! Routing tables indicate where each mobile located via longest prefix match!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1" name="Shape 6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2" name="Google Shape;6752;p84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Mobility approaches</a:t>
            </a:r>
            <a:endParaRPr/>
          </a:p>
        </p:txBody>
      </p:sp>
      <p:sp>
        <p:nvSpPr>
          <p:cNvPr id="6753" name="Google Shape;6753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54" name="Google Shape;6754;p84"/>
          <p:cNvSpPr txBox="1"/>
          <p:nvPr/>
        </p:nvSpPr>
        <p:spPr>
          <a:xfrm>
            <a:off x="1010557" y="1440226"/>
            <a:ext cx="10699222" cy="3093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let network (routers) handle it: </a:t>
            </a:r>
            <a:endParaRPr/>
          </a:p>
          <a:p>
            <a:pPr indent="-33972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routers advertise well-known name, address (e.g., permanent 32-bit IP address), or number (e.g., cell #) of visiting mobile node via usual routing table exchange</a:t>
            </a:r>
            <a:endParaRPr/>
          </a:p>
          <a:p>
            <a:pPr indent="-33972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routing could do this already </a:t>
            </a:r>
            <a:r>
              <a:rPr b="0" i="1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with no </a:t>
            </a: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changes! Routing tables indicate where each mobile located via longest prefix match!</a:t>
            </a:r>
            <a:endParaRPr/>
          </a:p>
          <a:p>
            <a:pPr indent="-16192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5" name="Google Shape;6755;p84"/>
          <p:cNvSpPr txBox="1"/>
          <p:nvPr/>
        </p:nvSpPr>
        <p:spPr>
          <a:xfrm>
            <a:off x="1092444" y="4101538"/>
            <a:ext cx="10535449" cy="2353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let end-systems handle it: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functionality at the “edge”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indirect routing:</a:t>
            </a:r>
            <a:r>
              <a:rPr b="0" i="0" lang="en-US" sz="2800" u="none" cap="none" strike="noStrike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from correspondent to mobile goes through home network, then forwarded to remote mobile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direct routing:</a:t>
            </a:r>
            <a:r>
              <a:rPr b="0" i="0" lang="en-US" sz="2800" u="none" cap="none" strike="noStrike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correspondent gets foreign address of mobile, send directly to mobile</a:t>
            </a:r>
            <a:endParaRPr/>
          </a:p>
        </p:txBody>
      </p:sp>
      <p:grpSp>
        <p:nvGrpSpPr>
          <p:cNvPr id="6756" name="Google Shape;6756;p84"/>
          <p:cNvGrpSpPr/>
          <p:nvPr/>
        </p:nvGrpSpPr>
        <p:grpSpPr>
          <a:xfrm>
            <a:off x="5094548" y="1851951"/>
            <a:ext cx="2271713" cy="1743075"/>
            <a:chOff x="3101975" y="1770063"/>
            <a:chExt cx="2271713" cy="1743075"/>
          </a:xfrm>
        </p:grpSpPr>
        <p:sp>
          <p:nvSpPr>
            <p:cNvPr id="6757" name="Google Shape;6757;p84"/>
            <p:cNvSpPr/>
            <p:nvPr/>
          </p:nvSpPr>
          <p:spPr>
            <a:xfrm>
              <a:off x="3265488" y="1770063"/>
              <a:ext cx="1887537" cy="1743075"/>
            </a:xfrm>
            <a:prstGeom prst="ellipse">
              <a:avLst/>
            </a:prstGeom>
            <a:solidFill>
              <a:schemeClr val="lt1"/>
            </a:solidFill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58" name="Google Shape;6758;p84"/>
            <p:cNvCxnSpPr/>
            <p:nvPr/>
          </p:nvCxnSpPr>
          <p:spPr>
            <a:xfrm>
              <a:off x="3700463" y="1944688"/>
              <a:ext cx="1133475" cy="136525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59" name="Google Shape;6759;p84"/>
            <p:cNvSpPr txBox="1"/>
            <p:nvPr/>
          </p:nvSpPr>
          <p:spPr>
            <a:xfrm>
              <a:off x="3101975" y="1958975"/>
              <a:ext cx="2271713" cy="131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not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scalable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billions of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mobiles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4" name="Shape 6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5" name="Google Shape;6765;p85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Contacting a mobile friend:</a:t>
            </a:r>
            <a:endParaRPr/>
          </a:p>
        </p:txBody>
      </p:sp>
      <p:sp>
        <p:nvSpPr>
          <p:cNvPr id="6766" name="Google Shape;6766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67" name="Google Shape;6767;p85"/>
          <p:cNvSpPr txBox="1"/>
          <p:nvPr/>
        </p:nvSpPr>
        <p:spPr>
          <a:xfrm>
            <a:off x="1392072" y="2532703"/>
            <a:ext cx="4553496" cy="1446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all phone books?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 her to let you know where he/she is?</a:t>
            </a:r>
            <a:endParaRPr/>
          </a:p>
        </p:txBody>
      </p:sp>
      <p:pic>
        <p:nvPicPr>
          <p:cNvPr descr="worldf" id="6768" name="Google Shape;6768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892" y="2973984"/>
            <a:ext cx="4813300" cy="248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6769" name="Google Shape;6769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68755" y="4599584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770" name="Google Shape;6770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6342" y="2396134"/>
            <a:ext cx="676275" cy="690562"/>
          </a:xfrm>
          <a:prstGeom prst="rect">
            <a:avLst/>
          </a:prstGeom>
          <a:noFill/>
          <a:ln>
            <a:noFill/>
          </a:ln>
        </p:spPr>
      </p:pic>
      <p:sp>
        <p:nvSpPr>
          <p:cNvPr id="6771" name="Google Shape;6771;p85"/>
          <p:cNvSpPr txBox="1"/>
          <p:nvPr/>
        </p:nvSpPr>
        <p:spPr>
          <a:xfrm>
            <a:off x="8922817" y="861021"/>
            <a:ext cx="2644775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wonder where Alice moved to?</a:t>
            </a:r>
            <a:endParaRPr/>
          </a:p>
        </p:txBody>
      </p:sp>
      <p:sp>
        <p:nvSpPr>
          <p:cNvPr id="6772" name="Google Shape;6772;p85"/>
          <p:cNvSpPr/>
          <p:nvPr/>
        </p:nvSpPr>
        <p:spPr>
          <a:xfrm>
            <a:off x="8516417" y="773709"/>
            <a:ext cx="3168650" cy="9921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3" name="Google Shape;6773;p85"/>
          <p:cNvSpPr/>
          <p:nvPr/>
        </p:nvSpPr>
        <p:spPr>
          <a:xfrm>
            <a:off x="9014892" y="1665884"/>
            <a:ext cx="1387475" cy="2682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4" name="Google Shape;6774;p85"/>
          <p:cNvSpPr/>
          <p:nvPr/>
        </p:nvSpPr>
        <p:spPr>
          <a:xfrm>
            <a:off x="8946630" y="2005609"/>
            <a:ext cx="708025" cy="14287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5" name="Google Shape;6775;p85"/>
          <p:cNvSpPr/>
          <p:nvPr/>
        </p:nvSpPr>
        <p:spPr>
          <a:xfrm>
            <a:off x="9099030" y="2205634"/>
            <a:ext cx="280987" cy="952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6" name="Google Shape;6776;p85"/>
          <p:cNvSpPr/>
          <p:nvPr/>
        </p:nvSpPr>
        <p:spPr>
          <a:xfrm>
            <a:off x="724990" y="1453889"/>
            <a:ext cx="6689063" cy="1100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friend frequently changing locations, how do you find him/her?</a:t>
            </a:r>
            <a:endParaRPr/>
          </a:p>
        </p:txBody>
      </p:sp>
      <p:sp>
        <p:nvSpPr>
          <p:cNvPr id="6777" name="Google Shape;6777;p85"/>
          <p:cNvSpPr txBox="1"/>
          <p:nvPr/>
        </p:nvSpPr>
        <p:spPr>
          <a:xfrm>
            <a:off x="1383834" y="3858994"/>
            <a:ext cx="4553496" cy="1046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his/her parents?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Facebook!</a:t>
            </a:r>
            <a:endParaRPr/>
          </a:p>
        </p:txBody>
      </p:sp>
      <p:grpSp>
        <p:nvGrpSpPr>
          <p:cNvPr id="6778" name="Google Shape;6778;p85"/>
          <p:cNvGrpSpPr/>
          <p:nvPr/>
        </p:nvGrpSpPr>
        <p:grpSpPr>
          <a:xfrm>
            <a:off x="1075038" y="2582562"/>
            <a:ext cx="4831492" cy="2384853"/>
            <a:chOff x="1075038" y="2582562"/>
            <a:chExt cx="4831492" cy="2384853"/>
          </a:xfrm>
        </p:grpSpPr>
        <p:sp>
          <p:nvSpPr>
            <p:cNvPr id="6779" name="Google Shape;6779;p85"/>
            <p:cNvSpPr/>
            <p:nvPr/>
          </p:nvSpPr>
          <p:spPr>
            <a:xfrm>
              <a:off x="1421027" y="2582562"/>
              <a:ext cx="4485503" cy="1223319"/>
            </a:xfrm>
            <a:prstGeom prst="rect">
              <a:avLst/>
            </a:prstGeom>
            <a:solidFill>
              <a:schemeClr val="lt1">
                <a:alpha val="8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0" name="Google Shape;6780;p85"/>
            <p:cNvSpPr/>
            <p:nvPr/>
          </p:nvSpPr>
          <p:spPr>
            <a:xfrm>
              <a:off x="1075038" y="3608173"/>
              <a:ext cx="3966519" cy="135924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81" name="Google Shape;6781;p85"/>
          <p:cNvSpPr txBox="1"/>
          <p:nvPr/>
        </p:nvSpPr>
        <p:spPr>
          <a:xfrm>
            <a:off x="1037966" y="5016843"/>
            <a:ext cx="6570388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importance of having a “home”: </a:t>
            </a:r>
            <a:endParaRPr/>
          </a:p>
          <a:p>
            <a:pPr indent="-22542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111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definitive source of information about you</a:t>
            </a:r>
            <a:endParaRPr/>
          </a:p>
          <a:p>
            <a:pPr indent="-22542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111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place where people can find out where you are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6" name="Shape 6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7" name="Google Shape;6787;p86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Home network, visited network: 4G/5G</a:t>
            </a:r>
            <a:endParaRPr/>
          </a:p>
        </p:txBody>
      </p:sp>
      <p:sp>
        <p:nvSpPr>
          <p:cNvPr id="6788" name="Google Shape;6788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89" name="Google Shape;6789;p86"/>
          <p:cNvSpPr/>
          <p:nvPr/>
        </p:nvSpPr>
        <p:spPr>
          <a:xfrm>
            <a:off x="2503064" y="1718999"/>
            <a:ext cx="2852707" cy="1606731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0" name="Google Shape;6790;p86"/>
          <p:cNvSpPr txBox="1"/>
          <p:nvPr/>
        </p:nvSpPr>
        <p:spPr>
          <a:xfrm rot="2707326">
            <a:off x="2148628" y="3370019"/>
            <a:ext cx="5509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91" name="Google Shape;6791;p86"/>
          <p:cNvCxnSpPr/>
          <p:nvPr/>
        </p:nvCxnSpPr>
        <p:spPr>
          <a:xfrm>
            <a:off x="2238602" y="2907499"/>
            <a:ext cx="30299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92" name="Google Shape;6792;p86"/>
          <p:cNvCxnSpPr/>
          <p:nvPr/>
        </p:nvCxnSpPr>
        <p:spPr>
          <a:xfrm flipH="1" rot="10800000">
            <a:off x="2844129" y="3258019"/>
            <a:ext cx="159615" cy="25555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93" name="Google Shape;6793;p86"/>
          <p:cNvCxnSpPr/>
          <p:nvPr/>
        </p:nvCxnSpPr>
        <p:spPr>
          <a:xfrm rot="10800000">
            <a:off x="5095459" y="2849070"/>
            <a:ext cx="55699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94" name="Google Shape;6794;p86"/>
          <p:cNvSpPr/>
          <p:nvPr/>
        </p:nvSpPr>
        <p:spPr>
          <a:xfrm>
            <a:off x="4778877" y="4372935"/>
            <a:ext cx="2644013" cy="1366652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5" name="Google Shape;6795;p86"/>
          <p:cNvSpPr txBox="1"/>
          <p:nvPr/>
        </p:nvSpPr>
        <p:spPr>
          <a:xfrm>
            <a:off x="5102481" y="5085311"/>
            <a:ext cx="1799468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mobile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carrier network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96" name="Google Shape;6796;p86"/>
          <p:cNvCxnSpPr/>
          <p:nvPr/>
        </p:nvCxnSpPr>
        <p:spPr>
          <a:xfrm>
            <a:off x="4812849" y="4686815"/>
            <a:ext cx="287182" cy="23930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97" name="Google Shape;6797;p86"/>
          <p:cNvSpPr txBox="1"/>
          <p:nvPr/>
        </p:nvSpPr>
        <p:spPr>
          <a:xfrm rot="3420582">
            <a:off x="4321324" y="5592850"/>
            <a:ext cx="47943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98" name="Google Shape;6798;p86"/>
          <p:cNvCxnSpPr/>
          <p:nvPr/>
        </p:nvCxnSpPr>
        <p:spPr>
          <a:xfrm>
            <a:off x="4475884" y="5256847"/>
            <a:ext cx="30299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99" name="Google Shape;6799;p86"/>
          <p:cNvCxnSpPr/>
          <p:nvPr/>
        </p:nvCxnSpPr>
        <p:spPr>
          <a:xfrm flipH="1" rot="10800000">
            <a:off x="5076209" y="5675136"/>
            <a:ext cx="159615" cy="25555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00" name="Google Shape;6800;p86"/>
          <p:cNvCxnSpPr/>
          <p:nvPr/>
        </p:nvCxnSpPr>
        <p:spPr>
          <a:xfrm>
            <a:off x="6077864" y="3859400"/>
            <a:ext cx="0" cy="61039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01" name="Google Shape;6801;p86"/>
          <p:cNvSpPr/>
          <p:nvPr/>
        </p:nvSpPr>
        <p:spPr>
          <a:xfrm>
            <a:off x="5458020" y="2675678"/>
            <a:ext cx="1906785" cy="1233276"/>
          </a:xfrm>
          <a:custGeom>
            <a:rect b="b" l="l" r="r" t="t"/>
            <a:pathLst>
              <a:path extrusionOk="0" h="1563328" w="2428541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2" name="Google Shape;6802;p86"/>
          <p:cNvSpPr txBox="1"/>
          <p:nvPr/>
        </p:nvSpPr>
        <p:spPr>
          <a:xfrm>
            <a:off x="5580284" y="3007662"/>
            <a:ext cx="1651799" cy="738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 Internet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inter-carrier IPX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3" name="Google Shape;6803;p86"/>
          <p:cNvSpPr txBox="1"/>
          <p:nvPr/>
        </p:nvSpPr>
        <p:spPr>
          <a:xfrm rot="4115069">
            <a:off x="4421149" y="3355768"/>
            <a:ext cx="550996" cy="905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04" name="Google Shape;6804;p86"/>
          <p:cNvGrpSpPr/>
          <p:nvPr/>
        </p:nvGrpSpPr>
        <p:grpSpPr>
          <a:xfrm>
            <a:off x="5752811" y="4473502"/>
            <a:ext cx="763454" cy="668861"/>
            <a:chOff x="7270567" y="5238206"/>
            <a:chExt cx="763454" cy="668861"/>
          </a:xfrm>
        </p:grpSpPr>
        <p:grpSp>
          <p:nvGrpSpPr>
            <p:cNvPr id="6805" name="Google Shape;6805;p86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6806" name="Google Shape;6806;p8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807" name="Google Shape;6807;p8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808" name="Google Shape;6808;p8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809" name="Google Shape;6809;p8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0" name="Google Shape;6810;p8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1" name="Google Shape;6811;p8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2" name="Google Shape;6812;p8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813" name="Google Shape;6813;p86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endParaRPr/>
            </a:p>
          </p:txBody>
        </p:sp>
      </p:grpSp>
      <p:grpSp>
        <p:nvGrpSpPr>
          <p:cNvPr id="6814" name="Google Shape;6814;p86"/>
          <p:cNvGrpSpPr/>
          <p:nvPr/>
        </p:nvGrpSpPr>
        <p:grpSpPr>
          <a:xfrm>
            <a:off x="4591901" y="2498785"/>
            <a:ext cx="763454" cy="668861"/>
            <a:chOff x="7270567" y="5238206"/>
            <a:chExt cx="763454" cy="668861"/>
          </a:xfrm>
        </p:grpSpPr>
        <p:grpSp>
          <p:nvGrpSpPr>
            <p:cNvPr id="6815" name="Google Shape;6815;p86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6816" name="Google Shape;6816;p8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817" name="Google Shape;6817;p8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818" name="Google Shape;6818;p8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819" name="Google Shape;6819;p8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0" name="Google Shape;6820;p8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1" name="Google Shape;6821;p8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2" name="Google Shape;6822;p8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823" name="Google Shape;6823;p86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P-GW</a:t>
              </a:r>
              <a:endParaRPr/>
            </a:p>
          </p:txBody>
        </p:sp>
      </p:grpSp>
      <p:sp>
        <p:nvSpPr>
          <p:cNvPr id="6824" name="Google Shape;6824;p86"/>
          <p:cNvSpPr txBox="1"/>
          <p:nvPr/>
        </p:nvSpPr>
        <p:spPr>
          <a:xfrm>
            <a:off x="2670196" y="2586680"/>
            <a:ext cx="1799468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mobile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carrier network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25" name="Google Shape;6825;p86"/>
          <p:cNvGrpSpPr/>
          <p:nvPr/>
        </p:nvGrpSpPr>
        <p:grpSpPr>
          <a:xfrm>
            <a:off x="3452123" y="1771605"/>
            <a:ext cx="1442258" cy="736694"/>
            <a:chOff x="3056709" y="2599509"/>
            <a:chExt cx="1442258" cy="736694"/>
          </a:xfrm>
        </p:grpSpPr>
        <p:sp>
          <p:nvSpPr>
            <p:cNvPr id="6826" name="Google Shape;6826;p86"/>
            <p:cNvSpPr txBox="1"/>
            <p:nvPr/>
          </p:nvSpPr>
          <p:spPr>
            <a:xfrm>
              <a:off x="3507285" y="2702843"/>
              <a:ext cx="99168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27" name="Google Shape;6827;p86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6828" name="Google Shape;6828;p86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6829" name="Google Shape;6829;p86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0" name="Google Shape;6830;p86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1" name="Google Shape;6831;p86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2" name="Google Shape;6832;p86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833" name="Google Shape;6833;p86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6834" name="Google Shape;6834;p8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6835" name="Google Shape;6835;p86"/>
          <p:cNvGrpSpPr/>
          <p:nvPr/>
        </p:nvGrpSpPr>
        <p:grpSpPr>
          <a:xfrm>
            <a:off x="1018903" y="1502227"/>
            <a:ext cx="1874623" cy="1214848"/>
            <a:chOff x="9013371" y="2795450"/>
            <a:chExt cx="1874623" cy="1214848"/>
          </a:xfrm>
        </p:grpSpPr>
        <p:sp>
          <p:nvSpPr>
            <p:cNvPr id="6836" name="Google Shape;6836;p86"/>
            <p:cNvSpPr/>
            <p:nvPr/>
          </p:nvSpPr>
          <p:spPr>
            <a:xfrm>
              <a:off x="9013371" y="2967390"/>
              <a:ext cx="1306286" cy="1042908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837" name="Google Shape;6837;p86"/>
            <p:cNvCxnSpPr/>
            <p:nvPr/>
          </p:nvCxnSpPr>
          <p:spPr>
            <a:xfrm rot="10800000">
              <a:off x="9960584" y="3639030"/>
              <a:ext cx="92741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838" name="Google Shape;6838;p86"/>
            <p:cNvGrpSpPr/>
            <p:nvPr/>
          </p:nvGrpSpPr>
          <p:grpSpPr>
            <a:xfrm>
              <a:off x="9274627" y="2795450"/>
              <a:ext cx="810933" cy="985003"/>
              <a:chOff x="9236146" y="2789414"/>
              <a:chExt cx="888604" cy="1226172"/>
            </a:xfrm>
          </p:grpSpPr>
          <p:grpSp>
            <p:nvGrpSpPr>
              <p:cNvPr id="6839" name="Google Shape;6839;p86"/>
              <p:cNvGrpSpPr/>
              <p:nvPr/>
            </p:nvGrpSpPr>
            <p:grpSpPr>
              <a:xfrm>
                <a:off x="9236146" y="2789414"/>
                <a:ext cx="466245" cy="953439"/>
                <a:chOff x="6476205" y="1279015"/>
                <a:chExt cx="466245" cy="953439"/>
              </a:xfrm>
            </p:grpSpPr>
            <p:grpSp>
              <p:nvGrpSpPr>
                <p:cNvPr id="6840" name="Google Shape;6840;p86"/>
                <p:cNvGrpSpPr/>
                <p:nvPr/>
              </p:nvGrpSpPr>
              <p:grpSpPr>
                <a:xfrm>
                  <a:off x="6476205" y="1279015"/>
                  <a:ext cx="466245" cy="434369"/>
                  <a:chOff x="2920" y="1424"/>
                  <a:chExt cx="326" cy="320"/>
                </a:xfrm>
              </p:grpSpPr>
              <p:sp>
                <p:nvSpPr>
                  <p:cNvPr id="6841" name="Google Shape;6841;p86"/>
                  <p:cNvSpPr/>
                  <p:nvPr/>
                </p:nvSpPr>
                <p:spPr>
                  <a:xfrm>
                    <a:off x="2920" y="1445"/>
                    <a:ext cx="326" cy="28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842" name="Google Shape;6842;p86"/>
                  <p:cNvGrpSpPr/>
                  <p:nvPr/>
                </p:nvGrpSpPr>
                <p:grpSpPr>
                  <a:xfrm>
                    <a:off x="2949" y="1424"/>
                    <a:ext cx="265" cy="280"/>
                    <a:chOff x="2949" y="1424"/>
                    <a:chExt cx="265" cy="280"/>
                  </a:xfrm>
                </p:grpSpPr>
                <p:sp>
                  <p:nvSpPr>
                    <p:cNvPr id="6843" name="Google Shape;6843;p86"/>
                    <p:cNvSpPr/>
                    <p:nvPr/>
                  </p:nvSpPr>
                  <p:spPr>
                    <a:xfrm>
                      <a:off x="3030" y="1545"/>
                      <a:ext cx="107" cy="92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44" name="Google Shape;6844;p86"/>
                    <p:cNvSpPr/>
                    <p:nvPr/>
                  </p:nvSpPr>
                  <p:spPr>
                    <a:xfrm>
                      <a:off x="3006" y="1525"/>
                      <a:ext cx="154" cy="131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45" name="Google Shape;6845;p86"/>
                    <p:cNvSpPr/>
                    <p:nvPr/>
                  </p:nvSpPr>
                  <p:spPr>
                    <a:xfrm>
                      <a:off x="2983" y="1501"/>
                      <a:ext cx="203" cy="179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46" name="Google Shape;6846;p86"/>
                    <p:cNvSpPr/>
                    <p:nvPr/>
                  </p:nvSpPr>
                  <p:spPr>
                    <a:xfrm>
                      <a:off x="2949" y="1476"/>
                      <a:ext cx="265" cy="228"/>
                    </a:xfrm>
                    <a:prstGeom prst="ellipse">
                      <a:avLst/>
                    </a:prstGeom>
                    <a:noFill/>
                    <a:ln cap="flat" cmpd="sng" w="12700">
                      <a:solidFill>
                        <a:srgbClr val="011199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47" name="Google Shape;6847;p86"/>
                    <p:cNvSpPr/>
                    <p:nvPr/>
                  </p:nvSpPr>
                  <p:spPr>
                    <a:xfrm flipH="1" rot="10800000">
                      <a:off x="2987" y="1424"/>
                      <a:ext cx="205" cy="143"/>
                    </a:xfrm>
                    <a:custGeom>
                      <a:rect b="b" l="l" r="r" t="t"/>
                      <a:pathLst>
                        <a:path extrusionOk="0" h="956" w="1180">
                          <a:moveTo>
                            <a:pt x="499" y="7"/>
                          </a:moveTo>
                          <a:lnTo>
                            <a:pt x="0" y="780"/>
                          </a:lnTo>
                          <a:lnTo>
                            <a:pt x="134" y="885"/>
                          </a:lnTo>
                          <a:lnTo>
                            <a:pt x="366" y="920"/>
                          </a:lnTo>
                          <a:lnTo>
                            <a:pt x="534" y="956"/>
                          </a:lnTo>
                          <a:lnTo>
                            <a:pt x="829" y="949"/>
                          </a:lnTo>
                          <a:lnTo>
                            <a:pt x="1096" y="850"/>
                          </a:lnTo>
                          <a:lnTo>
                            <a:pt x="1180" y="801"/>
                          </a:lnTo>
                          <a:lnTo>
                            <a:pt x="668" y="0"/>
                          </a:lnTo>
                          <a:lnTo>
                            <a:pt x="499" y="7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848" name="Google Shape;6848;p86"/>
                  <p:cNvSpPr/>
                  <p:nvPr/>
                </p:nvSpPr>
                <p:spPr>
                  <a:xfrm>
                    <a:off x="2995" y="1615"/>
                    <a:ext cx="178" cy="129"/>
                  </a:xfrm>
                  <a:custGeom>
                    <a:rect b="b" l="l" r="r" t="t"/>
                    <a:pathLst>
                      <a:path extrusionOk="0" h="956" w="1180">
                        <a:moveTo>
                          <a:pt x="499" y="7"/>
                        </a:moveTo>
                        <a:lnTo>
                          <a:pt x="0" y="780"/>
                        </a:lnTo>
                        <a:lnTo>
                          <a:pt x="134" y="885"/>
                        </a:lnTo>
                        <a:lnTo>
                          <a:pt x="366" y="920"/>
                        </a:lnTo>
                        <a:lnTo>
                          <a:pt x="534" y="956"/>
                        </a:lnTo>
                        <a:lnTo>
                          <a:pt x="829" y="949"/>
                        </a:lnTo>
                        <a:lnTo>
                          <a:pt x="1096" y="850"/>
                        </a:lnTo>
                        <a:lnTo>
                          <a:pt x="1180" y="801"/>
                        </a:lnTo>
                        <a:lnTo>
                          <a:pt x="668" y="0"/>
                        </a:lnTo>
                        <a:lnTo>
                          <a:pt x="499" y="7"/>
                        </a:ln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49" name="Google Shape;6849;p86"/>
                <p:cNvGrpSpPr/>
                <p:nvPr/>
              </p:nvGrpSpPr>
              <p:grpSpPr>
                <a:xfrm>
                  <a:off x="6527789" y="1518577"/>
                  <a:ext cx="375668" cy="713877"/>
                  <a:chOff x="3130" y="3288"/>
                  <a:chExt cx="410" cy="742"/>
                </a:xfrm>
              </p:grpSpPr>
              <p:cxnSp>
                <p:nvCxnSpPr>
                  <p:cNvPr id="6850" name="Google Shape;6850;p86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1" name="Google Shape;6851;p86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2" name="Google Shape;6852;p86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3" name="Google Shape;6853;p86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4" name="Google Shape;6854;p86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5" name="Google Shape;6855;p86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6" name="Google Shape;6856;p86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7" name="Google Shape;6857;p86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8" name="Google Shape;6858;p86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59" name="Google Shape;6859;p86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60" name="Google Shape;6860;p86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61" name="Google Shape;6861;p86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62" name="Google Shape;6862;p86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63" name="Google Shape;6863;p86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864" name="Google Shape;6864;p86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6865" name="Google Shape;6865;p86"/>
              <p:cNvGrpSpPr/>
              <p:nvPr/>
            </p:nvGrpSpPr>
            <p:grpSpPr>
              <a:xfrm>
                <a:off x="9357602" y="3598288"/>
                <a:ext cx="767148" cy="417298"/>
                <a:chOff x="1503784" y="3006600"/>
                <a:chExt cx="1771786" cy="957087"/>
              </a:xfrm>
            </p:grpSpPr>
            <p:grpSp>
              <p:nvGrpSpPr>
                <p:cNvPr id="6866" name="Google Shape;6866;p86"/>
                <p:cNvGrpSpPr/>
                <p:nvPr/>
              </p:nvGrpSpPr>
              <p:grpSpPr>
                <a:xfrm>
                  <a:off x="1503784" y="3006600"/>
                  <a:ext cx="1771786" cy="957087"/>
                  <a:chOff x="1465684" y="2997075"/>
                  <a:chExt cx="1771786" cy="957087"/>
                </a:xfrm>
              </p:grpSpPr>
              <p:sp>
                <p:nvSpPr>
                  <p:cNvPr id="6867" name="Google Shape;6867;p86"/>
                  <p:cNvSpPr/>
                  <p:nvPr/>
                </p:nvSpPr>
                <p:spPr>
                  <a:xfrm>
                    <a:off x="1465684" y="3328365"/>
                    <a:ext cx="1771786" cy="625797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868" name="Google Shape;6868;p86"/>
                  <p:cNvSpPr/>
                  <p:nvPr/>
                </p:nvSpPr>
                <p:spPr>
                  <a:xfrm>
                    <a:off x="1466704" y="2997075"/>
                    <a:ext cx="1769640" cy="619577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</p:grpSp>
            <p:grpSp>
              <p:nvGrpSpPr>
                <p:cNvPr id="6869" name="Google Shape;6869;p86"/>
                <p:cNvGrpSpPr/>
                <p:nvPr/>
              </p:nvGrpSpPr>
              <p:grpSpPr>
                <a:xfrm>
                  <a:off x="1961060" y="3038475"/>
                  <a:ext cx="801873" cy="553944"/>
                  <a:chOff x="1951535" y="3022600"/>
                  <a:chExt cx="801873" cy="553944"/>
                </a:xfrm>
              </p:grpSpPr>
              <p:grpSp>
                <p:nvGrpSpPr>
                  <p:cNvPr id="6870" name="Google Shape;6870;p86"/>
                  <p:cNvGrpSpPr/>
                  <p:nvPr/>
                </p:nvGrpSpPr>
                <p:grpSpPr>
                  <a:xfrm>
                    <a:off x="2032000" y="3022600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6871" name="Google Shape;6871;p86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72" name="Google Shape;6872;p86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873" name="Google Shape;6873;p86"/>
                  <p:cNvGrpSpPr/>
                  <p:nvPr/>
                </p:nvGrpSpPr>
                <p:grpSpPr>
                  <a:xfrm flipH="1">
                    <a:off x="2441575" y="3032125"/>
                    <a:ext cx="257175" cy="544419"/>
                    <a:chOff x="2441575" y="2479675"/>
                    <a:chExt cx="765175" cy="1028347"/>
                  </a:xfrm>
                </p:grpSpPr>
                <p:sp>
                  <p:nvSpPr>
                    <p:cNvPr id="6874" name="Google Shape;6874;p86"/>
                    <p:cNvSpPr/>
                    <p:nvPr/>
                  </p:nvSpPr>
                  <p:spPr>
                    <a:xfrm>
                      <a:off x="2441575" y="2479675"/>
                      <a:ext cx="765175" cy="1025525"/>
                    </a:xfrm>
                    <a:prstGeom prst="parallelogram">
                      <a:avLst>
                        <a:gd fmla="val 62205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75" name="Google Shape;6875;p86"/>
                    <p:cNvSpPr/>
                    <p:nvPr/>
                  </p:nvSpPr>
                  <p:spPr>
                    <a:xfrm>
                      <a:off x="2571751" y="2558697"/>
                      <a:ext cx="603250" cy="949325"/>
                    </a:xfrm>
                    <a:prstGeom prst="parallelogram">
                      <a:avLst>
                        <a:gd fmla="val 72206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876" name="Google Shape;6876;p86"/>
                  <p:cNvSpPr/>
                  <p:nvPr/>
                </p:nvSpPr>
                <p:spPr>
                  <a:xfrm flipH="1" rot="10800000">
                    <a:off x="2057400" y="3130550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77" name="Google Shape;6877;p86"/>
                  <p:cNvSpPr/>
                  <p:nvPr/>
                </p:nvSpPr>
                <p:spPr>
                  <a:xfrm rot="-4543353">
                    <a:off x="2079626" y="3187701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78" name="Google Shape;6878;p86"/>
                  <p:cNvSpPr/>
                  <p:nvPr/>
                </p:nvSpPr>
                <p:spPr>
                  <a:xfrm flipH="1" rot="6584936">
                    <a:off x="1990347" y="3141540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79" name="Google Shape;6879;p86"/>
                  <p:cNvSpPr/>
                  <p:nvPr/>
                </p:nvSpPr>
                <p:spPr>
                  <a:xfrm>
                    <a:off x="2032000" y="3162300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0" name="Google Shape;6880;p86"/>
                  <p:cNvSpPr/>
                  <p:nvPr/>
                </p:nvSpPr>
                <p:spPr>
                  <a:xfrm rot="-6584936">
                    <a:off x="2627741" y="3146398"/>
                    <a:ext cx="9519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1" name="Google Shape;6881;p86"/>
                  <p:cNvSpPr/>
                  <p:nvPr/>
                </p:nvSpPr>
                <p:spPr>
                  <a:xfrm rot="4492456">
                    <a:off x="2397126" y="31972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882" name="Google Shape;6882;p86"/>
                  <p:cNvGrpSpPr/>
                  <p:nvPr/>
                </p:nvGrpSpPr>
                <p:grpSpPr>
                  <a:xfrm>
                    <a:off x="1951535" y="3316761"/>
                    <a:ext cx="801873" cy="106763"/>
                    <a:chOff x="1953503" y="3313586"/>
                    <a:chExt cx="706591" cy="106763"/>
                  </a:xfrm>
                </p:grpSpPr>
                <p:sp>
                  <p:nvSpPr>
                    <p:cNvPr id="6883" name="Google Shape;6883;p86"/>
                    <p:cNvSpPr/>
                    <p:nvPr/>
                  </p:nvSpPr>
                  <p:spPr>
                    <a:xfrm flipH="1" rot="10800000">
                      <a:off x="2012950" y="3330575"/>
                      <a:ext cx="625475" cy="60324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84" name="Google Shape;6884;p86"/>
                    <p:cNvSpPr/>
                    <p:nvPr/>
                  </p:nvSpPr>
                  <p:spPr>
                    <a:xfrm flipH="1" rot="6584936">
                      <a:off x="1945897" y="3341565"/>
                      <a:ext cx="95195" cy="50805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85" name="Google Shape;6885;p86"/>
                    <p:cNvSpPr/>
                    <p:nvPr/>
                  </p:nvSpPr>
                  <p:spPr>
                    <a:xfrm>
                      <a:off x="1987550" y="3362325"/>
                      <a:ext cx="650875" cy="45719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8FAAD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86" name="Google Shape;6886;p86"/>
                    <p:cNvSpPr/>
                    <p:nvPr/>
                  </p:nvSpPr>
                  <p:spPr>
                    <a:xfrm rot="-6584936">
                      <a:off x="2577455" y="3347983"/>
                      <a:ext cx="95195" cy="40287"/>
                    </a:xfrm>
                    <a:prstGeom prst="parallelogram">
                      <a:avLst>
                        <a:gd fmla="val 30290" name="adj"/>
                      </a:avLst>
                    </a:prstGeom>
                    <a:solidFill>
                      <a:srgbClr val="011199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887" name="Google Shape;6887;p86"/>
                  <p:cNvSpPr/>
                  <p:nvPr/>
                </p:nvSpPr>
                <p:spPr>
                  <a:xfrm rot="4389628">
                    <a:off x="2495482" y="3370576"/>
                    <a:ext cx="160883" cy="55150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8" name="Google Shape;6888;p86"/>
                  <p:cNvSpPr/>
                  <p:nvPr/>
                </p:nvSpPr>
                <p:spPr>
                  <a:xfrm rot="-4531743">
                    <a:off x="2025651" y="3362326"/>
                    <a:ext cx="2571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6889" name="Google Shape;6889;p86"/>
          <p:cNvGrpSpPr/>
          <p:nvPr/>
        </p:nvGrpSpPr>
        <p:grpSpPr>
          <a:xfrm>
            <a:off x="1669048" y="2706129"/>
            <a:ext cx="719669" cy="694685"/>
            <a:chOff x="9493249" y="5053913"/>
            <a:chExt cx="719669" cy="694685"/>
          </a:xfrm>
        </p:grpSpPr>
        <p:sp>
          <p:nvSpPr>
            <p:cNvPr id="6890" name="Google Shape;6890;p86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1" name="Google Shape;6891;p86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92" name="Google Shape;6892;p86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6893" name="Google Shape;6893;p86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4" name="Google Shape;6894;p86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5" name="Google Shape;6895;p86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6" name="Google Shape;6896;p86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7" name="Google Shape;6897;p86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98" name="Google Shape;6898;p86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899" name="Google Shape;6899;p86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0" name="Google Shape;6900;p86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1" name="Google Shape;6901;p86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2" name="Google Shape;6902;p86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3" name="Google Shape;6903;p86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4" name="Google Shape;6904;p86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5" name="Google Shape;6905;p86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6" name="Google Shape;6906;p86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7" name="Google Shape;6907;p86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8" name="Google Shape;6908;p86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09" name="Google Shape;6909;p86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0" name="Google Shape;6910;p86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1" name="Google Shape;6911;p86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2" name="Google Shape;6912;p86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13" name="Google Shape;6913;p86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914" name="Google Shape;6914;p86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6915" name="Google Shape;6915;p86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6916" name="Google Shape;6916;p86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6917" name="Google Shape;6917;p86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6918" name="Google Shape;6918;p86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6919" name="Google Shape;6919;p86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6920" name="Google Shape;6920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21" name="Google Shape;6921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922" name="Google Shape;6922;p86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6923" name="Google Shape;6923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24" name="Google Shape;6924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25" name="Google Shape;6925;p86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6" name="Google Shape;6926;p86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7" name="Google Shape;6927;p86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8" name="Google Shape;6928;p86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9" name="Google Shape;6929;p86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0" name="Google Shape;6930;p86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931" name="Google Shape;6931;p86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6932" name="Google Shape;6932;p86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3" name="Google Shape;6933;p86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4" name="Google Shape;6934;p86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5" name="Google Shape;6935;p86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36" name="Google Shape;6936;p86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7" name="Google Shape;6937;p86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938" name="Google Shape;6938;p86"/>
          <p:cNvGrpSpPr/>
          <p:nvPr/>
        </p:nvGrpSpPr>
        <p:grpSpPr>
          <a:xfrm>
            <a:off x="2498237" y="3340441"/>
            <a:ext cx="719669" cy="694685"/>
            <a:chOff x="9493249" y="5053913"/>
            <a:chExt cx="719669" cy="694685"/>
          </a:xfrm>
        </p:grpSpPr>
        <p:sp>
          <p:nvSpPr>
            <p:cNvPr id="6939" name="Google Shape;6939;p86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0" name="Google Shape;6940;p86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41" name="Google Shape;6941;p86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6942" name="Google Shape;6942;p86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3" name="Google Shape;6943;p86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4" name="Google Shape;6944;p86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5" name="Google Shape;6945;p86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6" name="Google Shape;6946;p86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47" name="Google Shape;6947;p86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48" name="Google Shape;6948;p86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49" name="Google Shape;6949;p86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0" name="Google Shape;6950;p86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1" name="Google Shape;6951;p86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2" name="Google Shape;6952;p86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3" name="Google Shape;6953;p86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4" name="Google Shape;6954;p86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5" name="Google Shape;6955;p86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6" name="Google Shape;6956;p86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7" name="Google Shape;6957;p86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8" name="Google Shape;6958;p86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59" name="Google Shape;6959;p86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0" name="Google Shape;6960;p86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1" name="Google Shape;6961;p86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2" name="Google Shape;6962;p86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963" name="Google Shape;6963;p86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6964" name="Google Shape;6964;p86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6965" name="Google Shape;6965;p86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6966" name="Google Shape;6966;p86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6967" name="Google Shape;6967;p86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6968" name="Google Shape;6968;p86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6969" name="Google Shape;6969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0" name="Google Shape;6970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971" name="Google Shape;6971;p86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6972" name="Google Shape;6972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3" name="Google Shape;6973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74" name="Google Shape;6974;p86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5" name="Google Shape;6975;p86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6" name="Google Shape;6976;p86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7" name="Google Shape;6977;p86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8" name="Google Shape;6978;p86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9" name="Google Shape;6979;p86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980" name="Google Shape;6980;p86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6981" name="Google Shape;6981;p86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2" name="Google Shape;6982;p86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3" name="Google Shape;6983;p86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4" name="Google Shape;6984;p86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85" name="Google Shape;6985;p86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6" name="Google Shape;6986;p86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987" name="Google Shape;6987;p86"/>
          <p:cNvGrpSpPr/>
          <p:nvPr/>
        </p:nvGrpSpPr>
        <p:grpSpPr>
          <a:xfrm>
            <a:off x="4182882" y="4123040"/>
            <a:ext cx="719669" cy="694685"/>
            <a:chOff x="9493249" y="5053913"/>
            <a:chExt cx="719669" cy="694685"/>
          </a:xfrm>
        </p:grpSpPr>
        <p:sp>
          <p:nvSpPr>
            <p:cNvPr id="6988" name="Google Shape;6988;p86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9" name="Google Shape;6989;p86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90" name="Google Shape;6990;p86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6991" name="Google Shape;6991;p86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2" name="Google Shape;6992;p86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3" name="Google Shape;6993;p86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4" name="Google Shape;6994;p86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5" name="Google Shape;6995;p86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96" name="Google Shape;6996;p86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97" name="Google Shape;6997;p86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98" name="Google Shape;6998;p86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99" name="Google Shape;6999;p86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0" name="Google Shape;7000;p86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1" name="Google Shape;7001;p86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2" name="Google Shape;7002;p86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3" name="Google Shape;7003;p86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4" name="Google Shape;7004;p86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5" name="Google Shape;7005;p86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6" name="Google Shape;7006;p86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7" name="Google Shape;7007;p86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8" name="Google Shape;7008;p86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9" name="Google Shape;7009;p86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10" name="Google Shape;7010;p86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11" name="Google Shape;7011;p86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12" name="Google Shape;7012;p86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7013" name="Google Shape;7013;p86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7014" name="Google Shape;7014;p86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7015" name="Google Shape;7015;p86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7016" name="Google Shape;7016;p86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7017" name="Google Shape;7017;p86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018" name="Google Shape;7018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9" name="Google Shape;7019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020" name="Google Shape;7020;p86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021" name="Google Shape;7021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22" name="Google Shape;7022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023" name="Google Shape;7023;p86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24" name="Google Shape;7024;p86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25" name="Google Shape;7025;p86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26" name="Google Shape;7026;p86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27" name="Google Shape;7027;p86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28" name="Google Shape;7028;p86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29" name="Google Shape;7029;p86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7030" name="Google Shape;7030;p86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31" name="Google Shape;7031;p86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32" name="Google Shape;7032;p86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33" name="Google Shape;7033;p86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034" name="Google Shape;7034;p86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35" name="Google Shape;7035;p86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036" name="Google Shape;7036;p86"/>
          <p:cNvGrpSpPr/>
          <p:nvPr/>
        </p:nvGrpSpPr>
        <p:grpSpPr>
          <a:xfrm>
            <a:off x="3816299" y="4843850"/>
            <a:ext cx="719669" cy="694685"/>
            <a:chOff x="9493249" y="5053913"/>
            <a:chExt cx="719669" cy="694685"/>
          </a:xfrm>
        </p:grpSpPr>
        <p:sp>
          <p:nvSpPr>
            <p:cNvPr id="7037" name="Google Shape;7037;p86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8" name="Google Shape;7038;p86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39" name="Google Shape;7039;p86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7040" name="Google Shape;7040;p86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1" name="Google Shape;7041;p86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2" name="Google Shape;7042;p86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3" name="Google Shape;7043;p86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4" name="Google Shape;7044;p86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45" name="Google Shape;7045;p86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46" name="Google Shape;7046;p86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47" name="Google Shape;7047;p86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48" name="Google Shape;7048;p86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49" name="Google Shape;7049;p86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0" name="Google Shape;7050;p86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1" name="Google Shape;7051;p86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2" name="Google Shape;7052;p86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3" name="Google Shape;7053;p86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4" name="Google Shape;7054;p86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5" name="Google Shape;7055;p86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6" name="Google Shape;7056;p86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7" name="Google Shape;7057;p86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8" name="Google Shape;7058;p86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9" name="Google Shape;7059;p86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0" name="Google Shape;7060;p86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61" name="Google Shape;7061;p86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7062" name="Google Shape;7062;p86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7063" name="Google Shape;7063;p86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7064" name="Google Shape;7064;p86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7065" name="Google Shape;7065;p86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7066" name="Google Shape;7066;p86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067" name="Google Shape;7067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68" name="Google Shape;7068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069" name="Google Shape;7069;p86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070" name="Google Shape;7070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1" name="Google Shape;7071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072" name="Google Shape;7072;p86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3" name="Google Shape;7073;p86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4" name="Google Shape;7074;p86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5" name="Google Shape;7075;p86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6" name="Google Shape;7076;p86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7" name="Google Shape;7077;p86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78" name="Google Shape;7078;p86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7079" name="Google Shape;7079;p86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0" name="Google Shape;7080;p86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1" name="Google Shape;7081;p86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2" name="Google Shape;7082;p86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083" name="Google Shape;7083;p86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84" name="Google Shape;7084;p86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085" name="Google Shape;7085;p86"/>
          <p:cNvGrpSpPr/>
          <p:nvPr/>
        </p:nvGrpSpPr>
        <p:grpSpPr>
          <a:xfrm>
            <a:off x="4565941" y="5741775"/>
            <a:ext cx="719669" cy="694685"/>
            <a:chOff x="9493249" y="5053913"/>
            <a:chExt cx="719669" cy="694685"/>
          </a:xfrm>
        </p:grpSpPr>
        <p:sp>
          <p:nvSpPr>
            <p:cNvPr id="7086" name="Google Shape;7086;p86"/>
            <p:cNvSpPr/>
            <p:nvPr/>
          </p:nvSpPr>
          <p:spPr>
            <a:xfrm>
              <a:off x="9493249" y="5152233"/>
              <a:ext cx="719669" cy="596365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7" name="Google Shape;7087;p86"/>
            <p:cNvSpPr/>
            <p:nvPr/>
          </p:nvSpPr>
          <p:spPr>
            <a:xfrm>
              <a:off x="9575262" y="5067007"/>
              <a:ext cx="259626" cy="18020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88" name="Google Shape;7088;p86"/>
            <p:cNvGrpSpPr/>
            <p:nvPr/>
          </p:nvGrpSpPr>
          <p:grpSpPr>
            <a:xfrm>
              <a:off x="9598358" y="5053913"/>
              <a:ext cx="211046" cy="174590"/>
              <a:chOff x="2949" y="1424"/>
              <a:chExt cx="265" cy="280"/>
            </a:xfrm>
          </p:grpSpPr>
          <p:sp>
            <p:nvSpPr>
              <p:cNvPr id="7089" name="Google Shape;7089;p86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0" name="Google Shape;7090;p86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1" name="Google Shape;7091;p86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2" name="Google Shape;7092;p86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3" name="Google Shape;7093;p86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94" name="Google Shape;7094;p86"/>
            <p:cNvSpPr/>
            <p:nvPr/>
          </p:nvSpPr>
          <p:spPr>
            <a:xfrm>
              <a:off x="9634992" y="5173008"/>
              <a:ext cx="141759" cy="80436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95" name="Google Shape;7095;p86"/>
            <p:cNvCxnSpPr/>
            <p:nvPr/>
          </p:nvCxnSpPr>
          <p:spPr>
            <a:xfrm flipH="1">
              <a:off x="9603986" y="5163958"/>
              <a:ext cx="104595" cy="29699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6" name="Google Shape;7096;p86"/>
            <p:cNvCxnSpPr/>
            <p:nvPr/>
          </p:nvCxnSpPr>
          <p:spPr>
            <a:xfrm>
              <a:off x="9708581" y="5163958"/>
              <a:ext cx="104595" cy="29566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7" name="Google Shape;7097;p86"/>
            <p:cNvCxnSpPr/>
            <p:nvPr/>
          </p:nvCxnSpPr>
          <p:spPr>
            <a:xfrm>
              <a:off x="9603986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8" name="Google Shape;7098;p86"/>
            <p:cNvCxnSpPr/>
            <p:nvPr/>
          </p:nvCxnSpPr>
          <p:spPr>
            <a:xfrm flipH="1">
              <a:off x="9708581" y="5459622"/>
              <a:ext cx="104595" cy="322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9" name="Google Shape;7099;p86"/>
            <p:cNvCxnSpPr/>
            <p:nvPr/>
          </p:nvCxnSpPr>
          <p:spPr>
            <a:xfrm>
              <a:off x="9708581" y="5170587"/>
              <a:ext cx="0" cy="32129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0" name="Google Shape;7100;p86"/>
            <p:cNvCxnSpPr/>
            <p:nvPr/>
          </p:nvCxnSpPr>
          <p:spPr>
            <a:xfrm flipH="1" rot="10800000">
              <a:off x="9603986" y="5429127"/>
              <a:ext cx="104595" cy="3182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1" name="Google Shape;7101;p86"/>
            <p:cNvCxnSpPr/>
            <p:nvPr/>
          </p:nvCxnSpPr>
          <p:spPr>
            <a:xfrm rot="10800000">
              <a:off x="9708581" y="5429127"/>
              <a:ext cx="104595" cy="3049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2" name="Google Shape;7102;p86"/>
            <p:cNvCxnSpPr/>
            <p:nvPr/>
          </p:nvCxnSpPr>
          <p:spPr>
            <a:xfrm>
              <a:off x="9648375" y="5331899"/>
              <a:ext cx="60206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3" name="Google Shape;7103;p86"/>
            <p:cNvCxnSpPr/>
            <p:nvPr/>
          </p:nvCxnSpPr>
          <p:spPr>
            <a:xfrm flipH="1" rot="10800000">
              <a:off x="9708580" y="5331899"/>
              <a:ext cx="63267" cy="2430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4" name="Google Shape;7104;p86"/>
            <p:cNvCxnSpPr/>
            <p:nvPr/>
          </p:nvCxnSpPr>
          <p:spPr>
            <a:xfrm>
              <a:off x="9628476" y="5375210"/>
              <a:ext cx="77553" cy="33146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5" name="Google Shape;7105;p86"/>
            <p:cNvCxnSpPr/>
            <p:nvPr/>
          </p:nvCxnSpPr>
          <p:spPr>
            <a:xfrm flipH="1" rot="10800000">
              <a:off x="9708581" y="5381839"/>
              <a:ext cx="78063" cy="291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6" name="Google Shape;7106;p86"/>
            <p:cNvCxnSpPr/>
            <p:nvPr/>
          </p:nvCxnSpPr>
          <p:spPr>
            <a:xfrm flipH="1" rot="10800000">
              <a:off x="9708580" y="5287262"/>
              <a:ext cx="39797" cy="11933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7" name="Google Shape;7107;p86"/>
            <p:cNvCxnSpPr/>
            <p:nvPr/>
          </p:nvCxnSpPr>
          <p:spPr>
            <a:xfrm flipH="1" rot="10800000">
              <a:off x="9708581" y="5225831"/>
              <a:ext cx="25001" cy="92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8" name="Google Shape;7108;p86"/>
            <p:cNvCxnSpPr/>
            <p:nvPr/>
          </p:nvCxnSpPr>
          <p:spPr>
            <a:xfrm>
              <a:off x="9663681" y="5283284"/>
              <a:ext cx="48471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9" name="Google Shape;7109;p86"/>
            <p:cNvCxnSpPr/>
            <p:nvPr/>
          </p:nvCxnSpPr>
          <p:spPr>
            <a:xfrm>
              <a:off x="9685111" y="5223179"/>
              <a:ext cx="28062" cy="1591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110" name="Google Shape;7110;p86"/>
            <p:cNvGrpSpPr/>
            <p:nvPr/>
          </p:nvGrpSpPr>
          <p:grpSpPr>
            <a:xfrm>
              <a:off x="9642894" y="5425476"/>
              <a:ext cx="427183" cy="191690"/>
              <a:chOff x="1503784" y="3006600"/>
              <a:chExt cx="1771786" cy="957087"/>
            </a:xfrm>
          </p:grpSpPr>
          <p:grpSp>
            <p:nvGrpSpPr>
              <p:cNvPr id="7111" name="Google Shape;7111;p86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7112" name="Google Shape;7112;p86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7113" name="Google Shape;7113;p86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7114" name="Google Shape;7114;p86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7115" name="Google Shape;7115;p86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116" name="Google Shape;7116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17" name="Google Shape;7117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118" name="Google Shape;7118;p86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119" name="Google Shape;7119;p8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20" name="Google Shape;7120;p8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121" name="Google Shape;7121;p86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2" name="Google Shape;7122;p86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3" name="Google Shape;7123;p86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4" name="Google Shape;7124;p86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5" name="Google Shape;7125;p86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6" name="Google Shape;7126;p86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127" name="Google Shape;7127;p86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7128" name="Google Shape;7128;p86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29" name="Google Shape;7129;p86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30" name="Google Shape;7130;p86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31" name="Google Shape;7131;p86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132" name="Google Shape;7132;p86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33" name="Google Shape;7133;p86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134" name="Google Shape;7134;p86"/>
          <p:cNvGrpSpPr/>
          <p:nvPr/>
        </p:nvGrpSpPr>
        <p:grpSpPr>
          <a:xfrm>
            <a:off x="297592" y="2743200"/>
            <a:ext cx="1803057" cy="1767015"/>
            <a:chOff x="297592" y="2743200"/>
            <a:chExt cx="1803057" cy="1767015"/>
          </a:xfrm>
        </p:grpSpPr>
        <p:sp>
          <p:nvSpPr>
            <p:cNvPr id="7135" name="Google Shape;7135;p86"/>
            <p:cNvSpPr/>
            <p:nvPr/>
          </p:nvSpPr>
          <p:spPr>
            <a:xfrm>
              <a:off x="1025611" y="2743200"/>
              <a:ext cx="222420" cy="1767015"/>
            </a:xfrm>
            <a:custGeom>
              <a:rect b="b" l="l" r="r" t="t"/>
              <a:pathLst>
                <a:path extrusionOk="0" h="1767015" w="447747">
                  <a:moveTo>
                    <a:pt x="447747" y="1767015"/>
                  </a:moveTo>
                  <a:cubicBezTo>
                    <a:pt x="221206" y="1507523"/>
                    <a:pt x="27618" y="1134762"/>
                    <a:pt x="2904" y="840259"/>
                  </a:cubicBezTo>
                  <a:cubicBezTo>
                    <a:pt x="-21810" y="545757"/>
                    <a:pt x="114115" y="263612"/>
                    <a:pt x="299466" y="0"/>
                  </a:cubicBezTo>
                </a:path>
              </a:pathLst>
            </a:custGeom>
            <a:noFill/>
            <a:ln cap="sq" cmpd="sng" w="571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6" name="Google Shape;7136;p86"/>
            <p:cNvSpPr txBox="1"/>
            <p:nvPr/>
          </p:nvSpPr>
          <p:spPr>
            <a:xfrm>
              <a:off x="297592" y="3558745"/>
              <a:ext cx="180305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 home network</a:t>
              </a:r>
              <a:endParaRPr/>
            </a:p>
          </p:txBody>
        </p:sp>
      </p:grpSp>
      <p:grpSp>
        <p:nvGrpSpPr>
          <p:cNvPr id="7137" name="Google Shape;7137;p86"/>
          <p:cNvGrpSpPr/>
          <p:nvPr/>
        </p:nvGrpSpPr>
        <p:grpSpPr>
          <a:xfrm>
            <a:off x="1632637" y="5652657"/>
            <a:ext cx="2565380" cy="687348"/>
            <a:chOff x="1632637" y="5652657"/>
            <a:chExt cx="2565380" cy="687348"/>
          </a:xfrm>
        </p:grpSpPr>
        <p:sp>
          <p:nvSpPr>
            <p:cNvPr id="7138" name="Google Shape;7138;p86"/>
            <p:cNvSpPr/>
            <p:nvPr/>
          </p:nvSpPr>
          <p:spPr>
            <a:xfrm flipH="1" rot="6055030">
              <a:off x="3198227" y="5045674"/>
              <a:ext cx="222420" cy="1767015"/>
            </a:xfrm>
            <a:custGeom>
              <a:rect b="b" l="l" r="r" t="t"/>
              <a:pathLst>
                <a:path extrusionOk="0" h="1767015" w="447747">
                  <a:moveTo>
                    <a:pt x="447747" y="1767015"/>
                  </a:moveTo>
                  <a:cubicBezTo>
                    <a:pt x="221206" y="1507523"/>
                    <a:pt x="27618" y="1134762"/>
                    <a:pt x="2904" y="840259"/>
                  </a:cubicBezTo>
                  <a:cubicBezTo>
                    <a:pt x="-21810" y="545757"/>
                    <a:pt x="114115" y="263612"/>
                    <a:pt x="299466" y="0"/>
                  </a:cubicBezTo>
                </a:path>
              </a:pathLst>
            </a:custGeom>
            <a:noFill/>
            <a:ln cap="sq" cmpd="sng" w="571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9" name="Google Shape;7139;p86"/>
            <p:cNvSpPr/>
            <p:nvPr/>
          </p:nvSpPr>
          <p:spPr>
            <a:xfrm>
              <a:off x="2545492" y="5807676"/>
              <a:ext cx="864973" cy="30891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0" name="Google Shape;7140;p86"/>
            <p:cNvSpPr txBox="1"/>
            <p:nvPr/>
          </p:nvSpPr>
          <p:spPr>
            <a:xfrm>
              <a:off x="1632637" y="5774722"/>
              <a:ext cx="180305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roaming in visited network</a:t>
              </a:r>
              <a:endParaRPr/>
            </a:p>
          </p:txBody>
        </p:sp>
      </p:grpSp>
      <p:grpSp>
        <p:nvGrpSpPr>
          <p:cNvPr id="7141" name="Google Shape;7141;p86"/>
          <p:cNvGrpSpPr/>
          <p:nvPr/>
        </p:nvGrpSpPr>
        <p:grpSpPr>
          <a:xfrm>
            <a:off x="153945" y="4497859"/>
            <a:ext cx="2436745" cy="1674611"/>
            <a:chOff x="153945" y="4485503"/>
            <a:chExt cx="2436745" cy="1674611"/>
          </a:xfrm>
        </p:grpSpPr>
        <p:grpSp>
          <p:nvGrpSpPr>
            <p:cNvPr id="7142" name="Google Shape;7142;p86"/>
            <p:cNvGrpSpPr/>
            <p:nvPr/>
          </p:nvGrpSpPr>
          <p:grpSpPr>
            <a:xfrm>
              <a:off x="1470455" y="4485503"/>
              <a:ext cx="1120235" cy="1033731"/>
              <a:chOff x="2751" y="1851"/>
              <a:chExt cx="462" cy="478"/>
            </a:xfrm>
          </p:grpSpPr>
          <p:pic>
            <p:nvPicPr>
              <p:cNvPr descr="iphone_stylized_small" id="7143" name="Google Shape;7143;p8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144" name="Google Shape;7144;p8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 picture containing sitting, drawing, bus&#10;&#10;Description automatically generated" id="7145" name="Google Shape;7145;p8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91220" y="4757350"/>
              <a:ext cx="625223" cy="3535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46" name="Google Shape;7146;p86"/>
            <p:cNvSpPr txBox="1"/>
            <p:nvPr/>
          </p:nvSpPr>
          <p:spPr>
            <a:xfrm>
              <a:off x="153945" y="5123933"/>
              <a:ext cx="1803057" cy="1036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SIM card: </a:t>
              </a:r>
              <a:r>
                <a:rPr i="1" lang="en-US" sz="1800">
                  <a:solidFill>
                    <a:srgbClr val="011199"/>
                  </a:solidFill>
                  <a:latin typeface="Calibri"/>
                  <a:ea typeface="Calibri"/>
                  <a:cs typeface="Calibri"/>
                  <a:sym typeface="Calibri"/>
                </a:rPr>
                <a:t>global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identify info including  home network</a:t>
              </a:r>
              <a:endParaRPr/>
            </a:p>
          </p:txBody>
        </p:sp>
      </p:grpSp>
      <p:grpSp>
        <p:nvGrpSpPr>
          <p:cNvPr id="7147" name="Google Shape;7147;p86"/>
          <p:cNvGrpSpPr/>
          <p:nvPr/>
        </p:nvGrpSpPr>
        <p:grpSpPr>
          <a:xfrm>
            <a:off x="4905633" y="1557329"/>
            <a:ext cx="7006281" cy="1593206"/>
            <a:chOff x="4905633" y="1557329"/>
            <a:chExt cx="7006281" cy="1593206"/>
          </a:xfrm>
        </p:grpSpPr>
        <p:sp>
          <p:nvSpPr>
            <p:cNvPr id="7148" name="Google Shape;7148;p86"/>
            <p:cNvSpPr/>
            <p:nvPr/>
          </p:nvSpPr>
          <p:spPr>
            <a:xfrm>
              <a:off x="7854043" y="1557329"/>
              <a:ext cx="4057871" cy="15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network:</a:t>
              </a:r>
              <a:endParaRPr/>
            </a:p>
            <a:p>
              <a:pPr indent="-342900" lvl="0" marL="4032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(paid) service plan with cellular provider, e.g., Verizon, Orange</a:t>
              </a:r>
              <a:endParaRPr/>
            </a:p>
            <a:p>
              <a:pPr indent="-342900" lvl="0" marL="4032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 HSS stores identify &amp; services info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49" name="Google Shape;7149;p86"/>
            <p:cNvCxnSpPr/>
            <p:nvPr/>
          </p:nvCxnSpPr>
          <p:spPr>
            <a:xfrm>
              <a:off x="4905633" y="2141837"/>
              <a:ext cx="294841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50" name="Google Shape;7150;p86"/>
          <p:cNvGrpSpPr/>
          <p:nvPr/>
        </p:nvGrpSpPr>
        <p:grpSpPr>
          <a:xfrm>
            <a:off x="6645728" y="4044712"/>
            <a:ext cx="5255301" cy="2176473"/>
            <a:chOff x="6656614" y="1508341"/>
            <a:chExt cx="5255301" cy="2176473"/>
          </a:xfrm>
        </p:grpSpPr>
        <p:sp>
          <p:nvSpPr>
            <p:cNvPr id="7151" name="Google Shape;7151;p86"/>
            <p:cNvSpPr/>
            <p:nvPr/>
          </p:nvSpPr>
          <p:spPr>
            <a:xfrm>
              <a:off x="7897587" y="1508341"/>
              <a:ext cx="4014328" cy="2176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network:</a:t>
              </a:r>
              <a:endParaRPr/>
            </a:p>
            <a:p>
              <a:pPr indent="-342900" lvl="0" marL="4032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any network other than your home network</a:t>
              </a:r>
              <a:endParaRPr/>
            </a:p>
            <a:p>
              <a:pPr indent="-342900" lvl="0" marL="4032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service agreement with other networks: to provide access to visiting mobile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52" name="Google Shape;7152;p86"/>
            <p:cNvCxnSpPr/>
            <p:nvPr/>
          </p:nvCxnSpPr>
          <p:spPr>
            <a:xfrm>
              <a:off x="6656614" y="2386765"/>
              <a:ext cx="152400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7" name="Shape 7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8" name="Google Shape;7158;p87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Home network, visited network: ISP/WiFi</a:t>
            </a:r>
            <a:endParaRPr/>
          </a:p>
        </p:txBody>
      </p:sp>
      <p:sp>
        <p:nvSpPr>
          <p:cNvPr id="7159" name="Google Shape;7159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60" name="Google Shape;7160;p87"/>
          <p:cNvSpPr/>
          <p:nvPr/>
        </p:nvSpPr>
        <p:spPr>
          <a:xfrm>
            <a:off x="2503064" y="1718999"/>
            <a:ext cx="2852707" cy="1606731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1" name="Google Shape;7161;p87"/>
          <p:cNvSpPr txBox="1"/>
          <p:nvPr/>
        </p:nvSpPr>
        <p:spPr>
          <a:xfrm rot="2707326">
            <a:off x="2148628" y="3370019"/>
            <a:ext cx="5509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2" name="Google Shape;7162;p87"/>
          <p:cNvCxnSpPr/>
          <p:nvPr/>
        </p:nvCxnSpPr>
        <p:spPr>
          <a:xfrm>
            <a:off x="2238602" y="2907499"/>
            <a:ext cx="30299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63" name="Google Shape;7163;p87"/>
          <p:cNvCxnSpPr/>
          <p:nvPr/>
        </p:nvCxnSpPr>
        <p:spPr>
          <a:xfrm flipH="1" rot="10800000">
            <a:off x="2844129" y="3258019"/>
            <a:ext cx="159615" cy="25555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64" name="Google Shape;7164;p87"/>
          <p:cNvCxnSpPr/>
          <p:nvPr/>
        </p:nvCxnSpPr>
        <p:spPr>
          <a:xfrm rot="10800000">
            <a:off x="5095459" y="2849070"/>
            <a:ext cx="55699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65" name="Google Shape;7165;p87"/>
          <p:cNvSpPr/>
          <p:nvPr/>
        </p:nvSpPr>
        <p:spPr>
          <a:xfrm>
            <a:off x="4778877" y="4372935"/>
            <a:ext cx="2644013" cy="1366652"/>
          </a:xfrm>
          <a:custGeom>
            <a:rect b="b" l="l" r="r" t="t"/>
            <a:pathLst>
              <a:path extrusionOk="0" h="752973" w="1469407">
                <a:moveTo>
                  <a:pt x="287738" y="16581"/>
                </a:moveTo>
                <a:cubicBezTo>
                  <a:pt x="175672" y="50448"/>
                  <a:pt x="283319" y="178948"/>
                  <a:pt x="236062" y="251715"/>
                </a:cubicBezTo>
                <a:cubicBezTo>
                  <a:pt x="188805" y="324482"/>
                  <a:pt x="24311" y="383742"/>
                  <a:pt x="4197" y="453182"/>
                </a:cubicBezTo>
                <a:cubicBezTo>
                  <a:pt x="-15917" y="522622"/>
                  <a:pt x="38751" y="624370"/>
                  <a:pt x="115380" y="668354"/>
                </a:cubicBezTo>
                <a:cubicBezTo>
                  <a:pt x="159947" y="687216"/>
                  <a:pt x="239726" y="734993"/>
                  <a:pt x="428412" y="750509"/>
                </a:cubicBezTo>
                <a:cubicBezTo>
                  <a:pt x="892473" y="747161"/>
                  <a:pt x="1174439" y="775084"/>
                  <a:pt x="1343482" y="700972"/>
                </a:cubicBezTo>
                <a:cubicBezTo>
                  <a:pt x="1512525" y="626860"/>
                  <a:pt x="1472500" y="432033"/>
                  <a:pt x="1442671" y="305838"/>
                </a:cubicBezTo>
                <a:cubicBezTo>
                  <a:pt x="1383013" y="186526"/>
                  <a:pt x="1329938" y="245894"/>
                  <a:pt x="1211647" y="92804"/>
                </a:cubicBezTo>
                <a:cubicBezTo>
                  <a:pt x="1108624" y="44719"/>
                  <a:pt x="964793" y="13041"/>
                  <a:pt x="903988" y="5010"/>
                </a:cubicBezTo>
                <a:cubicBezTo>
                  <a:pt x="781231" y="12467"/>
                  <a:pt x="399804" y="-17286"/>
                  <a:pt x="287738" y="1658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6" name="Google Shape;7166;p87"/>
          <p:cNvCxnSpPr/>
          <p:nvPr/>
        </p:nvCxnSpPr>
        <p:spPr>
          <a:xfrm>
            <a:off x="4812849" y="4686815"/>
            <a:ext cx="287182" cy="23930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67" name="Google Shape;7167;p87"/>
          <p:cNvSpPr txBox="1"/>
          <p:nvPr/>
        </p:nvSpPr>
        <p:spPr>
          <a:xfrm rot="3420582">
            <a:off x="4321324" y="5592850"/>
            <a:ext cx="479437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8" name="Google Shape;7168;p87"/>
          <p:cNvCxnSpPr/>
          <p:nvPr/>
        </p:nvCxnSpPr>
        <p:spPr>
          <a:xfrm>
            <a:off x="4475884" y="5256847"/>
            <a:ext cx="30299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69" name="Google Shape;7169;p87"/>
          <p:cNvCxnSpPr/>
          <p:nvPr/>
        </p:nvCxnSpPr>
        <p:spPr>
          <a:xfrm flipH="1" rot="10800000">
            <a:off x="5076209" y="5675136"/>
            <a:ext cx="159615" cy="25555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70" name="Google Shape;7170;p87"/>
          <p:cNvCxnSpPr/>
          <p:nvPr/>
        </p:nvCxnSpPr>
        <p:spPr>
          <a:xfrm>
            <a:off x="6077864" y="3859400"/>
            <a:ext cx="0" cy="61039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71" name="Google Shape;7171;p87"/>
          <p:cNvSpPr/>
          <p:nvPr/>
        </p:nvSpPr>
        <p:spPr>
          <a:xfrm>
            <a:off x="5458020" y="2675678"/>
            <a:ext cx="1906785" cy="1233276"/>
          </a:xfrm>
          <a:custGeom>
            <a:rect b="b" l="l" r="r" t="t"/>
            <a:pathLst>
              <a:path extrusionOk="0" h="1563328" w="2428541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2" name="Google Shape;7172;p87"/>
          <p:cNvSpPr txBox="1"/>
          <p:nvPr/>
        </p:nvSpPr>
        <p:spPr>
          <a:xfrm>
            <a:off x="5878285" y="3072976"/>
            <a:ext cx="1061357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 Internet</a:t>
            </a:r>
            <a:endParaRPr/>
          </a:p>
        </p:txBody>
      </p:sp>
      <p:sp>
        <p:nvSpPr>
          <p:cNvPr id="7173" name="Google Shape;7173;p87"/>
          <p:cNvSpPr txBox="1"/>
          <p:nvPr/>
        </p:nvSpPr>
        <p:spPr>
          <a:xfrm rot="4115069">
            <a:off x="4421149" y="3355768"/>
            <a:ext cx="550996" cy="905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74" name="Google Shape;7174;p87"/>
          <p:cNvGrpSpPr/>
          <p:nvPr/>
        </p:nvGrpSpPr>
        <p:grpSpPr>
          <a:xfrm>
            <a:off x="5752811" y="4473502"/>
            <a:ext cx="763454" cy="668861"/>
            <a:chOff x="7270567" y="5238206"/>
            <a:chExt cx="763454" cy="668861"/>
          </a:xfrm>
        </p:grpSpPr>
        <p:grpSp>
          <p:nvGrpSpPr>
            <p:cNvPr id="7175" name="Google Shape;7175;p87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176" name="Google Shape;7176;p8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177" name="Google Shape;7177;p8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178" name="Google Shape;7178;p8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179" name="Google Shape;7179;p8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0" name="Google Shape;7180;p8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1" name="Google Shape;7181;p8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2" name="Google Shape;7182;p8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183" name="Google Shape;7183;p87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84" name="Google Shape;7184;p87"/>
          <p:cNvGrpSpPr/>
          <p:nvPr/>
        </p:nvGrpSpPr>
        <p:grpSpPr>
          <a:xfrm>
            <a:off x="4623470" y="2613088"/>
            <a:ext cx="591681" cy="375090"/>
            <a:chOff x="7493876" y="2774731"/>
            <a:chExt cx="1481958" cy="894622"/>
          </a:xfrm>
        </p:grpSpPr>
        <p:sp>
          <p:nvSpPr>
            <p:cNvPr id="7185" name="Google Shape;7185;p8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86" name="Google Shape;7186;p8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87" name="Google Shape;7187;p8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88" name="Google Shape;7188;p8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9" name="Google Shape;7189;p8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0" name="Google Shape;7190;p8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1" name="Google Shape;7191;p8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92" name="Google Shape;7192;p87"/>
          <p:cNvGrpSpPr/>
          <p:nvPr/>
        </p:nvGrpSpPr>
        <p:grpSpPr>
          <a:xfrm>
            <a:off x="3305166" y="2114504"/>
            <a:ext cx="1707651" cy="736694"/>
            <a:chOff x="3056709" y="2599509"/>
            <a:chExt cx="1707651" cy="736694"/>
          </a:xfrm>
        </p:grpSpPr>
        <p:sp>
          <p:nvSpPr>
            <p:cNvPr id="7193" name="Google Shape;7193;p87"/>
            <p:cNvSpPr txBox="1"/>
            <p:nvPr/>
          </p:nvSpPr>
          <p:spPr>
            <a:xfrm>
              <a:off x="3507285" y="2702843"/>
              <a:ext cx="1257075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94" name="Google Shape;7194;p87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7195" name="Google Shape;7195;p87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7196" name="Google Shape;7196;p87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97" name="Google Shape;7197;p87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98" name="Google Shape;7198;p87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99" name="Google Shape;7199;p87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00" name="Google Shape;7200;p87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7201" name="Google Shape;7201;p8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7202" name="Google Shape;7202;p87"/>
          <p:cNvCxnSpPr/>
          <p:nvPr/>
        </p:nvCxnSpPr>
        <p:spPr>
          <a:xfrm rot="10800000">
            <a:off x="1966116" y="2345807"/>
            <a:ext cx="92741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203" name="Google Shape;7203;p87"/>
          <p:cNvGrpSpPr/>
          <p:nvPr/>
        </p:nvGrpSpPr>
        <p:grpSpPr>
          <a:xfrm>
            <a:off x="297593" y="2743200"/>
            <a:ext cx="1188308" cy="1767015"/>
            <a:chOff x="297593" y="2743200"/>
            <a:chExt cx="1188308" cy="1767015"/>
          </a:xfrm>
        </p:grpSpPr>
        <p:sp>
          <p:nvSpPr>
            <p:cNvPr id="7204" name="Google Shape;7204;p87"/>
            <p:cNvSpPr/>
            <p:nvPr/>
          </p:nvSpPr>
          <p:spPr>
            <a:xfrm>
              <a:off x="1025611" y="2743200"/>
              <a:ext cx="222420" cy="1767015"/>
            </a:xfrm>
            <a:custGeom>
              <a:rect b="b" l="l" r="r" t="t"/>
              <a:pathLst>
                <a:path extrusionOk="0" h="1767015" w="447747">
                  <a:moveTo>
                    <a:pt x="447747" y="1767015"/>
                  </a:moveTo>
                  <a:cubicBezTo>
                    <a:pt x="221206" y="1507523"/>
                    <a:pt x="27618" y="1134762"/>
                    <a:pt x="2904" y="840259"/>
                  </a:cubicBezTo>
                  <a:cubicBezTo>
                    <a:pt x="-21810" y="545757"/>
                    <a:pt x="114115" y="263612"/>
                    <a:pt x="299466" y="0"/>
                  </a:cubicBezTo>
                </a:path>
              </a:pathLst>
            </a:custGeom>
            <a:noFill/>
            <a:ln cap="sq" cmpd="sng" w="571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5" name="Google Shape;7205;p87"/>
            <p:cNvSpPr txBox="1"/>
            <p:nvPr/>
          </p:nvSpPr>
          <p:spPr>
            <a:xfrm>
              <a:off x="297593" y="3558745"/>
              <a:ext cx="1188308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</p:grpSp>
      <p:grpSp>
        <p:nvGrpSpPr>
          <p:cNvPr id="7206" name="Google Shape;7206;p87"/>
          <p:cNvGrpSpPr/>
          <p:nvPr/>
        </p:nvGrpSpPr>
        <p:grpSpPr>
          <a:xfrm>
            <a:off x="2420857" y="5652657"/>
            <a:ext cx="1777160" cy="553049"/>
            <a:chOff x="2420857" y="5652657"/>
            <a:chExt cx="1777160" cy="553049"/>
          </a:xfrm>
        </p:grpSpPr>
        <p:sp>
          <p:nvSpPr>
            <p:cNvPr id="7207" name="Google Shape;7207;p87"/>
            <p:cNvSpPr/>
            <p:nvPr/>
          </p:nvSpPr>
          <p:spPr>
            <a:xfrm flipH="1" rot="6055030">
              <a:off x="3198227" y="5045674"/>
              <a:ext cx="222420" cy="1767015"/>
            </a:xfrm>
            <a:custGeom>
              <a:rect b="b" l="l" r="r" t="t"/>
              <a:pathLst>
                <a:path extrusionOk="0" h="1767015" w="447747">
                  <a:moveTo>
                    <a:pt x="447747" y="1767015"/>
                  </a:moveTo>
                  <a:cubicBezTo>
                    <a:pt x="221206" y="1507523"/>
                    <a:pt x="27618" y="1134762"/>
                    <a:pt x="2904" y="840259"/>
                  </a:cubicBezTo>
                  <a:cubicBezTo>
                    <a:pt x="-21810" y="545757"/>
                    <a:pt x="114115" y="263612"/>
                    <a:pt x="299466" y="0"/>
                  </a:cubicBezTo>
                </a:path>
              </a:pathLst>
            </a:custGeom>
            <a:noFill/>
            <a:ln cap="sq" cmpd="sng" w="571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8" name="Google Shape;7208;p87"/>
            <p:cNvSpPr/>
            <p:nvPr/>
          </p:nvSpPr>
          <p:spPr>
            <a:xfrm>
              <a:off x="2545492" y="5807676"/>
              <a:ext cx="864973" cy="30891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9" name="Google Shape;7209;p87"/>
            <p:cNvSpPr txBox="1"/>
            <p:nvPr/>
          </p:nvSpPr>
          <p:spPr>
            <a:xfrm>
              <a:off x="2449287" y="5791050"/>
              <a:ext cx="1051723" cy="329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</p:grpSp>
      <p:grpSp>
        <p:nvGrpSpPr>
          <p:cNvPr id="7210" name="Google Shape;7210;p87"/>
          <p:cNvGrpSpPr/>
          <p:nvPr/>
        </p:nvGrpSpPr>
        <p:grpSpPr>
          <a:xfrm>
            <a:off x="1132111" y="1715180"/>
            <a:ext cx="1038225" cy="1004887"/>
            <a:chOff x="8790214" y="1617209"/>
            <a:chExt cx="1038225" cy="1004887"/>
          </a:xfrm>
        </p:grpSpPr>
        <p:sp>
          <p:nvSpPr>
            <p:cNvPr id="7211" name="Google Shape;7211;p87"/>
            <p:cNvSpPr/>
            <p:nvPr/>
          </p:nvSpPr>
          <p:spPr>
            <a:xfrm>
              <a:off x="8790214" y="1617209"/>
              <a:ext cx="1038225" cy="1004887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12" name="Google Shape;7212;p87"/>
            <p:cNvGrpSpPr/>
            <p:nvPr/>
          </p:nvGrpSpPr>
          <p:grpSpPr>
            <a:xfrm>
              <a:off x="9337902" y="1779134"/>
              <a:ext cx="396875" cy="388937"/>
              <a:chOff x="2967" y="478"/>
              <a:chExt cx="788" cy="625"/>
            </a:xfrm>
          </p:grpSpPr>
          <p:pic>
            <p:nvPicPr>
              <p:cNvPr descr="access_point_stylized_small" id="7213" name="Google Shape;7213;p8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14" name="Google Shape;7214;p8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15" name="Google Shape;7215;p87"/>
            <p:cNvGrpSpPr/>
            <p:nvPr/>
          </p:nvGrpSpPr>
          <p:grpSpPr>
            <a:xfrm>
              <a:off x="9175977" y="2226809"/>
              <a:ext cx="282575" cy="344487"/>
              <a:chOff x="313" y="1497"/>
              <a:chExt cx="1152" cy="1014"/>
            </a:xfrm>
          </p:grpSpPr>
          <p:pic>
            <p:nvPicPr>
              <p:cNvPr descr="laptop_stylized_small" id="7216" name="Google Shape;7216;p8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7217" name="Google Shape;7217;p8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18" name="Google Shape;7218;p87"/>
            <p:cNvGrpSpPr/>
            <p:nvPr/>
          </p:nvGrpSpPr>
          <p:grpSpPr>
            <a:xfrm>
              <a:off x="8882289" y="1891846"/>
              <a:ext cx="444500" cy="381000"/>
              <a:chOff x="2751" y="1851"/>
              <a:chExt cx="462" cy="478"/>
            </a:xfrm>
          </p:grpSpPr>
          <p:pic>
            <p:nvPicPr>
              <p:cNvPr descr="iphone_stylized_small" id="7219" name="Google Shape;7219;p8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20" name="Google Shape;7220;p8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21" name="Google Shape;7221;p87"/>
          <p:cNvGrpSpPr/>
          <p:nvPr/>
        </p:nvGrpSpPr>
        <p:grpSpPr>
          <a:xfrm>
            <a:off x="1631950" y="2736850"/>
            <a:ext cx="751114" cy="702128"/>
            <a:chOff x="8790214" y="1617209"/>
            <a:chExt cx="1038225" cy="1004887"/>
          </a:xfrm>
        </p:grpSpPr>
        <p:sp>
          <p:nvSpPr>
            <p:cNvPr id="7222" name="Google Shape;7222;p87"/>
            <p:cNvSpPr/>
            <p:nvPr/>
          </p:nvSpPr>
          <p:spPr>
            <a:xfrm>
              <a:off x="8790214" y="1617209"/>
              <a:ext cx="1038225" cy="1004887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23" name="Google Shape;7223;p87"/>
            <p:cNvGrpSpPr/>
            <p:nvPr/>
          </p:nvGrpSpPr>
          <p:grpSpPr>
            <a:xfrm>
              <a:off x="9337902" y="1779134"/>
              <a:ext cx="396875" cy="388937"/>
              <a:chOff x="2967" y="478"/>
              <a:chExt cx="788" cy="625"/>
            </a:xfrm>
          </p:grpSpPr>
          <p:pic>
            <p:nvPicPr>
              <p:cNvPr descr="access_point_stylized_small" id="7224" name="Google Shape;7224;p8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25" name="Google Shape;7225;p8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26" name="Google Shape;7226;p87"/>
            <p:cNvGrpSpPr/>
            <p:nvPr/>
          </p:nvGrpSpPr>
          <p:grpSpPr>
            <a:xfrm>
              <a:off x="9175977" y="2226809"/>
              <a:ext cx="282575" cy="344487"/>
              <a:chOff x="313" y="1497"/>
              <a:chExt cx="1152" cy="1014"/>
            </a:xfrm>
          </p:grpSpPr>
          <p:pic>
            <p:nvPicPr>
              <p:cNvPr descr="laptop_stylized_small" id="7227" name="Google Shape;7227;p8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7228" name="Google Shape;7228;p8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29" name="Google Shape;7229;p87"/>
            <p:cNvGrpSpPr/>
            <p:nvPr/>
          </p:nvGrpSpPr>
          <p:grpSpPr>
            <a:xfrm>
              <a:off x="8882289" y="1891846"/>
              <a:ext cx="444500" cy="381000"/>
              <a:chOff x="2751" y="1851"/>
              <a:chExt cx="462" cy="478"/>
            </a:xfrm>
          </p:grpSpPr>
          <p:pic>
            <p:nvPicPr>
              <p:cNvPr descr="iphone_stylized_small" id="7230" name="Google Shape;7230;p8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31" name="Google Shape;7231;p8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32" name="Google Shape;7232;p87"/>
          <p:cNvGrpSpPr/>
          <p:nvPr/>
        </p:nvGrpSpPr>
        <p:grpSpPr>
          <a:xfrm>
            <a:off x="2460175" y="3346678"/>
            <a:ext cx="751114" cy="702128"/>
            <a:chOff x="8790214" y="1617209"/>
            <a:chExt cx="1038225" cy="1004887"/>
          </a:xfrm>
        </p:grpSpPr>
        <p:sp>
          <p:nvSpPr>
            <p:cNvPr id="7233" name="Google Shape;7233;p87"/>
            <p:cNvSpPr/>
            <p:nvPr/>
          </p:nvSpPr>
          <p:spPr>
            <a:xfrm>
              <a:off x="8790214" y="1617209"/>
              <a:ext cx="1038225" cy="1004887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34" name="Google Shape;7234;p87"/>
            <p:cNvGrpSpPr/>
            <p:nvPr/>
          </p:nvGrpSpPr>
          <p:grpSpPr>
            <a:xfrm>
              <a:off x="9337902" y="1779134"/>
              <a:ext cx="396875" cy="388937"/>
              <a:chOff x="2967" y="478"/>
              <a:chExt cx="788" cy="625"/>
            </a:xfrm>
          </p:grpSpPr>
          <p:pic>
            <p:nvPicPr>
              <p:cNvPr descr="access_point_stylized_small" id="7235" name="Google Shape;7235;p8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36" name="Google Shape;7236;p8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37" name="Google Shape;7237;p87"/>
            <p:cNvGrpSpPr/>
            <p:nvPr/>
          </p:nvGrpSpPr>
          <p:grpSpPr>
            <a:xfrm>
              <a:off x="9175977" y="2226809"/>
              <a:ext cx="282575" cy="344487"/>
              <a:chOff x="313" y="1497"/>
              <a:chExt cx="1152" cy="1014"/>
            </a:xfrm>
          </p:grpSpPr>
          <p:pic>
            <p:nvPicPr>
              <p:cNvPr descr="laptop_stylized_small" id="7238" name="Google Shape;7238;p8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7239" name="Google Shape;7239;p8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40" name="Google Shape;7240;p87"/>
            <p:cNvGrpSpPr/>
            <p:nvPr/>
          </p:nvGrpSpPr>
          <p:grpSpPr>
            <a:xfrm>
              <a:off x="8882289" y="1891846"/>
              <a:ext cx="444500" cy="381000"/>
              <a:chOff x="2751" y="1851"/>
              <a:chExt cx="462" cy="478"/>
            </a:xfrm>
          </p:grpSpPr>
          <p:pic>
            <p:nvPicPr>
              <p:cNvPr descr="iphone_stylized_small" id="7241" name="Google Shape;7241;p8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42" name="Google Shape;7242;p8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43" name="Google Shape;7243;p87"/>
          <p:cNvGrpSpPr/>
          <p:nvPr/>
        </p:nvGrpSpPr>
        <p:grpSpPr>
          <a:xfrm>
            <a:off x="4152907" y="4182836"/>
            <a:ext cx="751114" cy="702128"/>
            <a:chOff x="8790214" y="1617209"/>
            <a:chExt cx="1038225" cy="1004887"/>
          </a:xfrm>
        </p:grpSpPr>
        <p:sp>
          <p:nvSpPr>
            <p:cNvPr id="7244" name="Google Shape;7244;p87"/>
            <p:cNvSpPr/>
            <p:nvPr/>
          </p:nvSpPr>
          <p:spPr>
            <a:xfrm>
              <a:off x="8790214" y="1617209"/>
              <a:ext cx="1038225" cy="1004887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45" name="Google Shape;7245;p87"/>
            <p:cNvGrpSpPr/>
            <p:nvPr/>
          </p:nvGrpSpPr>
          <p:grpSpPr>
            <a:xfrm>
              <a:off x="9337902" y="1779134"/>
              <a:ext cx="396875" cy="388937"/>
              <a:chOff x="2967" y="478"/>
              <a:chExt cx="788" cy="625"/>
            </a:xfrm>
          </p:grpSpPr>
          <p:pic>
            <p:nvPicPr>
              <p:cNvPr descr="access_point_stylized_small" id="7246" name="Google Shape;7246;p8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47" name="Google Shape;7247;p8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48" name="Google Shape;7248;p87"/>
            <p:cNvGrpSpPr/>
            <p:nvPr/>
          </p:nvGrpSpPr>
          <p:grpSpPr>
            <a:xfrm>
              <a:off x="9175977" y="2226809"/>
              <a:ext cx="282575" cy="344487"/>
              <a:chOff x="313" y="1497"/>
              <a:chExt cx="1152" cy="1014"/>
            </a:xfrm>
          </p:grpSpPr>
          <p:pic>
            <p:nvPicPr>
              <p:cNvPr descr="laptop_stylized_small" id="7249" name="Google Shape;7249;p8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7250" name="Google Shape;7250;p8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51" name="Google Shape;7251;p87"/>
            <p:cNvGrpSpPr/>
            <p:nvPr/>
          </p:nvGrpSpPr>
          <p:grpSpPr>
            <a:xfrm>
              <a:off x="8882289" y="1891846"/>
              <a:ext cx="444500" cy="381000"/>
              <a:chOff x="2751" y="1851"/>
              <a:chExt cx="462" cy="478"/>
            </a:xfrm>
          </p:grpSpPr>
          <p:pic>
            <p:nvPicPr>
              <p:cNvPr descr="iphone_stylized_small" id="7252" name="Google Shape;7252;p8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53" name="Google Shape;7253;p8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54" name="Google Shape;7254;p87"/>
          <p:cNvGrpSpPr/>
          <p:nvPr/>
        </p:nvGrpSpPr>
        <p:grpSpPr>
          <a:xfrm>
            <a:off x="3837225" y="4872036"/>
            <a:ext cx="751114" cy="702128"/>
            <a:chOff x="8790214" y="1617209"/>
            <a:chExt cx="1038225" cy="1004887"/>
          </a:xfrm>
        </p:grpSpPr>
        <p:sp>
          <p:nvSpPr>
            <p:cNvPr id="7255" name="Google Shape;7255;p87"/>
            <p:cNvSpPr/>
            <p:nvPr/>
          </p:nvSpPr>
          <p:spPr>
            <a:xfrm>
              <a:off x="8790214" y="1617209"/>
              <a:ext cx="1038225" cy="1004887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56" name="Google Shape;7256;p87"/>
            <p:cNvGrpSpPr/>
            <p:nvPr/>
          </p:nvGrpSpPr>
          <p:grpSpPr>
            <a:xfrm>
              <a:off x="9337902" y="1779134"/>
              <a:ext cx="396875" cy="388937"/>
              <a:chOff x="2967" y="478"/>
              <a:chExt cx="788" cy="625"/>
            </a:xfrm>
          </p:grpSpPr>
          <p:pic>
            <p:nvPicPr>
              <p:cNvPr descr="access_point_stylized_small" id="7257" name="Google Shape;7257;p8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58" name="Google Shape;7258;p8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59" name="Google Shape;7259;p87"/>
            <p:cNvGrpSpPr/>
            <p:nvPr/>
          </p:nvGrpSpPr>
          <p:grpSpPr>
            <a:xfrm>
              <a:off x="9175977" y="2226809"/>
              <a:ext cx="282575" cy="344487"/>
              <a:chOff x="313" y="1497"/>
              <a:chExt cx="1152" cy="1014"/>
            </a:xfrm>
          </p:grpSpPr>
          <p:pic>
            <p:nvPicPr>
              <p:cNvPr descr="laptop_stylized_small" id="7260" name="Google Shape;7260;p8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7261" name="Google Shape;7261;p8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62" name="Google Shape;7262;p87"/>
            <p:cNvGrpSpPr/>
            <p:nvPr/>
          </p:nvGrpSpPr>
          <p:grpSpPr>
            <a:xfrm>
              <a:off x="8882289" y="1891846"/>
              <a:ext cx="444500" cy="381000"/>
              <a:chOff x="2751" y="1851"/>
              <a:chExt cx="462" cy="478"/>
            </a:xfrm>
          </p:grpSpPr>
          <p:pic>
            <p:nvPicPr>
              <p:cNvPr descr="iphone_stylized_small" id="7263" name="Google Shape;7263;p8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64" name="Google Shape;7264;p8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65" name="Google Shape;7265;p87"/>
          <p:cNvGrpSpPr/>
          <p:nvPr/>
        </p:nvGrpSpPr>
        <p:grpSpPr>
          <a:xfrm>
            <a:off x="4566572" y="5757178"/>
            <a:ext cx="751114" cy="702128"/>
            <a:chOff x="8790214" y="1617209"/>
            <a:chExt cx="1038225" cy="1004887"/>
          </a:xfrm>
        </p:grpSpPr>
        <p:sp>
          <p:nvSpPr>
            <p:cNvPr id="7266" name="Google Shape;7266;p87"/>
            <p:cNvSpPr/>
            <p:nvPr/>
          </p:nvSpPr>
          <p:spPr>
            <a:xfrm>
              <a:off x="8790214" y="1617209"/>
              <a:ext cx="1038225" cy="1004887"/>
            </a:xfrm>
            <a:prstGeom prst="ellipse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67" name="Google Shape;7267;p87"/>
            <p:cNvGrpSpPr/>
            <p:nvPr/>
          </p:nvGrpSpPr>
          <p:grpSpPr>
            <a:xfrm>
              <a:off x="9337902" y="1779134"/>
              <a:ext cx="396875" cy="388937"/>
              <a:chOff x="2967" y="478"/>
              <a:chExt cx="788" cy="625"/>
            </a:xfrm>
          </p:grpSpPr>
          <p:pic>
            <p:nvPicPr>
              <p:cNvPr descr="access_point_stylized_small" id="7268" name="Google Shape;7268;p8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69" name="Google Shape;7269;p8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70" name="Google Shape;7270;p87"/>
            <p:cNvGrpSpPr/>
            <p:nvPr/>
          </p:nvGrpSpPr>
          <p:grpSpPr>
            <a:xfrm>
              <a:off x="9175977" y="2226809"/>
              <a:ext cx="282575" cy="344487"/>
              <a:chOff x="313" y="1497"/>
              <a:chExt cx="1152" cy="1014"/>
            </a:xfrm>
          </p:grpSpPr>
          <p:pic>
            <p:nvPicPr>
              <p:cNvPr descr="laptop_stylized_small" id="7271" name="Google Shape;7271;p8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7272" name="Google Shape;7272;p8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73" name="Google Shape;7273;p87"/>
            <p:cNvGrpSpPr/>
            <p:nvPr/>
          </p:nvGrpSpPr>
          <p:grpSpPr>
            <a:xfrm>
              <a:off x="8882289" y="1891846"/>
              <a:ext cx="444500" cy="381000"/>
              <a:chOff x="2751" y="1851"/>
              <a:chExt cx="462" cy="478"/>
            </a:xfrm>
          </p:grpSpPr>
          <p:pic>
            <p:nvPicPr>
              <p:cNvPr descr="iphone_stylized_small" id="7274" name="Google Shape;7274;p8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275" name="Google Shape;7275;p8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76" name="Google Shape;7276;p87"/>
          <p:cNvGrpSpPr/>
          <p:nvPr/>
        </p:nvGrpSpPr>
        <p:grpSpPr>
          <a:xfrm>
            <a:off x="5351681" y="4961119"/>
            <a:ext cx="1707651" cy="736694"/>
            <a:chOff x="3056709" y="2599509"/>
            <a:chExt cx="1707651" cy="736694"/>
          </a:xfrm>
        </p:grpSpPr>
        <p:sp>
          <p:nvSpPr>
            <p:cNvPr id="7277" name="Google Shape;7277;p87"/>
            <p:cNvSpPr txBox="1"/>
            <p:nvPr/>
          </p:nvSpPr>
          <p:spPr>
            <a:xfrm>
              <a:off x="3507285" y="2702843"/>
              <a:ext cx="1257075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78" name="Google Shape;7278;p87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7279" name="Google Shape;7279;p87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7280" name="Google Shape;7280;p87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81" name="Google Shape;7281;p87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82" name="Google Shape;7282;p87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83" name="Google Shape;7283;p87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84" name="Google Shape;7284;p87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7285" name="Google Shape;7285;p8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86" name="Google Shape;7286;p87"/>
          <p:cNvGrpSpPr/>
          <p:nvPr/>
        </p:nvGrpSpPr>
        <p:grpSpPr>
          <a:xfrm>
            <a:off x="1266874" y="4533900"/>
            <a:ext cx="1019126" cy="968219"/>
            <a:chOff x="7432700" y="2327293"/>
            <a:chExt cx="534987" cy="414882"/>
          </a:xfrm>
        </p:grpSpPr>
        <p:pic>
          <p:nvPicPr>
            <p:cNvPr descr="antenna_stylized" id="7287" name="Google Shape;7287;p8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7288" name="Google Shape;7288;p8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9" name="Google Shape;7289;p87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7290" name="Google Shape;7290;p8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91" name="Google Shape;7291;p87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2" name="Google Shape;7292;p87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3" name="Google Shape;7293;p87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4" name="Google Shape;7294;p87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5" name="Google Shape;7295;p87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6" name="Google Shape;7296;p87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97" name="Google Shape;7297;p87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7298" name="Google Shape;7298;p8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9" name="Google Shape;7299;p8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0" name="Google Shape;7300;p8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1" name="Google Shape;7301;p8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2" name="Google Shape;7302;p8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3" name="Google Shape;7303;p8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04" name="Google Shape;7304;p87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5" name="Google Shape;7305;p87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6" name="Google Shape;7306;p87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7" name="Google Shape;7307;p87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8" name="Google Shape;7308;p87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9" name="Google Shape;7309;p87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10" name="Google Shape;7310;p87"/>
          <p:cNvSpPr/>
          <p:nvPr/>
        </p:nvSpPr>
        <p:spPr>
          <a:xfrm>
            <a:off x="6100550" y="1557329"/>
            <a:ext cx="5977720" cy="844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ISP/WiFi: no notion of global  “home”</a:t>
            </a:r>
            <a:endParaRPr/>
          </a:p>
          <a:p>
            <a:pPr indent="0" lvl="1" marL="5175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0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1" name="Google Shape;7311;p87"/>
          <p:cNvSpPr/>
          <p:nvPr/>
        </p:nvSpPr>
        <p:spPr>
          <a:xfrm>
            <a:off x="7506268" y="2009981"/>
            <a:ext cx="4424149" cy="4092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credentials from ISP (e.g., username, password) stored on device or with user</a:t>
            </a:r>
            <a:endParaRPr/>
          </a:p>
          <a:p>
            <a:pPr indent="-342900" lvl="0" marL="4032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ISPs may have national, international presence</a:t>
            </a:r>
            <a:endParaRPr/>
          </a:p>
          <a:p>
            <a:pPr indent="-342900" lvl="0" marL="4032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networks: different credentials</a:t>
            </a:r>
            <a:endParaRPr/>
          </a:p>
          <a:p>
            <a:pPr indent="-284163" lvl="1" marL="6889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exceptions (e.g., eduroam)</a:t>
            </a:r>
            <a:endParaRPr/>
          </a:p>
          <a:p>
            <a:pPr indent="-284163" lvl="1" marL="6889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architectures exist (mobile IP) for 4G-like mobility, but not used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60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0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6" name="Shape 7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7" name="Google Shape;7317;p88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Home network, visited network: generic</a:t>
            </a:r>
            <a:endParaRPr/>
          </a:p>
        </p:txBody>
      </p:sp>
      <p:sp>
        <p:nvSpPr>
          <p:cNvPr id="7318" name="Google Shape;7318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19" name="Google Shape;7319;p88"/>
          <p:cNvSpPr txBox="1"/>
          <p:nvPr/>
        </p:nvSpPr>
        <p:spPr>
          <a:xfrm>
            <a:off x="3660514" y="3733288"/>
            <a:ext cx="1116933" cy="233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gateway</a:t>
            </a:r>
            <a:endParaRPr/>
          </a:p>
        </p:txBody>
      </p:sp>
      <p:sp>
        <p:nvSpPr>
          <p:cNvPr id="7320" name="Google Shape;7320;p88"/>
          <p:cNvSpPr txBox="1"/>
          <p:nvPr/>
        </p:nvSpPr>
        <p:spPr>
          <a:xfrm>
            <a:off x="1408671" y="1482923"/>
            <a:ext cx="196472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  <a:p>
            <a:pPr indent="0" lvl="1" marL="1714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e.g.,: 128.119/16</a:t>
            </a:r>
            <a:endParaRPr/>
          </a:p>
        </p:txBody>
      </p:sp>
      <p:sp>
        <p:nvSpPr>
          <p:cNvPr id="7321" name="Google Shape;7321;p88"/>
          <p:cNvSpPr/>
          <p:nvPr/>
        </p:nvSpPr>
        <p:spPr>
          <a:xfrm>
            <a:off x="2733837" y="1585690"/>
            <a:ext cx="2536501" cy="2518288"/>
          </a:xfrm>
          <a:custGeom>
            <a:rect b="b" l="l" r="r" t="t"/>
            <a:pathLst>
              <a:path extrusionOk="0" h="2518288" w="2536501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2" name="Google Shape;7322;p88"/>
          <p:cNvSpPr/>
          <p:nvPr/>
        </p:nvSpPr>
        <p:spPr>
          <a:xfrm>
            <a:off x="6426611" y="1551322"/>
            <a:ext cx="2479694" cy="2518288"/>
          </a:xfrm>
          <a:custGeom>
            <a:rect b="b" l="l" r="r" t="t"/>
            <a:pathLst>
              <a:path extrusionOk="0" h="2518288" w="2479694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3" name="Google Shape;7323;p88"/>
          <p:cNvSpPr/>
          <p:nvPr/>
        </p:nvSpPr>
        <p:spPr>
          <a:xfrm flipH="1" rot="10800000">
            <a:off x="4827446" y="4937117"/>
            <a:ext cx="2158078" cy="1107763"/>
          </a:xfrm>
          <a:custGeom>
            <a:rect b="b" l="l" r="r" t="t"/>
            <a:pathLst>
              <a:path extrusionOk="0" h="1007767" w="1763990">
                <a:moveTo>
                  <a:pt x="793763" y="21490"/>
                </a:moveTo>
                <a:cubicBezTo>
                  <a:pt x="682098" y="36490"/>
                  <a:pt x="453769" y="45657"/>
                  <a:pt x="343771" y="101492"/>
                </a:cubicBezTo>
                <a:cubicBezTo>
                  <a:pt x="233773" y="157327"/>
                  <a:pt x="190441" y="270663"/>
                  <a:pt x="133775" y="356499"/>
                </a:cubicBezTo>
                <a:cubicBezTo>
                  <a:pt x="77109" y="442335"/>
                  <a:pt x="-20389" y="517337"/>
                  <a:pt x="3777" y="616506"/>
                </a:cubicBezTo>
                <a:cubicBezTo>
                  <a:pt x="27943" y="715675"/>
                  <a:pt x="134608" y="886513"/>
                  <a:pt x="278772" y="951515"/>
                </a:cubicBezTo>
                <a:cubicBezTo>
                  <a:pt x="422936" y="1016517"/>
                  <a:pt x="710432" y="1008184"/>
                  <a:pt x="868762" y="1006517"/>
                </a:cubicBezTo>
                <a:cubicBezTo>
                  <a:pt x="1027092" y="1004850"/>
                  <a:pt x="1092091" y="956516"/>
                  <a:pt x="1228755" y="941515"/>
                </a:cubicBezTo>
                <a:cubicBezTo>
                  <a:pt x="1365419" y="926515"/>
                  <a:pt x="1602915" y="980683"/>
                  <a:pt x="1688747" y="916514"/>
                </a:cubicBezTo>
                <a:cubicBezTo>
                  <a:pt x="1774579" y="852346"/>
                  <a:pt x="1777912" y="683174"/>
                  <a:pt x="1743746" y="556504"/>
                </a:cubicBezTo>
                <a:cubicBezTo>
                  <a:pt x="1709580" y="429834"/>
                  <a:pt x="1605415" y="247329"/>
                  <a:pt x="1483750" y="156493"/>
                </a:cubicBezTo>
                <a:cubicBezTo>
                  <a:pt x="1362086" y="65657"/>
                  <a:pt x="1130423" y="35656"/>
                  <a:pt x="1013759" y="11489"/>
                </a:cubicBezTo>
                <a:cubicBezTo>
                  <a:pt x="897095" y="-12678"/>
                  <a:pt x="905428" y="6490"/>
                  <a:pt x="793763" y="21490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4" name="Google Shape;7324;p88"/>
          <p:cNvSpPr txBox="1"/>
          <p:nvPr/>
        </p:nvSpPr>
        <p:spPr>
          <a:xfrm>
            <a:off x="4105942" y="3487225"/>
            <a:ext cx="1116933" cy="61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  gateway</a:t>
            </a:r>
            <a:endParaRPr/>
          </a:p>
        </p:txBody>
      </p:sp>
      <p:grpSp>
        <p:nvGrpSpPr>
          <p:cNvPr id="7325" name="Google Shape;7325;p88"/>
          <p:cNvGrpSpPr/>
          <p:nvPr/>
        </p:nvGrpSpPr>
        <p:grpSpPr>
          <a:xfrm>
            <a:off x="3119550" y="1445494"/>
            <a:ext cx="1744394" cy="1538322"/>
            <a:chOff x="3119550" y="1445494"/>
            <a:chExt cx="1744394" cy="1538322"/>
          </a:xfrm>
        </p:grpSpPr>
        <p:pic>
          <p:nvPicPr>
            <p:cNvPr descr="mobile_or_tablet.png" id="7326" name="Google Shape;7326;p88"/>
            <p:cNvPicPr preferRelativeResize="0"/>
            <p:nvPr/>
          </p:nvPicPr>
          <p:blipFill rotWithShape="1">
            <a:blip r:embed="rId3">
              <a:alphaModFix amt="30000"/>
            </a:blip>
            <a:srcRect b="0" l="0" r="0" t="0"/>
            <a:stretch/>
          </p:blipFill>
          <p:spPr>
            <a:xfrm>
              <a:off x="3132310" y="1445494"/>
              <a:ext cx="567057" cy="933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7" name="Google Shape;7327;p88"/>
            <p:cNvSpPr txBox="1"/>
            <p:nvPr/>
          </p:nvSpPr>
          <p:spPr>
            <a:xfrm>
              <a:off x="3119550" y="2334407"/>
              <a:ext cx="1744394" cy="64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Permanent IP: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128.119.40.186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78:4f:43:98:d9:27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28" name="Google Shape;7328;p88"/>
          <p:cNvSpPr txBox="1"/>
          <p:nvPr/>
        </p:nvSpPr>
        <p:spPr>
          <a:xfrm>
            <a:off x="7390058" y="3336525"/>
            <a:ext cx="1116933" cy="61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network  gateway</a:t>
            </a:r>
            <a:endParaRPr/>
          </a:p>
        </p:txBody>
      </p:sp>
      <p:grpSp>
        <p:nvGrpSpPr>
          <p:cNvPr id="7329" name="Google Shape;7329;p88"/>
          <p:cNvGrpSpPr/>
          <p:nvPr/>
        </p:nvGrpSpPr>
        <p:grpSpPr>
          <a:xfrm>
            <a:off x="6620214" y="1514301"/>
            <a:ext cx="1744394" cy="1534683"/>
            <a:chOff x="6620214" y="1514301"/>
            <a:chExt cx="1744394" cy="1534683"/>
          </a:xfrm>
        </p:grpSpPr>
        <p:sp>
          <p:nvSpPr>
            <p:cNvPr id="7330" name="Google Shape;7330;p88"/>
            <p:cNvSpPr txBox="1"/>
            <p:nvPr/>
          </p:nvSpPr>
          <p:spPr>
            <a:xfrm>
              <a:off x="6620214" y="2399575"/>
              <a:ext cx="1744394" cy="64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 IP: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10.0.0.99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78:4f:43:98:d9:27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31" name="Google Shape;7331;p88"/>
            <p:cNvGrpSpPr/>
            <p:nvPr/>
          </p:nvGrpSpPr>
          <p:grpSpPr>
            <a:xfrm>
              <a:off x="6743781" y="1514301"/>
              <a:ext cx="567057" cy="933976"/>
              <a:chOff x="3533208" y="1227996"/>
              <a:chExt cx="567057" cy="933976"/>
            </a:xfrm>
          </p:grpSpPr>
          <p:pic>
            <p:nvPicPr>
              <p:cNvPr descr="mobile_or_tablet.png" id="7332" name="Google Shape;7332;p8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33208" y="1227996"/>
                <a:ext cx="567057" cy="933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333" name="Google Shape;7333;p88"/>
              <p:cNvSpPr/>
              <p:nvPr/>
            </p:nvSpPr>
            <p:spPr>
              <a:xfrm>
                <a:off x="3688667" y="1588335"/>
                <a:ext cx="243304" cy="420055"/>
              </a:xfrm>
              <a:prstGeom prst="rect">
                <a:avLst/>
              </a:prstGeom>
              <a:gradFill>
                <a:gsLst>
                  <a:gs pos="0">
                    <a:srgbClr val="107AA7"/>
                  </a:gs>
                  <a:gs pos="2000">
                    <a:srgbClr val="107AA7"/>
                  </a:gs>
                  <a:gs pos="50000">
                    <a:srgbClr val="D8E2F3"/>
                  </a:gs>
                  <a:gs pos="100000">
                    <a:srgbClr val="107AA7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334" name="Google Shape;7334;p88"/>
          <p:cNvCxnSpPr/>
          <p:nvPr/>
        </p:nvCxnSpPr>
        <p:spPr>
          <a:xfrm>
            <a:off x="4670288" y="3383755"/>
            <a:ext cx="600050" cy="44383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35" name="Google Shape;7335;p88"/>
          <p:cNvCxnSpPr/>
          <p:nvPr/>
        </p:nvCxnSpPr>
        <p:spPr>
          <a:xfrm flipH="1" rot="10800000">
            <a:off x="6263924" y="3591828"/>
            <a:ext cx="558664" cy="33369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36" name="Google Shape;7336;p88"/>
          <p:cNvCxnSpPr/>
          <p:nvPr/>
        </p:nvCxnSpPr>
        <p:spPr>
          <a:xfrm rot="10800000">
            <a:off x="5826528" y="4505143"/>
            <a:ext cx="0" cy="4409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337" name="Google Shape;7337;p88"/>
          <p:cNvGrpSpPr/>
          <p:nvPr/>
        </p:nvGrpSpPr>
        <p:grpSpPr>
          <a:xfrm>
            <a:off x="4943128" y="3697579"/>
            <a:ext cx="1763990" cy="1007767"/>
            <a:chOff x="2611175" y="5012905"/>
            <a:chExt cx="1763990" cy="1007767"/>
          </a:xfrm>
        </p:grpSpPr>
        <p:sp>
          <p:nvSpPr>
            <p:cNvPr id="7338" name="Google Shape;7338;p88"/>
            <p:cNvSpPr/>
            <p:nvPr/>
          </p:nvSpPr>
          <p:spPr>
            <a:xfrm>
              <a:off x="3161857" y="5183726"/>
              <a:ext cx="733868" cy="333063"/>
            </a:xfrm>
            <a:prstGeom prst="rect">
              <a:avLst/>
            </a:prstGeom>
            <a:solidFill>
              <a:srgbClr val="E0EA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39" name="Google Shape;7339;p88"/>
            <p:cNvCxnSpPr/>
            <p:nvPr/>
          </p:nvCxnSpPr>
          <p:spPr>
            <a:xfrm>
              <a:off x="3462434" y="5820469"/>
              <a:ext cx="0" cy="1899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40" name="Google Shape;7340;p88"/>
            <p:cNvSpPr/>
            <p:nvPr/>
          </p:nvSpPr>
          <p:spPr>
            <a:xfrm>
              <a:off x="2611175" y="5012905"/>
              <a:ext cx="1763990" cy="1007767"/>
            </a:xfrm>
            <a:custGeom>
              <a:rect b="b" l="l" r="r" t="t"/>
              <a:pathLst>
                <a:path extrusionOk="0" h="1007767" w="1763990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1" name="Google Shape;7341;p88"/>
            <p:cNvSpPr txBox="1"/>
            <p:nvPr/>
          </p:nvSpPr>
          <p:spPr>
            <a:xfrm>
              <a:off x="2663349" y="5283327"/>
              <a:ext cx="1685932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or  private Internet</a:t>
              </a:r>
              <a:endParaRPr/>
            </a:p>
          </p:txBody>
        </p:sp>
      </p:grpSp>
      <p:grpSp>
        <p:nvGrpSpPr>
          <p:cNvPr id="7342" name="Google Shape;7342;p88"/>
          <p:cNvGrpSpPr/>
          <p:nvPr/>
        </p:nvGrpSpPr>
        <p:grpSpPr>
          <a:xfrm>
            <a:off x="6741352" y="3299610"/>
            <a:ext cx="763454" cy="668861"/>
            <a:chOff x="7270567" y="5238206"/>
            <a:chExt cx="763454" cy="668861"/>
          </a:xfrm>
        </p:grpSpPr>
        <p:grpSp>
          <p:nvGrpSpPr>
            <p:cNvPr id="7343" name="Google Shape;7343;p88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344" name="Google Shape;7344;p8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345" name="Google Shape;7345;p8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346" name="Google Shape;7346;p8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347" name="Google Shape;7347;p8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48" name="Google Shape;7348;p8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49" name="Google Shape;7349;p8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50" name="Google Shape;7350;p8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351" name="Google Shape;7351;p88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52" name="Google Shape;7352;p88"/>
          <p:cNvGrpSpPr/>
          <p:nvPr/>
        </p:nvGrpSpPr>
        <p:grpSpPr>
          <a:xfrm>
            <a:off x="4162909" y="3130735"/>
            <a:ext cx="763454" cy="668861"/>
            <a:chOff x="7270567" y="5238206"/>
            <a:chExt cx="763454" cy="668861"/>
          </a:xfrm>
        </p:grpSpPr>
        <p:grpSp>
          <p:nvGrpSpPr>
            <p:cNvPr id="7353" name="Google Shape;7353;p88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354" name="Google Shape;7354;p8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355" name="Google Shape;7355;p8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356" name="Google Shape;7356;p8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357" name="Google Shape;7357;p8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58" name="Google Shape;7358;p8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59" name="Google Shape;7359;p8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0" name="Google Shape;7360;p8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361" name="Google Shape;7361;p88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62" name="Google Shape;7362;p88"/>
          <p:cNvGrpSpPr/>
          <p:nvPr/>
        </p:nvGrpSpPr>
        <p:grpSpPr>
          <a:xfrm>
            <a:off x="4317096" y="2216448"/>
            <a:ext cx="1442258" cy="736694"/>
            <a:chOff x="3056709" y="2599509"/>
            <a:chExt cx="1442258" cy="736694"/>
          </a:xfrm>
        </p:grpSpPr>
        <p:sp>
          <p:nvSpPr>
            <p:cNvPr id="7363" name="Google Shape;7363;p88"/>
            <p:cNvSpPr txBox="1"/>
            <p:nvPr/>
          </p:nvSpPr>
          <p:spPr>
            <a:xfrm>
              <a:off x="3507285" y="2702843"/>
              <a:ext cx="99168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64" name="Google Shape;7364;p88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7365" name="Google Shape;7365;p88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7366" name="Google Shape;7366;p88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7" name="Google Shape;7367;p88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8" name="Google Shape;7368;p88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9" name="Google Shape;7369;p88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370" name="Google Shape;7370;p88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7371" name="Google Shape;7371;p8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372" name="Google Shape;7372;p88"/>
          <p:cNvGrpSpPr/>
          <p:nvPr/>
        </p:nvGrpSpPr>
        <p:grpSpPr>
          <a:xfrm>
            <a:off x="2955342" y="3037620"/>
            <a:ext cx="1159776" cy="787410"/>
            <a:chOff x="2955342" y="3037620"/>
            <a:chExt cx="1159776" cy="787410"/>
          </a:xfrm>
        </p:grpSpPr>
        <p:sp>
          <p:nvSpPr>
            <p:cNvPr id="7373" name="Google Shape;7373;p88"/>
            <p:cNvSpPr txBox="1"/>
            <p:nvPr/>
          </p:nvSpPr>
          <p:spPr>
            <a:xfrm>
              <a:off x="3180573" y="3383755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374" name="Google Shape;7374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75" name="Google Shape;7375;p88"/>
          <p:cNvGrpSpPr/>
          <p:nvPr/>
        </p:nvGrpSpPr>
        <p:grpSpPr>
          <a:xfrm>
            <a:off x="7865093" y="2337403"/>
            <a:ext cx="1168254" cy="712787"/>
            <a:chOff x="7865093" y="2337403"/>
            <a:chExt cx="1168254" cy="712787"/>
          </a:xfrm>
        </p:grpSpPr>
        <p:sp>
          <p:nvSpPr>
            <p:cNvPr id="7376" name="Google Shape;7376;p88"/>
            <p:cNvSpPr txBox="1"/>
            <p:nvPr/>
          </p:nvSpPr>
          <p:spPr>
            <a:xfrm>
              <a:off x="8098802" y="2608915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377" name="Google Shape;737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65093" y="2337403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78" name="Google Shape;7378;p88"/>
          <p:cNvGrpSpPr/>
          <p:nvPr/>
        </p:nvGrpSpPr>
        <p:grpSpPr>
          <a:xfrm>
            <a:off x="5302322" y="5004486"/>
            <a:ext cx="1333256" cy="946030"/>
            <a:chOff x="5302322" y="5004486"/>
            <a:chExt cx="1333256" cy="946030"/>
          </a:xfrm>
        </p:grpSpPr>
        <p:sp>
          <p:nvSpPr>
            <p:cNvPr id="7379" name="Google Shape;7379;p88"/>
            <p:cNvSpPr txBox="1"/>
            <p:nvPr/>
          </p:nvSpPr>
          <p:spPr>
            <a:xfrm>
              <a:off x="5302322" y="5681596"/>
              <a:ext cx="133325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Correspondent</a:t>
              </a:r>
              <a:endParaRPr/>
            </a:p>
          </p:txBody>
        </p:sp>
        <p:grpSp>
          <p:nvGrpSpPr>
            <p:cNvPr id="7380" name="Google Shape;7380;p88"/>
            <p:cNvGrpSpPr/>
            <p:nvPr/>
          </p:nvGrpSpPr>
          <p:grpSpPr>
            <a:xfrm>
              <a:off x="5338118" y="5004486"/>
              <a:ext cx="891365" cy="796154"/>
              <a:chOff x="283029" y="4319993"/>
              <a:chExt cx="1226174" cy="1258225"/>
            </a:xfrm>
          </p:grpSpPr>
          <p:pic>
            <p:nvPicPr>
              <p:cNvPr descr="desktop_computer_stylized_medium" id="7381" name="Google Shape;7381;p8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283029" y="4319993"/>
                <a:ext cx="1226174" cy="12582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382" name="Google Shape;7382;p88"/>
              <p:cNvSpPr/>
              <p:nvPr/>
            </p:nvSpPr>
            <p:spPr>
              <a:xfrm flipH="1">
                <a:off x="805497" y="4440692"/>
                <a:ext cx="596213" cy="576165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7383" name="Google Shape;7383;p88"/>
          <p:cNvSpPr txBox="1"/>
          <p:nvPr/>
        </p:nvSpPr>
        <p:spPr>
          <a:xfrm>
            <a:off x="7761811" y="1499405"/>
            <a:ext cx="2185378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  <a:p>
            <a:pPr indent="0" lvl="0" marL="1222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e.g.,: 79.129/16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8" name="Shape 7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9" name="Google Shape;7389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90" name="Google Shape;7390;p89"/>
          <p:cNvSpPr txBox="1"/>
          <p:nvPr/>
        </p:nvSpPr>
        <p:spPr>
          <a:xfrm>
            <a:off x="3660514" y="3733288"/>
            <a:ext cx="1116933" cy="233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gateway</a:t>
            </a:r>
            <a:endParaRPr/>
          </a:p>
        </p:txBody>
      </p:sp>
      <p:sp>
        <p:nvSpPr>
          <p:cNvPr id="7391" name="Google Shape;7391;p89"/>
          <p:cNvSpPr/>
          <p:nvPr/>
        </p:nvSpPr>
        <p:spPr>
          <a:xfrm>
            <a:off x="2733837" y="1585690"/>
            <a:ext cx="2536501" cy="2518288"/>
          </a:xfrm>
          <a:custGeom>
            <a:rect b="b" l="l" r="r" t="t"/>
            <a:pathLst>
              <a:path extrusionOk="0" h="2518288" w="2536501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2" name="Google Shape;7392;p89"/>
          <p:cNvSpPr/>
          <p:nvPr/>
        </p:nvSpPr>
        <p:spPr>
          <a:xfrm>
            <a:off x="6426611" y="1551322"/>
            <a:ext cx="2479694" cy="2518288"/>
          </a:xfrm>
          <a:custGeom>
            <a:rect b="b" l="l" r="r" t="t"/>
            <a:pathLst>
              <a:path extrusionOk="0" h="2518288" w="2479694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3" name="Google Shape;7393;p89"/>
          <p:cNvSpPr txBox="1"/>
          <p:nvPr/>
        </p:nvSpPr>
        <p:spPr>
          <a:xfrm>
            <a:off x="4105942" y="3487225"/>
            <a:ext cx="1116933" cy="61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  gateway</a:t>
            </a:r>
            <a:endParaRPr/>
          </a:p>
        </p:txBody>
      </p:sp>
      <p:grpSp>
        <p:nvGrpSpPr>
          <p:cNvPr id="7394" name="Google Shape;7394;p89"/>
          <p:cNvGrpSpPr/>
          <p:nvPr/>
        </p:nvGrpSpPr>
        <p:grpSpPr>
          <a:xfrm>
            <a:off x="3119550" y="1445494"/>
            <a:ext cx="1744394" cy="1538322"/>
            <a:chOff x="3119550" y="1445494"/>
            <a:chExt cx="1744394" cy="1538322"/>
          </a:xfrm>
        </p:grpSpPr>
        <p:pic>
          <p:nvPicPr>
            <p:cNvPr descr="mobile_or_tablet.png" id="7395" name="Google Shape;7395;p89"/>
            <p:cNvPicPr preferRelativeResize="0"/>
            <p:nvPr/>
          </p:nvPicPr>
          <p:blipFill rotWithShape="1">
            <a:blip r:embed="rId3">
              <a:alphaModFix amt="30000"/>
            </a:blip>
            <a:srcRect b="0" l="0" r="0" t="0"/>
            <a:stretch/>
          </p:blipFill>
          <p:spPr>
            <a:xfrm>
              <a:off x="3132310" y="1445494"/>
              <a:ext cx="567057" cy="933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6" name="Google Shape;7396;p89"/>
            <p:cNvSpPr txBox="1"/>
            <p:nvPr/>
          </p:nvSpPr>
          <p:spPr>
            <a:xfrm>
              <a:off x="3119550" y="2334407"/>
              <a:ext cx="1744394" cy="64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Permanent IP: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128.119.40.186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78:4f:43:98:d9:27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97" name="Google Shape;7397;p89"/>
          <p:cNvSpPr txBox="1"/>
          <p:nvPr/>
        </p:nvSpPr>
        <p:spPr>
          <a:xfrm>
            <a:off x="7390058" y="3336525"/>
            <a:ext cx="1116933" cy="61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network  gateway</a:t>
            </a:r>
            <a:endParaRPr/>
          </a:p>
        </p:txBody>
      </p:sp>
      <p:grpSp>
        <p:nvGrpSpPr>
          <p:cNvPr id="7398" name="Google Shape;7398;p89"/>
          <p:cNvGrpSpPr/>
          <p:nvPr/>
        </p:nvGrpSpPr>
        <p:grpSpPr>
          <a:xfrm>
            <a:off x="6620214" y="1514301"/>
            <a:ext cx="1744394" cy="1534683"/>
            <a:chOff x="6620214" y="1514301"/>
            <a:chExt cx="1744394" cy="1534683"/>
          </a:xfrm>
        </p:grpSpPr>
        <p:sp>
          <p:nvSpPr>
            <p:cNvPr id="7399" name="Google Shape;7399;p89"/>
            <p:cNvSpPr txBox="1"/>
            <p:nvPr/>
          </p:nvSpPr>
          <p:spPr>
            <a:xfrm>
              <a:off x="6620214" y="2399575"/>
              <a:ext cx="1744394" cy="64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 IP: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10.0.0.99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78:4f:43:98:d9:27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00" name="Google Shape;7400;p89"/>
            <p:cNvGrpSpPr/>
            <p:nvPr/>
          </p:nvGrpSpPr>
          <p:grpSpPr>
            <a:xfrm>
              <a:off x="6743781" y="1514301"/>
              <a:ext cx="567057" cy="933976"/>
              <a:chOff x="3533208" y="1227996"/>
              <a:chExt cx="567057" cy="933976"/>
            </a:xfrm>
          </p:grpSpPr>
          <p:pic>
            <p:nvPicPr>
              <p:cNvPr descr="mobile_or_tablet.png" id="7401" name="Google Shape;7401;p8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33208" y="1227996"/>
                <a:ext cx="567057" cy="933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02" name="Google Shape;7402;p89"/>
              <p:cNvSpPr/>
              <p:nvPr/>
            </p:nvSpPr>
            <p:spPr>
              <a:xfrm>
                <a:off x="3688667" y="1588335"/>
                <a:ext cx="243304" cy="420055"/>
              </a:xfrm>
              <a:prstGeom prst="rect">
                <a:avLst/>
              </a:prstGeom>
              <a:gradFill>
                <a:gsLst>
                  <a:gs pos="0">
                    <a:srgbClr val="107AA7"/>
                  </a:gs>
                  <a:gs pos="2000">
                    <a:srgbClr val="107AA7"/>
                  </a:gs>
                  <a:gs pos="50000">
                    <a:srgbClr val="D8E2F3"/>
                  </a:gs>
                  <a:gs pos="100000">
                    <a:srgbClr val="107AA7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403" name="Google Shape;7403;p89"/>
          <p:cNvCxnSpPr/>
          <p:nvPr/>
        </p:nvCxnSpPr>
        <p:spPr>
          <a:xfrm>
            <a:off x="4670288" y="3383755"/>
            <a:ext cx="600050" cy="44383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04" name="Google Shape;7404;p89"/>
          <p:cNvCxnSpPr/>
          <p:nvPr/>
        </p:nvCxnSpPr>
        <p:spPr>
          <a:xfrm flipH="1" rot="10800000">
            <a:off x="6263924" y="3591828"/>
            <a:ext cx="558664" cy="33369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405" name="Google Shape;7405;p89"/>
          <p:cNvGrpSpPr/>
          <p:nvPr/>
        </p:nvGrpSpPr>
        <p:grpSpPr>
          <a:xfrm>
            <a:off x="4943128" y="3697579"/>
            <a:ext cx="1763990" cy="1007767"/>
            <a:chOff x="2611175" y="5012905"/>
            <a:chExt cx="1763990" cy="1007767"/>
          </a:xfrm>
        </p:grpSpPr>
        <p:sp>
          <p:nvSpPr>
            <p:cNvPr id="7406" name="Google Shape;7406;p89"/>
            <p:cNvSpPr/>
            <p:nvPr/>
          </p:nvSpPr>
          <p:spPr>
            <a:xfrm>
              <a:off x="3161857" y="5183726"/>
              <a:ext cx="733868" cy="333063"/>
            </a:xfrm>
            <a:prstGeom prst="rect">
              <a:avLst/>
            </a:prstGeom>
            <a:solidFill>
              <a:srgbClr val="E0EA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07" name="Google Shape;7407;p89"/>
            <p:cNvCxnSpPr/>
            <p:nvPr/>
          </p:nvCxnSpPr>
          <p:spPr>
            <a:xfrm>
              <a:off x="3462434" y="5820469"/>
              <a:ext cx="0" cy="1899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08" name="Google Shape;7408;p89"/>
            <p:cNvSpPr/>
            <p:nvPr/>
          </p:nvSpPr>
          <p:spPr>
            <a:xfrm>
              <a:off x="2611175" y="5012905"/>
              <a:ext cx="1763990" cy="1007767"/>
            </a:xfrm>
            <a:custGeom>
              <a:rect b="b" l="l" r="r" t="t"/>
              <a:pathLst>
                <a:path extrusionOk="0" h="1007767" w="1763990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9" name="Google Shape;7409;p89"/>
            <p:cNvSpPr txBox="1"/>
            <p:nvPr/>
          </p:nvSpPr>
          <p:spPr>
            <a:xfrm>
              <a:off x="2663349" y="5283327"/>
              <a:ext cx="1685932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or  private Internet</a:t>
              </a:r>
              <a:endParaRPr/>
            </a:p>
          </p:txBody>
        </p:sp>
      </p:grpSp>
      <p:grpSp>
        <p:nvGrpSpPr>
          <p:cNvPr id="7410" name="Google Shape;7410;p89"/>
          <p:cNvGrpSpPr/>
          <p:nvPr/>
        </p:nvGrpSpPr>
        <p:grpSpPr>
          <a:xfrm>
            <a:off x="6741352" y="3299610"/>
            <a:ext cx="763454" cy="668861"/>
            <a:chOff x="7270567" y="5238206"/>
            <a:chExt cx="763454" cy="668861"/>
          </a:xfrm>
        </p:grpSpPr>
        <p:grpSp>
          <p:nvGrpSpPr>
            <p:cNvPr id="7411" name="Google Shape;7411;p89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412" name="Google Shape;7412;p8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413" name="Google Shape;7413;p8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414" name="Google Shape;7414;p8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415" name="Google Shape;7415;p8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16" name="Google Shape;7416;p8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17" name="Google Shape;7417;p8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18" name="Google Shape;7418;p8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419" name="Google Shape;7419;p89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20" name="Google Shape;7420;p89"/>
          <p:cNvGrpSpPr/>
          <p:nvPr/>
        </p:nvGrpSpPr>
        <p:grpSpPr>
          <a:xfrm>
            <a:off x="4162909" y="3130735"/>
            <a:ext cx="763454" cy="668861"/>
            <a:chOff x="7270567" y="5238206"/>
            <a:chExt cx="763454" cy="668861"/>
          </a:xfrm>
        </p:grpSpPr>
        <p:grpSp>
          <p:nvGrpSpPr>
            <p:cNvPr id="7421" name="Google Shape;7421;p89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422" name="Google Shape;7422;p89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423" name="Google Shape;7423;p89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424" name="Google Shape;7424;p89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425" name="Google Shape;7425;p89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26" name="Google Shape;7426;p89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27" name="Google Shape;7427;p89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28" name="Google Shape;7428;p8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429" name="Google Shape;7429;p89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30" name="Google Shape;7430;p89"/>
          <p:cNvGrpSpPr/>
          <p:nvPr/>
        </p:nvGrpSpPr>
        <p:grpSpPr>
          <a:xfrm>
            <a:off x="4317096" y="2216448"/>
            <a:ext cx="1442258" cy="736694"/>
            <a:chOff x="3056709" y="2599509"/>
            <a:chExt cx="1442258" cy="736694"/>
          </a:xfrm>
        </p:grpSpPr>
        <p:sp>
          <p:nvSpPr>
            <p:cNvPr id="7431" name="Google Shape;7431;p89"/>
            <p:cNvSpPr txBox="1"/>
            <p:nvPr/>
          </p:nvSpPr>
          <p:spPr>
            <a:xfrm>
              <a:off x="3507285" y="2702843"/>
              <a:ext cx="99168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32" name="Google Shape;7432;p89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7433" name="Google Shape;7433;p89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7434" name="Google Shape;7434;p89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35" name="Google Shape;7435;p89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36" name="Google Shape;7436;p89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37" name="Google Shape;7437;p89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438" name="Google Shape;7438;p89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7439" name="Google Shape;7439;p8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440" name="Google Shape;7440;p89"/>
          <p:cNvGrpSpPr/>
          <p:nvPr/>
        </p:nvGrpSpPr>
        <p:grpSpPr>
          <a:xfrm>
            <a:off x="2955342" y="3037620"/>
            <a:ext cx="1159776" cy="787410"/>
            <a:chOff x="2955342" y="3037620"/>
            <a:chExt cx="1159776" cy="787410"/>
          </a:xfrm>
        </p:grpSpPr>
        <p:sp>
          <p:nvSpPr>
            <p:cNvPr id="7441" name="Google Shape;7441;p89"/>
            <p:cNvSpPr txBox="1"/>
            <p:nvPr/>
          </p:nvSpPr>
          <p:spPr>
            <a:xfrm>
              <a:off x="3180573" y="3383755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442" name="Google Shape;7442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43" name="Google Shape;7443;p89"/>
          <p:cNvGrpSpPr/>
          <p:nvPr/>
        </p:nvGrpSpPr>
        <p:grpSpPr>
          <a:xfrm>
            <a:off x="7865093" y="2337403"/>
            <a:ext cx="1168254" cy="712787"/>
            <a:chOff x="7865093" y="2337403"/>
            <a:chExt cx="1168254" cy="712787"/>
          </a:xfrm>
        </p:grpSpPr>
        <p:sp>
          <p:nvSpPr>
            <p:cNvPr id="7444" name="Google Shape;7444;p89"/>
            <p:cNvSpPr txBox="1"/>
            <p:nvPr/>
          </p:nvSpPr>
          <p:spPr>
            <a:xfrm>
              <a:off x="8098802" y="2608915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445" name="Google Shape;7445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65093" y="2337403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46" name="Google Shape;7446;p89"/>
          <p:cNvSpPr txBox="1"/>
          <p:nvPr/>
        </p:nvSpPr>
        <p:spPr>
          <a:xfrm>
            <a:off x="939114" y="4744995"/>
            <a:ext cx="7772400" cy="147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result:</a:t>
            </a:r>
            <a:endParaRPr/>
          </a:p>
          <a:p>
            <a:pPr indent="-271463" lvl="0" marL="5175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mobility manager knows about mobile</a:t>
            </a:r>
            <a:endParaRPr/>
          </a:p>
          <a:p>
            <a:pPr indent="-271463" lvl="0" marL="517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HSS knows location of mobile</a:t>
            </a:r>
            <a:endParaRPr/>
          </a:p>
        </p:txBody>
      </p:sp>
      <p:grpSp>
        <p:nvGrpSpPr>
          <p:cNvPr id="7447" name="Google Shape;7447;p89"/>
          <p:cNvGrpSpPr/>
          <p:nvPr/>
        </p:nvGrpSpPr>
        <p:grpSpPr>
          <a:xfrm>
            <a:off x="5325762" y="2486788"/>
            <a:ext cx="6627514" cy="2161709"/>
            <a:chOff x="5325762" y="2486788"/>
            <a:chExt cx="6627514" cy="2161709"/>
          </a:xfrm>
        </p:grpSpPr>
        <p:grpSp>
          <p:nvGrpSpPr>
            <p:cNvPr id="7448" name="Google Shape;7448;p89"/>
            <p:cNvGrpSpPr/>
            <p:nvPr/>
          </p:nvGrpSpPr>
          <p:grpSpPr>
            <a:xfrm>
              <a:off x="5325762" y="2486788"/>
              <a:ext cx="2557848" cy="400110"/>
              <a:chOff x="8649730" y="4550367"/>
              <a:chExt cx="2557848" cy="400110"/>
            </a:xfrm>
          </p:grpSpPr>
          <p:cxnSp>
            <p:nvCxnSpPr>
              <p:cNvPr id="7449" name="Google Shape;7449;p89"/>
              <p:cNvCxnSpPr/>
              <p:nvPr/>
            </p:nvCxnSpPr>
            <p:spPr>
              <a:xfrm>
                <a:off x="8649730" y="4757351"/>
                <a:ext cx="2557848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grpSp>
            <p:nvGrpSpPr>
              <p:cNvPr id="7450" name="Google Shape;7450;p89"/>
              <p:cNvGrpSpPr/>
              <p:nvPr/>
            </p:nvGrpSpPr>
            <p:grpSpPr>
              <a:xfrm>
                <a:off x="9376891" y="4550367"/>
                <a:ext cx="320675" cy="400110"/>
                <a:chOff x="7581042" y="5188800"/>
                <a:chExt cx="320675" cy="400110"/>
              </a:xfrm>
            </p:grpSpPr>
            <p:sp>
              <p:nvSpPr>
                <p:cNvPr id="7451" name="Google Shape;7451;p89"/>
                <p:cNvSpPr/>
                <p:nvPr/>
              </p:nvSpPr>
              <p:spPr>
                <a:xfrm>
                  <a:off x="7581042" y="5239135"/>
                  <a:ext cx="320675" cy="319088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52" name="Google Shape;7452;p89"/>
                <p:cNvSpPr txBox="1"/>
                <p:nvPr/>
              </p:nvSpPr>
              <p:spPr>
                <a:xfrm>
                  <a:off x="7585766" y="5188800"/>
                  <a:ext cx="31451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7453" name="Google Shape;7453;p89"/>
            <p:cNvGrpSpPr/>
            <p:nvPr/>
          </p:nvGrpSpPr>
          <p:grpSpPr>
            <a:xfrm>
              <a:off x="6339017" y="2852478"/>
              <a:ext cx="5614259" cy="1796019"/>
              <a:chOff x="6174260" y="1414976"/>
              <a:chExt cx="5614259" cy="1796019"/>
            </a:xfrm>
          </p:grpSpPr>
          <p:sp>
            <p:nvSpPr>
              <p:cNvPr id="7454" name="Google Shape;7454;p89"/>
              <p:cNvSpPr txBox="1"/>
              <p:nvPr/>
            </p:nvSpPr>
            <p:spPr>
              <a:xfrm>
                <a:off x="9170731" y="1789067"/>
                <a:ext cx="2617788" cy="1421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visited mobility manager </a:t>
                </a:r>
                <a:r>
                  <a:rPr i="1" lang="en-US" sz="2400">
                    <a:solidFill>
                      <a:srgbClr val="0111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registers</a:t>
                </a: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mobile’s location with home HSS</a:t>
                </a:r>
                <a:endParaRPr/>
              </a:p>
            </p:txBody>
          </p:sp>
          <p:cxnSp>
            <p:nvCxnSpPr>
              <p:cNvPr id="7455" name="Google Shape;7455;p89"/>
              <p:cNvCxnSpPr/>
              <p:nvPr/>
            </p:nvCxnSpPr>
            <p:spPr>
              <a:xfrm>
                <a:off x="6174260" y="1414976"/>
                <a:ext cx="2977978" cy="57034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456" name="Google Shape;7456;p89"/>
          <p:cNvGrpSpPr/>
          <p:nvPr/>
        </p:nvGrpSpPr>
        <p:grpSpPr>
          <a:xfrm>
            <a:off x="7216346" y="1999134"/>
            <a:ext cx="4738000" cy="1089529"/>
            <a:chOff x="7216346" y="1999134"/>
            <a:chExt cx="4738000" cy="1089529"/>
          </a:xfrm>
        </p:grpSpPr>
        <p:sp>
          <p:nvSpPr>
            <p:cNvPr id="7457" name="Google Shape;7457;p89"/>
            <p:cNvSpPr txBox="1"/>
            <p:nvPr/>
          </p:nvSpPr>
          <p:spPr>
            <a:xfrm>
              <a:off x="9336558" y="1999134"/>
              <a:ext cx="2617788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</a:t>
              </a:r>
              <a:r>
                <a:rPr i="1" lang="en-US" sz="2400">
                  <a:solidFill>
                    <a:srgbClr val="011199"/>
                  </a:solidFill>
                  <a:latin typeface="Calibri"/>
                  <a:ea typeface="Calibri"/>
                  <a:cs typeface="Calibri"/>
                  <a:sym typeface="Calibri"/>
                </a:rPr>
                <a:t>associates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with visited mobility manager</a:t>
              </a:r>
              <a:endParaRPr/>
            </a:p>
          </p:txBody>
        </p:sp>
        <p:grpSp>
          <p:nvGrpSpPr>
            <p:cNvPr id="7458" name="Google Shape;7458;p89"/>
            <p:cNvGrpSpPr/>
            <p:nvPr/>
          </p:nvGrpSpPr>
          <p:grpSpPr>
            <a:xfrm>
              <a:off x="7216346" y="2013113"/>
              <a:ext cx="605481" cy="445881"/>
              <a:chOff x="7216346" y="2013113"/>
              <a:chExt cx="605481" cy="445881"/>
            </a:xfrm>
          </p:grpSpPr>
          <p:cxnSp>
            <p:nvCxnSpPr>
              <p:cNvPr id="7459" name="Google Shape;7459;p89"/>
              <p:cNvCxnSpPr/>
              <p:nvPr/>
            </p:nvCxnSpPr>
            <p:spPr>
              <a:xfrm>
                <a:off x="7216346" y="2026508"/>
                <a:ext cx="605481" cy="43248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grpSp>
            <p:nvGrpSpPr>
              <p:cNvPr id="7460" name="Google Shape;7460;p89"/>
              <p:cNvGrpSpPr/>
              <p:nvPr/>
            </p:nvGrpSpPr>
            <p:grpSpPr>
              <a:xfrm>
                <a:off x="7358621" y="2013113"/>
                <a:ext cx="320675" cy="400110"/>
                <a:chOff x="7581042" y="5188800"/>
                <a:chExt cx="320675" cy="400110"/>
              </a:xfrm>
            </p:grpSpPr>
            <p:sp>
              <p:nvSpPr>
                <p:cNvPr id="7461" name="Google Shape;7461;p89"/>
                <p:cNvSpPr/>
                <p:nvPr/>
              </p:nvSpPr>
              <p:spPr>
                <a:xfrm>
                  <a:off x="7581042" y="5239135"/>
                  <a:ext cx="320675" cy="319088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62" name="Google Shape;7462;p89"/>
                <p:cNvSpPr txBox="1"/>
                <p:nvPr/>
              </p:nvSpPr>
              <p:spPr>
                <a:xfrm>
                  <a:off x="7585766" y="5188800"/>
                  <a:ext cx="31451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</a:t>
                  </a:r>
                  <a:endParaRPr/>
                </a:p>
              </p:txBody>
            </p:sp>
          </p:grpSp>
        </p:grpSp>
        <p:cxnSp>
          <p:nvCxnSpPr>
            <p:cNvPr id="7463" name="Google Shape;7463;p89"/>
            <p:cNvCxnSpPr/>
            <p:nvPr/>
          </p:nvCxnSpPr>
          <p:spPr>
            <a:xfrm>
              <a:off x="7735330" y="2199502"/>
              <a:ext cx="1569308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464" name="Google Shape;7464;p89"/>
          <p:cNvSpPr txBox="1"/>
          <p:nvPr>
            <p:ph type="title"/>
          </p:nvPr>
        </p:nvSpPr>
        <p:spPr>
          <a:xfrm>
            <a:off x="621146" y="438878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Registration: home needs to know where you are!</a:t>
            </a:r>
            <a:endParaRPr/>
          </a:p>
        </p:txBody>
      </p:sp>
      <p:sp>
        <p:nvSpPr>
          <p:cNvPr id="7465" name="Google Shape;7465;p89"/>
          <p:cNvSpPr txBox="1"/>
          <p:nvPr/>
        </p:nvSpPr>
        <p:spPr>
          <a:xfrm>
            <a:off x="1408671" y="1482923"/>
            <a:ext cx="196472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  <a:p>
            <a:pPr indent="0" lvl="1" marL="1714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e.g.,: 128.119/16</a:t>
            </a:r>
            <a:endParaRPr/>
          </a:p>
        </p:txBody>
      </p:sp>
      <p:sp>
        <p:nvSpPr>
          <p:cNvPr id="7466" name="Google Shape;7466;p89"/>
          <p:cNvSpPr txBox="1"/>
          <p:nvPr/>
        </p:nvSpPr>
        <p:spPr>
          <a:xfrm>
            <a:off x="7761811" y="1499405"/>
            <a:ext cx="2185378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  <a:p>
            <a:pPr indent="0" lvl="0" marL="1222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e.g.,: 79.129/16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1" name="Shape 7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2" name="Google Shape;7472;p90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Mobility with indirect routing</a:t>
            </a:r>
            <a:endParaRPr/>
          </a:p>
        </p:txBody>
      </p:sp>
      <p:sp>
        <p:nvSpPr>
          <p:cNvPr id="7473" name="Google Shape;7473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74" name="Google Shape;7474;p90"/>
          <p:cNvSpPr txBox="1"/>
          <p:nvPr/>
        </p:nvSpPr>
        <p:spPr>
          <a:xfrm>
            <a:off x="3660514" y="3733288"/>
            <a:ext cx="1116933" cy="233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gateway</a:t>
            </a:r>
            <a:endParaRPr/>
          </a:p>
        </p:txBody>
      </p:sp>
      <p:sp>
        <p:nvSpPr>
          <p:cNvPr id="7475" name="Google Shape;7475;p90"/>
          <p:cNvSpPr/>
          <p:nvPr/>
        </p:nvSpPr>
        <p:spPr>
          <a:xfrm>
            <a:off x="2733837" y="1585690"/>
            <a:ext cx="2536501" cy="2518288"/>
          </a:xfrm>
          <a:custGeom>
            <a:rect b="b" l="l" r="r" t="t"/>
            <a:pathLst>
              <a:path extrusionOk="0" h="2518288" w="2536501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6" name="Google Shape;7476;p90"/>
          <p:cNvSpPr/>
          <p:nvPr/>
        </p:nvSpPr>
        <p:spPr>
          <a:xfrm>
            <a:off x="6426611" y="1551322"/>
            <a:ext cx="2479694" cy="2518288"/>
          </a:xfrm>
          <a:custGeom>
            <a:rect b="b" l="l" r="r" t="t"/>
            <a:pathLst>
              <a:path extrusionOk="0" h="2518288" w="2479694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7" name="Google Shape;7477;p90"/>
          <p:cNvSpPr/>
          <p:nvPr/>
        </p:nvSpPr>
        <p:spPr>
          <a:xfrm flipH="1" rot="10800000">
            <a:off x="4827446" y="4937117"/>
            <a:ext cx="2158078" cy="1107763"/>
          </a:xfrm>
          <a:custGeom>
            <a:rect b="b" l="l" r="r" t="t"/>
            <a:pathLst>
              <a:path extrusionOk="0" h="1007767" w="1763990">
                <a:moveTo>
                  <a:pt x="793763" y="21490"/>
                </a:moveTo>
                <a:cubicBezTo>
                  <a:pt x="682098" y="36490"/>
                  <a:pt x="453769" y="45657"/>
                  <a:pt x="343771" y="101492"/>
                </a:cubicBezTo>
                <a:cubicBezTo>
                  <a:pt x="233773" y="157327"/>
                  <a:pt x="190441" y="270663"/>
                  <a:pt x="133775" y="356499"/>
                </a:cubicBezTo>
                <a:cubicBezTo>
                  <a:pt x="77109" y="442335"/>
                  <a:pt x="-20389" y="517337"/>
                  <a:pt x="3777" y="616506"/>
                </a:cubicBezTo>
                <a:cubicBezTo>
                  <a:pt x="27943" y="715675"/>
                  <a:pt x="134608" y="886513"/>
                  <a:pt x="278772" y="951515"/>
                </a:cubicBezTo>
                <a:cubicBezTo>
                  <a:pt x="422936" y="1016517"/>
                  <a:pt x="710432" y="1008184"/>
                  <a:pt x="868762" y="1006517"/>
                </a:cubicBezTo>
                <a:cubicBezTo>
                  <a:pt x="1027092" y="1004850"/>
                  <a:pt x="1092091" y="956516"/>
                  <a:pt x="1228755" y="941515"/>
                </a:cubicBezTo>
                <a:cubicBezTo>
                  <a:pt x="1365419" y="926515"/>
                  <a:pt x="1602915" y="980683"/>
                  <a:pt x="1688747" y="916514"/>
                </a:cubicBezTo>
                <a:cubicBezTo>
                  <a:pt x="1774579" y="852346"/>
                  <a:pt x="1777912" y="683174"/>
                  <a:pt x="1743746" y="556504"/>
                </a:cubicBezTo>
                <a:cubicBezTo>
                  <a:pt x="1709580" y="429834"/>
                  <a:pt x="1605415" y="247329"/>
                  <a:pt x="1483750" y="156493"/>
                </a:cubicBezTo>
                <a:cubicBezTo>
                  <a:pt x="1362086" y="65657"/>
                  <a:pt x="1130423" y="35656"/>
                  <a:pt x="1013759" y="11489"/>
                </a:cubicBezTo>
                <a:cubicBezTo>
                  <a:pt x="897095" y="-12678"/>
                  <a:pt x="905428" y="6490"/>
                  <a:pt x="793763" y="21490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8" name="Google Shape;7478;p90"/>
          <p:cNvSpPr txBox="1"/>
          <p:nvPr/>
        </p:nvSpPr>
        <p:spPr>
          <a:xfrm>
            <a:off x="4105942" y="3487225"/>
            <a:ext cx="1116933" cy="61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  gateway</a:t>
            </a:r>
            <a:endParaRPr/>
          </a:p>
        </p:txBody>
      </p:sp>
      <p:grpSp>
        <p:nvGrpSpPr>
          <p:cNvPr id="7479" name="Google Shape;7479;p90"/>
          <p:cNvGrpSpPr/>
          <p:nvPr/>
        </p:nvGrpSpPr>
        <p:grpSpPr>
          <a:xfrm>
            <a:off x="3119550" y="1445494"/>
            <a:ext cx="1744394" cy="1538322"/>
            <a:chOff x="3119550" y="1445494"/>
            <a:chExt cx="1744394" cy="1538322"/>
          </a:xfrm>
        </p:grpSpPr>
        <p:pic>
          <p:nvPicPr>
            <p:cNvPr descr="mobile_or_tablet.png" id="7480" name="Google Shape;7480;p90"/>
            <p:cNvPicPr preferRelativeResize="0"/>
            <p:nvPr/>
          </p:nvPicPr>
          <p:blipFill rotWithShape="1">
            <a:blip r:embed="rId3">
              <a:alphaModFix amt="30000"/>
            </a:blip>
            <a:srcRect b="0" l="0" r="0" t="0"/>
            <a:stretch/>
          </p:blipFill>
          <p:spPr>
            <a:xfrm>
              <a:off x="3132310" y="1445494"/>
              <a:ext cx="567057" cy="933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81" name="Google Shape;7481;p90"/>
            <p:cNvSpPr txBox="1"/>
            <p:nvPr/>
          </p:nvSpPr>
          <p:spPr>
            <a:xfrm>
              <a:off x="3119550" y="2334407"/>
              <a:ext cx="1744394" cy="64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Permanent IP: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128.119.40.186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78:4f:43:98:d9:27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82" name="Google Shape;7482;p90"/>
          <p:cNvSpPr txBox="1"/>
          <p:nvPr/>
        </p:nvSpPr>
        <p:spPr>
          <a:xfrm>
            <a:off x="7390058" y="3336525"/>
            <a:ext cx="1116933" cy="61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network  gateway</a:t>
            </a:r>
            <a:endParaRPr/>
          </a:p>
        </p:txBody>
      </p:sp>
      <p:grpSp>
        <p:nvGrpSpPr>
          <p:cNvPr id="7483" name="Google Shape;7483;p90"/>
          <p:cNvGrpSpPr/>
          <p:nvPr/>
        </p:nvGrpSpPr>
        <p:grpSpPr>
          <a:xfrm>
            <a:off x="6620214" y="1514301"/>
            <a:ext cx="1744394" cy="1534683"/>
            <a:chOff x="6620214" y="1514301"/>
            <a:chExt cx="1744394" cy="1534683"/>
          </a:xfrm>
        </p:grpSpPr>
        <p:sp>
          <p:nvSpPr>
            <p:cNvPr id="7484" name="Google Shape;7484;p90"/>
            <p:cNvSpPr txBox="1"/>
            <p:nvPr/>
          </p:nvSpPr>
          <p:spPr>
            <a:xfrm>
              <a:off x="6620214" y="2399575"/>
              <a:ext cx="1744394" cy="64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 IP: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10.0.0.99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78:4f:43:98:d9:27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85" name="Google Shape;7485;p90"/>
            <p:cNvGrpSpPr/>
            <p:nvPr/>
          </p:nvGrpSpPr>
          <p:grpSpPr>
            <a:xfrm>
              <a:off x="6743781" y="1514301"/>
              <a:ext cx="567057" cy="933976"/>
              <a:chOff x="3533208" y="1227996"/>
              <a:chExt cx="567057" cy="933976"/>
            </a:xfrm>
          </p:grpSpPr>
          <p:pic>
            <p:nvPicPr>
              <p:cNvPr descr="mobile_or_tablet.png" id="7486" name="Google Shape;7486;p9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33208" y="1227996"/>
                <a:ext cx="567057" cy="933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87" name="Google Shape;7487;p90"/>
              <p:cNvSpPr/>
              <p:nvPr/>
            </p:nvSpPr>
            <p:spPr>
              <a:xfrm>
                <a:off x="3688667" y="1588335"/>
                <a:ext cx="243304" cy="420055"/>
              </a:xfrm>
              <a:prstGeom prst="rect">
                <a:avLst/>
              </a:prstGeom>
              <a:gradFill>
                <a:gsLst>
                  <a:gs pos="0">
                    <a:srgbClr val="107AA7"/>
                  </a:gs>
                  <a:gs pos="2000">
                    <a:srgbClr val="107AA7"/>
                  </a:gs>
                  <a:gs pos="50000">
                    <a:srgbClr val="D8E2F3"/>
                  </a:gs>
                  <a:gs pos="100000">
                    <a:srgbClr val="107AA7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488" name="Google Shape;7488;p90"/>
          <p:cNvCxnSpPr/>
          <p:nvPr/>
        </p:nvCxnSpPr>
        <p:spPr>
          <a:xfrm>
            <a:off x="4670288" y="3383755"/>
            <a:ext cx="600050" cy="44383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89" name="Google Shape;7489;p90"/>
          <p:cNvCxnSpPr/>
          <p:nvPr/>
        </p:nvCxnSpPr>
        <p:spPr>
          <a:xfrm flipH="1" rot="10800000">
            <a:off x="6263924" y="3591828"/>
            <a:ext cx="558664" cy="33369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90" name="Google Shape;7490;p90"/>
          <p:cNvCxnSpPr/>
          <p:nvPr/>
        </p:nvCxnSpPr>
        <p:spPr>
          <a:xfrm rot="10800000">
            <a:off x="5826528" y="4505143"/>
            <a:ext cx="0" cy="4409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491" name="Google Shape;7491;p90"/>
          <p:cNvGrpSpPr/>
          <p:nvPr/>
        </p:nvGrpSpPr>
        <p:grpSpPr>
          <a:xfrm>
            <a:off x="4943128" y="3697579"/>
            <a:ext cx="1763990" cy="1007767"/>
            <a:chOff x="2611175" y="5012905"/>
            <a:chExt cx="1763990" cy="1007767"/>
          </a:xfrm>
        </p:grpSpPr>
        <p:sp>
          <p:nvSpPr>
            <p:cNvPr id="7492" name="Google Shape;7492;p90"/>
            <p:cNvSpPr/>
            <p:nvPr/>
          </p:nvSpPr>
          <p:spPr>
            <a:xfrm>
              <a:off x="3161857" y="5183726"/>
              <a:ext cx="733868" cy="333063"/>
            </a:xfrm>
            <a:prstGeom prst="rect">
              <a:avLst/>
            </a:prstGeom>
            <a:solidFill>
              <a:srgbClr val="E0EA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93" name="Google Shape;7493;p90"/>
            <p:cNvCxnSpPr/>
            <p:nvPr/>
          </p:nvCxnSpPr>
          <p:spPr>
            <a:xfrm>
              <a:off x="3462434" y="5820469"/>
              <a:ext cx="0" cy="1899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94" name="Google Shape;7494;p90"/>
            <p:cNvSpPr/>
            <p:nvPr/>
          </p:nvSpPr>
          <p:spPr>
            <a:xfrm>
              <a:off x="2611175" y="5012905"/>
              <a:ext cx="1763990" cy="1007767"/>
            </a:xfrm>
            <a:custGeom>
              <a:rect b="b" l="l" r="r" t="t"/>
              <a:pathLst>
                <a:path extrusionOk="0" h="1007767" w="1763990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5" name="Google Shape;7495;p90"/>
            <p:cNvSpPr txBox="1"/>
            <p:nvPr/>
          </p:nvSpPr>
          <p:spPr>
            <a:xfrm>
              <a:off x="2663349" y="5283327"/>
              <a:ext cx="1685932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or  private Internet</a:t>
              </a:r>
              <a:endParaRPr/>
            </a:p>
          </p:txBody>
        </p:sp>
      </p:grpSp>
      <p:grpSp>
        <p:nvGrpSpPr>
          <p:cNvPr id="7496" name="Google Shape;7496;p90"/>
          <p:cNvGrpSpPr/>
          <p:nvPr/>
        </p:nvGrpSpPr>
        <p:grpSpPr>
          <a:xfrm>
            <a:off x="6741352" y="3299610"/>
            <a:ext cx="763454" cy="668861"/>
            <a:chOff x="7270567" y="5238206"/>
            <a:chExt cx="763454" cy="668861"/>
          </a:xfrm>
        </p:grpSpPr>
        <p:grpSp>
          <p:nvGrpSpPr>
            <p:cNvPr id="7497" name="Google Shape;7497;p90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498" name="Google Shape;7498;p9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499" name="Google Shape;7499;p9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500" name="Google Shape;7500;p9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501" name="Google Shape;7501;p9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02" name="Google Shape;7502;p9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03" name="Google Shape;7503;p9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04" name="Google Shape;7504;p9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505" name="Google Shape;7505;p90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06" name="Google Shape;7506;p90"/>
          <p:cNvGrpSpPr/>
          <p:nvPr/>
        </p:nvGrpSpPr>
        <p:grpSpPr>
          <a:xfrm>
            <a:off x="4162909" y="3130735"/>
            <a:ext cx="763454" cy="668861"/>
            <a:chOff x="7270567" y="5238206"/>
            <a:chExt cx="763454" cy="668861"/>
          </a:xfrm>
        </p:grpSpPr>
        <p:grpSp>
          <p:nvGrpSpPr>
            <p:cNvPr id="7507" name="Google Shape;7507;p90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508" name="Google Shape;7508;p9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509" name="Google Shape;7509;p9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510" name="Google Shape;7510;p9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511" name="Google Shape;7511;p9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12" name="Google Shape;7512;p9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13" name="Google Shape;7513;p9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14" name="Google Shape;7514;p9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515" name="Google Shape;7515;p90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16" name="Google Shape;7516;p90"/>
          <p:cNvGrpSpPr/>
          <p:nvPr/>
        </p:nvGrpSpPr>
        <p:grpSpPr>
          <a:xfrm>
            <a:off x="4317096" y="2216448"/>
            <a:ext cx="1442258" cy="736694"/>
            <a:chOff x="3056709" y="2599509"/>
            <a:chExt cx="1442258" cy="736694"/>
          </a:xfrm>
        </p:grpSpPr>
        <p:sp>
          <p:nvSpPr>
            <p:cNvPr id="7517" name="Google Shape;7517;p90"/>
            <p:cNvSpPr txBox="1"/>
            <p:nvPr/>
          </p:nvSpPr>
          <p:spPr>
            <a:xfrm>
              <a:off x="3507285" y="2702843"/>
              <a:ext cx="99168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18" name="Google Shape;7518;p90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7519" name="Google Shape;7519;p90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7520" name="Google Shape;7520;p90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21" name="Google Shape;7521;p90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22" name="Google Shape;7522;p90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23" name="Google Shape;7523;p90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524" name="Google Shape;7524;p90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7525" name="Google Shape;7525;p9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526" name="Google Shape;7526;p90"/>
          <p:cNvGrpSpPr/>
          <p:nvPr/>
        </p:nvGrpSpPr>
        <p:grpSpPr>
          <a:xfrm>
            <a:off x="2955342" y="3037620"/>
            <a:ext cx="1159776" cy="787410"/>
            <a:chOff x="2955342" y="3037620"/>
            <a:chExt cx="1159776" cy="787410"/>
          </a:xfrm>
        </p:grpSpPr>
        <p:sp>
          <p:nvSpPr>
            <p:cNvPr id="7527" name="Google Shape;7527;p90"/>
            <p:cNvSpPr txBox="1"/>
            <p:nvPr/>
          </p:nvSpPr>
          <p:spPr>
            <a:xfrm>
              <a:off x="3180573" y="3383755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528" name="Google Shape;7528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29" name="Google Shape;7529;p90"/>
          <p:cNvGrpSpPr/>
          <p:nvPr/>
        </p:nvGrpSpPr>
        <p:grpSpPr>
          <a:xfrm>
            <a:off x="7865093" y="2337403"/>
            <a:ext cx="1168254" cy="712787"/>
            <a:chOff x="7865093" y="2337403"/>
            <a:chExt cx="1168254" cy="712787"/>
          </a:xfrm>
        </p:grpSpPr>
        <p:sp>
          <p:nvSpPr>
            <p:cNvPr id="7530" name="Google Shape;7530;p90"/>
            <p:cNvSpPr txBox="1"/>
            <p:nvPr/>
          </p:nvSpPr>
          <p:spPr>
            <a:xfrm>
              <a:off x="8098802" y="2608915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531" name="Google Shape;753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65093" y="2337403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32" name="Google Shape;7532;p90"/>
          <p:cNvGrpSpPr/>
          <p:nvPr/>
        </p:nvGrpSpPr>
        <p:grpSpPr>
          <a:xfrm>
            <a:off x="5302322" y="5004486"/>
            <a:ext cx="1333256" cy="946030"/>
            <a:chOff x="5302322" y="5004486"/>
            <a:chExt cx="1333256" cy="946030"/>
          </a:xfrm>
        </p:grpSpPr>
        <p:sp>
          <p:nvSpPr>
            <p:cNvPr id="7533" name="Google Shape;7533;p90"/>
            <p:cNvSpPr txBox="1"/>
            <p:nvPr/>
          </p:nvSpPr>
          <p:spPr>
            <a:xfrm>
              <a:off x="5302322" y="5681596"/>
              <a:ext cx="133325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Correspondent</a:t>
              </a:r>
              <a:endParaRPr/>
            </a:p>
          </p:txBody>
        </p:sp>
        <p:grpSp>
          <p:nvGrpSpPr>
            <p:cNvPr id="7534" name="Google Shape;7534;p90"/>
            <p:cNvGrpSpPr/>
            <p:nvPr/>
          </p:nvGrpSpPr>
          <p:grpSpPr>
            <a:xfrm>
              <a:off x="5338118" y="5004486"/>
              <a:ext cx="891365" cy="796154"/>
              <a:chOff x="283029" y="4319993"/>
              <a:chExt cx="1226174" cy="1258225"/>
            </a:xfrm>
          </p:grpSpPr>
          <p:pic>
            <p:nvPicPr>
              <p:cNvPr descr="desktop_computer_stylized_medium" id="7535" name="Google Shape;7535;p9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283029" y="4319993"/>
                <a:ext cx="1226174" cy="12582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36" name="Google Shape;7536;p90"/>
              <p:cNvSpPr/>
              <p:nvPr/>
            </p:nvSpPr>
            <p:spPr>
              <a:xfrm flipH="1">
                <a:off x="805497" y="4440692"/>
                <a:ext cx="596213" cy="576165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grpSp>
        <p:nvGrpSpPr>
          <p:cNvPr id="7537" name="Google Shape;7537;p90"/>
          <p:cNvGrpSpPr/>
          <p:nvPr/>
        </p:nvGrpSpPr>
        <p:grpSpPr>
          <a:xfrm>
            <a:off x="4399311" y="3330061"/>
            <a:ext cx="1322389" cy="1905000"/>
            <a:chOff x="1915" y="2230"/>
            <a:chExt cx="833" cy="1200"/>
          </a:xfrm>
        </p:grpSpPr>
        <p:sp>
          <p:nvSpPr>
            <p:cNvPr id="7538" name="Google Shape;7538;p90"/>
            <p:cNvSpPr/>
            <p:nvPr/>
          </p:nvSpPr>
          <p:spPr>
            <a:xfrm rot="10800000">
              <a:off x="1915" y="2230"/>
              <a:ext cx="833" cy="1200"/>
            </a:xfrm>
            <a:custGeom>
              <a:rect b="b" l="l" r="r" t="t"/>
              <a:pathLst>
                <a:path extrusionOk="0" h="1905541" w="1321751">
                  <a:moveTo>
                    <a:pt x="0" y="0"/>
                  </a:moveTo>
                  <a:cubicBezTo>
                    <a:pt x="401139" y="520042"/>
                    <a:pt x="846840" y="1213232"/>
                    <a:pt x="1321751" y="1905541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39" name="Google Shape;7539;p90"/>
            <p:cNvGrpSpPr/>
            <p:nvPr/>
          </p:nvGrpSpPr>
          <p:grpSpPr>
            <a:xfrm>
              <a:off x="2313" y="2836"/>
              <a:ext cx="203" cy="252"/>
              <a:chOff x="759" y="3634"/>
              <a:chExt cx="203" cy="252"/>
            </a:xfrm>
          </p:grpSpPr>
          <p:sp>
            <p:nvSpPr>
              <p:cNvPr id="7540" name="Google Shape;7540;p90"/>
              <p:cNvSpPr/>
              <p:nvPr/>
            </p:nvSpPr>
            <p:spPr>
              <a:xfrm>
                <a:off x="760" y="3662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1" name="Google Shape;7541;p90"/>
              <p:cNvSpPr txBox="1"/>
              <p:nvPr/>
            </p:nvSpPr>
            <p:spPr>
              <a:xfrm>
                <a:off x="759" y="3634"/>
                <a:ext cx="19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7542" name="Google Shape;7542;p90"/>
          <p:cNvGrpSpPr/>
          <p:nvPr/>
        </p:nvGrpSpPr>
        <p:grpSpPr>
          <a:xfrm>
            <a:off x="741921" y="4646142"/>
            <a:ext cx="4287279" cy="1582254"/>
            <a:chOff x="704850" y="4250726"/>
            <a:chExt cx="4287279" cy="1582254"/>
          </a:xfrm>
        </p:grpSpPr>
        <p:sp>
          <p:nvSpPr>
            <p:cNvPr id="7543" name="Google Shape;7543;p90"/>
            <p:cNvSpPr txBox="1"/>
            <p:nvPr/>
          </p:nvSpPr>
          <p:spPr>
            <a:xfrm>
              <a:off x="704850" y="4743451"/>
              <a:ext cx="3484090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correspondent uses </a:t>
              </a:r>
              <a:r>
                <a:rPr i="1" lang="en-US" sz="2400">
                  <a:solidFill>
                    <a:srgbClr val="011199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address as datagram destination address</a:t>
              </a:r>
              <a:endParaRPr/>
            </a:p>
          </p:txBody>
        </p:sp>
        <p:cxnSp>
          <p:nvCxnSpPr>
            <p:cNvPr id="7544" name="Google Shape;7544;p90"/>
            <p:cNvCxnSpPr/>
            <p:nvPr/>
          </p:nvCxnSpPr>
          <p:spPr>
            <a:xfrm flipH="1" rot="10800000">
              <a:off x="4053015" y="4250726"/>
              <a:ext cx="939114" cy="704334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545" name="Google Shape;7545;p90"/>
          <p:cNvGrpSpPr/>
          <p:nvPr/>
        </p:nvGrpSpPr>
        <p:grpSpPr>
          <a:xfrm>
            <a:off x="370745" y="3410339"/>
            <a:ext cx="4891720" cy="1625716"/>
            <a:chOff x="370745" y="3410339"/>
            <a:chExt cx="4891720" cy="1625716"/>
          </a:xfrm>
        </p:grpSpPr>
        <p:sp>
          <p:nvSpPr>
            <p:cNvPr id="7546" name="Google Shape;7546;p90"/>
            <p:cNvSpPr txBox="1"/>
            <p:nvPr/>
          </p:nvSpPr>
          <p:spPr>
            <a:xfrm>
              <a:off x="370745" y="3946526"/>
              <a:ext cx="3830551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gateway receives datagram, forwards (tunnels)  to remote gateway</a:t>
              </a:r>
              <a:endParaRPr/>
            </a:p>
          </p:txBody>
        </p:sp>
        <p:cxnSp>
          <p:nvCxnSpPr>
            <p:cNvPr id="7547" name="Google Shape;7547;p90"/>
            <p:cNvCxnSpPr/>
            <p:nvPr/>
          </p:nvCxnSpPr>
          <p:spPr>
            <a:xfrm flipH="1">
              <a:off x="3472250" y="3410339"/>
              <a:ext cx="1790215" cy="828029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548" name="Google Shape;7548;p90"/>
          <p:cNvSpPr txBox="1"/>
          <p:nvPr/>
        </p:nvSpPr>
        <p:spPr>
          <a:xfrm>
            <a:off x="1408671" y="1482923"/>
            <a:ext cx="196472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  <a:p>
            <a:pPr indent="0" lvl="1" marL="1714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e.g.,: 128.119/16</a:t>
            </a:r>
            <a:endParaRPr/>
          </a:p>
        </p:txBody>
      </p:sp>
      <p:sp>
        <p:nvSpPr>
          <p:cNvPr id="7549" name="Google Shape;7549;p90"/>
          <p:cNvSpPr txBox="1"/>
          <p:nvPr/>
        </p:nvSpPr>
        <p:spPr>
          <a:xfrm>
            <a:off x="7761811" y="1499405"/>
            <a:ext cx="2185378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  <a:p>
            <a:pPr indent="0" lvl="0" marL="1222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e.g.,: 79.129/16</a:t>
            </a:r>
            <a:endParaRPr/>
          </a:p>
        </p:txBody>
      </p:sp>
      <p:grpSp>
        <p:nvGrpSpPr>
          <p:cNvPr id="7550" name="Google Shape;7550;p90"/>
          <p:cNvGrpSpPr/>
          <p:nvPr/>
        </p:nvGrpSpPr>
        <p:grpSpPr>
          <a:xfrm>
            <a:off x="4584357" y="3115736"/>
            <a:ext cx="2137719" cy="369332"/>
            <a:chOff x="4534929" y="3177521"/>
            <a:chExt cx="2137719" cy="369332"/>
          </a:xfrm>
        </p:grpSpPr>
        <p:cxnSp>
          <p:nvCxnSpPr>
            <p:cNvPr id="7551" name="Google Shape;7551;p90"/>
            <p:cNvCxnSpPr/>
            <p:nvPr/>
          </p:nvCxnSpPr>
          <p:spPr>
            <a:xfrm>
              <a:off x="4534929" y="3299255"/>
              <a:ext cx="2137719" cy="222422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7552" name="Google Shape;7552;p90"/>
            <p:cNvGrpSpPr/>
            <p:nvPr/>
          </p:nvGrpSpPr>
          <p:grpSpPr>
            <a:xfrm>
              <a:off x="5252793" y="3177521"/>
              <a:ext cx="318711" cy="369332"/>
              <a:chOff x="201265" y="5990352"/>
              <a:chExt cx="318711" cy="369332"/>
            </a:xfrm>
          </p:grpSpPr>
          <p:sp>
            <p:nvSpPr>
              <p:cNvPr id="7553" name="Google Shape;7553;p90"/>
              <p:cNvSpPr/>
              <p:nvPr/>
            </p:nvSpPr>
            <p:spPr>
              <a:xfrm>
                <a:off x="201265" y="6031388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4" name="Google Shape;7554;p90"/>
              <p:cNvSpPr txBox="1"/>
              <p:nvPr/>
            </p:nvSpPr>
            <p:spPr>
              <a:xfrm>
                <a:off x="208933" y="5990352"/>
                <a:ext cx="2398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7555" name="Google Shape;7555;p90"/>
          <p:cNvGrpSpPr/>
          <p:nvPr/>
        </p:nvGrpSpPr>
        <p:grpSpPr>
          <a:xfrm>
            <a:off x="7193386" y="2192404"/>
            <a:ext cx="589413" cy="1146660"/>
            <a:chOff x="7193386" y="2192404"/>
            <a:chExt cx="589413" cy="1146660"/>
          </a:xfrm>
        </p:grpSpPr>
        <p:sp>
          <p:nvSpPr>
            <p:cNvPr id="7556" name="Google Shape;7556;p90"/>
            <p:cNvSpPr/>
            <p:nvPr/>
          </p:nvSpPr>
          <p:spPr>
            <a:xfrm>
              <a:off x="7193386" y="2192404"/>
              <a:ext cx="451673" cy="1146660"/>
            </a:xfrm>
            <a:custGeom>
              <a:rect b="b" l="l" r="r" t="t"/>
              <a:pathLst>
                <a:path extrusionOk="0" h="1146660" w="451673">
                  <a:moveTo>
                    <a:pt x="0" y="0"/>
                  </a:moveTo>
                  <a:cubicBezTo>
                    <a:pt x="279457" y="36988"/>
                    <a:pt x="404802" y="277418"/>
                    <a:pt x="443844" y="554836"/>
                  </a:cubicBezTo>
                  <a:cubicBezTo>
                    <a:pt x="482886" y="832254"/>
                    <a:pt x="373980" y="1015144"/>
                    <a:pt x="160277" y="1146660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57" name="Google Shape;7557;p90"/>
            <p:cNvGrpSpPr/>
            <p:nvPr/>
          </p:nvGrpSpPr>
          <p:grpSpPr>
            <a:xfrm>
              <a:off x="7464088" y="2469046"/>
              <a:ext cx="318711" cy="369332"/>
              <a:chOff x="499844" y="5934173"/>
              <a:chExt cx="318711" cy="369332"/>
            </a:xfrm>
          </p:grpSpPr>
          <p:sp>
            <p:nvSpPr>
              <p:cNvPr id="7558" name="Google Shape;7558;p90"/>
              <p:cNvSpPr/>
              <p:nvPr/>
            </p:nvSpPr>
            <p:spPr>
              <a:xfrm>
                <a:off x="499844" y="5970739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9" name="Google Shape;7559;p90"/>
              <p:cNvSpPr txBox="1"/>
              <p:nvPr/>
            </p:nvSpPr>
            <p:spPr>
              <a:xfrm>
                <a:off x="520378" y="5934173"/>
                <a:ext cx="2398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7560" name="Google Shape;7560;p90"/>
          <p:cNvGrpSpPr/>
          <p:nvPr/>
        </p:nvGrpSpPr>
        <p:grpSpPr>
          <a:xfrm>
            <a:off x="4704570" y="3409989"/>
            <a:ext cx="2054831" cy="1741728"/>
            <a:chOff x="4704570" y="3409989"/>
            <a:chExt cx="2054831" cy="1741728"/>
          </a:xfrm>
        </p:grpSpPr>
        <p:sp>
          <p:nvSpPr>
            <p:cNvPr id="7561" name="Google Shape;7561;p90"/>
            <p:cNvSpPr/>
            <p:nvPr/>
          </p:nvSpPr>
          <p:spPr>
            <a:xfrm>
              <a:off x="4704570" y="3427364"/>
              <a:ext cx="2019342" cy="1724353"/>
            </a:xfrm>
            <a:custGeom>
              <a:rect b="b" l="l" r="r" t="t"/>
              <a:pathLst>
                <a:path extrusionOk="0" h="1724353" w="2019342">
                  <a:moveTo>
                    <a:pt x="1180736" y="1724353"/>
                  </a:moveTo>
                  <a:cubicBezTo>
                    <a:pt x="1011576" y="1508613"/>
                    <a:pt x="53322" y="171133"/>
                    <a:pt x="0" y="0"/>
                  </a:cubicBezTo>
                  <a:cubicBezTo>
                    <a:pt x="142553" y="5776"/>
                    <a:pt x="1613826" y="156754"/>
                    <a:pt x="2019342" y="212452"/>
                  </a:cubicBezTo>
                </a:path>
              </a:pathLst>
            </a:custGeom>
            <a:noFill/>
            <a:ln cap="flat" cmpd="sng" w="25400">
              <a:solidFill>
                <a:srgbClr val="C00000">
                  <a:alpha val="6784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2" name="Google Shape;7562;p90"/>
            <p:cNvSpPr/>
            <p:nvPr/>
          </p:nvSpPr>
          <p:spPr>
            <a:xfrm>
              <a:off x="6025968" y="3716938"/>
              <a:ext cx="733433" cy="1379498"/>
            </a:xfrm>
            <a:custGeom>
              <a:rect b="b" l="l" r="r" t="t"/>
              <a:pathLst>
                <a:path extrusionOk="0" h="1379498" w="733433">
                  <a:moveTo>
                    <a:pt x="0" y="1379498"/>
                  </a:moveTo>
                  <a:cubicBezTo>
                    <a:pt x="310380" y="936141"/>
                    <a:pt x="423053" y="443357"/>
                    <a:pt x="733433" y="0"/>
                  </a:cubicBezTo>
                </a:path>
              </a:pathLst>
            </a:custGeom>
            <a:noFill/>
            <a:ln cap="flat" cmpd="sng" w="25400">
              <a:solidFill>
                <a:srgbClr val="C00000">
                  <a:alpha val="6784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63" name="Google Shape;7563;p90"/>
            <p:cNvGrpSpPr/>
            <p:nvPr/>
          </p:nvGrpSpPr>
          <p:grpSpPr>
            <a:xfrm>
              <a:off x="5840610" y="3409989"/>
              <a:ext cx="464084" cy="369332"/>
              <a:chOff x="4620433" y="4568517"/>
              <a:chExt cx="464084" cy="369332"/>
            </a:xfrm>
          </p:grpSpPr>
          <p:sp>
            <p:nvSpPr>
              <p:cNvPr id="7564" name="Google Shape;7564;p90"/>
              <p:cNvSpPr/>
              <p:nvPr/>
            </p:nvSpPr>
            <p:spPr>
              <a:xfrm>
                <a:off x="4654797" y="4601908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>
                    <a:alpha val="65882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5" name="Google Shape;7565;p90"/>
              <p:cNvSpPr txBox="1"/>
              <p:nvPr/>
            </p:nvSpPr>
            <p:spPr>
              <a:xfrm>
                <a:off x="4620433" y="4568517"/>
                <a:ext cx="46408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4a</a:t>
                </a:r>
                <a:endParaRPr/>
              </a:p>
            </p:txBody>
          </p:sp>
        </p:grpSp>
        <p:grpSp>
          <p:nvGrpSpPr>
            <p:cNvPr id="7566" name="Google Shape;7566;p90"/>
            <p:cNvGrpSpPr/>
            <p:nvPr/>
          </p:nvGrpSpPr>
          <p:grpSpPr>
            <a:xfrm>
              <a:off x="6032356" y="4558079"/>
              <a:ext cx="464084" cy="369332"/>
              <a:chOff x="4604558" y="4574867"/>
              <a:chExt cx="464084" cy="369332"/>
            </a:xfrm>
          </p:grpSpPr>
          <p:sp>
            <p:nvSpPr>
              <p:cNvPr id="7567" name="Google Shape;7567;p90"/>
              <p:cNvSpPr/>
              <p:nvPr/>
            </p:nvSpPr>
            <p:spPr>
              <a:xfrm>
                <a:off x="4654797" y="4601908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>
                    <a:alpha val="65882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8" name="Google Shape;7568;p90"/>
              <p:cNvSpPr txBox="1"/>
              <p:nvPr/>
            </p:nvSpPr>
            <p:spPr>
              <a:xfrm>
                <a:off x="4604558" y="4574867"/>
                <a:ext cx="46408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4b</a:t>
                </a:r>
                <a:endParaRPr/>
              </a:p>
            </p:txBody>
          </p:sp>
        </p:grpSp>
      </p:grpSp>
      <p:grpSp>
        <p:nvGrpSpPr>
          <p:cNvPr id="7569" name="Google Shape;7569;p90"/>
          <p:cNvGrpSpPr/>
          <p:nvPr/>
        </p:nvGrpSpPr>
        <p:grpSpPr>
          <a:xfrm>
            <a:off x="7834184" y="2693773"/>
            <a:ext cx="4188941" cy="1231837"/>
            <a:chOff x="7834184" y="2693773"/>
            <a:chExt cx="4188941" cy="1231837"/>
          </a:xfrm>
        </p:grpSpPr>
        <p:sp>
          <p:nvSpPr>
            <p:cNvPr id="7570" name="Google Shape;7570;p90"/>
            <p:cNvSpPr txBox="1"/>
            <p:nvPr/>
          </p:nvSpPr>
          <p:spPr>
            <a:xfrm>
              <a:off x="9030943" y="2891481"/>
              <a:ext cx="2992182" cy="1034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gateway router forwards to mobile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571" name="Google Shape;7571;p90"/>
            <p:cNvCxnSpPr/>
            <p:nvPr/>
          </p:nvCxnSpPr>
          <p:spPr>
            <a:xfrm>
              <a:off x="7834184" y="2693773"/>
              <a:ext cx="1285102" cy="383059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572" name="Google Shape;7572;p90"/>
          <p:cNvGrpSpPr/>
          <p:nvPr/>
        </p:nvGrpSpPr>
        <p:grpSpPr>
          <a:xfrm>
            <a:off x="6760175" y="4032422"/>
            <a:ext cx="5301049" cy="1761944"/>
            <a:chOff x="6598508" y="1989438"/>
            <a:chExt cx="5301049" cy="1761944"/>
          </a:xfrm>
        </p:grpSpPr>
        <p:sp>
          <p:nvSpPr>
            <p:cNvPr id="7573" name="Google Shape;7573;p90"/>
            <p:cNvSpPr txBox="1"/>
            <p:nvPr/>
          </p:nvSpPr>
          <p:spPr>
            <a:xfrm>
              <a:off x="7615881" y="2384854"/>
              <a:ext cx="4283676" cy="1366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gateway router forwards reply to correspondent via home network (4a) or directly (4b)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574" name="Google Shape;7574;p90"/>
            <p:cNvCxnSpPr/>
            <p:nvPr/>
          </p:nvCxnSpPr>
          <p:spPr>
            <a:xfrm>
              <a:off x="6598508" y="1989438"/>
              <a:ext cx="1054444" cy="601362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575" name="Google Shape;7575;p90"/>
          <p:cNvGrpSpPr/>
          <p:nvPr/>
        </p:nvGrpSpPr>
        <p:grpSpPr>
          <a:xfrm>
            <a:off x="5251621" y="4691746"/>
            <a:ext cx="358347" cy="362168"/>
            <a:chOff x="375561" y="297711"/>
            <a:chExt cx="1252683" cy="2138362"/>
          </a:xfrm>
        </p:grpSpPr>
        <p:sp>
          <p:nvSpPr>
            <p:cNvPr id="7576" name="Google Shape;7576;p90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7" name="Google Shape;7577;p90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8" name="Google Shape;7578;p90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79" name="Google Shape;7579;p90"/>
          <p:cNvGrpSpPr/>
          <p:nvPr/>
        </p:nvGrpSpPr>
        <p:grpSpPr>
          <a:xfrm>
            <a:off x="6602626" y="3497259"/>
            <a:ext cx="358347" cy="362168"/>
            <a:chOff x="375561" y="297711"/>
            <a:chExt cx="1252683" cy="2138362"/>
          </a:xfrm>
        </p:grpSpPr>
        <p:sp>
          <p:nvSpPr>
            <p:cNvPr id="7580" name="Google Shape;7580;p90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1" name="Google Shape;7581;p90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2" name="Google Shape;7582;p90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7" name="Shape 7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8" name="Google Shape;7588;p91"/>
          <p:cNvSpPr txBox="1"/>
          <p:nvPr>
            <p:ph idx="1" type="body"/>
          </p:nvPr>
        </p:nvSpPr>
        <p:spPr>
          <a:xfrm>
            <a:off x="838200" y="1724027"/>
            <a:ext cx="5612027" cy="1451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triangle routing: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inefficient when correspondent and mobile are in same network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589" name="Google Shape;7589;p9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Mobility with indirect routing: comments</a:t>
            </a:r>
            <a:endParaRPr/>
          </a:p>
        </p:txBody>
      </p:sp>
      <p:sp>
        <p:nvSpPr>
          <p:cNvPr id="7590" name="Google Shape;7590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91" name="Google Shape;7591;p91"/>
          <p:cNvSpPr txBox="1"/>
          <p:nvPr/>
        </p:nvSpPr>
        <p:spPr>
          <a:xfrm>
            <a:off x="891745" y="3173884"/>
            <a:ext cx="10773033" cy="3140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moves among visited networks: transparent to correspondent!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registers in new visited network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visited network registers with home HSS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datagrams continue to be forwarded from home network to mobile in new network 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on-going (e.g., TCP) connections between correspondent and mobile can be maintained!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635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92" name="Google Shape;7592;p91"/>
          <p:cNvGrpSpPr/>
          <p:nvPr/>
        </p:nvGrpSpPr>
        <p:grpSpPr>
          <a:xfrm>
            <a:off x="7249726" y="1470453"/>
            <a:ext cx="2295440" cy="1485237"/>
            <a:chOff x="2733837" y="1551322"/>
            <a:chExt cx="6172468" cy="4493558"/>
          </a:xfrm>
        </p:grpSpPr>
        <p:sp>
          <p:nvSpPr>
            <p:cNvPr id="7593" name="Google Shape;7593;p91"/>
            <p:cNvSpPr/>
            <p:nvPr/>
          </p:nvSpPr>
          <p:spPr>
            <a:xfrm>
              <a:off x="2733837" y="1585690"/>
              <a:ext cx="2536501" cy="2518288"/>
            </a:xfrm>
            <a:custGeom>
              <a:rect b="b" l="l" r="r" t="t"/>
              <a:pathLst>
                <a:path extrusionOk="0" h="2518288" w="2536501">
                  <a:moveTo>
                    <a:pt x="910971" y="57599"/>
                  </a:moveTo>
                  <a:cubicBezTo>
                    <a:pt x="777783" y="90895"/>
                    <a:pt x="585135" y="101995"/>
                    <a:pt x="459082" y="200298"/>
                  </a:cubicBezTo>
                  <a:cubicBezTo>
                    <a:pt x="333029" y="298601"/>
                    <a:pt x="229967" y="488866"/>
                    <a:pt x="154652" y="647420"/>
                  </a:cubicBezTo>
                  <a:cubicBezTo>
                    <a:pt x="79337" y="805974"/>
                    <a:pt x="24635" y="979590"/>
                    <a:pt x="7194" y="1151621"/>
                  </a:cubicBezTo>
                  <a:cubicBezTo>
                    <a:pt x="-10247" y="1323652"/>
                    <a:pt x="4022" y="1498854"/>
                    <a:pt x="50004" y="1679605"/>
                  </a:cubicBezTo>
                  <a:cubicBezTo>
                    <a:pt x="95986" y="1860356"/>
                    <a:pt x="136419" y="2098980"/>
                    <a:pt x="283084" y="2236129"/>
                  </a:cubicBezTo>
                  <a:cubicBezTo>
                    <a:pt x="429749" y="2373278"/>
                    <a:pt x="738143" y="2461276"/>
                    <a:pt x="929997" y="2502500"/>
                  </a:cubicBezTo>
                  <a:cubicBezTo>
                    <a:pt x="1121851" y="2543724"/>
                    <a:pt x="1269310" y="2492193"/>
                    <a:pt x="1434210" y="2483473"/>
                  </a:cubicBezTo>
                  <a:cubicBezTo>
                    <a:pt x="1599110" y="2474753"/>
                    <a:pt x="1761631" y="2558786"/>
                    <a:pt x="1919395" y="2450177"/>
                  </a:cubicBezTo>
                  <a:cubicBezTo>
                    <a:pt x="2077160" y="2341568"/>
                    <a:pt x="2278560" y="2007728"/>
                    <a:pt x="2380797" y="1831817"/>
                  </a:cubicBezTo>
                  <a:cubicBezTo>
                    <a:pt x="2483034" y="1655906"/>
                    <a:pt x="2520878" y="1585297"/>
                    <a:pt x="2532819" y="1394709"/>
                  </a:cubicBezTo>
                  <a:cubicBezTo>
                    <a:pt x="2544760" y="1204121"/>
                    <a:pt x="2530105" y="858818"/>
                    <a:pt x="2452444" y="688289"/>
                  </a:cubicBezTo>
                  <a:cubicBezTo>
                    <a:pt x="2374783" y="517760"/>
                    <a:pt x="2169172" y="471894"/>
                    <a:pt x="2066853" y="371536"/>
                  </a:cubicBezTo>
                  <a:cubicBezTo>
                    <a:pt x="1964534" y="271178"/>
                    <a:pt x="1973305" y="147975"/>
                    <a:pt x="1838531" y="86139"/>
                  </a:cubicBezTo>
                  <a:cubicBezTo>
                    <a:pt x="1703757" y="24303"/>
                    <a:pt x="1414390" y="5277"/>
                    <a:pt x="1258211" y="520"/>
                  </a:cubicBezTo>
                  <a:cubicBezTo>
                    <a:pt x="1102032" y="-4237"/>
                    <a:pt x="1044159" y="24303"/>
                    <a:pt x="910971" y="57599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4" name="Google Shape;7594;p91"/>
            <p:cNvSpPr/>
            <p:nvPr/>
          </p:nvSpPr>
          <p:spPr>
            <a:xfrm>
              <a:off x="6426611" y="1551322"/>
              <a:ext cx="2479694" cy="2518288"/>
            </a:xfrm>
            <a:custGeom>
              <a:rect b="b" l="l" r="r" t="t"/>
              <a:pathLst>
                <a:path extrusionOk="0" h="2518288" w="2479694">
                  <a:moveTo>
                    <a:pt x="910971" y="57599"/>
                  </a:moveTo>
                  <a:cubicBezTo>
                    <a:pt x="777783" y="90895"/>
                    <a:pt x="585135" y="101995"/>
                    <a:pt x="459082" y="200298"/>
                  </a:cubicBezTo>
                  <a:cubicBezTo>
                    <a:pt x="333029" y="298601"/>
                    <a:pt x="229967" y="488866"/>
                    <a:pt x="154652" y="647420"/>
                  </a:cubicBezTo>
                  <a:cubicBezTo>
                    <a:pt x="79337" y="805974"/>
                    <a:pt x="24635" y="979590"/>
                    <a:pt x="7194" y="1151621"/>
                  </a:cubicBezTo>
                  <a:cubicBezTo>
                    <a:pt x="-10247" y="1323652"/>
                    <a:pt x="4022" y="1498854"/>
                    <a:pt x="50004" y="1679605"/>
                  </a:cubicBezTo>
                  <a:cubicBezTo>
                    <a:pt x="95986" y="1860356"/>
                    <a:pt x="136419" y="2098980"/>
                    <a:pt x="283084" y="2236129"/>
                  </a:cubicBezTo>
                  <a:cubicBezTo>
                    <a:pt x="429749" y="2373278"/>
                    <a:pt x="738143" y="2461276"/>
                    <a:pt x="929997" y="2502500"/>
                  </a:cubicBezTo>
                  <a:cubicBezTo>
                    <a:pt x="1121851" y="2543724"/>
                    <a:pt x="1269310" y="2492193"/>
                    <a:pt x="1434210" y="2483473"/>
                  </a:cubicBezTo>
                  <a:cubicBezTo>
                    <a:pt x="1599110" y="2474753"/>
                    <a:pt x="1761631" y="2558786"/>
                    <a:pt x="1919395" y="2450177"/>
                  </a:cubicBezTo>
                  <a:cubicBezTo>
                    <a:pt x="2077160" y="2341568"/>
                    <a:pt x="2288834" y="2032388"/>
                    <a:pt x="2380797" y="1831817"/>
                  </a:cubicBezTo>
                  <a:cubicBezTo>
                    <a:pt x="2472760" y="1631246"/>
                    <a:pt x="2494165" y="1439396"/>
                    <a:pt x="2471174" y="1246753"/>
                  </a:cubicBezTo>
                  <a:cubicBezTo>
                    <a:pt x="2448183" y="1054110"/>
                    <a:pt x="2310239" y="821828"/>
                    <a:pt x="2242852" y="675959"/>
                  </a:cubicBezTo>
                  <a:cubicBezTo>
                    <a:pt x="2175465" y="530090"/>
                    <a:pt x="2134240" y="469839"/>
                    <a:pt x="2066853" y="371536"/>
                  </a:cubicBezTo>
                  <a:cubicBezTo>
                    <a:pt x="1999466" y="273233"/>
                    <a:pt x="1973305" y="147975"/>
                    <a:pt x="1838531" y="86139"/>
                  </a:cubicBezTo>
                  <a:cubicBezTo>
                    <a:pt x="1703757" y="24303"/>
                    <a:pt x="1414390" y="5277"/>
                    <a:pt x="1258211" y="520"/>
                  </a:cubicBezTo>
                  <a:cubicBezTo>
                    <a:pt x="1102032" y="-4237"/>
                    <a:pt x="1044159" y="24303"/>
                    <a:pt x="910971" y="57599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5" name="Google Shape;7595;p91"/>
            <p:cNvSpPr/>
            <p:nvPr/>
          </p:nvSpPr>
          <p:spPr>
            <a:xfrm flipH="1" rot="10800000">
              <a:off x="4827446" y="4937117"/>
              <a:ext cx="2158078" cy="1107763"/>
            </a:xfrm>
            <a:custGeom>
              <a:rect b="b" l="l" r="r" t="t"/>
              <a:pathLst>
                <a:path extrusionOk="0" h="1007767" w="1763990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96" name="Google Shape;7596;p91"/>
            <p:cNvGrpSpPr/>
            <p:nvPr/>
          </p:nvGrpSpPr>
          <p:grpSpPr>
            <a:xfrm>
              <a:off x="4943128" y="3697579"/>
              <a:ext cx="1763990" cy="1007767"/>
              <a:chOff x="2611175" y="5012905"/>
              <a:chExt cx="1763990" cy="1007767"/>
            </a:xfrm>
          </p:grpSpPr>
          <p:sp>
            <p:nvSpPr>
              <p:cNvPr id="7597" name="Google Shape;7597;p91"/>
              <p:cNvSpPr/>
              <p:nvPr/>
            </p:nvSpPr>
            <p:spPr>
              <a:xfrm>
                <a:off x="3161857" y="5183726"/>
                <a:ext cx="733868" cy="333063"/>
              </a:xfrm>
              <a:prstGeom prst="rect">
                <a:avLst/>
              </a:prstGeom>
              <a:solidFill>
                <a:srgbClr val="E0EAF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598" name="Google Shape;7598;p91"/>
              <p:cNvCxnSpPr/>
              <p:nvPr/>
            </p:nvCxnSpPr>
            <p:spPr>
              <a:xfrm>
                <a:off x="3462434" y="5820469"/>
                <a:ext cx="0" cy="189913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599" name="Google Shape;7599;p91"/>
              <p:cNvSpPr/>
              <p:nvPr/>
            </p:nvSpPr>
            <p:spPr>
              <a:xfrm>
                <a:off x="2611175" y="5012905"/>
                <a:ext cx="1763990" cy="1007767"/>
              </a:xfrm>
              <a:custGeom>
                <a:rect b="b" l="l" r="r" t="t"/>
                <a:pathLst>
                  <a:path extrusionOk="0" h="1007767" w="1763990">
                    <a:moveTo>
                      <a:pt x="793763" y="21490"/>
                    </a:moveTo>
                    <a:cubicBezTo>
                      <a:pt x="682098" y="36490"/>
                      <a:pt x="453769" y="45657"/>
                      <a:pt x="343771" y="101492"/>
                    </a:cubicBezTo>
                    <a:cubicBezTo>
                      <a:pt x="233773" y="157327"/>
                      <a:pt x="190441" y="270663"/>
                      <a:pt x="133775" y="356499"/>
                    </a:cubicBezTo>
                    <a:cubicBezTo>
                      <a:pt x="77109" y="442335"/>
                      <a:pt x="-20389" y="517337"/>
                      <a:pt x="3777" y="616506"/>
                    </a:cubicBezTo>
                    <a:cubicBezTo>
                      <a:pt x="27943" y="715675"/>
                      <a:pt x="134608" y="886513"/>
                      <a:pt x="278772" y="951515"/>
                    </a:cubicBezTo>
                    <a:cubicBezTo>
                      <a:pt x="422936" y="1016517"/>
                      <a:pt x="710432" y="1008184"/>
                      <a:pt x="868762" y="1006517"/>
                    </a:cubicBezTo>
                    <a:cubicBezTo>
                      <a:pt x="1027092" y="1004850"/>
                      <a:pt x="1092091" y="956516"/>
                      <a:pt x="1228755" y="941515"/>
                    </a:cubicBezTo>
                    <a:cubicBezTo>
                      <a:pt x="1365419" y="926515"/>
                      <a:pt x="1602915" y="980683"/>
                      <a:pt x="1688747" y="916514"/>
                    </a:cubicBezTo>
                    <a:cubicBezTo>
                      <a:pt x="1774579" y="852346"/>
                      <a:pt x="1777912" y="683174"/>
                      <a:pt x="1743746" y="556504"/>
                    </a:cubicBezTo>
                    <a:cubicBezTo>
                      <a:pt x="1709580" y="429834"/>
                      <a:pt x="1605415" y="247329"/>
                      <a:pt x="1483750" y="156493"/>
                    </a:cubicBezTo>
                    <a:cubicBezTo>
                      <a:pt x="1362086" y="65657"/>
                      <a:pt x="1130423" y="35656"/>
                      <a:pt x="1013759" y="11489"/>
                    </a:cubicBezTo>
                    <a:cubicBezTo>
                      <a:pt x="897095" y="-12678"/>
                      <a:pt x="905428" y="6490"/>
                      <a:pt x="793763" y="21490"/>
                    </a:cubicBez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00" name="Google Shape;7600;p91"/>
            <p:cNvSpPr/>
            <p:nvPr/>
          </p:nvSpPr>
          <p:spPr>
            <a:xfrm flipH="1" rot="10800000">
              <a:off x="4015945" y="2767912"/>
              <a:ext cx="3892378" cy="2755558"/>
            </a:xfrm>
            <a:prstGeom prst="triangle">
              <a:avLst>
                <a:gd fmla="val 50327" name="adj"/>
              </a:avLst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01" name="Google Shape;7601;p91"/>
          <p:cNvGrpSpPr/>
          <p:nvPr/>
        </p:nvGrpSpPr>
        <p:grpSpPr>
          <a:xfrm>
            <a:off x="8999920" y="1469425"/>
            <a:ext cx="410780" cy="655938"/>
            <a:chOff x="3533208" y="1227996"/>
            <a:chExt cx="567057" cy="933976"/>
          </a:xfrm>
        </p:grpSpPr>
        <p:pic>
          <p:nvPicPr>
            <p:cNvPr descr="mobile_or_tablet.png" id="7602" name="Google Shape;7602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33208" y="1227996"/>
              <a:ext cx="567057" cy="933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03" name="Google Shape;7603;p91"/>
            <p:cNvSpPr/>
            <p:nvPr/>
          </p:nvSpPr>
          <p:spPr>
            <a:xfrm>
              <a:off x="3688667" y="1588335"/>
              <a:ext cx="243304" cy="420055"/>
            </a:xfrm>
            <a:prstGeom prst="rect">
              <a:avLst/>
            </a:prstGeom>
            <a:gradFill>
              <a:gsLst>
                <a:gs pos="0">
                  <a:srgbClr val="107AA7"/>
                </a:gs>
                <a:gs pos="2000">
                  <a:srgbClr val="107AA7"/>
                </a:gs>
                <a:gs pos="50000">
                  <a:srgbClr val="D8E2F3"/>
                </a:gs>
                <a:gs pos="100000">
                  <a:srgbClr val="107AA7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04" name="Google Shape;7604;p91"/>
          <p:cNvGrpSpPr/>
          <p:nvPr/>
        </p:nvGrpSpPr>
        <p:grpSpPr>
          <a:xfrm>
            <a:off x="8118390" y="2607276"/>
            <a:ext cx="471234" cy="425450"/>
            <a:chOff x="283029" y="4319993"/>
            <a:chExt cx="1226174" cy="1258225"/>
          </a:xfrm>
        </p:grpSpPr>
        <p:pic>
          <p:nvPicPr>
            <p:cNvPr descr="desktop_computer_stylized_medium" id="7605" name="Google Shape;7605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283029" y="4319993"/>
              <a:ext cx="1226174" cy="1258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06" name="Google Shape;7606;p91"/>
            <p:cNvSpPr/>
            <p:nvPr/>
          </p:nvSpPr>
          <p:spPr>
            <a:xfrm flipH="1">
              <a:off x="805497" y="4440692"/>
              <a:ext cx="596213" cy="576165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1" name="Shape 7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2" name="Google Shape;7612;p92"/>
          <p:cNvSpPr txBox="1"/>
          <p:nvPr>
            <p:ph type="title"/>
          </p:nvPr>
        </p:nvSpPr>
        <p:spPr>
          <a:xfrm>
            <a:off x="621146" y="380460"/>
            <a:ext cx="1096560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Mobility with direct routing</a:t>
            </a:r>
            <a:endParaRPr/>
          </a:p>
        </p:txBody>
      </p:sp>
      <p:sp>
        <p:nvSpPr>
          <p:cNvPr id="7613" name="Google Shape;7613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14" name="Google Shape;7614;p92"/>
          <p:cNvSpPr txBox="1"/>
          <p:nvPr/>
        </p:nvSpPr>
        <p:spPr>
          <a:xfrm>
            <a:off x="3660514" y="3733288"/>
            <a:ext cx="1116933" cy="233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gateway</a:t>
            </a:r>
            <a:endParaRPr/>
          </a:p>
        </p:txBody>
      </p:sp>
      <p:sp>
        <p:nvSpPr>
          <p:cNvPr id="7615" name="Google Shape;7615;p92"/>
          <p:cNvSpPr/>
          <p:nvPr/>
        </p:nvSpPr>
        <p:spPr>
          <a:xfrm>
            <a:off x="2733837" y="1585690"/>
            <a:ext cx="2536501" cy="2518288"/>
          </a:xfrm>
          <a:custGeom>
            <a:rect b="b" l="l" r="r" t="t"/>
            <a:pathLst>
              <a:path extrusionOk="0" h="2518288" w="2536501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6" name="Google Shape;7616;p92"/>
          <p:cNvSpPr/>
          <p:nvPr/>
        </p:nvSpPr>
        <p:spPr>
          <a:xfrm>
            <a:off x="6426611" y="1551322"/>
            <a:ext cx="2479694" cy="2518288"/>
          </a:xfrm>
          <a:custGeom>
            <a:rect b="b" l="l" r="r" t="t"/>
            <a:pathLst>
              <a:path extrusionOk="0" h="2518288" w="2479694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7" name="Google Shape;7617;p92"/>
          <p:cNvSpPr/>
          <p:nvPr/>
        </p:nvSpPr>
        <p:spPr>
          <a:xfrm flipH="1" rot="10800000">
            <a:off x="4827446" y="4937117"/>
            <a:ext cx="2158078" cy="1107763"/>
          </a:xfrm>
          <a:custGeom>
            <a:rect b="b" l="l" r="r" t="t"/>
            <a:pathLst>
              <a:path extrusionOk="0" h="1007767" w="1763990">
                <a:moveTo>
                  <a:pt x="793763" y="21490"/>
                </a:moveTo>
                <a:cubicBezTo>
                  <a:pt x="682098" y="36490"/>
                  <a:pt x="453769" y="45657"/>
                  <a:pt x="343771" y="101492"/>
                </a:cubicBezTo>
                <a:cubicBezTo>
                  <a:pt x="233773" y="157327"/>
                  <a:pt x="190441" y="270663"/>
                  <a:pt x="133775" y="356499"/>
                </a:cubicBezTo>
                <a:cubicBezTo>
                  <a:pt x="77109" y="442335"/>
                  <a:pt x="-20389" y="517337"/>
                  <a:pt x="3777" y="616506"/>
                </a:cubicBezTo>
                <a:cubicBezTo>
                  <a:pt x="27943" y="715675"/>
                  <a:pt x="134608" y="886513"/>
                  <a:pt x="278772" y="951515"/>
                </a:cubicBezTo>
                <a:cubicBezTo>
                  <a:pt x="422936" y="1016517"/>
                  <a:pt x="710432" y="1008184"/>
                  <a:pt x="868762" y="1006517"/>
                </a:cubicBezTo>
                <a:cubicBezTo>
                  <a:pt x="1027092" y="1004850"/>
                  <a:pt x="1092091" y="956516"/>
                  <a:pt x="1228755" y="941515"/>
                </a:cubicBezTo>
                <a:cubicBezTo>
                  <a:pt x="1365419" y="926515"/>
                  <a:pt x="1602915" y="980683"/>
                  <a:pt x="1688747" y="916514"/>
                </a:cubicBezTo>
                <a:cubicBezTo>
                  <a:pt x="1774579" y="852346"/>
                  <a:pt x="1777912" y="683174"/>
                  <a:pt x="1743746" y="556504"/>
                </a:cubicBezTo>
                <a:cubicBezTo>
                  <a:pt x="1709580" y="429834"/>
                  <a:pt x="1605415" y="247329"/>
                  <a:pt x="1483750" y="156493"/>
                </a:cubicBezTo>
                <a:cubicBezTo>
                  <a:pt x="1362086" y="65657"/>
                  <a:pt x="1130423" y="35656"/>
                  <a:pt x="1013759" y="11489"/>
                </a:cubicBezTo>
                <a:cubicBezTo>
                  <a:pt x="897095" y="-12678"/>
                  <a:pt x="905428" y="6490"/>
                  <a:pt x="793763" y="21490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18" name="Google Shape;7618;p92"/>
          <p:cNvGrpSpPr/>
          <p:nvPr/>
        </p:nvGrpSpPr>
        <p:grpSpPr>
          <a:xfrm>
            <a:off x="3119550" y="1445494"/>
            <a:ext cx="1744394" cy="1538322"/>
            <a:chOff x="3119550" y="1445494"/>
            <a:chExt cx="1744394" cy="1538322"/>
          </a:xfrm>
        </p:grpSpPr>
        <p:pic>
          <p:nvPicPr>
            <p:cNvPr descr="mobile_or_tablet.png" id="7619" name="Google Shape;7619;p92"/>
            <p:cNvPicPr preferRelativeResize="0"/>
            <p:nvPr/>
          </p:nvPicPr>
          <p:blipFill rotWithShape="1">
            <a:blip r:embed="rId3">
              <a:alphaModFix amt="30000"/>
            </a:blip>
            <a:srcRect b="0" l="0" r="0" t="0"/>
            <a:stretch/>
          </p:blipFill>
          <p:spPr>
            <a:xfrm>
              <a:off x="3132310" y="1445494"/>
              <a:ext cx="567057" cy="933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20" name="Google Shape;7620;p92"/>
            <p:cNvSpPr txBox="1"/>
            <p:nvPr/>
          </p:nvSpPr>
          <p:spPr>
            <a:xfrm>
              <a:off x="3119550" y="2334407"/>
              <a:ext cx="1744394" cy="64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Permanent IP: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128.119.40.186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78:4f:43:98:d9:27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21" name="Google Shape;7621;p92"/>
          <p:cNvSpPr txBox="1"/>
          <p:nvPr/>
        </p:nvSpPr>
        <p:spPr>
          <a:xfrm>
            <a:off x="7390058" y="3336525"/>
            <a:ext cx="1116933" cy="613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network  gateway</a:t>
            </a:r>
            <a:endParaRPr/>
          </a:p>
        </p:txBody>
      </p:sp>
      <p:grpSp>
        <p:nvGrpSpPr>
          <p:cNvPr id="7622" name="Google Shape;7622;p92"/>
          <p:cNvGrpSpPr/>
          <p:nvPr/>
        </p:nvGrpSpPr>
        <p:grpSpPr>
          <a:xfrm>
            <a:off x="6620214" y="1514301"/>
            <a:ext cx="1744394" cy="1534683"/>
            <a:chOff x="6620214" y="1514301"/>
            <a:chExt cx="1744394" cy="1534683"/>
          </a:xfrm>
        </p:grpSpPr>
        <p:sp>
          <p:nvSpPr>
            <p:cNvPr id="7623" name="Google Shape;7623;p92"/>
            <p:cNvSpPr txBox="1"/>
            <p:nvPr/>
          </p:nvSpPr>
          <p:spPr>
            <a:xfrm>
              <a:off x="6620214" y="2399575"/>
              <a:ext cx="1744394" cy="649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 IP: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</a:t>
              </a: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10.0.0.99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78:4f:43:98:d9:27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24" name="Google Shape;7624;p92"/>
            <p:cNvGrpSpPr/>
            <p:nvPr/>
          </p:nvGrpSpPr>
          <p:grpSpPr>
            <a:xfrm>
              <a:off x="6743781" y="1514301"/>
              <a:ext cx="567057" cy="933976"/>
              <a:chOff x="3533208" y="1227996"/>
              <a:chExt cx="567057" cy="933976"/>
            </a:xfrm>
          </p:grpSpPr>
          <p:pic>
            <p:nvPicPr>
              <p:cNvPr descr="mobile_or_tablet.png" id="7625" name="Google Shape;7625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33208" y="1227996"/>
                <a:ext cx="567057" cy="933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26" name="Google Shape;7626;p92"/>
              <p:cNvSpPr/>
              <p:nvPr/>
            </p:nvSpPr>
            <p:spPr>
              <a:xfrm>
                <a:off x="3688667" y="1588335"/>
                <a:ext cx="243304" cy="420055"/>
              </a:xfrm>
              <a:prstGeom prst="rect">
                <a:avLst/>
              </a:prstGeom>
              <a:gradFill>
                <a:gsLst>
                  <a:gs pos="0">
                    <a:srgbClr val="107AA7"/>
                  </a:gs>
                  <a:gs pos="2000">
                    <a:srgbClr val="107AA7"/>
                  </a:gs>
                  <a:gs pos="50000">
                    <a:srgbClr val="D8E2F3"/>
                  </a:gs>
                  <a:gs pos="100000">
                    <a:srgbClr val="107AA7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627" name="Google Shape;7627;p92"/>
          <p:cNvCxnSpPr/>
          <p:nvPr/>
        </p:nvCxnSpPr>
        <p:spPr>
          <a:xfrm rot="10800000">
            <a:off x="5826528" y="4505143"/>
            <a:ext cx="0" cy="4409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628" name="Google Shape;7628;p92"/>
          <p:cNvGrpSpPr/>
          <p:nvPr/>
        </p:nvGrpSpPr>
        <p:grpSpPr>
          <a:xfrm>
            <a:off x="4943128" y="3697579"/>
            <a:ext cx="1763990" cy="1007767"/>
            <a:chOff x="2611175" y="5012905"/>
            <a:chExt cx="1763990" cy="1007767"/>
          </a:xfrm>
        </p:grpSpPr>
        <p:sp>
          <p:nvSpPr>
            <p:cNvPr id="7629" name="Google Shape;7629;p92"/>
            <p:cNvSpPr/>
            <p:nvPr/>
          </p:nvSpPr>
          <p:spPr>
            <a:xfrm>
              <a:off x="3161857" y="5183726"/>
              <a:ext cx="733868" cy="333063"/>
            </a:xfrm>
            <a:prstGeom prst="rect">
              <a:avLst/>
            </a:prstGeom>
            <a:solidFill>
              <a:srgbClr val="E0EA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30" name="Google Shape;7630;p92"/>
            <p:cNvCxnSpPr/>
            <p:nvPr/>
          </p:nvCxnSpPr>
          <p:spPr>
            <a:xfrm>
              <a:off x="3462434" y="5820469"/>
              <a:ext cx="0" cy="1899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31" name="Google Shape;7631;p92"/>
            <p:cNvSpPr/>
            <p:nvPr/>
          </p:nvSpPr>
          <p:spPr>
            <a:xfrm>
              <a:off x="2611175" y="5012905"/>
              <a:ext cx="1763990" cy="1007767"/>
            </a:xfrm>
            <a:custGeom>
              <a:rect b="b" l="l" r="r" t="t"/>
              <a:pathLst>
                <a:path extrusionOk="0" h="1007767" w="1763990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2" name="Google Shape;7632;p92"/>
            <p:cNvSpPr txBox="1"/>
            <p:nvPr/>
          </p:nvSpPr>
          <p:spPr>
            <a:xfrm>
              <a:off x="2663349" y="5283327"/>
              <a:ext cx="1685932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or  private Internet</a:t>
              </a:r>
              <a:endParaRPr/>
            </a:p>
          </p:txBody>
        </p:sp>
      </p:grpSp>
      <p:grpSp>
        <p:nvGrpSpPr>
          <p:cNvPr id="7633" name="Google Shape;7633;p92"/>
          <p:cNvGrpSpPr/>
          <p:nvPr/>
        </p:nvGrpSpPr>
        <p:grpSpPr>
          <a:xfrm>
            <a:off x="6741352" y="3299610"/>
            <a:ext cx="763454" cy="668861"/>
            <a:chOff x="7270567" y="5238206"/>
            <a:chExt cx="763454" cy="668861"/>
          </a:xfrm>
        </p:grpSpPr>
        <p:grpSp>
          <p:nvGrpSpPr>
            <p:cNvPr id="7634" name="Google Shape;7634;p92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635" name="Google Shape;7635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636" name="Google Shape;7636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637" name="Google Shape;7637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638" name="Google Shape;7638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9" name="Google Shape;7639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40" name="Google Shape;7640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41" name="Google Shape;7641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642" name="Google Shape;7642;p92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43" name="Google Shape;7643;p92"/>
          <p:cNvGrpSpPr/>
          <p:nvPr/>
        </p:nvGrpSpPr>
        <p:grpSpPr>
          <a:xfrm>
            <a:off x="4162909" y="3130735"/>
            <a:ext cx="763454" cy="668861"/>
            <a:chOff x="7270567" y="5238206"/>
            <a:chExt cx="763454" cy="668861"/>
          </a:xfrm>
        </p:grpSpPr>
        <p:grpSp>
          <p:nvGrpSpPr>
            <p:cNvPr id="7644" name="Google Shape;7644;p92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645" name="Google Shape;7645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646" name="Google Shape;7646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647" name="Google Shape;7647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648" name="Google Shape;7648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49" name="Google Shape;7649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0" name="Google Shape;7650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1" name="Google Shape;7651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652" name="Google Shape;7652;p92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53" name="Google Shape;7653;p92"/>
          <p:cNvGrpSpPr/>
          <p:nvPr/>
        </p:nvGrpSpPr>
        <p:grpSpPr>
          <a:xfrm>
            <a:off x="4317096" y="2216448"/>
            <a:ext cx="1442258" cy="736694"/>
            <a:chOff x="3056709" y="2599509"/>
            <a:chExt cx="1442258" cy="736694"/>
          </a:xfrm>
        </p:grpSpPr>
        <p:sp>
          <p:nvSpPr>
            <p:cNvPr id="7654" name="Google Shape;7654;p92"/>
            <p:cNvSpPr txBox="1"/>
            <p:nvPr/>
          </p:nvSpPr>
          <p:spPr>
            <a:xfrm>
              <a:off x="3507285" y="2702843"/>
              <a:ext cx="99168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55" name="Google Shape;7655;p92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7656" name="Google Shape;7656;p92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7657" name="Google Shape;7657;p92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8" name="Google Shape;7658;p92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9" name="Google Shape;7659;p92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60" name="Google Shape;7660;p92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61" name="Google Shape;7661;p92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7662" name="Google Shape;7662;p9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663" name="Google Shape;7663;p92"/>
          <p:cNvGrpSpPr/>
          <p:nvPr/>
        </p:nvGrpSpPr>
        <p:grpSpPr>
          <a:xfrm>
            <a:off x="2955342" y="3037620"/>
            <a:ext cx="1159776" cy="787410"/>
            <a:chOff x="2955342" y="3037620"/>
            <a:chExt cx="1159776" cy="787410"/>
          </a:xfrm>
        </p:grpSpPr>
        <p:sp>
          <p:nvSpPr>
            <p:cNvPr id="7664" name="Google Shape;7664;p92"/>
            <p:cNvSpPr txBox="1"/>
            <p:nvPr/>
          </p:nvSpPr>
          <p:spPr>
            <a:xfrm>
              <a:off x="3180573" y="3383755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665" name="Google Shape;7665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66" name="Google Shape;7666;p92"/>
          <p:cNvGrpSpPr/>
          <p:nvPr/>
        </p:nvGrpSpPr>
        <p:grpSpPr>
          <a:xfrm>
            <a:off x="7865093" y="2337403"/>
            <a:ext cx="1168254" cy="712787"/>
            <a:chOff x="7865093" y="2337403"/>
            <a:chExt cx="1168254" cy="712787"/>
          </a:xfrm>
        </p:grpSpPr>
        <p:sp>
          <p:nvSpPr>
            <p:cNvPr id="7667" name="Google Shape;7667;p92"/>
            <p:cNvSpPr txBox="1"/>
            <p:nvPr/>
          </p:nvSpPr>
          <p:spPr>
            <a:xfrm>
              <a:off x="8098802" y="2608915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668" name="Google Shape;7668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65093" y="2337403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69" name="Google Shape;7669;p92"/>
          <p:cNvGrpSpPr/>
          <p:nvPr/>
        </p:nvGrpSpPr>
        <p:grpSpPr>
          <a:xfrm>
            <a:off x="5302322" y="5004486"/>
            <a:ext cx="1333256" cy="946030"/>
            <a:chOff x="5302322" y="5004486"/>
            <a:chExt cx="1333256" cy="946030"/>
          </a:xfrm>
        </p:grpSpPr>
        <p:sp>
          <p:nvSpPr>
            <p:cNvPr id="7670" name="Google Shape;7670;p92"/>
            <p:cNvSpPr txBox="1"/>
            <p:nvPr/>
          </p:nvSpPr>
          <p:spPr>
            <a:xfrm>
              <a:off x="5302322" y="5681596"/>
              <a:ext cx="133325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Correspondent</a:t>
              </a:r>
              <a:endParaRPr/>
            </a:p>
          </p:txBody>
        </p:sp>
        <p:grpSp>
          <p:nvGrpSpPr>
            <p:cNvPr id="7671" name="Google Shape;7671;p92"/>
            <p:cNvGrpSpPr/>
            <p:nvPr/>
          </p:nvGrpSpPr>
          <p:grpSpPr>
            <a:xfrm>
              <a:off x="5338118" y="5004486"/>
              <a:ext cx="891365" cy="796154"/>
              <a:chOff x="283029" y="4319993"/>
              <a:chExt cx="1226174" cy="1258225"/>
            </a:xfrm>
          </p:grpSpPr>
          <p:pic>
            <p:nvPicPr>
              <p:cNvPr descr="desktop_computer_stylized_medium" id="7672" name="Google Shape;7672;p9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283029" y="4319993"/>
                <a:ext cx="1226174" cy="12582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73" name="Google Shape;7673;p92"/>
              <p:cNvSpPr/>
              <p:nvPr/>
            </p:nvSpPr>
            <p:spPr>
              <a:xfrm flipH="1">
                <a:off x="805497" y="4440692"/>
                <a:ext cx="596213" cy="576165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grpSp>
        <p:nvGrpSpPr>
          <p:cNvPr id="7674" name="Google Shape;7674;p92"/>
          <p:cNvGrpSpPr/>
          <p:nvPr/>
        </p:nvGrpSpPr>
        <p:grpSpPr>
          <a:xfrm>
            <a:off x="4399311" y="3330061"/>
            <a:ext cx="1322389" cy="1905000"/>
            <a:chOff x="1915" y="2230"/>
            <a:chExt cx="833" cy="1200"/>
          </a:xfrm>
        </p:grpSpPr>
        <p:sp>
          <p:nvSpPr>
            <p:cNvPr id="7675" name="Google Shape;7675;p92"/>
            <p:cNvSpPr/>
            <p:nvPr/>
          </p:nvSpPr>
          <p:spPr>
            <a:xfrm rot="10800000">
              <a:off x="1915" y="2230"/>
              <a:ext cx="833" cy="1200"/>
            </a:xfrm>
            <a:custGeom>
              <a:rect b="b" l="l" r="r" t="t"/>
              <a:pathLst>
                <a:path extrusionOk="0" h="1905541" w="1321751">
                  <a:moveTo>
                    <a:pt x="0" y="0"/>
                  </a:moveTo>
                  <a:cubicBezTo>
                    <a:pt x="401139" y="520042"/>
                    <a:pt x="846840" y="1213232"/>
                    <a:pt x="1321751" y="1905541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76" name="Google Shape;7676;p92"/>
            <p:cNvGrpSpPr/>
            <p:nvPr/>
          </p:nvGrpSpPr>
          <p:grpSpPr>
            <a:xfrm>
              <a:off x="2313" y="2836"/>
              <a:ext cx="203" cy="252"/>
              <a:chOff x="759" y="3634"/>
              <a:chExt cx="203" cy="252"/>
            </a:xfrm>
          </p:grpSpPr>
          <p:sp>
            <p:nvSpPr>
              <p:cNvPr id="7677" name="Google Shape;7677;p92"/>
              <p:cNvSpPr/>
              <p:nvPr/>
            </p:nvSpPr>
            <p:spPr>
              <a:xfrm>
                <a:off x="760" y="3662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8" name="Google Shape;7678;p92"/>
              <p:cNvSpPr txBox="1"/>
              <p:nvPr/>
            </p:nvSpPr>
            <p:spPr>
              <a:xfrm>
                <a:off x="759" y="3634"/>
                <a:ext cx="19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7679" name="Google Shape;7679;p92"/>
          <p:cNvGrpSpPr/>
          <p:nvPr/>
        </p:nvGrpSpPr>
        <p:grpSpPr>
          <a:xfrm>
            <a:off x="766635" y="4032423"/>
            <a:ext cx="4250208" cy="1343357"/>
            <a:chOff x="-493754" y="4847969"/>
            <a:chExt cx="4250208" cy="1343357"/>
          </a:xfrm>
        </p:grpSpPr>
        <p:sp>
          <p:nvSpPr>
            <p:cNvPr id="7680" name="Google Shape;7680;p92"/>
            <p:cNvSpPr txBox="1"/>
            <p:nvPr/>
          </p:nvSpPr>
          <p:spPr>
            <a:xfrm>
              <a:off x="-493754" y="5101797"/>
              <a:ext cx="3484090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correspondent contacts </a:t>
              </a:r>
              <a:r>
                <a:rPr i="1" lang="en-US" sz="2400">
                  <a:solidFill>
                    <a:srgbClr val="011199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HSS, gets mobile’s visited network</a:t>
              </a:r>
              <a:endParaRPr/>
            </a:p>
          </p:txBody>
        </p:sp>
        <p:cxnSp>
          <p:nvCxnSpPr>
            <p:cNvPr id="7681" name="Google Shape;7681;p92"/>
            <p:cNvCxnSpPr/>
            <p:nvPr/>
          </p:nvCxnSpPr>
          <p:spPr>
            <a:xfrm flipH="1" rot="10800000">
              <a:off x="2619632" y="5474045"/>
              <a:ext cx="1136822" cy="67962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82" name="Google Shape;7682;p92"/>
            <p:cNvCxnSpPr/>
            <p:nvPr/>
          </p:nvCxnSpPr>
          <p:spPr>
            <a:xfrm flipH="1" rot="10800000">
              <a:off x="2607276" y="4847969"/>
              <a:ext cx="1079157" cy="1305696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683" name="Google Shape;7683;p92"/>
          <p:cNvSpPr txBox="1"/>
          <p:nvPr/>
        </p:nvSpPr>
        <p:spPr>
          <a:xfrm>
            <a:off x="1408671" y="1482923"/>
            <a:ext cx="196472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  <a:p>
            <a:pPr indent="0" lvl="1" marL="1714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e.g.,: 128.119/16</a:t>
            </a:r>
            <a:endParaRPr/>
          </a:p>
        </p:txBody>
      </p:sp>
      <p:sp>
        <p:nvSpPr>
          <p:cNvPr id="7684" name="Google Shape;7684;p92"/>
          <p:cNvSpPr txBox="1"/>
          <p:nvPr/>
        </p:nvSpPr>
        <p:spPr>
          <a:xfrm>
            <a:off x="7761811" y="1499405"/>
            <a:ext cx="2185378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  <a:p>
            <a:pPr indent="0" lvl="0" marL="1222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e.g.,: 79.129/16</a:t>
            </a:r>
            <a:endParaRPr/>
          </a:p>
        </p:txBody>
      </p:sp>
      <p:grpSp>
        <p:nvGrpSpPr>
          <p:cNvPr id="7685" name="Google Shape;7685;p92"/>
          <p:cNvGrpSpPr/>
          <p:nvPr/>
        </p:nvGrpSpPr>
        <p:grpSpPr>
          <a:xfrm>
            <a:off x="7193386" y="2192404"/>
            <a:ext cx="589413" cy="1146660"/>
            <a:chOff x="7193386" y="2192404"/>
            <a:chExt cx="589413" cy="1146660"/>
          </a:xfrm>
        </p:grpSpPr>
        <p:sp>
          <p:nvSpPr>
            <p:cNvPr id="7686" name="Google Shape;7686;p92"/>
            <p:cNvSpPr/>
            <p:nvPr/>
          </p:nvSpPr>
          <p:spPr>
            <a:xfrm>
              <a:off x="7193386" y="2192404"/>
              <a:ext cx="451673" cy="1146660"/>
            </a:xfrm>
            <a:custGeom>
              <a:rect b="b" l="l" r="r" t="t"/>
              <a:pathLst>
                <a:path extrusionOk="0" h="1146660" w="451673">
                  <a:moveTo>
                    <a:pt x="0" y="0"/>
                  </a:moveTo>
                  <a:cubicBezTo>
                    <a:pt x="279457" y="36988"/>
                    <a:pt x="404802" y="277418"/>
                    <a:pt x="443844" y="554836"/>
                  </a:cubicBezTo>
                  <a:cubicBezTo>
                    <a:pt x="482886" y="832254"/>
                    <a:pt x="373980" y="1015144"/>
                    <a:pt x="160277" y="1146660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87" name="Google Shape;7687;p92"/>
            <p:cNvGrpSpPr/>
            <p:nvPr/>
          </p:nvGrpSpPr>
          <p:grpSpPr>
            <a:xfrm>
              <a:off x="7464088" y="2469046"/>
              <a:ext cx="318711" cy="369332"/>
              <a:chOff x="499844" y="5934173"/>
              <a:chExt cx="318711" cy="369332"/>
            </a:xfrm>
          </p:grpSpPr>
          <p:sp>
            <p:nvSpPr>
              <p:cNvPr id="7688" name="Google Shape;7688;p92"/>
              <p:cNvSpPr/>
              <p:nvPr/>
            </p:nvSpPr>
            <p:spPr>
              <a:xfrm>
                <a:off x="499844" y="5970739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9" name="Google Shape;7689;p92"/>
              <p:cNvSpPr txBox="1"/>
              <p:nvPr/>
            </p:nvSpPr>
            <p:spPr>
              <a:xfrm>
                <a:off x="520378" y="5934173"/>
                <a:ext cx="23985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  <p:grpSp>
        <p:nvGrpSpPr>
          <p:cNvPr id="7690" name="Google Shape;7690;p92"/>
          <p:cNvGrpSpPr/>
          <p:nvPr/>
        </p:nvGrpSpPr>
        <p:grpSpPr>
          <a:xfrm>
            <a:off x="7834184" y="2693773"/>
            <a:ext cx="4188941" cy="1231837"/>
            <a:chOff x="7834184" y="2693773"/>
            <a:chExt cx="4188941" cy="1231837"/>
          </a:xfrm>
        </p:grpSpPr>
        <p:sp>
          <p:nvSpPr>
            <p:cNvPr id="7691" name="Google Shape;7691;p92"/>
            <p:cNvSpPr txBox="1"/>
            <p:nvPr/>
          </p:nvSpPr>
          <p:spPr>
            <a:xfrm>
              <a:off x="9030943" y="2891481"/>
              <a:ext cx="2992182" cy="10341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gateway router forwards to mobile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92" name="Google Shape;7692;p92"/>
            <p:cNvCxnSpPr/>
            <p:nvPr/>
          </p:nvCxnSpPr>
          <p:spPr>
            <a:xfrm>
              <a:off x="7834184" y="2693773"/>
              <a:ext cx="1198605" cy="357276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693" name="Google Shape;7693;p92"/>
          <p:cNvGrpSpPr/>
          <p:nvPr/>
        </p:nvGrpSpPr>
        <p:grpSpPr>
          <a:xfrm>
            <a:off x="4625851" y="3210611"/>
            <a:ext cx="1322389" cy="1905000"/>
            <a:chOff x="1915" y="2230"/>
            <a:chExt cx="833" cy="1200"/>
          </a:xfrm>
        </p:grpSpPr>
        <p:sp>
          <p:nvSpPr>
            <p:cNvPr id="7694" name="Google Shape;7694;p92"/>
            <p:cNvSpPr/>
            <p:nvPr/>
          </p:nvSpPr>
          <p:spPr>
            <a:xfrm rot="10800000">
              <a:off x="1915" y="2230"/>
              <a:ext cx="833" cy="1200"/>
            </a:xfrm>
            <a:custGeom>
              <a:rect b="b" l="l" r="r" t="t"/>
              <a:pathLst>
                <a:path extrusionOk="0" h="1905541" w="1321751">
                  <a:moveTo>
                    <a:pt x="0" y="0"/>
                  </a:moveTo>
                  <a:cubicBezTo>
                    <a:pt x="401139" y="520042"/>
                    <a:pt x="846840" y="1213232"/>
                    <a:pt x="1321751" y="1905541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95" name="Google Shape;7695;p92"/>
            <p:cNvGrpSpPr/>
            <p:nvPr/>
          </p:nvGrpSpPr>
          <p:grpSpPr>
            <a:xfrm>
              <a:off x="2108" y="2539"/>
              <a:ext cx="202" cy="252"/>
              <a:chOff x="554" y="3337"/>
              <a:chExt cx="202" cy="252"/>
            </a:xfrm>
          </p:grpSpPr>
          <p:sp>
            <p:nvSpPr>
              <p:cNvPr id="7696" name="Google Shape;7696;p92"/>
              <p:cNvSpPr/>
              <p:nvPr/>
            </p:nvSpPr>
            <p:spPr>
              <a:xfrm>
                <a:off x="554" y="3374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7" name="Google Shape;7697;p92"/>
              <p:cNvSpPr txBox="1"/>
              <p:nvPr/>
            </p:nvSpPr>
            <p:spPr>
              <a:xfrm>
                <a:off x="557" y="3337"/>
                <a:ext cx="19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7698" name="Google Shape;7698;p92"/>
          <p:cNvGrpSpPr/>
          <p:nvPr/>
        </p:nvGrpSpPr>
        <p:grpSpPr>
          <a:xfrm>
            <a:off x="6286332" y="3699820"/>
            <a:ext cx="803276" cy="1604963"/>
            <a:chOff x="1028" y="1656"/>
            <a:chExt cx="506" cy="1011"/>
          </a:xfrm>
        </p:grpSpPr>
        <p:sp>
          <p:nvSpPr>
            <p:cNvPr id="7699" name="Google Shape;7699;p92"/>
            <p:cNvSpPr/>
            <p:nvPr/>
          </p:nvSpPr>
          <p:spPr>
            <a:xfrm rot="10800000">
              <a:off x="1028" y="1656"/>
              <a:ext cx="506" cy="1011"/>
            </a:xfrm>
            <a:custGeom>
              <a:rect b="b" l="l" r="r" t="t"/>
              <a:pathLst>
                <a:path extrusionOk="0" h="1605172" w="802625">
                  <a:moveTo>
                    <a:pt x="0" y="1605172"/>
                  </a:moveTo>
                  <a:cubicBezTo>
                    <a:pt x="191244" y="1062396"/>
                    <a:pt x="352408" y="865372"/>
                    <a:pt x="802625" y="0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00" name="Google Shape;7700;p92"/>
            <p:cNvGrpSpPr/>
            <p:nvPr/>
          </p:nvGrpSpPr>
          <p:grpSpPr>
            <a:xfrm>
              <a:off x="1301" y="1838"/>
              <a:ext cx="207" cy="252"/>
              <a:chOff x="-253" y="2636"/>
              <a:chExt cx="207" cy="252"/>
            </a:xfrm>
          </p:grpSpPr>
          <p:sp>
            <p:nvSpPr>
              <p:cNvPr id="7701" name="Google Shape;7701;p92"/>
              <p:cNvSpPr/>
              <p:nvPr/>
            </p:nvSpPr>
            <p:spPr>
              <a:xfrm>
                <a:off x="-248" y="2650"/>
                <a:ext cx="202" cy="201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2" name="Google Shape;7702;p92"/>
              <p:cNvSpPr txBox="1"/>
              <p:nvPr/>
            </p:nvSpPr>
            <p:spPr>
              <a:xfrm>
                <a:off x="-253" y="2636"/>
                <a:ext cx="19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7703" name="Google Shape;7703;p92"/>
          <p:cNvGrpSpPr/>
          <p:nvPr/>
        </p:nvGrpSpPr>
        <p:grpSpPr>
          <a:xfrm>
            <a:off x="6215448" y="4840028"/>
            <a:ext cx="358347" cy="362168"/>
            <a:chOff x="375561" y="297711"/>
            <a:chExt cx="1252683" cy="2138362"/>
          </a:xfrm>
        </p:grpSpPr>
        <p:sp>
          <p:nvSpPr>
            <p:cNvPr id="7704" name="Google Shape;7704;p92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5" name="Google Shape;7705;p92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6" name="Google Shape;7706;p92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07" name="Google Shape;7707;p92"/>
          <p:cNvGrpSpPr/>
          <p:nvPr/>
        </p:nvGrpSpPr>
        <p:grpSpPr>
          <a:xfrm>
            <a:off x="7133968" y="4291913"/>
            <a:ext cx="4287794" cy="1871922"/>
            <a:chOff x="7133968" y="4291913"/>
            <a:chExt cx="4287794" cy="1871922"/>
          </a:xfrm>
        </p:grpSpPr>
        <p:sp>
          <p:nvSpPr>
            <p:cNvPr id="7708" name="Google Shape;7708;p92"/>
            <p:cNvSpPr txBox="1"/>
            <p:nvPr/>
          </p:nvSpPr>
          <p:spPr>
            <a:xfrm>
              <a:off x="8429580" y="4464908"/>
              <a:ext cx="2992182" cy="1698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Correspondent addresses datagram to visited network address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09" name="Google Shape;7709;p92"/>
            <p:cNvCxnSpPr/>
            <p:nvPr/>
          </p:nvCxnSpPr>
          <p:spPr>
            <a:xfrm>
              <a:off x="7133968" y="4291913"/>
              <a:ext cx="1285102" cy="383059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4" name="Shape 7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5" name="Google Shape;7715;p9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Mobility with direct routing: comments</a:t>
            </a:r>
            <a:endParaRPr/>
          </a:p>
        </p:txBody>
      </p:sp>
      <p:sp>
        <p:nvSpPr>
          <p:cNvPr id="7716" name="Google Shape;7716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17" name="Google Shape;7717;p93"/>
          <p:cNvSpPr txBox="1"/>
          <p:nvPr/>
        </p:nvSpPr>
        <p:spPr>
          <a:xfrm>
            <a:off x="927012" y="1545497"/>
            <a:ext cx="1109611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13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overcomes triangle routing inefficiencies</a:t>
            </a:r>
            <a:endParaRPr/>
          </a:p>
          <a:p>
            <a:pPr indent="-34131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11199"/>
                </a:solidFill>
                <a:latin typeface="Calibri"/>
                <a:ea typeface="Calibri"/>
                <a:cs typeface="Calibri"/>
                <a:sym typeface="Calibri"/>
              </a:rPr>
              <a:t>non-transparent to correspondent: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correspondent must get care-of-address from home agent</a:t>
            </a:r>
            <a:endParaRPr/>
          </a:p>
          <a:p>
            <a:pPr indent="-34131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mobile changes visited network?</a:t>
            </a:r>
            <a:endParaRPr/>
          </a:p>
          <a:p>
            <a:pPr indent="-3413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handled, but with additional complexity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2" name="Shape 7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3" name="Google Shape;7723;p94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7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7724" name="Google Shape;7724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34" y="6599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7725" name="Google Shape;7725;p94"/>
          <p:cNvSpPr txBox="1"/>
          <p:nvPr/>
        </p:nvSpPr>
        <p:spPr>
          <a:xfrm>
            <a:off x="916765" y="2251719"/>
            <a:ext cx="5571867" cy="92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2588" lvl="0" marL="393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7726" name="Google Shape;7726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27" name="Google Shape;7727;p94"/>
          <p:cNvSpPr txBox="1"/>
          <p:nvPr/>
        </p:nvSpPr>
        <p:spPr>
          <a:xfrm>
            <a:off x="762000" y="3068638"/>
            <a:ext cx="4826000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Wireless links and network characteristics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WiFi: 802.11 wireless LANs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Cellular networks: 4G and 5G</a:t>
            </a:r>
            <a:endParaRPr/>
          </a:p>
        </p:txBody>
      </p:sp>
      <p:sp>
        <p:nvSpPr>
          <p:cNvPr id="7728" name="Google Shape;7728;p94"/>
          <p:cNvSpPr txBox="1"/>
          <p:nvPr/>
        </p:nvSpPr>
        <p:spPr>
          <a:xfrm>
            <a:off x="6045200" y="3119438"/>
            <a:ext cx="5702300" cy="32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Mobility management: principles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 management: practice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1199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networks</a:t>
            </a:r>
            <a:endParaRPr/>
          </a:p>
          <a:p>
            <a:pPr indent="-279400" lvl="1" marL="736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1199"/>
              </a:buClr>
              <a:buSzPct val="100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IP</a:t>
            </a:r>
            <a:endParaRPr/>
          </a:p>
          <a:p>
            <a:pPr indent="-279400" lvl="0" marL="3937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Mobility: impact on higher-layer protocols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3" name="Shape 7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4" name="Google Shape;7734;p95"/>
          <p:cNvSpPr/>
          <p:nvPr/>
        </p:nvSpPr>
        <p:spPr>
          <a:xfrm>
            <a:off x="4211041" y="1878227"/>
            <a:ext cx="3186468" cy="2286000"/>
          </a:xfrm>
          <a:custGeom>
            <a:rect b="b" l="l" r="r" t="t"/>
            <a:pathLst>
              <a:path extrusionOk="0" h="2518288" w="2479694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35" name="Google Shape;7735;p95"/>
          <p:cNvGrpSpPr/>
          <p:nvPr/>
        </p:nvGrpSpPr>
        <p:grpSpPr>
          <a:xfrm>
            <a:off x="4615174" y="2655294"/>
            <a:ext cx="591681" cy="328111"/>
            <a:chOff x="7493876" y="2774731"/>
            <a:chExt cx="1481958" cy="894622"/>
          </a:xfrm>
        </p:grpSpPr>
        <p:sp>
          <p:nvSpPr>
            <p:cNvPr id="7736" name="Google Shape;7736;p9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7" name="Google Shape;7737;p9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8" name="Google Shape;7738;p9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39" name="Google Shape;7739;p9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0" name="Google Shape;7740;p9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1" name="Google Shape;7741;p9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2" name="Google Shape;7742;p9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3" name="Google Shape;7743;p95"/>
          <p:cNvGrpSpPr/>
          <p:nvPr/>
        </p:nvGrpSpPr>
        <p:grpSpPr>
          <a:xfrm>
            <a:off x="5880043" y="1959731"/>
            <a:ext cx="536631" cy="796120"/>
            <a:chOff x="1917296" y="2215220"/>
            <a:chExt cx="396914" cy="599769"/>
          </a:xfrm>
        </p:grpSpPr>
        <p:sp>
          <p:nvSpPr>
            <p:cNvPr id="7744" name="Google Shape;7744;p95"/>
            <p:cNvSpPr/>
            <p:nvPr/>
          </p:nvSpPr>
          <p:spPr>
            <a:xfrm>
              <a:off x="1917296" y="2232448"/>
              <a:ext cx="208258" cy="190808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5" name="Google Shape;7745;p95"/>
            <p:cNvSpPr/>
            <p:nvPr/>
          </p:nvSpPr>
          <p:spPr>
            <a:xfrm>
              <a:off x="1987567" y="2298472"/>
              <a:ext cx="68354" cy="6074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6" name="Google Shape;7746;p95"/>
            <p:cNvSpPr/>
            <p:nvPr/>
          </p:nvSpPr>
          <p:spPr>
            <a:xfrm>
              <a:off x="1972235" y="2285267"/>
              <a:ext cx="98379" cy="8649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7" name="Google Shape;7747;p95"/>
            <p:cNvSpPr/>
            <p:nvPr/>
          </p:nvSpPr>
          <p:spPr>
            <a:xfrm>
              <a:off x="1957542" y="2269421"/>
              <a:ext cx="129682" cy="11818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8" name="Google Shape;7748;p95"/>
            <p:cNvSpPr/>
            <p:nvPr/>
          </p:nvSpPr>
          <p:spPr>
            <a:xfrm>
              <a:off x="1935822" y="2252915"/>
              <a:ext cx="169289" cy="150534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9" name="Google Shape;7749;p95"/>
            <p:cNvSpPr/>
            <p:nvPr/>
          </p:nvSpPr>
          <p:spPr>
            <a:xfrm flipH="1" rot="10800000">
              <a:off x="1953373" y="2215220"/>
              <a:ext cx="130959" cy="94414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50" name="Google Shape;7750;p95"/>
            <p:cNvGrpSpPr/>
            <p:nvPr/>
          </p:nvGrpSpPr>
          <p:grpSpPr>
            <a:xfrm>
              <a:off x="1940337" y="2335105"/>
              <a:ext cx="167800" cy="347228"/>
              <a:chOff x="3130" y="3288"/>
              <a:chExt cx="410" cy="742"/>
            </a:xfrm>
          </p:grpSpPr>
          <p:cxnSp>
            <p:nvCxnSpPr>
              <p:cNvPr id="7751" name="Google Shape;7751;p9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2" name="Google Shape;7752;p9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3" name="Google Shape;7753;p9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4" name="Google Shape;7754;p9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5" name="Google Shape;7755;p9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6" name="Google Shape;7756;p9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7" name="Google Shape;7757;p9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8" name="Google Shape;7758;p9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59" name="Google Shape;7759;p9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0" name="Google Shape;7760;p9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1" name="Google Shape;7761;p9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2" name="Google Shape;7762;p9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3" name="Google Shape;7763;p9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4" name="Google Shape;7764;p9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65" name="Google Shape;7765;p9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766" name="Google Shape;7766;p95"/>
            <p:cNvGrpSpPr/>
            <p:nvPr/>
          </p:nvGrpSpPr>
          <p:grpSpPr>
            <a:xfrm>
              <a:off x="1971547" y="2612017"/>
              <a:ext cx="342663" cy="202972"/>
              <a:chOff x="1503784" y="3006600"/>
              <a:chExt cx="1771786" cy="957087"/>
            </a:xfrm>
          </p:grpSpPr>
          <p:grpSp>
            <p:nvGrpSpPr>
              <p:cNvPr id="7767" name="Google Shape;7767;p95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7768" name="Google Shape;7768;p95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7769" name="Google Shape;7769;p95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7770" name="Google Shape;7770;p95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7771" name="Google Shape;7771;p95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772" name="Google Shape;7772;p95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73" name="Google Shape;7773;p95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774" name="Google Shape;7774;p95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775" name="Google Shape;7775;p95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76" name="Google Shape;7776;p95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777" name="Google Shape;7777;p95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8" name="Google Shape;7778;p95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9" name="Google Shape;7779;p95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0" name="Google Shape;7780;p95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1" name="Google Shape;7781;p95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2" name="Google Shape;7782;p95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783" name="Google Shape;7783;p95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7784" name="Google Shape;7784;p95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85" name="Google Shape;7785;p95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86" name="Google Shape;7786;p95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87" name="Google Shape;7787;p95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788" name="Google Shape;7788;p95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9" name="Google Shape;7789;p95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790" name="Google Shape;7790;p95"/>
          <p:cNvGrpSpPr/>
          <p:nvPr/>
        </p:nvGrpSpPr>
        <p:grpSpPr>
          <a:xfrm>
            <a:off x="6288255" y="2881035"/>
            <a:ext cx="612835" cy="785242"/>
            <a:chOff x="8389651" y="3581399"/>
            <a:chExt cx="612835" cy="785242"/>
          </a:xfrm>
        </p:grpSpPr>
        <p:grpSp>
          <p:nvGrpSpPr>
            <p:cNvPr id="7791" name="Google Shape;7791;p95"/>
            <p:cNvGrpSpPr/>
            <p:nvPr/>
          </p:nvGrpSpPr>
          <p:grpSpPr>
            <a:xfrm>
              <a:off x="8389651" y="3581399"/>
              <a:ext cx="281567" cy="620037"/>
              <a:chOff x="8465853" y="3570513"/>
              <a:chExt cx="281567" cy="620037"/>
            </a:xfrm>
          </p:grpSpPr>
          <p:sp>
            <p:nvSpPr>
              <p:cNvPr id="7792" name="Google Shape;7792;p95"/>
              <p:cNvSpPr/>
              <p:nvPr/>
            </p:nvSpPr>
            <p:spPr>
              <a:xfrm>
                <a:off x="8465853" y="3593382"/>
                <a:ext cx="281567" cy="253273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3" name="Google Shape;7793;p95"/>
              <p:cNvSpPr/>
              <p:nvPr/>
            </p:nvSpPr>
            <p:spPr>
              <a:xfrm>
                <a:off x="8560860" y="3681021"/>
                <a:ext cx="92415" cy="806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4" name="Google Shape;7794;p95"/>
              <p:cNvSpPr/>
              <p:nvPr/>
            </p:nvSpPr>
            <p:spPr>
              <a:xfrm>
                <a:off x="8540131" y="3663495"/>
                <a:ext cx="133009" cy="114806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5" name="Google Shape;7795;p95"/>
              <p:cNvSpPr/>
              <p:nvPr/>
            </p:nvSpPr>
            <p:spPr>
              <a:xfrm>
                <a:off x="8520266" y="3642460"/>
                <a:ext cx="175331" cy="15687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6" name="Google Shape;7796;p95"/>
              <p:cNvSpPr/>
              <p:nvPr/>
            </p:nvSpPr>
            <p:spPr>
              <a:xfrm>
                <a:off x="8490902" y="3620551"/>
                <a:ext cx="228880" cy="199814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7" name="Google Shape;7797;p95"/>
              <p:cNvSpPr/>
              <p:nvPr/>
            </p:nvSpPr>
            <p:spPr>
              <a:xfrm flipH="1" rot="10800000">
                <a:off x="8514631" y="3570513"/>
                <a:ext cx="177058" cy="12532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798" name="Google Shape;7798;p95"/>
              <p:cNvGrpSpPr/>
              <p:nvPr/>
            </p:nvGrpSpPr>
            <p:grpSpPr>
              <a:xfrm>
                <a:off x="8497007" y="3729647"/>
                <a:ext cx="226867" cy="460903"/>
                <a:chOff x="3130" y="3288"/>
                <a:chExt cx="410" cy="742"/>
              </a:xfrm>
            </p:grpSpPr>
            <p:cxnSp>
              <p:nvCxnSpPr>
                <p:cNvPr id="7799" name="Google Shape;7799;p95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0" name="Google Shape;7800;p95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1" name="Google Shape;7801;p95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2" name="Google Shape;7802;p95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3" name="Google Shape;7803;p95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4" name="Google Shape;7804;p95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5" name="Google Shape;7805;p95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6" name="Google Shape;7806;p95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7" name="Google Shape;7807;p95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8" name="Google Shape;7808;p95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09" name="Google Shape;7809;p95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10" name="Google Shape;7810;p95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11" name="Google Shape;7811;p95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12" name="Google Shape;7812;p95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813" name="Google Shape;7813;p95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814" name="Google Shape;7814;p95"/>
            <p:cNvGrpSpPr/>
            <p:nvPr/>
          </p:nvGrpSpPr>
          <p:grpSpPr>
            <a:xfrm>
              <a:off x="8539202" y="4097220"/>
              <a:ext cx="463284" cy="269421"/>
              <a:chOff x="1503784" y="3006600"/>
              <a:chExt cx="1771786" cy="957087"/>
            </a:xfrm>
          </p:grpSpPr>
          <p:grpSp>
            <p:nvGrpSpPr>
              <p:cNvPr id="7815" name="Google Shape;7815;p95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7816" name="Google Shape;7816;p95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7817" name="Google Shape;7817;p95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7818" name="Google Shape;7818;p95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7819" name="Google Shape;7819;p95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820" name="Google Shape;7820;p95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21" name="Google Shape;7821;p95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822" name="Google Shape;7822;p95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823" name="Google Shape;7823;p95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24" name="Google Shape;7824;p95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825" name="Google Shape;7825;p95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6" name="Google Shape;7826;p95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7" name="Google Shape;7827;p95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8" name="Google Shape;7828;p95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9" name="Google Shape;7829;p95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30" name="Google Shape;7830;p95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831" name="Google Shape;7831;p95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7832" name="Google Shape;7832;p95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3" name="Google Shape;7833;p95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4" name="Google Shape;7834;p95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5" name="Google Shape;7835;p95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836" name="Google Shape;7836;p95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37" name="Google Shape;7837;p95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838" name="Google Shape;7838;p95"/>
          <p:cNvGrpSpPr/>
          <p:nvPr/>
        </p:nvGrpSpPr>
        <p:grpSpPr>
          <a:xfrm>
            <a:off x="4638656" y="1716559"/>
            <a:ext cx="1086408" cy="768139"/>
            <a:chOff x="2216745" y="2926409"/>
            <a:chExt cx="1086408" cy="768139"/>
          </a:xfrm>
        </p:grpSpPr>
        <p:sp>
          <p:nvSpPr>
            <p:cNvPr id="7839" name="Google Shape;7839;p95"/>
            <p:cNvSpPr txBox="1"/>
            <p:nvPr/>
          </p:nvSpPr>
          <p:spPr>
            <a:xfrm>
              <a:off x="2216745" y="2926409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840" name="Google Shape;7840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41" name="Google Shape;7841;p9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Mobility in 4G networks: major mobility tasks</a:t>
            </a:r>
            <a:endParaRPr/>
          </a:p>
        </p:txBody>
      </p:sp>
      <p:sp>
        <p:nvSpPr>
          <p:cNvPr id="7842" name="Google Shape;7842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43" name="Google Shape;7843;p95"/>
          <p:cNvSpPr txBox="1"/>
          <p:nvPr/>
        </p:nvSpPr>
        <p:spPr>
          <a:xfrm>
            <a:off x="5358074" y="3803946"/>
            <a:ext cx="15328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</p:txBody>
      </p:sp>
      <p:sp>
        <p:nvSpPr>
          <p:cNvPr id="7844" name="Google Shape;7844;p95"/>
          <p:cNvSpPr/>
          <p:nvPr/>
        </p:nvSpPr>
        <p:spPr>
          <a:xfrm>
            <a:off x="939101" y="1865870"/>
            <a:ext cx="1989437" cy="1445742"/>
          </a:xfrm>
          <a:custGeom>
            <a:rect b="b" l="l" r="r" t="t"/>
            <a:pathLst>
              <a:path extrusionOk="0" h="2518288" w="2536501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5" name="Google Shape;7845;p95"/>
          <p:cNvSpPr/>
          <p:nvPr/>
        </p:nvSpPr>
        <p:spPr>
          <a:xfrm flipH="1" rot="10800000">
            <a:off x="2211838" y="4424820"/>
            <a:ext cx="2158078" cy="744479"/>
          </a:xfrm>
          <a:custGeom>
            <a:rect b="b" l="l" r="r" t="t"/>
            <a:pathLst>
              <a:path extrusionOk="0" h="1007767" w="1763990">
                <a:moveTo>
                  <a:pt x="793763" y="21490"/>
                </a:moveTo>
                <a:cubicBezTo>
                  <a:pt x="682098" y="36490"/>
                  <a:pt x="453769" y="45657"/>
                  <a:pt x="343771" y="101492"/>
                </a:cubicBezTo>
                <a:cubicBezTo>
                  <a:pt x="233773" y="157327"/>
                  <a:pt x="190441" y="270663"/>
                  <a:pt x="133775" y="356499"/>
                </a:cubicBezTo>
                <a:cubicBezTo>
                  <a:pt x="77109" y="442335"/>
                  <a:pt x="-20389" y="517337"/>
                  <a:pt x="3777" y="616506"/>
                </a:cubicBezTo>
                <a:cubicBezTo>
                  <a:pt x="27943" y="715675"/>
                  <a:pt x="134608" y="886513"/>
                  <a:pt x="278772" y="951515"/>
                </a:cubicBezTo>
                <a:cubicBezTo>
                  <a:pt x="422936" y="1016517"/>
                  <a:pt x="710432" y="1008184"/>
                  <a:pt x="868762" y="1006517"/>
                </a:cubicBezTo>
                <a:cubicBezTo>
                  <a:pt x="1027092" y="1004850"/>
                  <a:pt x="1092091" y="956516"/>
                  <a:pt x="1228755" y="941515"/>
                </a:cubicBezTo>
                <a:cubicBezTo>
                  <a:pt x="1365419" y="926515"/>
                  <a:pt x="1602915" y="980683"/>
                  <a:pt x="1688747" y="916514"/>
                </a:cubicBezTo>
                <a:cubicBezTo>
                  <a:pt x="1774579" y="852346"/>
                  <a:pt x="1777912" y="683174"/>
                  <a:pt x="1743746" y="556504"/>
                </a:cubicBezTo>
                <a:cubicBezTo>
                  <a:pt x="1709580" y="429834"/>
                  <a:pt x="1605415" y="247329"/>
                  <a:pt x="1483750" y="156493"/>
                </a:cubicBezTo>
                <a:cubicBezTo>
                  <a:pt x="1362086" y="65657"/>
                  <a:pt x="1130423" y="35656"/>
                  <a:pt x="1013759" y="11489"/>
                </a:cubicBezTo>
                <a:cubicBezTo>
                  <a:pt x="897095" y="-12678"/>
                  <a:pt x="905428" y="6490"/>
                  <a:pt x="793763" y="21490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6" name="Google Shape;7846;p95"/>
          <p:cNvSpPr txBox="1"/>
          <p:nvPr/>
        </p:nvSpPr>
        <p:spPr>
          <a:xfrm>
            <a:off x="2018627" y="2991399"/>
            <a:ext cx="70071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sp>
        <p:nvSpPr>
          <p:cNvPr id="7847" name="Google Shape;7847;p95"/>
          <p:cNvSpPr txBox="1"/>
          <p:nvPr/>
        </p:nvSpPr>
        <p:spPr>
          <a:xfrm>
            <a:off x="3292487" y="4553881"/>
            <a:ext cx="1007652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server</a:t>
            </a:r>
            <a:endParaRPr/>
          </a:p>
        </p:txBody>
      </p:sp>
      <p:grpSp>
        <p:nvGrpSpPr>
          <p:cNvPr id="7848" name="Google Shape;7848;p95"/>
          <p:cNvGrpSpPr/>
          <p:nvPr/>
        </p:nvGrpSpPr>
        <p:grpSpPr>
          <a:xfrm>
            <a:off x="2674706" y="3116401"/>
            <a:ext cx="1438063" cy="1007767"/>
            <a:chOff x="2611175" y="5012905"/>
            <a:chExt cx="1763990" cy="1007767"/>
          </a:xfrm>
        </p:grpSpPr>
        <p:sp>
          <p:nvSpPr>
            <p:cNvPr id="7849" name="Google Shape;7849;p95"/>
            <p:cNvSpPr/>
            <p:nvPr/>
          </p:nvSpPr>
          <p:spPr>
            <a:xfrm>
              <a:off x="3161857" y="5183726"/>
              <a:ext cx="733868" cy="333063"/>
            </a:xfrm>
            <a:prstGeom prst="rect">
              <a:avLst/>
            </a:prstGeom>
            <a:solidFill>
              <a:srgbClr val="E0EA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50" name="Google Shape;7850;p95"/>
            <p:cNvCxnSpPr/>
            <p:nvPr/>
          </p:nvCxnSpPr>
          <p:spPr>
            <a:xfrm>
              <a:off x="3462434" y="5820469"/>
              <a:ext cx="0" cy="189913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51" name="Google Shape;7851;p95"/>
            <p:cNvSpPr/>
            <p:nvPr/>
          </p:nvSpPr>
          <p:spPr>
            <a:xfrm>
              <a:off x="2611175" y="5012905"/>
              <a:ext cx="1763990" cy="1007767"/>
            </a:xfrm>
            <a:custGeom>
              <a:rect b="b" l="l" r="r" t="t"/>
              <a:pathLst>
                <a:path extrusionOk="0" h="1007767" w="1763990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52" name="Google Shape;7852;p95"/>
          <p:cNvSpPr txBox="1"/>
          <p:nvPr/>
        </p:nvSpPr>
        <p:spPr>
          <a:xfrm>
            <a:off x="1033966" y="2725714"/>
            <a:ext cx="967817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7853" name="Google Shape;7853;p95"/>
          <p:cNvSpPr txBox="1"/>
          <p:nvPr/>
        </p:nvSpPr>
        <p:spPr>
          <a:xfrm>
            <a:off x="2697672" y="3472900"/>
            <a:ext cx="15328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7854" name="Google Shape;7854;p95"/>
          <p:cNvSpPr txBox="1"/>
          <p:nvPr/>
        </p:nvSpPr>
        <p:spPr>
          <a:xfrm>
            <a:off x="5639107" y="2699488"/>
            <a:ext cx="88068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</p:txBody>
      </p:sp>
      <p:sp>
        <p:nvSpPr>
          <p:cNvPr id="7855" name="Google Shape;7855;p95"/>
          <p:cNvSpPr txBox="1"/>
          <p:nvPr/>
        </p:nvSpPr>
        <p:spPr>
          <a:xfrm>
            <a:off x="4989064" y="2321138"/>
            <a:ext cx="934545" cy="233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endParaRPr/>
          </a:p>
        </p:txBody>
      </p:sp>
      <p:grpSp>
        <p:nvGrpSpPr>
          <p:cNvPr id="7856" name="Google Shape;7856;p95"/>
          <p:cNvGrpSpPr/>
          <p:nvPr/>
        </p:nvGrpSpPr>
        <p:grpSpPr>
          <a:xfrm>
            <a:off x="6184507" y="2122386"/>
            <a:ext cx="668534" cy="338554"/>
            <a:chOff x="5504898" y="2800672"/>
            <a:chExt cx="668534" cy="338554"/>
          </a:xfrm>
        </p:grpSpPr>
        <p:cxnSp>
          <p:nvCxnSpPr>
            <p:cNvPr id="7857" name="Google Shape;7857;p95"/>
            <p:cNvCxnSpPr/>
            <p:nvPr/>
          </p:nvCxnSpPr>
          <p:spPr>
            <a:xfrm flipH="1" rot="10800000">
              <a:off x="5504898" y="2991028"/>
              <a:ext cx="668534" cy="1"/>
            </a:xfrm>
            <a:prstGeom prst="straightConnector1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7858" name="Google Shape;7858;p95"/>
            <p:cNvGrpSpPr/>
            <p:nvPr/>
          </p:nvGrpSpPr>
          <p:grpSpPr>
            <a:xfrm>
              <a:off x="5692943" y="2800672"/>
              <a:ext cx="291138" cy="338554"/>
              <a:chOff x="2641317" y="2175013"/>
              <a:chExt cx="291138" cy="338554"/>
            </a:xfrm>
          </p:grpSpPr>
          <p:sp>
            <p:nvSpPr>
              <p:cNvPr id="7859" name="Google Shape;7859;p95"/>
              <p:cNvSpPr/>
              <p:nvPr/>
            </p:nvSpPr>
            <p:spPr>
              <a:xfrm>
                <a:off x="2641317" y="2224712"/>
                <a:ext cx="291138" cy="25816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0" name="Google Shape;7860;p95"/>
              <p:cNvSpPr txBox="1"/>
              <p:nvPr/>
            </p:nvSpPr>
            <p:spPr>
              <a:xfrm>
                <a:off x="2642700" y="2175013"/>
                <a:ext cx="23985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7861" name="Google Shape;7861;p95"/>
          <p:cNvGrpSpPr/>
          <p:nvPr/>
        </p:nvGrpSpPr>
        <p:grpSpPr>
          <a:xfrm>
            <a:off x="2282654" y="2136912"/>
            <a:ext cx="4622054" cy="362086"/>
            <a:chOff x="2282654" y="2136912"/>
            <a:chExt cx="4622054" cy="362086"/>
          </a:xfrm>
        </p:grpSpPr>
        <p:sp>
          <p:nvSpPr>
            <p:cNvPr id="7862" name="Google Shape;7862;p95"/>
            <p:cNvSpPr/>
            <p:nvPr/>
          </p:nvSpPr>
          <p:spPr>
            <a:xfrm>
              <a:off x="2282654" y="2327165"/>
              <a:ext cx="4622054" cy="171833"/>
            </a:xfrm>
            <a:custGeom>
              <a:rect b="b" l="l" r="r" t="t"/>
              <a:pathLst>
                <a:path extrusionOk="0" h="171833" w="3671766">
                  <a:moveTo>
                    <a:pt x="0" y="14640"/>
                  </a:moveTo>
                  <a:lnTo>
                    <a:pt x="2723069" y="0"/>
                  </a:lnTo>
                  <a:lnTo>
                    <a:pt x="2887706" y="171833"/>
                  </a:lnTo>
                  <a:lnTo>
                    <a:pt x="3671766" y="171271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63" name="Google Shape;7863;p95"/>
            <p:cNvGrpSpPr/>
            <p:nvPr/>
          </p:nvGrpSpPr>
          <p:grpSpPr>
            <a:xfrm>
              <a:off x="5408976" y="2136912"/>
              <a:ext cx="291138" cy="338554"/>
              <a:chOff x="2641317" y="2166921"/>
              <a:chExt cx="291138" cy="338554"/>
            </a:xfrm>
          </p:grpSpPr>
          <p:sp>
            <p:nvSpPr>
              <p:cNvPr id="7864" name="Google Shape;7864;p95"/>
              <p:cNvSpPr/>
              <p:nvPr/>
            </p:nvSpPr>
            <p:spPr>
              <a:xfrm>
                <a:off x="2641317" y="2208528"/>
                <a:ext cx="291138" cy="25816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5" name="Google Shape;7865;p95"/>
              <p:cNvSpPr txBox="1"/>
              <p:nvPr/>
            </p:nvSpPr>
            <p:spPr>
              <a:xfrm>
                <a:off x="2642700" y="2166921"/>
                <a:ext cx="23985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7866" name="Google Shape;7866;p95"/>
          <p:cNvGrpSpPr/>
          <p:nvPr/>
        </p:nvGrpSpPr>
        <p:grpSpPr>
          <a:xfrm>
            <a:off x="2623090" y="2610520"/>
            <a:ext cx="2855609" cy="343828"/>
            <a:chOff x="2623090" y="2610520"/>
            <a:chExt cx="2855609" cy="343828"/>
          </a:xfrm>
        </p:grpSpPr>
        <p:sp>
          <p:nvSpPr>
            <p:cNvPr id="7867" name="Google Shape;7867;p95"/>
            <p:cNvSpPr/>
            <p:nvPr/>
          </p:nvSpPr>
          <p:spPr>
            <a:xfrm flipH="1" rot="10800000">
              <a:off x="2623090" y="2610520"/>
              <a:ext cx="2855609" cy="197639"/>
            </a:xfrm>
            <a:custGeom>
              <a:rect b="b" l="l" r="r" t="t"/>
              <a:pathLst>
                <a:path extrusionOk="0" h="197639" w="2931692">
                  <a:moveTo>
                    <a:pt x="0" y="14640"/>
                  </a:moveTo>
                  <a:lnTo>
                    <a:pt x="2723069" y="0"/>
                  </a:lnTo>
                  <a:lnTo>
                    <a:pt x="2931692" y="197639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68" name="Google Shape;7868;p95"/>
            <p:cNvGrpSpPr/>
            <p:nvPr/>
          </p:nvGrpSpPr>
          <p:grpSpPr>
            <a:xfrm>
              <a:off x="3572298" y="2615794"/>
              <a:ext cx="291138" cy="338554"/>
              <a:chOff x="2637271" y="2166921"/>
              <a:chExt cx="291138" cy="338554"/>
            </a:xfrm>
          </p:grpSpPr>
          <p:sp>
            <p:nvSpPr>
              <p:cNvPr id="7869" name="Google Shape;7869;p95"/>
              <p:cNvSpPr/>
              <p:nvPr/>
            </p:nvSpPr>
            <p:spPr>
              <a:xfrm>
                <a:off x="2637271" y="2212574"/>
                <a:ext cx="291138" cy="25816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0" name="Google Shape;7870;p95"/>
              <p:cNvSpPr txBox="1"/>
              <p:nvPr/>
            </p:nvSpPr>
            <p:spPr>
              <a:xfrm>
                <a:off x="2642700" y="2166921"/>
                <a:ext cx="23985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7871" name="Google Shape;7871;p95"/>
          <p:cNvGrpSpPr/>
          <p:nvPr/>
        </p:nvGrpSpPr>
        <p:grpSpPr>
          <a:xfrm>
            <a:off x="6439511" y="2702941"/>
            <a:ext cx="571921" cy="707046"/>
            <a:chOff x="6439511" y="2702941"/>
            <a:chExt cx="571921" cy="707046"/>
          </a:xfrm>
        </p:grpSpPr>
        <p:sp>
          <p:nvSpPr>
            <p:cNvPr id="7872" name="Google Shape;7872;p95"/>
            <p:cNvSpPr/>
            <p:nvPr/>
          </p:nvSpPr>
          <p:spPr>
            <a:xfrm rot="-5400000">
              <a:off x="6379747" y="2778302"/>
              <a:ext cx="707046" cy="556323"/>
            </a:xfrm>
            <a:custGeom>
              <a:rect b="b" l="l" r="r" t="t"/>
              <a:pathLst>
                <a:path extrusionOk="0" h="556323" w="1966943">
                  <a:moveTo>
                    <a:pt x="1387237" y="556323"/>
                  </a:moveTo>
                  <a:lnTo>
                    <a:pt x="-1" y="194032"/>
                  </a:lnTo>
                  <a:lnTo>
                    <a:pt x="1941588" y="0"/>
                  </a:lnTo>
                  <a:lnTo>
                    <a:pt x="1966943" y="439199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73" name="Google Shape;7873;p95"/>
            <p:cNvGrpSpPr/>
            <p:nvPr/>
          </p:nvGrpSpPr>
          <p:grpSpPr>
            <a:xfrm>
              <a:off x="6439511" y="2994586"/>
              <a:ext cx="291138" cy="338554"/>
              <a:chOff x="7860550" y="3254078"/>
              <a:chExt cx="291138" cy="338554"/>
            </a:xfrm>
          </p:grpSpPr>
          <p:sp>
            <p:nvSpPr>
              <p:cNvPr id="7874" name="Google Shape;7874;p95"/>
              <p:cNvSpPr/>
              <p:nvPr/>
            </p:nvSpPr>
            <p:spPr>
              <a:xfrm>
                <a:off x="7860550" y="3299731"/>
                <a:ext cx="291138" cy="25816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5" name="Google Shape;7875;p95"/>
              <p:cNvSpPr txBox="1"/>
              <p:nvPr/>
            </p:nvSpPr>
            <p:spPr>
              <a:xfrm>
                <a:off x="7865979" y="3254078"/>
                <a:ext cx="23985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  <p:grpSp>
        <p:nvGrpSpPr>
          <p:cNvPr id="7876" name="Google Shape;7876;p95"/>
          <p:cNvGrpSpPr/>
          <p:nvPr/>
        </p:nvGrpSpPr>
        <p:grpSpPr>
          <a:xfrm>
            <a:off x="1982147" y="2665950"/>
            <a:ext cx="763454" cy="585088"/>
            <a:chOff x="7270567" y="5238206"/>
            <a:chExt cx="763454" cy="668861"/>
          </a:xfrm>
        </p:grpSpPr>
        <p:grpSp>
          <p:nvGrpSpPr>
            <p:cNvPr id="7877" name="Google Shape;7877;p95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7878" name="Google Shape;7878;p9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879" name="Google Shape;7879;p9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880" name="Google Shape;7880;p9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881" name="Google Shape;7881;p9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82" name="Google Shape;7882;p9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83" name="Google Shape;7883;p9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84" name="Google Shape;7884;p9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885" name="Google Shape;7885;p95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86" name="Google Shape;7886;p95"/>
          <p:cNvGrpSpPr/>
          <p:nvPr/>
        </p:nvGrpSpPr>
        <p:grpSpPr>
          <a:xfrm>
            <a:off x="1143217" y="1952367"/>
            <a:ext cx="1231610" cy="716569"/>
            <a:chOff x="2218681" y="2599509"/>
            <a:chExt cx="1381036" cy="736694"/>
          </a:xfrm>
        </p:grpSpPr>
        <p:sp>
          <p:nvSpPr>
            <p:cNvPr id="7887" name="Google Shape;7887;p95"/>
            <p:cNvSpPr txBox="1"/>
            <p:nvPr/>
          </p:nvSpPr>
          <p:spPr>
            <a:xfrm>
              <a:off x="2218681" y="2715547"/>
              <a:ext cx="99168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88" name="Google Shape;7888;p95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7889" name="Google Shape;7889;p95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7890" name="Google Shape;7890;p95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1" name="Google Shape;7891;p95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2" name="Google Shape;7892;p95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3" name="Google Shape;7893;p95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894" name="Google Shape;7894;p95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7895" name="Google Shape;7895;p9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896" name="Google Shape;7896;p95"/>
          <p:cNvGrpSpPr/>
          <p:nvPr/>
        </p:nvGrpSpPr>
        <p:grpSpPr>
          <a:xfrm>
            <a:off x="6606502" y="1964725"/>
            <a:ext cx="955821" cy="840257"/>
            <a:chOff x="2751" y="1851"/>
            <a:chExt cx="462" cy="478"/>
          </a:xfrm>
        </p:grpSpPr>
        <p:pic>
          <p:nvPicPr>
            <p:cNvPr descr="iphone_stylized_small" id="7897" name="Google Shape;7897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898" name="Google Shape;7898;p9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99" name="Google Shape;7899;p95"/>
          <p:cNvSpPr txBox="1"/>
          <p:nvPr/>
        </p:nvSpPr>
        <p:spPr>
          <a:xfrm>
            <a:off x="4626479" y="2977546"/>
            <a:ext cx="70071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sp>
        <p:nvSpPr>
          <p:cNvPr id="7900" name="Google Shape;7900;p95"/>
          <p:cNvSpPr txBox="1"/>
          <p:nvPr/>
        </p:nvSpPr>
        <p:spPr>
          <a:xfrm>
            <a:off x="4619019" y="3778978"/>
            <a:ext cx="70071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pic>
        <p:nvPicPr>
          <p:cNvPr descr="A screen shot of a computer&#10;&#10;Description automatically generated" id="7901" name="Google Shape;790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3588" y="4451521"/>
            <a:ext cx="347811" cy="656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02" name="Google Shape;7902;p95"/>
          <p:cNvGrpSpPr/>
          <p:nvPr/>
        </p:nvGrpSpPr>
        <p:grpSpPr>
          <a:xfrm>
            <a:off x="4620503" y="3447134"/>
            <a:ext cx="591681" cy="328111"/>
            <a:chOff x="7493876" y="2774731"/>
            <a:chExt cx="1481958" cy="894622"/>
          </a:xfrm>
        </p:grpSpPr>
        <p:sp>
          <p:nvSpPr>
            <p:cNvPr id="7903" name="Google Shape;7903;p9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04" name="Google Shape;7904;p9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5" name="Google Shape;7905;p9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06" name="Google Shape;7906;p9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7" name="Google Shape;7907;p9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8" name="Google Shape;7908;p9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9" name="Google Shape;7909;p9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10" name="Google Shape;7910;p95"/>
          <p:cNvGrpSpPr/>
          <p:nvPr/>
        </p:nvGrpSpPr>
        <p:grpSpPr>
          <a:xfrm>
            <a:off x="7628143" y="1517824"/>
            <a:ext cx="4563857" cy="2492990"/>
            <a:chOff x="7768186" y="2075943"/>
            <a:chExt cx="4563857" cy="2492990"/>
          </a:xfrm>
        </p:grpSpPr>
        <p:sp>
          <p:nvSpPr>
            <p:cNvPr id="7911" name="Google Shape;7911;p95"/>
            <p:cNvSpPr txBox="1"/>
            <p:nvPr/>
          </p:nvSpPr>
          <p:spPr>
            <a:xfrm>
              <a:off x="8117951" y="2075943"/>
              <a:ext cx="4214092" cy="2492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association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  <a:p>
              <a:pPr indent="-220662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covered earlier</a:t>
              </a:r>
              <a:endParaRPr/>
            </a:p>
            <a:p>
              <a:pPr indent="-220662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 provides IMSI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identifying itself, home network</a:t>
              </a:r>
              <a:endParaRPr/>
            </a:p>
            <a:p>
              <a:pPr indent="-80962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200"/>
                <a:buFont typeface="Noto Sans Symbols"/>
                <a:buNone/>
              </a:pPr>
              <a:r>
                <a:t/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0962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200"/>
                <a:buFont typeface="Noto Sans Symbols"/>
                <a:buNone/>
              </a:pPr>
              <a:r>
                <a:t/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0962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200"/>
                <a:buFont typeface="Noto Sans Symbols"/>
                <a:buNone/>
              </a:pPr>
              <a:r>
                <a:t/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12" name="Google Shape;7912;p95"/>
            <p:cNvGrpSpPr/>
            <p:nvPr/>
          </p:nvGrpSpPr>
          <p:grpSpPr>
            <a:xfrm>
              <a:off x="7768186" y="2117241"/>
              <a:ext cx="332771" cy="400110"/>
              <a:chOff x="2630642" y="2290491"/>
              <a:chExt cx="347383" cy="400110"/>
            </a:xfrm>
          </p:grpSpPr>
          <p:sp>
            <p:nvSpPr>
              <p:cNvPr id="7913" name="Google Shape;7913;p95"/>
              <p:cNvSpPr/>
              <p:nvPr/>
            </p:nvSpPr>
            <p:spPr>
              <a:xfrm>
                <a:off x="2630642" y="2342494"/>
                <a:ext cx="347383" cy="308036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4" name="Google Shape;7914;p95"/>
              <p:cNvSpPr txBox="1"/>
              <p:nvPr/>
            </p:nvSpPr>
            <p:spPr>
              <a:xfrm>
                <a:off x="2642700" y="2290491"/>
                <a:ext cx="23985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7915" name="Google Shape;7915;p95"/>
          <p:cNvGrpSpPr/>
          <p:nvPr/>
        </p:nvGrpSpPr>
        <p:grpSpPr>
          <a:xfrm>
            <a:off x="7661616" y="3163341"/>
            <a:ext cx="4151442" cy="1652760"/>
            <a:chOff x="7760472" y="2817345"/>
            <a:chExt cx="4151442" cy="1652760"/>
          </a:xfrm>
        </p:grpSpPr>
        <p:sp>
          <p:nvSpPr>
            <p:cNvPr id="7916" name="Google Shape;7916;p95"/>
            <p:cNvSpPr txBox="1"/>
            <p:nvPr/>
          </p:nvSpPr>
          <p:spPr>
            <a:xfrm>
              <a:off x="8145159" y="2817345"/>
              <a:ext cx="3766755" cy="1652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control-plane configuration:</a:t>
              </a:r>
              <a:endParaRPr/>
            </a:p>
            <a:p>
              <a:pPr indent="-220662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MME, home HSS establish control-plane state -  mobile is in visited network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17" name="Google Shape;7917;p95"/>
            <p:cNvGrpSpPr/>
            <p:nvPr/>
          </p:nvGrpSpPr>
          <p:grpSpPr>
            <a:xfrm>
              <a:off x="7760472" y="2862763"/>
              <a:ext cx="332771" cy="400110"/>
              <a:chOff x="2630642" y="2166921"/>
              <a:chExt cx="347383" cy="400110"/>
            </a:xfrm>
          </p:grpSpPr>
          <p:sp>
            <p:nvSpPr>
              <p:cNvPr id="7918" name="Google Shape;7918;p95"/>
              <p:cNvSpPr/>
              <p:nvPr/>
            </p:nvSpPr>
            <p:spPr>
              <a:xfrm>
                <a:off x="2630642" y="2218924"/>
                <a:ext cx="347383" cy="308036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9" name="Google Shape;7919;p95"/>
              <p:cNvSpPr txBox="1"/>
              <p:nvPr/>
            </p:nvSpPr>
            <p:spPr>
              <a:xfrm>
                <a:off x="2642700" y="2166921"/>
                <a:ext cx="23985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7920" name="Google Shape;7920;p95"/>
          <p:cNvGrpSpPr/>
          <p:nvPr/>
        </p:nvGrpSpPr>
        <p:grpSpPr>
          <a:xfrm>
            <a:off x="5416808" y="4588479"/>
            <a:ext cx="6606316" cy="1652760"/>
            <a:chOff x="5416808" y="4588479"/>
            <a:chExt cx="6606316" cy="1652760"/>
          </a:xfrm>
        </p:grpSpPr>
        <p:sp>
          <p:nvSpPr>
            <p:cNvPr id="7921" name="Google Shape;7921;p95"/>
            <p:cNvSpPr txBox="1"/>
            <p:nvPr/>
          </p:nvSpPr>
          <p:spPr>
            <a:xfrm>
              <a:off x="5774724" y="4588479"/>
              <a:ext cx="6248400" cy="1652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data-plane configuration:</a:t>
              </a:r>
              <a:endParaRPr/>
            </a:p>
            <a:p>
              <a:pPr indent="-223838" lvl="0" marL="34448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MME configures forwarding tunnels for mobile</a:t>
              </a:r>
              <a:endParaRPr/>
            </a:p>
            <a:p>
              <a:pPr indent="-223838" lvl="0" marL="34448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visited, home network establish tunnels from home P-GW to mobile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22" name="Google Shape;7922;p95"/>
            <p:cNvGrpSpPr/>
            <p:nvPr/>
          </p:nvGrpSpPr>
          <p:grpSpPr>
            <a:xfrm>
              <a:off x="5416808" y="4609187"/>
              <a:ext cx="332771" cy="400110"/>
              <a:chOff x="2630642" y="2166921"/>
              <a:chExt cx="347383" cy="400110"/>
            </a:xfrm>
          </p:grpSpPr>
          <p:sp>
            <p:nvSpPr>
              <p:cNvPr id="7923" name="Google Shape;7923;p95"/>
              <p:cNvSpPr/>
              <p:nvPr/>
            </p:nvSpPr>
            <p:spPr>
              <a:xfrm>
                <a:off x="2630642" y="2218924"/>
                <a:ext cx="347383" cy="308036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4" name="Google Shape;7924;p95"/>
              <p:cNvSpPr txBox="1"/>
              <p:nvPr/>
            </p:nvSpPr>
            <p:spPr>
              <a:xfrm>
                <a:off x="2642700" y="2166921"/>
                <a:ext cx="23985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7925" name="Google Shape;7925;p95"/>
          <p:cNvGrpSpPr/>
          <p:nvPr/>
        </p:nvGrpSpPr>
        <p:grpSpPr>
          <a:xfrm>
            <a:off x="2157940" y="5655274"/>
            <a:ext cx="8666580" cy="800219"/>
            <a:chOff x="2157940" y="5655274"/>
            <a:chExt cx="8666580" cy="800219"/>
          </a:xfrm>
        </p:grpSpPr>
        <p:sp>
          <p:nvSpPr>
            <p:cNvPr id="7926" name="Google Shape;7926;p95"/>
            <p:cNvSpPr txBox="1"/>
            <p:nvPr/>
          </p:nvSpPr>
          <p:spPr>
            <a:xfrm>
              <a:off x="2491946" y="5655274"/>
              <a:ext cx="8332574" cy="800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 handover:</a:t>
              </a:r>
              <a:endParaRPr/>
            </a:p>
            <a:p>
              <a:pPr indent="-220662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11199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device changes its point of attachment to visited network</a:t>
              </a:r>
              <a:endParaRPr/>
            </a:p>
          </p:txBody>
        </p:sp>
        <p:grpSp>
          <p:nvGrpSpPr>
            <p:cNvPr id="7927" name="Google Shape;7927;p95"/>
            <p:cNvGrpSpPr/>
            <p:nvPr/>
          </p:nvGrpSpPr>
          <p:grpSpPr>
            <a:xfrm>
              <a:off x="2157940" y="5675984"/>
              <a:ext cx="333577" cy="400110"/>
              <a:chOff x="2629801" y="2166921"/>
              <a:chExt cx="348224" cy="400110"/>
            </a:xfrm>
          </p:grpSpPr>
          <p:sp>
            <p:nvSpPr>
              <p:cNvPr id="7928" name="Google Shape;7928;p95"/>
              <p:cNvSpPr/>
              <p:nvPr/>
            </p:nvSpPr>
            <p:spPr>
              <a:xfrm>
                <a:off x="2630642" y="2218924"/>
                <a:ext cx="347383" cy="308036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9" name="Google Shape;7929;p95"/>
              <p:cNvSpPr txBox="1"/>
              <p:nvPr/>
            </p:nvSpPr>
            <p:spPr>
              <a:xfrm>
                <a:off x="2629801" y="2166921"/>
                <a:ext cx="23985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4" name="Shape 7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5" name="Google Shape;7935;p96"/>
          <p:cNvSpPr/>
          <p:nvPr/>
        </p:nvSpPr>
        <p:spPr>
          <a:xfrm>
            <a:off x="2975365" y="1878227"/>
            <a:ext cx="3186468" cy="1556951"/>
          </a:xfrm>
          <a:custGeom>
            <a:rect b="b" l="l" r="r" t="t"/>
            <a:pathLst>
              <a:path extrusionOk="0" h="2518288" w="2479694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36" name="Google Shape;7936;p96"/>
          <p:cNvGrpSpPr/>
          <p:nvPr/>
        </p:nvGrpSpPr>
        <p:grpSpPr>
          <a:xfrm>
            <a:off x="3767019" y="2673626"/>
            <a:ext cx="456130" cy="238683"/>
            <a:chOff x="7493876" y="2774731"/>
            <a:chExt cx="1481958" cy="894622"/>
          </a:xfrm>
        </p:grpSpPr>
        <p:sp>
          <p:nvSpPr>
            <p:cNvPr id="7937" name="Google Shape;7937;p9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38" name="Google Shape;7938;p9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39" name="Google Shape;7939;p9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40" name="Google Shape;7940;p9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1" name="Google Shape;7941;p9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2" name="Google Shape;7942;p9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3" name="Google Shape;7943;p9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44" name="Google Shape;7944;p96"/>
          <p:cNvGrpSpPr/>
          <p:nvPr/>
        </p:nvGrpSpPr>
        <p:grpSpPr>
          <a:xfrm>
            <a:off x="4644367" y="1959731"/>
            <a:ext cx="536631" cy="796120"/>
            <a:chOff x="1917296" y="2215220"/>
            <a:chExt cx="396914" cy="599769"/>
          </a:xfrm>
        </p:grpSpPr>
        <p:sp>
          <p:nvSpPr>
            <p:cNvPr id="7945" name="Google Shape;7945;p96"/>
            <p:cNvSpPr/>
            <p:nvPr/>
          </p:nvSpPr>
          <p:spPr>
            <a:xfrm>
              <a:off x="1917296" y="2232448"/>
              <a:ext cx="208258" cy="190808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6" name="Google Shape;7946;p96"/>
            <p:cNvSpPr/>
            <p:nvPr/>
          </p:nvSpPr>
          <p:spPr>
            <a:xfrm>
              <a:off x="1987567" y="2298472"/>
              <a:ext cx="68354" cy="6074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7" name="Google Shape;7947;p96"/>
            <p:cNvSpPr/>
            <p:nvPr/>
          </p:nvSpPr>
          <p:spPr>
            <a:xfrm>
              <a:off x="1972235" y="2285267"/>
              <a:ext cx="98379" cy="8649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8" name="Google Shape;7948;p96"/>
            <p:cNvSpPr/>
            <p:nvPr/>
          </p:nvSpPr>
          <p:spPr>
            <a:xfrm>
              <a:off x="1957542" y="2269421"/>
              <a:ext cx="129682" cy="11818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9" name="Google Shape;7949;p96"/>
            <p:cNvSpPr/>
            <p:nvPr/>
          </p:nvSpPr>
          <p:spPr>
            <a:xfrm>
              <a:off x="1935822" y="2252915"/>
              <a:ext cx="169289" cy="150534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0" name="Google Shape;7950;p96"/>
            <p:cNvSpPr/>
            <p:nvPr/>
          </p:nvSpPr>
          <p:spPr>
            <a:xfrm flipH="1" rot="10800000">
              <a:off x="1953373" y="2215220"/>
              <a:ext cx="130959" cy="94414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51" name="Google Shape;7951;p96"/>
            <p:cNvGrpSpPr/>
            <p:nvPr/>
          </p:nvGrpSpPr>
          <p:grpSpPr>
            <a:xfrm>
              <a:off x="1940337" y="2335105"/>
              <a:ext cx="167800" cy="347228"/>
              <a:chOff x="3130" y="3288"/>
              <a:chExt cx="410" cy="742"/>
            </a:xfrm>
          </p:grpSpPr>
          <p:cxnSp>
            <p:nvCxnSpPr>
              <p:cNvPr id="7952" name="Google Shape;7952;p96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3" name="Google Shape;7953;p96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4" name="Google Shape;7954;p96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5" name="Google Shape;7955;p96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6" name="Google Shape;7956;p96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7" name="Google Shape;7957;p96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8" name="Google Shape;7958;p96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59" name="Google Shape;7959;p96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0" name="Google Shape;7960;p96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1" name="Google Shape;7961;p96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2" name="Google Shape;7962;p96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3" name="Google Shape;7963;p96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4" name="Google Shape;7964;p96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5" name="Google Shape;7965;p96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66" name="Google Shape;7966;p96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967" name="Google Shape;7967;p96"/>
            <p:cNvGrpSpPr/>
            <p:nvPr/>
          </p:nvGrpSpPr>
          <p:grpSpPr>
            <a:xfrm>
              <a:off x="1971547" y="2612017"/>
              <a:ext cx="342663" cy="202972"/>
              <a:chOff x="1503784" y="3006600"/>
              <a:chExt cx="1771786" cy="957087"/>
            </a:xfrm>
          </p:grpSpPr>
          <p:grpSp>
            <p:nvGrpSpPr>
              <p:cNvPr id="7968" name="Google Shape;7968;p96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7969" name="Google Shape;7969;p96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7970" name="Google Shape;7970;p96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7971" name="Google Shape;7971;p96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7972" name="Google Shape;7972;p96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973" name="Google Shape;7973;p9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74" name="Google Shape;7974;p9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975" name="Google Shape;7975;p96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7976" name="Google Shape;7976;p96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77" name="Google Shape;7977;p96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978" name="Google Shape;7978;p96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9" name="Google Shape;7979;p96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0" name="Google Shape;7980;p96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1" name="Google Shape;7981;p96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2" name="Google Shape;7982;p96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3" name="Google Shape;7983;p96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984" name="Google Shape;7984;p96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7985" name="Google Shape;7985;p96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86" name="Google Shape;7986;p96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87" name="Google Shape;7987;p96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88" name="Google Shape;7988;p96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989" name="Google Shape;7989;p96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0" name="Google Shape;7990;p96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991" name="Google Shape;7991;p96"/>
          <p:cNvGrpSpPr/>
          <p:nvPr/>
        </p:nvGrpSpPr>
        <p:grpSpPr>
          <a:xfrm>
            <a:off x="3402980" y="1716559"/>
            <a:ext cx="1086408" cy="768139"/>
            <a:chOff x="2216745" y="2926409"/>
            <a:chExt cx="1086408" cy="768139"/>
          </a:xfrm>
        </p:grpSpPr>
        <p:sp>
          <p:nvSpPr>
            <p:cNvPr id="7992" name="Google Shape;7992;p96"/>
            <p:cNvSpPr txBox="1"/>
            <p:nvPr/>
          </p:nvSpPr>
          <p:spPr>
            <a:xfrm>
              <a:off x="2216745" y="2926409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7993" name="Google Shape;7993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94" name="Google Shape;7994;p96"/>
          <p:cNvSpPr txBox="1"/>
          <p:nvPr>
            <p:ph idx="1" type="body"/>
          </p:nvPr>
        </p:nvSpPr>
        <p:spPr>
          <a:xfrm>
            <a:off x="887627" y="3874102"/>
            <a:ext cx="10515600" cy="2526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Mobile communicates with local MME via BS control-plane channel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MME uses mobile’s IMSI info to contact mobile’s home HSS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retrieve authentication, encryption, network service information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home HHS knows mobile now resident in visited network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BS, mobile select parameters for BS-mobile data-plane radio channel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995" name="Google Shape;7995;p9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 Configuring LTE control-plane elements</a:t>
            </a:r>
            <a:endParaRPr/>
          </a:p>
        </p:txBody>
      </p:sp>
      <p:sp>
        <p:nvSpPr>
          <p:cNvPr id="7996" name="Google Shape;7996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97" name="Google Shape;7997;p96"/>
          <p:cNvSpPr txBox="1"/>
          <p:nvPr/>
        </p:nvSpPr>
        <p:spPr>
          <a:xfrm>
            <a:off x="4228416" y="3028694"/>
            <a:ext cx="15328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</p:txBody>
      </p:sp>
      <p:sp>
        <p:nvSpPr>
          <p:cNvPr id="7998" name="Google Shape;7998;p96"/>
          <p:cNvSpPr/>
          <p:nvPr/>
        </p:nvSpPr>
        <p:spPr>
          <a:xfrm>
            <a:off x="864960" y="1853514"/>
            <a:ext cx="1989437" cy="1445742"/>
          </a:xfrm>
          <a:custGeom>
            <a:rect b="b" l="l" r="r" t="t"/>
            <a:pathLst>
              <a:path extrusionOk="0" h="2518288" w="2536501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9" name="Google Shape;7999;p96"/>
          <p:cNvSpPr txBox="1"/>
          <p:nvPr/>
        </p:nvSpPr>
        <p:spPr>
          <a:xfrm>
            <a:off x="1944486" y="2979043"/>
            <a:ext cx="70071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sp>
        <p:nvSpPr>
          <p:cNvPr id="8000" name="Google Shape;8000;p96"/>
          <p:cNvSpPr txBox="1"/>
          <p:nvPr/>
        </p:nvSpPr>
        <p:spPr>
          <a:xfrm>
            <a:off x="959825" y="2713358"/>
            <a:ext cx="967817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8001" name="Google Shape;8001;p96"/>
          <p:cNvSpPr txBox="1"/>
          <p:nvPr/>
        </p:nvSpPr>
        <p:spPr>
          <a:xfrm>
            <a:off x="4403431" y="2699488"/>
            <a:ext cx="88068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</p:txBody>
      </p:sp>
      <p:sp>
        <p:nvSpPr>
          <p:cNvPr id="8002" name="Google Shape;8002;p96"/>
          <p:cNvSpPr txBox="1"/>
          <p:nvPr/>
        </p:nvSpPr>
        <p:spPr>
          <a:xfrm>
            <a:off x="3753388" y="2321138"/>
            <a:ext cx="934545" cy="233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endParaRPr/>
          </a:p>
        </p:txBody>
      </p:sp>
      <p:grpSp>
        <p:nvGrpSpPr>
          <p:cNvPr id="8003" name="Google Shape;8003;p96"/>
          <p:cNvGrpSpPr/>
          <p:nvPr/>
        </p:nvGrpSpPr>
        <p:grpSpPr>
          <a:xfrm>
            <a:off x="2319724" y="2136912"/>
            <a:ext cx="3349308" cy="362086"/>
            <a:chOff x="3555400" y="2136912"/>
            <a:chExt cx="3349308" cy="362086"/>
          </a:xfrm>
        </p:grpSpPr>
        <p:sp>
          <p:nvSpPr>
            <p:cNvPr id="8004" name="Google Shape;8004;p96"/>
            <p:cNvSpPr/>
            <p:nvPr/>
          </p:nvSpPr>
          <p:spPr>
            <a:xfrm>
              <a:off x="3555400" y="2327165"/>
              <a:ext cx="3349308" cy="171833"/>
            </a:xfrm>
            <a:custGeom>
              <a:rect b="b" l="l" r="r" t="t"/>
              <a:pathLst>
                <a:path extrusionOk="0" h="171833" w="2660695">
                  <a:moveTo>
                    <a:pt x="0" y="14640"/>
                  </a:moveTo>
                  <a:lnTo>
                    <a:pt x="1711998" y="0"/>
                  </a:lnTo>
                  <a:lnTo>
                    <a:pt x="1876635" y="171833"/>
                  </a:lnTo>
                  <a:lnTo>
                    <a:pt x="2660695" y="171271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5" name="Google Shape;8005;p96"/>
            <p:cNvGrpSpPr/>
            <p:nvPr/>
          </p:nvGrpSpPr>
          <p:grpSpPr>
            <a:xfrm>
              <a:off x="5408976" y="2136912"/>
              <a:ext cx="291138" cy="338554"/>
              <a:chOff x="2641317" y="2166921"/>
              <a:chExt cx="291138" cy="338554"/>
            </a:xfrm>
          </p:grpSpPr>
          <p:sp>
            <p:nvSpPr>
              <p:cNvPr id="8006" name="Google Shape;8006;p96"/>
              <p:cNvSpPr/>
              <p:nvPr/>
            </p:nvSpPr>
            <p:spPr>
              <a:xfrm>
                <a:off x="2641317" y="2208528"/>
                <a:ext cx="291138" cy="25816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7" name="Google Shape;8007;p96"/>
              <p:cNvSpPr txBox="1"/>
              <p:nvPr/>
            </p:nvSpPr>
            <p:spPr>
              <a:xfrm>
                <a:off x="2642700" y="2166921"/>
                <a:ext cx="23985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8008" name="Google Shape;8008;p96"/>
          <p:cNvGrpSpPr/>
          <p:nvPr/>
        </p:nvGrpSpPr>
        <p:grpSpPr>
          <a:xfrm>
            <a:off x="1908006" y="2653594"/>
            <a:ext cx="763454" cy="585088"/>
            <a:chOff x="7270567" y="5238206"/>
            <a:chExt cx="763454" cy="668861"/>
          </a:xfrm>
        </p:grpSpPr>
        <p:grpSp>
          <p:nvGrpSpPr>
            <p:cNvPr id="8009" name="Google Shape;8009;p96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8010" name="Google Shape;8010;p9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8011" name="Google Shape;8011;p9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8012" name="Google Shape;8012;p9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013" name="Google Shape;8013;p9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4" name="Google Shape;8014;p9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5" name="Google Shape;8015;p9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6" name="Google Shape;8016;p9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017" name="Google Shape;8017;p96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18" name="Google Shape;8018;p96"/>
          <p:cNvGrpSpPr/>
          <p:nvPr/>
        </p:nvGrpSpPr>
        <p:grpSpPr>
          <a:xfrm>
            <a:off x="1069076" y="1940011"/>
            <a:ext cx="1231610" cy="716569"/>
            <a:chOff x="2218681" y="2599509"/>
            <a:chExt cx="1381036" cy="736694"/>
          </a:xfrm>
        </p:grpSpPr>
        <p:sp>
          <p:nvSpPr>
            <p:cNvPr id="8019" name="Google Shape;8019;p96"/>
            <p:cNvSpPr txBox="1"/>
            <p:nvPr/>
          </p:nvSpPr>
          <p:spPr>
            <a:xfrm>
              <a:off x="2218681" y="2715547"/>
              <a:ext cx="99168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20" name="Google Shape;8020;p96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8021" name="Google Shape;8021;p96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8022" name="Google Shape;8022;p96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3" name="Google Shape;8023;p96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4" name="Google Shape;8024;p96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5" name="Google Shape;8025;p96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026" name="Google Shape;8026;p96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8027" name="Google Shape;8027;p9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028" name="Google Shape;8028;p96"/>
          <p:cNvGrpSpPr/>
          <p:nvPr/>
        </p:nvGrpSpPr>
        <p:grpSpPr>
          <a:xfrm>
            <a:off x="5461687" y="2038866"/>
            <a:ext cx="642552" cy="556054"/>
            <a:chOff x="2751" y="1851"/>
            <a:chExt cx="462" cy="478"/>
          </a:xfrm>
        </p:grpSpPr>
        <p:pic>
          <p:nvPicPr>
            <p:cNvPr descr="iphone_stylized_small" id="8029" name="Google Shape;8029;p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030" name="Google Shape;8030;p9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31" name="Google Shape;8031;p96"/>
          <p:cNvSpPr txBox="1"/>
          <p:nvPr/>
        </p:nvSpPr>
        <p:spPr>
          <a:xfrm>
            <a:off x="3702676" y="2892302"/>
            <a:ext cx="70071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sp>
        <p:nvSpPr>
          <p:cNvPr id="8032" name="Google Shape;8032;p96"/>
          <p:cNvSpPr txBox="1"/>
          <p:nvPr/>
        </p:nvSpPr>
        <p:spPr>
          <a:xfrm>
            <a:off x="3114986" y="2897708"/>
            <a:ext cx="70071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grpSp>
        <p:nvGrpSpPr>
          <p:cNvPr id="8033" name="Google Shape;8033;p96"/>
          <p:cNvGrpSpPr/>
          <p:nvPr/>
        </p:nvGrpSpPr>
        <p:grpSpPr>
          <a:xfrm>
            <a:off x="3190549" y="2680252"/>
            <a:ext cx="456130" cy="238683"/>
            <a:chOff x="7493876" y="2774731"/>
            <a:chExt cx="1481958" cy="894622"/>
          </a:xfrm>
        </p:grpSpPr>
        <p:sp>
          <p:nvSpPr>
            <p:cNvPr id="8034" name="Google Shape;8034;p9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35" name="Google Shape;8035;p9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36" name="Google Shape;8036;p9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37" name="Google Shape;8037;p9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8" name="Google Shape;8038;p9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9" name="Google Shape;8039;p9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0" name="Google Shape;8040;p9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A picture containing sitting, drawing, bus&#10;&#10;Description automatically generated" id="8041" name="Google Shape;8041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7870" y="2582561"/>
            <a:ext cx="458905" cy="259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6" name="Shape 8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7" name="Google Shape;8047;p97"/>
          <p:cNvSpPr/>
          <p:nvPr/>
        </p:nvSpPr>
        <p:spPr>
          <a:xfrm>
            <a:off x="8613577" y="1618048"/>
            <a:ext cx="3186468" cy="2286000"/>
          </a:xfrm>
          <a:custGeom>
            <a:rect b="b" l="l" r="r" t="t"/>
            <a:pathLst>
              <a:path extrusionOk="0" h="2518288" w="2479694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88834" y="2032388"/>
                  <a:pt x="2380797" y="1831817"/>
                </a:cubicBezTo>
                <a:cubicBezTo>
                  <a:pt x="2472760" y="1631246"/>
                  <a:pt x="2494165" y="1439396"/>
                  <a:pt x="2471174" y="1246753"/>
                </a:cubicBezTo>
                <a:cubicBezTo>
                  <a:pt x="2448183" y="1054110"/>
                  <a:pt x="2310239" y="821828"/>
                  <a:pt x="2242852" y="675959"/>
                </a:cubicBezTo>
                <a:cubicBezTo>
                  <a:pt x="2175465" y="530090"/>
                  <a:pt x="2134240" y="469839"/>
                  <a:pt x="2066853" y="371536"/>
                </a:cubicBezTo>
                <a:cubicBezTo>
                  <a:pt x="1999466" y="273233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48" name="Google Shape;8048;p97"/>
          <p:cNvGrpSpPr/>
          <p:nvPr/>
        </p:nvGrpSpPr>
        <p:grpSpPr>
          <a:xfrm>
            <a:off x="9001835" y="2420515"/>
            <a:ext cx="591681" cy="328111"/>
            <a:chOff x="7493876" y="2774731"/>
            <a:chExt cx="1481958" cy="894622"/>
          </a:xfrm>
        </p:grpSpPr>
        <p:sp>
          <p:nvSpPr>
            <p:cNvPr id="8049" name="Google Shape;8049;p9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50" name="Google Shape;8050;p9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51" name="Google Shape;8051;p9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52" name="Google Shape;8052;p9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3" name="Google Shape;8053;p9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4" name="Google Shape;8054;p9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5" name="Google Shape;8055;p9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6" name="Google Shape;8056;p97"/>
          <p:cNvGrpSpPr/>
          <p:nvPr/>
        </p:nvGrpSpPr>
        <p:grpSpPr>
          <a:xfrm>
            <a:off x="10266704" y="1724952"/>
            <a:ext cx="536631" cy="796120"/>
            <a:chOff x="1917296" y="2215220"/>
            <a:chExt cx="396914" cy="599769"/>
          </a:xfrm>
        </p:grpSpPr>
        <p:sp>
          <p:nvSpPr>
            <p:cNvPr id="8057" name="Google Shape;8057;p97"/>
            <p:cNvSpPr/>
            <p:nvPr/>
          </p:nvSpPr>
          <p:spPr>
            <a:xfrm>
              <a:off x="1917296" y="2232448"/>
              <a:ext cx="208258" cy="190808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8" name="Google Shape;8058;p97"/>
            <p:cNvSpPr/>
            <p:nvPr/>
          </p:nvSpPr>
          <p:spPr>
            <a:xfrm>
              <a:off x="1987567" y="2298472"/>
              <a:ext cx="68354" cy="6074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9" name="Google Shape;8059;p97"/>
            <p:cNvSpPr/>
            <p:nvPr/>
          </p:nvSpPr>
          <p:spPr>
            <a:xfrm>
              <a:off x="1972235" y="2285267"/>
              <a:ext cx="98379" cy="8649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0" name="Google Shape;8060;p97"/>
            <p:cNvSpPr/>
            <p:nvPr/>
          </p:nvSpPr>
          <p:spPr>
            <a:xfrm>
              <a:off x="1957542" y="2269421"/>
              <a:ext cx="129682" cy="11818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1" name="Google Shape;8061;p97"/>
            <p:cNvSpPr/>
            <p:nvPr/>
          </p:nvSpPr>
          <p:spPr>
            <a:xfrm>
              <a:off x="1935822" y="2252915"/>
              <a:ext cx="169289" cy="150534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2" name="Google Shape;8062;p97"/>
            <p:cNvSpPr/>
            <p:nvPr/>
          </p:nvSpPr>
          <p:spPr>
            <a:xfrm flipH="1" rot="10800000">
              <a:off x="1953373" y="2215220"/>
              <a:ext cx="130959" cy="94414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63" name="Google Shape;8063;p97"/>
            <p:cNvGrpSpPr/>
            <p:nvPr/>
          </p:nvGrpSpPr>
          <p:grpSpPr>
            <a:xfrm>
              <a:off x="1940337" y="2335105"/>
              <a:ext cx="167800" cy="347228"/>
              <a:chOff x="3130" y="3288"/>
              <a:chExt cx="410" cy="742"/>
            </a:xfrm>
          </p:grpSpPr>
          <p:cxnSp>
            <p:nvCxnSpPr>
              <p:cNvPr id="8064" name="Google Shape;8064;p9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5" name="Google Shape;8065;p9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6" name="Google Shape;8066;p9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7" name="Google Shape;8067;p9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8" name="Google Shape;8068;p9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69" name="Google Shape;8069;p9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0" name="Google Shape;8070;p9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1" name="Google Shape;8071;p9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2" name="Google Shape;8072;p9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3" name="Google Shape;8073;p9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4" name="Google Shape;8074;p9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5" name="Google Shape;8075;p9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6" name="Google Shape;8076;p9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7" name="Google Shape;8077;p9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8" name="Google Shape;8078;p9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079" name="Google Shape;8079;p97"/>
            <p:cNvGrpSpPr/>
            <p:nvPr/>
          </p:nvGrpSpPr>
          <p:grpSpPr>
            <a:xfrm>
              <a:off x="1971547" y="2612017"/>
              <a:ext cx="342663" cy="202972"/>
              <a:chOff x="1503784" y="3006600"/>
              <a:chExt cx="1771786" cy="957087"/>
            </a:xfrm>
          </p:grpSpPr>
          <p:grpSp>
            <p:nvGrpSpPr>
              <p:cNvPr id="8080" name="Google Shape;8080;p97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8081" name="Google Shape;8081;p97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8082" name="Google Shape;8082;p97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8083" name="Google Shape;8083;p97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8084" name="Google Shape;8084;p97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085" name="Google Shape;8085;p9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86" name="Google Shape;8086;p9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087" name="Google Shape;8087;p97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088" name="Google Shape;8088;p9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89" name="Google Shape;8089;p9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090" name="Google Shape;8090;p97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1" name="Google Shape;8091;p97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2" name="Google Shape;8092;p97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3" name="Google Shape;8093;p97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4" name="Google Shape;8094;p97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5" name="Google Shape;8095;p97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96" name="Google Shape;8096;p97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8097" name="Google Shape;8097;p97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98" name="Google Shape;8098;p97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99" name="Google Shape;8099;p97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00" name="Google Shape;8100;p97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101" name="Google Shape;8101;p97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2" name="Google Shape;8102;p97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8103" name="Google Shape;8103;p97"/>
          <p:cNvGrpSpPr/>
          <p:nvPr/>
        </p:nvGrpSpPr>
        <p:grpSpPr>
          <a:xfrm>
            <a:off x="10674916" y="2646256"/>
            <a:ext cx="612835" cy="785242"/>
            <a:chOff x="8389651" y="3581399"/>
            <a:chExt cx="612835" cy="785242"/>
          </a:xfrm>
        </p:grpSpPr>
        <p:grpSp>
          <p:nvGrpSpPr>
            <p:cNvPr id="8104" name="Google Shape;8104;p97"/>
            <p:cNvGrpSpPr/>
            <p:nvPr/>
          </p:nvGrpSpPr>
          <p:grpSpPr>
            <a:xfrm>
              <a:off x="8389651" y="3581399"/>
              <a:ext cx="281567" cy="620037"/>
              <a:chOff x="8465853" y="3570513"/>
              <a:chExt cx="281567" cy="620037"/>
            </a:xfrm>
          </p:grpSpPr>
          <p:sp>
            <p:nvSpPr>
              <p:cNvPr id="8105" name="Google Shape;8105;p97"/>
              <p:cNvSpPr/>
              <p:nvPr/>
            </p:nvSpPr>
            <p:spPr>
              <a:xfrm>
                <a:off x="8465853" y="3593382"/>
                <a:ext cx="281567" cy="253273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6" name="Google Shape;8106;p97"/>
              <p:cNvSpPr/>
              <p:nvPr/>
            </p:nvSpPr>
            <p:spPr>
              <a:xfrm>
                <a:off x="8560860" y="3681021"/>
                <a:ext cx="92415" cy="80628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7" name="Google Shape;8107;p97"/>
              <p:cNvSpPr/>
              <p:nvPr/>
            </p:nvSpPr>
            <p:spPr>
              <a:xfrm>
                <a:off x="8540131" y="3663495"/>
                <a:ext cx="133009" cy="114806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8" name="Google Shape;8108;p97"/>
              <p:cNvSpPr/>
              <p:nvPr/>
            </p:nvSpPr>
            <p:spPr>
              <a:xfrm>
                <a:off x="8520266" y="3642460"/>
                <a:ext cx="175331" cy="156872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9" name="Google Shape;8109;p97"/>
              <p:cNvSpPr/>
              <p:nvPr/>
            </p:nvSpPr>
            <p:spPr>
              <a:xfrm>
                <a:off x="8490902" y="3620551"/>
                <a:ext cx="228880" cy="199814"/>
              </a:xfrm>
              <a:prstGeom prst="ellipse">
                <a:avLst/>
              </a:prstGeom>
              <a:noFill/>
              <a:ln cap="flat" cmpd="sng" w="9525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0" name="Google Shape;8110;p97"/>
              <p:cNvSpPr/>
              <p:nvPr/>
            </p:nvSpPr>
            <p:spPr>
              <a:xfrm flipH="1" rot="10800000">
                <a:off x="8514631" y="3570513"/>
                <a:ext cx="177058" cy="12532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AE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111" name="Google Shape;8111;p97"/>
              <p:cNvGrpSpPr/>
              <p:nvPr/>
            </p:nvGrpSpPr>
            <p:grpSpPr>
              <a:xfrm>
                <a:off x="8497007" y="3729647"/>
                <a:ext cx="226867" cy="460903"/>
                <a:chOff x="3130" y="3288"/>
                <a:chExt cx="410" cy="742"/>
              </a:xfrm>
            </p:grpSpPr>
            <p:cxnSp>
              <p:nvCxnSpPr>
                <p:cNvPr id="8112" name="Google Shape;8112;p9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3" name="Google Shape;8113;p9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4" name="Google Shape;8114;p9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5" name="Google Shape;8115;p9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6" name="Google Shape;8116;p9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7" name="Google Shape;8117;p9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8" name="Google Shape;8118;p9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19" name="Google Shape;8119;p9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0" name="Google Shape;8120;p9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1" name="Google Shape;8121;p9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2" name="Google Shape;8122;p9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3" name="Google Shape;8123;p9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4" name="Google Shape;8124;p9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5" name="Google Shape;8125;p9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126" name="Google Shape;8126;p9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8127" name="Google Shape;8127;p97"/>
            <p:cNvGrpSpPr/>
            <p:nvPr/>
          </p:nvGrpSpPr>
          <p:grpSpPr>
            <a:xfrm>
              <a:off x="8539202" y="4097220"/>
              <a:ext cx="463284" cy="269421"/>
              <a:chOff x="1503784" y="3006600"/>
              <a:chExt cx="1771786" cy="957087"/>
            </a:xfrm>
          </p:grpSpPr>
          <p:grpSp>
            <p:nvGrpSpPr>
              <p:cNvPr id="8128" name="Google Shape;8128;p97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8129" name="Google Shape;8129;p97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8130" name="Google Shape;8130;p97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8131" name="Google Shape;8131;p97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8132" name="Google Shape;8132;p97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133" name="Google Shape;8133;p9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34" name="Google Shape;8134;p9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135" name="Google Shape;8135;p97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136" name="Google Shape;8136;p97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37" name="Google Shape;8137;p97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138" name="Google Shape;8138;p97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9" name="Google Shape;8139;p97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0" name="Google Shape;8140;p97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1" name="Google Shape;8141;p97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2" name="Google Shape;8142;p97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3" name="Google Shape;8143;p97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44" name="Google Shape;8144;p97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8145" name="Google Shape;8145;p97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6" name="Google Shape;8146;p97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7" name="Google Shape;8147;p97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8" name="Google Shape;8148;p97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149" name="Google Shape;8149;p97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0" name="Google Shape;8150;p97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8151" name="Google Shape;8151;p97"/>
          <p:cNvGrpSpPr/>
          <p:nvPr/>
        </p:nvGrpSpPr>
        <p:grpSpPr>
          <a:xfrm>
            <a:off x="9025317" y="1481780"/>
            <a:ext cx="1086408" cy="768139"/>
            <a:chOff x="2216745" y="2926409"/>
            <a:chExt cx="1086408" cy="768139"/>
          </a:xfrm>
        </p:grpSpPr>
        <p:sp>
          <p:nvSpPr>
            <p:cNvPr id="8152" name="Google Shape;8152;p97"/>
            <p:cNvSpPr txBox="1"/>
            <p:nvPr/>
          </p:nvSpPr>
          <p:spPr>
            <a:xfrm>
              <a:off x="2216745" y="2926409"/>
              <a:ext cx="93454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manager </a:t>
              </a:r>
              <a:endParaRPr/>
            </a:p>
          </p:txBody>
        </p:sp>
        <p:pic>
          <p:nvPicPr>
            <p:cNvPr descr="A screen shot of a computer&#10;&#10;Description automatically generated" id="8153" name="Google Shape;8153;p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55342" y="3037620"/>
              <a:ext cx="347811" cy="6569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54" name="Google Shape;8154;p97"/>
          <p:cNvSpPr txBox="1"/>
          <p:nvPr>
            <p:ph type="title"/>
          </p:nvPr>
        </p:nvSpPr>
        <p:spPr>
          <a:xfrm>
            <a:off x="702276" y="4388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 Configuring data-plane tunnels for mobile</a:t>
            </a:r>
            <a:endParaRPr/>
          </a:p>
        </p:txBody>
      </p:sp>
      <p:sp>
        <p:nvSpPr>
          <p:cNvPr id="8155" name="Google Shape;8155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56" name="Google Shape;8156;p97"/>
          <p:cNvSpPr/>
          <p:nvPr/>
        </p:nvSpPr>
        <p:spPr>
          <a:xfrm>
            <a:off x="5325762" y="1631091"/>
            <a:ext cx="1989437" cy="1445742"/>
          </a:xfrm>
          <a:custGeom>
            <a:rect b="b" l="l" r="r" t="t"/>
            <a:pathLst>
              <a:path extrusionOk="0" h="2518288" w="2536501">
                <a:moveTo>
                  <a:pt x="910971" y="57599"/>
                </a:moveTo>
                <a:cubicBezTo>
                  <a:pt x="777783" y="90895"/>
                  <a:pt x="585135" y="101995"/>
                  <a:pt x="459082" y="200298"/>
                </a:cubicBezTo>
                <a:cubicBezTo>
                  <a:pt x="333029" y="298601"/>
                  <a:pt x="229967" y="488866"/>
                  <a:pt x="154652" y="647420"/>
                </a:cubicBezTo>
                <a:cubicBezTo>
                  <a:pt x="79337" y="805974"/>
                  <a:pt x="24635" y="979590"/>
                  <a:pt x="7194" y="1151621"/>
                </a:cubicBezTo>
                <a:cubicBezTo>
                  <a:pt x="-10247" y="1323652"/>
                  <a:pt x="4022" y="1498854"/>
                  <a:pt x="50004" y="1679605"/>
                </a:cubicBezTo>
                <a:cubicBezTo>
                  <a:pt x="95986" y="1860356"/>
                  <a:pt x="136419" y="2098980"/>
                  <a:pt x="283084" y="2236129"/>
                </a:cubicBezTo>
                <a:cubicBezTo>
                  <a:pt x="429749" y="2373278"/>
                  <a:pt x="738143" y="2461276"/>
                  <a:pt x="929997" y="2502500"/>
                </a:cubicBezTo>
                <a:cubicBezTo>
                  <a:pt x="1121851" y="2543724"/>
                  <a:pt x="1269310" y="2492193"/>
                  <a:pt x="1434210" y="2483473"/>
                </a:cubicBezTo>
                <a:cubicBezTo>
                  <a:pt x="1599110" y="2474753"/>
                  <a:pt x="1761631" y="2558786"/>
                  <a:pt x="1919395" y="2450177"/>
                </a:cubicBezTo>
                <a:cubicBezTo>
                  <a:pt x="2077160" y="2341568"/>
                  <a:pt x="2278560" y="2007728"/>
                  <a:pt x="2380797" y="1831817"/>
                </a:cubicBezTo>
                <a:cubicBezTo>
                  <a:pt x="2483034" y="1655906"/>
                  <a:pt x="2520878" y="1585297"/>
                  <a:pt x="2532819" y="1394709"/>
                </a:cubicBezTo>
                <a:cubicBezTo>
                  <a:pt x="2544760" y="1204121"/>
                  <a:pt x="2530105" y="858818"/>
                  <a:pt x="2452444" y="688289"/>
                </a:cubicBezTo>
                <a:cubicBezTo>
                  <a:pt x="2374783" y="517760"/>
                  <a:pt x="2169172" y="471894"/>
                  <a:pt x="2066853" y="371536"/>
                </a:cubicBezTo>
                <a:cubicBezTo>
                  <a:pt x="1964534" y="271178"/>
                  <a:pt x="1973305" y="147975"/>
                  <a:pt x="1838531" y="86139"/>
                </a:cubicBezTo>
                <a:cubicBezTo>
                  <a:pt x="1703757" y="24303"/>
                  <a:pt x="1414390" y="5277"/>
                  <a:pt x="1258211" y="520"/>
                </a:cubicBezTo>
                <a:cubicBezTo>
                  <a:pt x="1102032" y="-4237"/>
                  <a:pt x="1044159" y="24303"/>
                  <a:pt x="910971" y="5759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7" name="Google Shape;8157;p97"/>
          <p:cNvSpPr/>
          <p:nvPr/>
        </p:nvSpPr>
        <p:spPr>
          <a:xfrm flipH="1" rot="10800000">
            <a:off x="6598499" y="4190041"/>
            <a:ext cx="2158078" cy="744479"/>
          </a:xfrm>
          <a:custGeom>
            <a:rect b="b" l="l" r="r" t="t"/>
            <a:pathLst>
              <a:path extrusionOk="0" h="1007767" w="1763990">
                <a:moveTo>
                  <a:pt x="793763" y="21490"/>
                </a:moveTo>
                <a:cubicBezTo>
                  <a:pt x="682098" y="36490"/>
                  <a:pt x="453769" y="45657"/>
                  <a:pt x="343771" y="101492"/>
                </a:cubicBezTo>
                <a:cubicBezTo>
                  <a:pt x="233773" y="157327"/>
                  <a:pt x="190441" y="270663"/>
                  <a:pt x="133775" y="356499"/>
                </a:cubicBezTo>
                <a:cubicBezTo>
                  <a:pt x="77109" y="442335"/>
                  <a:pt x="-20389" y="517337"/>
                  <a:pt x="3777" y="616506"/>
                </a:cubicBezTo>
                <a:cubicBezTo>
                  <a:pt x="27943" y="715675"/>
                  <a:pt x="134608" y="886513"/>
                  <a:pt x="278772" y="951515"/>
                </a:cubicBezTo>
                <a:cubicBezTo>
                  <a:pt x="422936" y="1016517"/>
                  <a:pt x="710432" y="1008184"/>
                  <a:pt x="868762" y="1006517"/>
                </a:cubicBezTo>
                <a:cubicBezTo>
                  <a:pt x="1027092" y="1004850"/>
                  <a:pt x="1092091" y="956516"/>
                  <a:pt x="1228755" y="941515"/>
                </a:cubicBezTo>
                <a:cubicBezTo>
                  <a:pt x="1365419" y="926515"/>
                  <a:pt x="1602915" y="980683"/>
                  <a:pt x="1688747" y="916514"/>
                </a:cubicBezTo>
                <a:cubicBezTo>
                  <a:pt x="1774579" y="852346"/>
                  <a:pt x="1777912" y="683174"/>
                  <a:pt x="1743746" y="556504"/>
                </a:cubicBezTo>
                <a:cubicBezTo>
                  <a:pt x="1709580" y="429834"/>
                  <a:pt x="1605415" y="247329"/>
                  <a:pt x="1483750" y="156493"/>
                </a:cubicBezTo>
                <a:cubicBezTo>
                  <a:pt x="1362086" y="65657"/>
                  <a:pt x="1130423" y="35656"/>
                  <a:pt x="1013759" y="11489"/>
                </a:cubicBezTo>
                <a:cubicBezTo>
                  <a:pt x="897095" y="-12678"/>
                  <a:pt x="905428" y="6490"/>
                  <a:pt x="793763" y="21490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8" name="Google Shape;8158;p97"/>
          <p:cNvSpPr txBox="1"/>
          <p:nvPr/>
        </p:nvSpPr>
        <p:spPr>
          <a:xfrm>
            <a:off x="6405288" y="2756620"/>
            <a:ext cx="70071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sp>
        <p:nvSpPr>
          <p:cNvPr id="8159" name="Google Shape;8159;p97"/>
          <p:cNvSpPr txBox="1"/>
          <p:nvPr/>
        </p:nvSpPr>
        <p:spPr>
          <a:xfrm>
            <a:off x="7679148" y="4319102"/>
            <a:ext cx="1007652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server</a:t>
            </a:r>
            <a:endParaRPr/>
          </a:p>
        </p:txBody>
      </p:sp>
      <p:grpSp>
        <p:nvGrpSpPr>
          <p:cNvPr id="8160" name="Google Shape;8160;p97"/>
          <p:cNvGrpSpPr/>
          <p:nvPr/>
        </p:nvGrpSpPr>
        <p:grpSpPr>
          <a:xfrm>
            <a:off x="7061367" y="2881622"/>
            <a:ext cx="1438063" cy="1007767"/>
            <a:chOff x="2611175" y="5012905"/>
            <a:chExt cx="1763990" cy="1007767"/>
          </a:xfrm>
        </p:grpSpPr>
        <p:sp>
          <p:nvSpPr>
            <p:cNvPr id="8161" name="Google Shape;8161;p97"/>
            <p:cNvSpPr/>
            <p:nvPr/>
          </p:nvSpPr>
          <p:spPr>
            <a:xfrm>
              <a:off x="3161857" y="5183726"/>
              <a:ext cx="733868" cy="333063"/>
            </a:xfrm>
            <a:prstGeom prst="rect">
              <a:avLst/>
            </a:prstGeom>
            <a:solidFill>
              <a:srgbClr val="E0EAF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62" name="Google Shape;8162;p97"/>
            <p:cNvCxnSpPr/>
            <p:nvPr/>
          </p:nvCxnSpPr>
          <p:spPr>
            <a:xfrm>
              <a:off x="3462434" y="5820469"/>
              <a:ext cx="0" cy="189913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63" name="Google Shape;8163;p97"/>
            <p:cNvSpPr/>
            <p:nvPr/>
          </p:nvSpPr>
          <p:spPr>
            <a:xfrm>
              <a:off x="2611175" y="5012905"/>
              <a:ext cx="1763990" cy="1007767"/>
            </a:xfrm>
            <a:custGeom>
              <a:rect b="b" l="l" r="r" t="t"/>
              <a:pathLst>
                <a:path extrusionOk="0" h="1007767" w="1763990">
                  <a:moveTo>
                    <a:pt x="793763" y="21490"/>
                  </a:moveTo>
                  <a:cubicBezTo>
                    <a:pt x="682098" y="36490"/>
                    <a:pt x="453769" y="45657"/>
                    <a:pt x="343771" y="101492"/>
                  </a:cubicBezTo>
                  <a:cubicBezTo>
                    <a:pt x="233773" y="157327"/>
                    <a:pt x="190441" y="270663"/>
                    <a:pt x="133775" y="356499"/>
                  </a:cubicBezTo>
                  <a:cubicBezTo>
                    <a:pt x="77109" y="442335"/>
                    <a:pt x="-20389" y="517337"/>
                    <a:pt x="3777" y="616506"/>
                  </a:cubicBezTo>
                  <a:cubicBezTo>
                    <a:pt x="27943" y="715675"/>
                    <a:pt x="134608" y="886513"/>
                    <a:pt x="278772" y="951515"/>
                  </a:cubicBezTo>
                  <a:cubicBezTo>
                    <a:pt x="422936" y="1016517"/>
                    <a:pt x="710432" y="1008184"/>
                    <a:pt x="868762" y="1006517"/>
                  </a:cubicBezTo>
                  <a:cubicBezTo>
                    <a:pt x="1027092" y="1004850"/>
                    <a:pt x="1092091" y="956516"/>
                    <a:pt x="1228755" y="941515"/>
                  </a:cubicBezTo>
                  <a:cubicBezTo>
                    <a:pt x="1365419" y="926515"/>
                    <a:pt x="1602915" y="980683"/>
                    <a:pt x="1688747" y="916514"/>
                  </a:cubicBezTo>
                  <a:cubicBezTo>
                    <a:pt x="1774579" y="852346"/>
                    <a:pt x="1777912" y="683174"/>
                    <a:pt x="1743746" y="556504"/>
                  </a:cubicBezTo>
                  <a:cubicBezTo>
                    <a:pt x="1709580" y="429834"/>
                    <a:pt x="1605415" y="247329"/>
                    <a:pt x="1483750" y="156493"/>
                  </a:cubicBezTo>
                  <a:cubicBezTo>
                    <a:pt x="1362086" y="65657"/>
                    <a:pt x="1130423" y="35656"/>
                    <a:pt x="1013759" y="11489"/>
                  </a:cubicBezTo>
                  <a:cubicBezTo>
                    <a:pt x="897095" y="-12678"/>
                    <a:pt x="905428" y="6490"/>
                    <a:pt x="793763" y="21490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64" name="Google Shape;8164;p97"/>
          <p:cNvSpPr txBox="1"/>
          <p:nvPr/>
        </p:nvSpPr>
        <p:spPr>
          <a:xfrm>
            <a:off x="7084333" y="3238121"/>
            <a:ext cx="15328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8165" name="Google Shape;8165;p97"/>
          <p:cNvSpPr txBox="1"/>
          <p:nvPr/>
        </p:nvSpPr>
        <p:spPr>
          <a:xfrm>
            <a:off x="10025768" y="2464709"/>
            <a:ext cx="88068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</a:t>
            </a:r>
            <a:endParaRPr/>
          </a:p>
        </p:txBody>
      </p:sp>
      <p:sp>
        <p:nvSpPr>
          <p:cNvPr id="8166" name="Google Shape;8166;p97"/>
          <p:cNvSpPr txBox="1"/>
          <p:nvPr/>
        </p:nvSpPr>
        <p:spPr>
          <a:xfrm>
            <a:off x="9375725" y="2086359"/>
            <a:ext cx="934545" cy="233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endParaRPr/>
          </a:p>
        </p:txBody>
      </p:sp>
      <p:grpSp>
        <p:nvGrpSpPr>
          <p:cNvPr id="8167" name="Google Shape;8167;p97"/>
          <p:cNvGrpSpPr/>
          <p:nvPr/>
        </p:nvGrpSpPr>
        <p:grpSpPr>
          <a:xfrm>
            <a:off x="6368808" y="2431171"/>
            <a:ext cx="763454" cy="585088"/>
            <a:chOff x="7270567" y="5238206"/>
            <a:chExt cx="763454" cy="668861"/>
          </a:xfrm>
        </p:grpSpPr>
        <p:grpSp>
          <p:nvGrpSpPr>
            <p:cNvPr id="8168" name="Google Shape;8168;p97"/>
            <p:cNvGrpSpPr/>
            <p:nvPr/>
          </p:nvGrpSpPr>
          <p:grpSpPr>
            <a:xfrm>
              <a:off x="7302136" y="5238206"/>
              <a:ext cx="591681" cy="375090"/>
              <a:chOff x="7493876" y="2774731"/>
              <a:chExt cx="1481958" cy="894622"/>
            </a:xfrm>
          </p:grpSpPr>
          <p:sp>
            <p:nvSpPr>
              <p:cNvPr id="8169" name="Google Shape;8169;p9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8170" name="Google Shape;8170;p9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8171" name="Google Shape;8171;p9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172" name="Google Shape;8172;p9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3" name="Google Shape;8173;p9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4" name="Google Shape;8174;p9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5" name="Google Shape;8175;p9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176" name="Google Shape;8176;p97"/>
            <p:cNvSpPr txBox="1"/>
            <p:nvPr/>
          </p:nvSpPr>
          <p:spPr>
            <a:xfrm>
              <a:off x="7270567" y="5568513"/>
              <a:ext cx="7634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77" name="Google Shape;8177;p97"/>
          <p:cNvGrpSpPr/>
          <p:nvPr/>
        </p:nvGrpSpPr>
        <p:grpSpPr>
          <a:xfrm>
            <a:off x="5529878" y="1717588"/>
            <a:ext cx="1231610" cy="716569"/>
            <a:chOff x="2218681" y="2599509"/>
            <a:chExt cx="1381036" cy="736694"/>
          </a:xfrm>
        </p:grpSpPr>
        <p:sp>
          <p:nvSpPr>
            <p:cNvPr id="8178" name="Google Shape;8178;p97"/>
            <p:cNvSpPr txBox="1"/>
            <p:nvPr/>
          </p:nvSpPr>
          <p:spPr>
            <a:xfrm>
              <a:off x="2218681" y="2715547"/>
              <a:ext cx="99168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Subscriber 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sz="78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79" name="Google Shape;8179;p97"/>
            <p:cNvGrpSpPr/>
            <p:nvPr/>
          </p:nvGrpSpPr>
          <p:grpSpPr>
            <a:xfrm>
              <a:off x="3056709" y="2599509"/>
              <a:ext cx="543008" cy="736694"/>
              <a:chOff x="9181074" y="2063579"/>
              <a:chExt cx="1008323" cy="1351004"/>
            </a:xfrm>
          </p:grpSpPr>
          <p:grpSp>
            <p:nvGrpSpPr>
              <p:cNvPr id="8180" name="Google Shape;8180;p97"/>
              <p:cNvGrpSpPr/>
              <p:nvPr/>
            </p:nvGrpSpPr>
            <p:grpSpPr>
              <a:xfrm>
                <a:off x="9309047" y="2092807"/>
                <a:ext cx="439787" cy="517111"/>
                <a:chOff x="4501086" y="2717689"/>
                <a:chExt cx="347435" cy="424729"/>
              </a:xfrm>
            </p:grpSpPr>
            <p:sp>
              <p:nvSpPr>
                <p:cNvPr id="8181" name="Google Shape;8181;p97"/>
                <p:cNvSpPr/>
                <p:nvPr/>
              </p:nvSpPr>
              <p:spPr>
                <a:xfrm>
                  <a:off x="4501086" y="2764691"/>
                  <a:ext cx="345572" cy="328307"/>
                </a:xfrm>
                <a:prstGeom prst="rect">
                  <a:avLst/>
                </a:prstGeom>
                <a:gradFill>
                  <a:gsLst>
                    <a:gs pos="0">
                      <a:srgbClr val="CDD3D7"/>
                    </a:gs>
                    <a:gs pos="1000">
                      <a:srgbClr val="CDD3D7"/>
                    </a:gs>
                    <a:gs pos="100000">
                      <a:srgbClr val="E7ECF0"/>
                    </a:gs>
                  </a:gsLst>
                  <a:lin ang="5400000" scaled="0"/>
                </a:gra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2" name="Google Shape;8182;p97"/>
                <p:cNvSpPr/>
                <p:nvPr/>
              </p:nvSpPr>
              <p:spPr>
                <a:xfrm>
                  <a:off x="4501086" y="2717689"/>
                  <a:ext cx="345572" cy="98840"/>
                </a:xfrm>
                <a:prstGeom prst="ellipse">
                  <a:avLst/>
                </a:prstGeom>
                <a:solidFill>
                  <a:srgbClr val="E2E7EA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3" name="Google Shape;8183;p97"/>
                <p:cNvSpPr/>
                <p:nvPr/>
              </p:nvSpPr>
              <p:spPr>
                <a:xfrm>
                  <a:off x="4502949" y="3043578"/>
                  <a:ext cx="345572" cy="98840"/>
                </a:xfrm>
                <a:prstGeom prst="ellipse">
                  <a:avLst/>
                </a:prstGeom>
                <a:solidFill>
                  <a:srgbClr val="CDD3D7"/>
                </a:solidFill>
                <a:ln cap="flat" cmpd="sng" w="9525">
                  <a:solidFill>
                    <a:srgbClr val="7F7F7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4" name="Google Shape;8184;p97"/>
                <p:cNvSpPr/>
                <p:nvPr/>
              </p:nvSpPr>
              <p:spPr>
                <a:xfrm>
                  <a:off x="4504261" y="3036961"/>
                  <a:ext cx="339222" cy="52862"/>
                </a:xfrm>
                <a:prstGeom prst="rect">
                  <a:avLst/>
                </a:prstGeom>
                <a:solidFill>
                  <a:srgbClr val="CDD3D7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185" name="Google Shape;8185;p97"/>
              <p:cNvSpPr/>
              <p:nvPr/>
            </p:nvSpPr>
            <p:spPr>
              <a:xfrm>
                <a:off x="9181074" y="2063579"/>
                <a:ext cx="630195" cy="568410"/>
              </a:xfrm>
              <a:prstGeom prst="can">
                <a:avLst>
                  <a:gd fmla="val 25000" name="adj"/>
                </a:avLst>
              </a:prstGeom>
              <a:gradFill>
                <a:gsLst>
                  <a:gs pos="0">
                    <a:srgbClr val="C4CDD3"/>
                  </a:gs>
                  <a:gs pos="38000">
                    <a:srgbClr val="F2F2F2"/>
                  </a:gs>
                  <a:gs pos="100000">
                    <a:srgbClr val="BFBFBF"/>
                  </a:gs>
                </a:gsLst>
                <a:lin ang="0" scaled="0"/>
              </a:gra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screen shot of a computer&#10;&#10;Description automatically generated" id="8186" name="Google Shape;8186;p9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543539" y="2209860"/>
                <a:ext cx="645858" cy="1204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187" name="Google Shape;8187;p97"/>
          <p:cNvGrpSpPr/>
          <p:nvPr/>
        </p:nvGrpSpPr>
        <p:grpSpPr>
          <a:xfrm>
            <a:off x="10993163" y="1729946"/>
            <a:ext cx="955821" cy="840257"/>
            <a:chOff x="2751" y="1851"/>
            <a:chExt cx="462" cy="478"/>
          </a:xfrm>
        </p:grpSpPr>
        <p:pic>
          <p:nvPicPr>
            <p:cNvPr descr="iphone_stylized_small" id="8188" name="Google Shape;8188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8189" name="Google Shape;8189;p9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90" name="Google Shape;8190;p97"/>
          <p:cNvSpPr txBox="1"/>
          <p:nvPr/>
        </p:nvSpPr>
        <p:spPr>
          <a:xfrm>
            <a:off x="9013140" y="2742767"/>
            <a:ext cx="70071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sp>
        <p:nvSpPr>
          <p:cNvPr id="8191" name="Google Shape;8191;p97"/>
          <p:cNvSpPr txBox="1"/>
          <p:nvPr/>
        </p:nvSpPr>
        <p:spPr>
          <a:xfrm>
            <a:off x="9005680" y="3544199"/>
            <a:ext cx="70071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/>
          </a:p>
        </p:txBody>
      </p:sp>
      <p:pic>
        <p:nvPicPr>
          <p:cNvPr descr="A screen shot of a computer&#10;&#10;Description automatically generated" id="8192" name="Google Shape;819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0249" y="4216742"/>
            <a:ext cx="347811" cy="656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93" name="Google Shape;8193;p97"/>
          <p:cNvGrpSpPr/>
          <p:nvPr/>
        </p:nvGrpSpPr>
        <p:grpSpPr>
          <a:xfrm>
            <a:off x="9007164" y="3212355"/>
            <a:ext cx="591681" cy="328111"/>
            <a:chOff x="7493876" y="2774731"/>
            <a:chExt cx="1481958" cy="894622"/>
          </a:xfrm>
        </p:grpSpPr>
        <p:sp>
          <p:nvSpPr>
            <p:cNvPr id="8194" name="Google Shape;8194;p9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95" name="Google Shape;8195;p9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96" name="Google Shape;8196;p9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97" name="Google Shape;8197;p9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8" name="Google Shape;8198;p9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9" name="Google Shape;8199;p9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0" name="Google Shape;8200;p9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201" name="Google Shape;8201;p97"/>
          <p:cNvCxnSpPr/>
          <p:nvPr/>
        </p:nvCxnSpPr>
        <p:spPr>
          <a:xfrm flipH="1" rot="10106515">
            <a:off x="9896790" y="2423662"/>
            <a:ext cx="464131" cy="5797"/>
          </a:xfrm>
          <a:prstGeom prst="straightConnector1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8202" name="Google Shape;8202;p97"/>
          <p:cNvCxnSpPr/>
          <p:nvPr/>
        </p:nvCxnSpPr>
        <p:spPr>
          <a:xfrm flipH="1">
            <a:off x="10840635" y="2349575"/>
            <a:ext cx="496226" cy="5943"/>
          </a:xfrm>
          <a:prstGeom prst="straightConnector1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203" name="Google Shape;8203;p97"/>
          <p:cNvSpPr/>
          <p:nvPr/>
        </p:nvSpPr>
        <p:spPr>
          <a:xfrm>
            <a:off x="6734082" y="2576072"/>
            <a:ext cx="782783" cy="1736085"/>
          </a:xfrm>
          <a:custGeom>
            <a:rect b="b" l="l" r="r" t="t"/>
            <a:pathLst>
              <a:path extrusionOk="0" h="1625956" w="1034929">
                <a:moveTo>
                  <a:pt x="3455" y="0"/>
                </a:moveTo>
                <a:cubicBezTo>
                  <a:pt x="7999" y="95676"/>
                  <a:pt x="-15254" y="187076"/>
                  <a:pt x="19490" y="256561"/>
                </a:cubicBezTo>
                <a:cubicBezTo>
                  <a:pt x="54234" y="326046"/>
                  <a:pt x="757125" y="400343"/>
                  <a:pt x="923895" y="628575"/>
                </a:cubicBezTo>
                <a:cubicBezTo>
                  <a:pt x="1090665" y="856807"/>
                  <a:pt x="1020108" y="1625956"/>
                  <a:pt x="1020108" y="1625956"/>
                </a:cubicBez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04" name="Google Shape;8204;p97"/>
          <p:cNvGrpSpPr/>
          <p:nvPr/>
        </p:nvGrpSpPr>
        <p:grpSpPr>
          <a:xfrm>
            <a:off x="7007195" y="2463030"/>
            <a:ext cx="1984577" cy="218510"/>
            <a:chOff x="4041573" y="2957301"/>
            <a:chExt cx="1984577" cy="218510"/>
          </a:xfrm>
        </p:grpSpPr>
        <p:grpSp>
          <p:nvGrpSpPr>
            <p:cNvPr id="8205" name="Google Shape;8205;p97"/>
            <p:cNvGrpSpPr/>
            <p:nvPr/>
          </p:nvGrpSpPr>
          <p:grpSpPr>
            <a:xfrm>
              <a:off x="4257606" y="2957301"/>
              <a:ext cx="1510437" cy="218510"/>
              <a:chOff x="1616358" y="2551230"/>
              <a:chExt cx="2141698" cy="218510"/>
            </a:xfrm>
          </p:grpSpPr>
          <p:sp>
            <p:nvSpPr>
              <p:cNvPr id="8206" name="Google Shape;8206;p97"/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11199"/>
                  </a:gs>
                  <a:gs pos="52000">
                    <a:srgbClr val="7ACCF4"/>
                  </a:gs>
                  <a:gs pos="100000">
                    <a:srgbClr val="011199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7" name="Google Shape;8207;p97"/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rgbClr val="7ACCF4"/>
              </a:solidFill>
              <a:ln cap="flat" cmpd="sng" w="9525">
                <a:solidFill>
                  <a:srgbClr val="0111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8" name="Google Shape;8208;p97"/>
              <p:cNvSpPr/>
              <p:nvPr/>
            </p:nvSpPr>
            <p:spPr>
              <a:xfrm>
                <a:off x="3643756" y="2551230"/>
                <a:ext cx="114300" cy="218510"/>
              </a:xfrm>
              <a:prstGeom prst="ellipse">
                <a:avLst/>
              </a:prstGeom>
              <a:gradFill>
                <a:gsLst>
                  <a:gs pos="0">
                    <a:srgbClr val="011199"/>
                  </a:gs>
                  <a:gs pos="50000">
                    <a:srgbClr val="7ACCF4"/>
                  </a:gs>
                  <a:gs pos="100000">
                    <a:srgbClr val="011199"/>
                  </a:gs>
                </a:gsLst>
                <a:lin ang="16200000" scaled="0"/>
              </a:gradFill>
              <a:ln cap="flat" cmpd="sng" w="9525">
                <a:solidFill>
                  <a:srgbClr val="0111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9" name="Google Shape;8209;p97"/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11199"/>
                  </a:gs>
                  <a:gs pos="52000">
                    <a:srgbClr val="7ACCF4"/>
                  </a:gs>
                  <a:gs pos="100000">
                    <a:srgbClr val="011199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210" name="Google Shape;8210;p97"/>
            <p:cNvCxnSpPr/>
            <p:nvPr/>
          </p:nvCxnSpPr>
          <p:spPr>
            <a:xfrm>
              <a:off x="4041573" y="3071254"/>
              <a:ext cx="26430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cxnSp>
          <p:nvCxnSpPr>
            <p:cNvPr id="8211" name="Google Shape;8211;p97"/>
            <p:cNvCxnSpPr/>
            <p:nvPr/>
          </p:nvCxnSpPr>
          <p:spPr>
            <a:xfrm rot="10800000">
              <a:off x="5769548" y="3074429"/>
              <a:ext cx="256602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</p:grpSp>
      <p:grpSp>
        <p:nvGrpSpPr>
          <p:cNvPr id="8212" name="Google Shape;8212;p97"/>
          <p:cNvGrpSpPr/>
          <p:nvPr/>
        </p:nvGrpSpPr>
        <p:grpSpPr>
          <a:xfrm rot="-700760">
            <a:off x="9791368" y="2349452"/>
            <a:ext cx="404020" cy="197661"/>
            <a:chOff x="1616358" y="2551230"/>
            <a:chExt cx="2141698" cy="218510"/>
          </a:xfrm>
        </p:grpSpPr>
        <p:sp>
          <p:nvSpPr>
            <p:cNvPr id="8213" name="Google Shape;8213;p97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4" name="Google Shape;8214;p97"/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rgbClr val="7ACCF4"/>
            </a:soli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5" name="Google Shape;8215;p97"/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>
              <a:gsLst>
                <a:gs pos="0">
                  <a:srgbClr val="011199"/>
                </a:gs>
                <a:gs pos="50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6" name="Google Shape;8216;p97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17" name="Google Shape;8217;p97"/>
          <p:cNvCxnSpPr/>
          <p:nvPr/>
        </p:nvCxnSpPr>
        <p:spPr>
          <a:xfrm rot="-693485">
            <a:off x="9609030" y="2518898"/>
            <a:ext cx="203668" cy="0"/>
          </a:xfrm>
          <a:prstGeom prst="straightConnector1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8218" name="Google Shape;8218;p97"/>
          <p:cNvSpPr txBox="1"/>
          <p:nvPr/>
        </p:nvSpPr>
        <p:spPr>
          <a:xfrm>
            <a:off x="9744735" y="3569167"/>
            <a:ext cx="15328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</p:txBody>
      </p:sp>
      <p:sp>
        <p:nvSpPr>
          <p:cNvPr id="8219" name="Google Shape;8219;p97"/>
          <p:cNvSpPr txBox="1"/>
          <p:nvPr/>
        </p:nvSpPr>
        <p:spPr>
          <a:xfrm>
            <a:off x="5420627" y="2490935"/>
            <a:ext cx="967817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8220" name="Google Shape;8220;p97"/>
          <p:cNvSpPr txBox="1"/>
          <p:nvPr>
            <p:ph idx="1" type="body"/>
          </p:nvPr>
        </p:nvSpPr>
        <p:spPr>
          <a:xfrm>
            <a:off x="776417" y="1649886"/>
            <a:ext cx="4339281" cy="3391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0012A0"/>
                </a:solidFill>
              </a:rPr>
              <a:t>S-GW to BS tunnel</a:t>
            </a:r>
            <a:r>
              <a:rPr lang="en-US"/>
              <a:t>: when mobile changes base stations, simply change endpoint IP address of tunnel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0012A0"/>
                </a:solidFill>
              </a:rPr>
              <a:t>S-GW to home P-GW tunnel: </a:t>
            </a:r>
            <a:r>
              <a:rPr lang="en-US"/>
              <a:t>implementation of indirect routing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221" name="Google Shape;8221;p97"/>
          <p:cNvSpPr txBox="1"/>
          <p:nvPr/>
        </p:nvSpPr>
        <p:spPr>
          <a:xfrm>
            <a:off x="768179" y="5115696"/>
            <a:ext cx="10735962" cy="10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tunneling via GTP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(GPRS tunneling protocol):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mobile’s datagram to streaming server encapsulated using GTP inside UDP, inside datagram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6" name="Shape 8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7" name="Google Shape;8227;p9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Handover between BSs in same cellular network</a:t>
            </a:r>
            <a:endParaRPr/>
          </a:p>
        </p:txBody>
      </p:sp>
      <p:sp>
        <p:nvSpPr>
          <p:cNvPr id="8228" name="Google Shape;8228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29" name="Google Shape;8229;p98"/>
          <p:cNvSpPr/>
          <p:nvPr/>
        </p:nvSpPr>
        <p:spPr>
          <a:xfrm>
            <a:off x="925513" y="1440831"/>
            <a:ext cx="5952746" cy="2754133"/>
          </a:xfrm>
          <a:custGeom>
            <a:rect b="b" l="l" r="r" t="t"/>
            <a:pathLst>
              <a:path extrusionOk="0" h="2461574" w="2384882">
                <a:moveTo>
                  <a:pt x="803431" y="504829"/>
                </a:moveTo>
                <a:cubicBezTo>
                  <a:pt x="678159" y="584736"/>
                  <a:pt x="552425" y="505172"/>
                  <a:pt x="433342" y="553070"/>
                </a:cubicBezTo>
                <a:cubicBezTo>
                  <a:pt x="314259" y="600968"/>
                  <a:pt x="159902" y="686380"/>
                  <a:pt x="88933" y="792218"/>
                </a:cubicBezTo>
                <a:cubicBezTo>
                  <a:pt x="17964" y="898056"/>
                  <a:pt x="14539" y="1009570"/>
                  <a:pt x="7527" y="1188100"/>
                </a:cubicBezTo>
                <a:cubicBezTo>
                  <a:pt x="515" y="1366630"/>
                  <a:pt x="-16793" y="1681925"/>
                  <a:pt x="46861" y="1863398"/>
                </a:cubicBezTo>
                <a:cubicBezTo>
                  <a:pt x="110515" y="2044871"/>
                  <a:pt x="256689" y="2178786"/>
                  <a:pt x="389449" y="2276940"/>
                </a:cubicBezTo>
                <a:cubicBezTo>
                  <a:pt x="522209" y="2375094"/>
                  <a:pt x="683722" y="2426264"/>
                  <a:pt x="843419" y="2452323"/>
                </a:cubicBezTo>
                <a:cubicBezTo>
                  <a:pt x="1003116" y="2478382"/>
                  <a:pt x="1182732" y="2442016"/>
                  <a:pt x="1347632" y="2433296"/>
                </a:cubicBezTo>
                <a:cubicBezTo>
                  <a:pt x="1512532" y="2424576"/>
                  <a:pt x="1678819" y="2463115"/>
                  <a:pt x="1832817" y="2400000"/>
                </a:cubicBezTo>
                <a:cubicBezTo>
                  <a:pt x="1986815" y="2336885"/>
                  <a:pt x="2179660" y="2255176"/>
                  <a:pt x="2271623" y="2054605"/>
                </a:cubicBezTo>
                <a:cubicBezTo>
                  <a:pt x="2363586" y="1854034"/>
                  <a:pt x="2387887" y="1470098"/>
                  <a:pt x="2384596" y="1196576"/>
                </a:cubicBezTo>
                <a:cubicBezTo>
                  <a:pt x="2381305" y="923055"/>
                  <a:pt x="2314048" y="586064"/>
                  <a:pt x="2251876" y="413476"/>
                </a:cubicBezTo>
                <a:cubicBezTo>
                  <a:pt x="2189704" y="240888"/>
                  <a:pt x="2094884" y="223965"/>
                  <a:pt x="2011563" y="161046"/>
                </a:cubicBezTo>
                <a:cubicBezTo>
                  <a:pt x="1928243" y="98127"/>
                  <a:pt x="1886727" y="97798"/>
                  <a:pt x="1751953" y="35962"/>
                </a:cubicBezTo>
                <a:cubicBezTo>
                  <a:pt x="1617179" y="-25874"/>
                  <a:pt x="1343060" y="-4513"/>
                  <a:pt x="1184973" y="73631"/>
                </a:cubicBezTo>
                <a:cubicBezTo>
                  <a:pt x="1026886" y="151775"/>
                  <a:pt x="928703" y="424922"/>
                  <a:pt x="803431" y="50482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0" name="Google Shape;8230;p98"/>
          <p:cNvSpPr txBox="1"/>
          <p:nvPr/>
        </p:nvSpPr>
        <p:spPr>
          <a:xfrm>
            <a:off x="1085279" y="2844732"/>
            <a:ext cx="1324888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31" name="Google Shape;8231;p98"/>
          <p:cNvGrpSpPr/>
          <p:nvPr/>
        </p:nvGrpSpPr>
        <p:grpSpPr>
          <a:xfrm>
            <a:off x="6401403" y="2351590"/>
            <a:ext cx="411598" cy="711594"/>
            <a:chOff x="3533208" y="1227996"/>
            <a:chExt cx="567057" cy="933976"/>
          </a:xfrm>
        </p:grpSpPr>
        <p:pic>
          <p:nvPicPr>
            <p:cNvPr descr="mobile_or_tablet.png" id="8232" name="Google Shape;8232;p9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33208" y="1227996"/>
              <a:ext cx="567057" cy="933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33" name="Google Shape;8233;p98"/>
            <p:cNvSpPr/>
            <p:nvPr/>
          </p:nvSpPr>
          <p:spPr>
            <a:xfrm>
              <a:off x="3688667" y="1588335"/>
              <a:ext cx="243304" cy="420055"/>
            </a:xfrm>
            <a:prstGeom prst="rect">
              <a:avLst/>
            </a:prstGeom>
            <a:gradFill>
              <a:gsLst>
                <a:gs pos="0">
                  <a:srgbClr val="107AA7"/>
                </a:gs>
                <a:gs pos="2000">
                  <a:srgbClr val="107AA7"/>
                </a:gs>
                <a:gs pos="50000">
                  <a:srgbClr val="D8E2F3"/>
                </a:gs>
                <a:gs pos="100000">
                  <a:srgbClr val="107AA7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34" name="Google Shape;8234;p98"/>
          <p:cNvSpPr txBox="1"/>
          <p:nvPr/>
        </p:nvSpPr>
        <p:spPr>
          <a:xfrm>
            <a:off x="2692223" y="2227426"/>
            <a:ext cx="1116933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sp>
        <p:nvSpPr>
          <p:cNvPr id="8235" name="Google Shape;8235;p98"/>
          <p:cNvSpPr txBox="1"/>
          <p:nvPr/>
        </p:nvSpPr>
        <p:spPr>
          <a:xfrm>
            <a:off x="3262783" y="3885899"/>
            <a:ext cx="934545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36" name="Google Shape;8236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3100" y="2602025"/>
            <a:ext cx="928788" cy="170836"/>
          </a:xfrm>
          <a:prstGeom prst="rect">
            <a:avLst/>
          </a:prstGeom>
          <a:noFill/>
          <a:ln>
            <a:noFill/>
          </a:ln>
        </p:spPr>
      </p:pic>
      <p:sp>
        <p:nvSpPr>
          <p:cNvPr id="8237" name="Google Shape;8237;p98"/>
          <p:cNvSpPr txBox="1"/>
          <p:nvPr/>
        </p:nvSpPr>
        <p:spPr>
          <a:xfrm>
            <a:off x="4116250" y="1755324"/>
            <a:ext cx="88896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 BS</a:t>
            </a:r>
            <a:endParaRPr/>
          </a:p>
        </p:txBody>
      </p:sp>
      <p:grpSp>
        <p:nvGrpSpPr>
          <p:cNvPr id="8238" name="Google Shape;8238;p98"/>
          <p:cNvGrpSpPr/>
          <p:nvPr/>
        </p:nvGrpSpPr>
        <p:grpSpPr>
          <a:xfrm>
            <a:off x="4688063" y="2183642"/>
            <a:ext cx="280178" cy="1087463"/>
            <a:chOff x="6566290" y="2665556"/>
            <a:chExt cx="280178" cy="1087463"/>
          </a:xfrm>
        </p:grpSpPr>
        <p:cxnSp>
          <p:nvCxnSpPr>
            <p:cNvPr id="8239" name="Google Shape;8239;p98"/>
            <p:cNvCxnSpPr/>
            <p:nvPr/>
          </p:nvCxnSpPr>
          <p:spPr>
            <a:xfrm>
              <a:off x="6716698" y="2665556"/>
              <a:ext cx="17218" cy="1087463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240" name="Google Shape;8240;p98"/>
            <p:cNvGrpSpPr/>
            <p:nvPr/>
          </p:nvGrpSpPr>
          <p:grpSpPr>
            <a:xfrm>
              <a:off x="6566290" y="2804188"/>
              <a:ext cx="280178" cy="369332"/>
              <a:chOff x="470041" y="5898972"/>
              <a:chExt cx="341714" cy="438909"/>
            </a:xfrm>
          </p:grpSpPr>
          <p:sp>
            <p:nvSpPr>
              <p:cNvPr id="8241" name="Google Shape;8241;p98"/>
              <p:cNvSpPr/>
              <p:nvPr/>
            </p:nvSpPr>
            <p:spPr>
              <a:xfrm>
                <a:off x="493044" y="5957486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2" name="Google Shape;8242;p98"/>
              <p:cNvSpPr txBox="1"/>
              <p:nvPr/>
            </p:nvSpPr>
            <p:spPr>
              <a:xfrm>
                <a:off x="470041" y="5898972"/>
                <a:ext cx="239859" cy="438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8243" name="Google Shape;8243;p98"/>
          <p:cNvGrpSpPr/>
          <p:nvPr/>
        </p:nvGrpSpPr>
        <p:grpSpPr>
          <a:xfrm>
            <a:off x="5521958" y="2064537"/>
            <a:ext cx="967639" cy="369332"/>
            <a:chOff x="7400185" y="2546451"/>
            <a:chExt cx="967639" cy="369332"/>
          </a:xfrm>
        </p:grpSpPr>
        <p:cxnSp>
          <p:nvCxnSpPr>
            <p:cNvPr id="8244" name="Google Shape;8244;p98"/>
            <p:cNvCxnSpPr/>
            <p:nvPr/>
          </p:nvCxnSpPr>
          <p:spPr>
            <a:xfrm>
              <a:off x="7400185" y="2598280"/>
              <a:ext cx="967639" cy="31092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245" name="Google Shape;8245;p98"/>
            <p:cNvGrpSpPr/>
            <p:nvPr/>
          </p:nvGrpSpPr>
          <p:grpSpPr>
            <a:xfrm>
              <a:off x="7693024" y="2546451"/>
              <a:ext cx="269844" cy="369332"/>
              <a:chOff x="489444" y="5911252"/>
              <a:chExt cx="329111" cy="438908"/>
            </a:xfrm>
          </p:grpSpPr>
          <p:sp>
            <p:nvSpPr>
              <p:cNvPr id="8246" name="Google Shape;8246;p98"/>
              <p:cNvSpPr/>
              <p:nvPr/>
            </p:nvSpPr>
            <p:spPr>
              <a:xfrm>
                <a:off x="499844" y="5970739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7" name="Google Shape;8247;p98"/>
              <p:cNvSpPr txBox="1"/>
              <p:nvPr/>
            </p:nvSpPr>
            <p:spPr>
              <a:xfrm>
                <a:off x="489444" y="5911252"/>
                <a:ext cx="239860" cy="438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8248" name="Google Shape;8248;p98"/>
          <p:cNvGrpSpPr/>
          <p:nvPr/>
        </p:nvGrpSpPr>
        <p:grpSpPr>
          <a:xfrm>
            <a:off x="2729931" y="2495664"/>
            <a:ext cx="591681" cy="328111"/>
            <a:chOff x="7493876" y="2774731"/>
            <a:chExt cx="1481958" cy="894622"/>
          </a:xfrm>
        </p:grpSpPr>
        <p:sp>
          <p:nvSpPr>
            <p:cNvPr id="8249" name="Google Shape;8249;p9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50" name="Google Shape;8250;p9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51" name="Google Shape;8251;p9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52" name="Google Shape;8252;p9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3" name="Google Shape;8253;p9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4" name="Google Shape;8254;p9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5" name="Google Shape;8255;p9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56" name="Google Shape;8256;p98"/>
          <p:cNvGrpSpPr/>
          <p:nvPr/>
        </p:nvGrpSpPr>
        <p:grpSpPr>
          <a:xfrm>
            <a:off x="1115314" y="2487426"/>
            <a:ext cx="591681" cy="328111"/>
            <a:chOff x="7493876" y="2774731"/>
            <a:chExt cx="1481958" cy="894622"/>
          </a:xfrm>
        </p:grpSpPr>
        <p:sp>
          <p:nvSpPr>
            <p:cNvPr id="8257" name="Google Shape;8257;p9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58" name="Google Shape;8258;p9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59" name="Google Shape;8259;p9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60" name="Google Shape;8260;p9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1" name="Google Shape;8261;p9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2" name="Google Shape;8262;p9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3" name="Google Shape;8263;p9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A screen shot of a computer&#10;&#10;Description automatically generated" id="8264" name="Google Shape;8264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16" y="3475336"/>
            <a:ext cx="347811" cy="656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65" name="Google Shape;8265;p98"/>
          <p:cNvGrpSpPr/>
          <p:nvPr/>
        </p:nvGrpSpPr>
        <p:grpSpPr>
          <a:xfrm rot="-1159865">
            <a:off x="3260114" y="2251612"/>
            <a:ext cx="1690954" cy="185014"/>
            <a:chOff x="4041573" y="2957301"/>
            <a:chExt cx="1984577" cy="218510"/>
          </a:xfrm>
        </p:grpSpPr>
        <p:grpSp>
          <p:nvGrpSpPr>
            <p:cNvPr id="8266" name="Google Shape;8266;p98"/>
            <p:cNvGrpSpPr/>
            <p:nvPr/>
          </p:nvGrpSpPr>
          <p:grpSpPr>
            <a:xfrm>
              <a:off x="4257606" y="2957301"/>
              <a:ext cx="1510437" cy="218510"/>
              <a:chOff x="1616358" y="2551230"/>
              <a:chExt cx="2141698" cy="218510"/>
            </a:xfrm>
          </p:grpSpPr>
          <p:sp>
            <p:nvSpPr>
              <p:cNvPr id="8267" name="Google Shape;8267;p98"/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7F7F7F"/>
                  </a:gs>
                  <a:gs pos="52000">
                    <a:srgbClr val="6EBFF0"/>
                  </a:gs>
                  <a:gs pos="100000">
                    <a:srgbClr val="7F7F7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8" name="Google Shape;8268;p98"/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rgbClr val="D8D8D8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9" name="Google Shape;8269;p98"/>
              <p:cNvSpPr/>
              <p:nvPr/>
            </p:nvSpPr>
            <p:spPr>
              <a:xfrm>
                <a:off x="3643756" y="2551230"/>
                <a:ext cx="114300" cy="218510"/>
              </a:xfrm>
              <a:prstGeom prst="ellipse">
                <a:avLst/>
              </a:prstGeom>
              <a:gradFill>
                <a:gsLst>
                  <a:gs pos="0">
                    <a:srgbClr val="7F7F7F"/>
                  </a:gs>
                  <a:gs pos="50000">
                    <a:srgbClr val="6EBFF0"/>
                  </a:gs>
                  <a:gs pos="100000">
                    <a:srgbClr val="7F7F7F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0" name="Google Shape;8270;p98"/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7F7F7F"/>
                  </a:gs>
                  <a:gs pos="52000">
                    <a:srgbClr val="6EBFF0"/>
                  </a:gs>
                  <a:gs pos="100000">
                    <a:srgbClr val="7F7F7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271" name="Google Shape;8271;p98"/>
            <p:cNvCxnSpPr/>
            <p:nvPr/>
          </p:nvCxnSpPr>
          <p:spPr>
            <a:xfrm>
              <a:off x="4041573" y="3071254"/>
              <a:ext cx="264300" cy="0"/>
            </a:xfrm>
            <a:prstGeom prst="straightConnector1">
              <a:avLst/>
            </a:prstGeom>
            <a:noFill/>
            <a:ln cap="flat" cmpd="sng" w="38100">
              <a:solidFill>
                <a:srgbClr val="A5A5A5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cxnSp>
          <p:nvCxnSpPr>
            <p:cNvPr id="8272" name="Google Shape;8272;p98"/>
            <p:cNvCxnSpPr/>
            <p:nvPr/>
          </p:nvCxnSpPr>
          <p:spPr>
            <a:xfrm rot="10800000">
              <a:off x="5769548" y="3074429"/>
              <a:ext cx="256602" cy="0"/>
            </a:xfrm>
            <a:prstGeom prst="straightConnector1">
              <a:avLst/>
            </a:prstGeom>
            <a:noFill/>
            <a:ln cap="flat" cmpd="sng" w="31750">
              <a:solidFill>
                <a:srgbClr val="BFBFBF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</p:grpSp>
      <p:grpSp>
        <p:nvGrpSpPr>
          <p:cNvPr id="8273" name="Google Shape;8273;p98"/>
          <p:cNvGrpSpPr/>
          <p:nvPr/>
        </p:nvGrpSpPr>
        <p:grpSpPr>
          <a:xfrm>
            <a:off x="4910937" y="1457798"/>
            <a:ext cx="536631" cy="780333"/>
            <a:chOff x="7514094" y="4674846"/>
            <a:chExt cx="536631" cy="780333"/>
          </a:xfrm>
        </p:grpSpPr>
        <p:sp>
          <p:nvSpPr>
            <p:cNvPr id="8274" name="Google Shape;8274;p98"/>
            <p:cNvSpPr/>
            <p:nvPr/>
          </p:nvSpPr>
          <p:spPr>
            <a:xfrm>
              <a:off x="7514094" y="4681927"/>
              <a:ext cx="281567" cy="253274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5" name="Google Shape;8275;p98"/>
            <p:cNvSpPr/>
            <p:nvPr/>
          </p:nvSpPr>
          <p:spPr>
            <a:xfrm>
              <a:off x="7609101" y="4769566"/>
              <a:ext cx="92415" cy="80628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6" name="Google Shape;8276;p98"/>
            <p:cNvSpPr/>
            <p:nvPr/>
          </p:nvSpPr>
          <p:spPr>
            <a:xfrm>
              <a:off x="7588372" y="4752038"/>
              <a:ext cx="133009" cy="114806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7" name="Google Shape;8277;p98"/>
            <p:cNvSpPr/>
            <p:nvPr/>
          </p:nvSpPr>
          <p:spPr>
            <a:xfrm>
              <a:off x="7568507" y="4731004"/>
              <a:ext cx="175331" cy="156872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8" name="Google Shape;8278;p98"/>
            <p:cNvSpPr/>
            <p:nvPr/>
          </p:nvSpPr>
          <p:spPr>
            <a:xfrm>
              <a:off x="7539141" y="4709095"/>
              <a:ext cx="228880" cy="199815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9" name="Google Shape;8279;p98"/>
            <p:cNvSpPr/>
            <p:nvPr/>
          </p:nvSpPr>
          <p:spPr>
            <a:xfrm flipH="1" rot="10800000">
              <a:off x="7573473" y="4674846"/>
              <a:ext cx="177058" cy="125323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80" name="Google Shape;8280;p98"/>
            <p:cNvGrpSpPr/>
            <p:nvPr/>
          </p:nvGrpSpPr>
          <p:grpSpPr>
            <a:xfrm>
              <a:off x="7545246" y="4818192"/>
              <a:ext cx="226867" cy="460903"/>
              <a:chOff x="3130" y="3288"/>
              <a:chExt cx="410" cy="742"/>
            </a:xfrm>
          </p:grpSpPr>
          <p:cxnSp>
            <p:nvCxnSpPr>
              <p:cNvPr id="8281" name="Google Shape;8281;p9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2" name="Google Shape;8282;p9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3" name="Google Shape;8283;p9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4" name="Google Shape;8284;p9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5" name="Google Shape;8285;p9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6" name="Google Shape;8286;p9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7" name="Google Shape;8287;p9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8" name="Google Shape;8288;p9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9" name="Google Shape;8289;p9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0" name="Google Shape;8290;p9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1" name="Google Shape;8291;p9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2" name="Google Shape;8292;p9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3" name="Google Shape;8293;p9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4" name="Google Shape;8294;p9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5" name="Google Shape;8295;p9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296" name="Google Shape;8296;p98"/>
            <p:cNvSpPr/>
            <p:nvPr/>
          </p:nvSpPr>
          <p:spPr>
            <a:xfrm>
              <a:off x="7587442" y="5279016"/>
              <a:ext cx="463283" cy="176163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97" name="Google Shape;8297;p98"/>
            <p:cNvSpPr/>
            <p:nvPr/>
          </p:nvSpPr>
          <p:spPr>
            <a:xfrm>
              <a:off x="7587709" y="5185758"/>
              <a:ext cx="462722" cy="174412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98" name="Google Shape;8298;p98"/>
            <p:cNvGrpSpPr/>
            <p:nvPr/>
          </p:nvGrpSpPr>
          <p:grpSpPr>
            <a:xfrm>
              <a:off x="7707010" y="5194731"/>
              <a:ext cx="209672" cy="155936"/>
              <a:chOff x="1951535" y="3022600"/>
              <a:chExt cx="801873" cy="553944"/>
            </a:xfrm>
          </p:grpSpPr>
          <p:grpSp>
            <p:nvGrpSpPr>
              <p:cNvPr id="8299" name="Google Shape;8299;p98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8300" name="Google Shape;8300;p98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1" name="Google Shape;8301;p98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302" name="Google Shape;8302;p98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8303" name="Google Shape;8303;p98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4" name="Google Shape;8304;p98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05" name="Google Shape;8305;p98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6" name="Google Shape;8306;p98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7" name="Google Shape;8307;p98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8" name="Google Shape;8308;p98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9" name="Google Shape;8309;p98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0" name="Google Shape;8310;p98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11" name="Google Shape;8311;p98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8312" name="Google Shape;8312;p98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3" name="Google Shape;8313;p98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4" name="Google Shape;8314;p98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5" name="Google Shape;8315;p98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16" name="Google Shape;8316;p98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7" name="Google Shape;8317;p98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18" name="Google Shape;8318;p98"/>
            <p:cNvSpPr/>
            <p:nvPr/>
          </p:nvSpPr>
          <p:spPr>
            <a:xfrm>
              <a:off x="7645400" y="5185758"/>
              <a:ext cx="352425" cy="174412"/>
            </a:xfrm>
            <a:prstGeom prst="ellipse">
              <a:avLst/>
            </a:prstGeom>
            <a:solidFill>
              <a:srgbClr val="B8C2C9">
                <a:alpha val="56862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</p:grpSp>
      <p:grpSp>
        <p:nvGrpSpPr>
          <p:cNvPr id="8319" name="Google Shape;8319;p98"/>
          <p:cNvGrpSpPr/>
          <p:nvPr/>
        </p:nvGrpSpPr>
        <p:grpSpPr>
          <a:xfrm>
            <a:off x="5039795" y="3084195"/>
            <a:ext cx="536631" cy="796120"/>
            <a:chOff x="1917296" y="2215220"/>
            <a:chExt cx="396914" cy="599769"/>
          </a:xfrm>
        </p:grpSpPr>
        <p:sp>
          <p:nvSpPr>
            <p:cNvPr id="8320" name="Google Shape;8320;p98"/>
            <p:cNvSpPr/>
            <p:nvPr/>
          </p:nvSpPr>
          <p:spPr>
            <a:xfrm>
              <a:off x="1917296" y="2232448"/>
              <a:ext cx="208258" cy="190808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1" name="Google Shape;8321;p98"/>
            <p:cNvSpPr/>
            <p:nvPr/>
          </p:nvSpPr>
          <p:spPr>
            <a:xfrm>
              <a:off x="1987567" y="2298472"/>
              <a:ext cx="68354" cy="6074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2" name="Google Shape;8322;p98"/>
            <p:cNvSpPr/>
            <p:nvPr/>
          </p:nvSpPr>
          <p:spPr>
            <a:xfrm>
              <a:off x="1972235" y="2285267"/>
              <a:ext cx="98379" cy="8649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3" name="Google Shape;8323;p98"/>
            <p:cNvSpPr/>
            <p:nvPr/>
          </p:nvSpPr>
          <p:spPr>
            <a:xfrm>
              <a:off x="1957542" y="2269421"/>
              <a:ext cx="129682" cy="11818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4" name="Google Shape;8324;p98"/>
            <p:cNvSpPr/>
            <p:nvPr/>
          </p:nvSpPr>
          <p:spPr>
            <a:xfrm>
              <a:off x="1935822" y="2252915"/>
              <a:ext cx="169289" cy="150534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5" name="Google Shape;8325;p98"/>
            <p:cNvSpPr/>
            <p:nvPr/>
          </p:nvSpPr>
          <p:spPr>
            <a:xfrm flipH="1" rot="10800000">
              <a:off x="1953373" y="2215220"/>
              <a:ext cx="130959" cy="94414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26" name="Google Shape;8326;p98"/>
            <p:cNvGrpSpPr/>
            <p:nvPr/>
          </p:nvGrpSpPr>
          <p:grpSpPr>
            <a:xfrm>
              <a:off x="1940337" y="2335105"/>
              <a:ext cx="167800" cy="347228"/>
              <a:chOff x="3130" y="3288"/>
              <a:chExt cx="410" cy="742"/>
            </a:xfrm>
          </p:grpSpPr>
          <p:cxnSp>
            <p:nvCxnSpPr>
              <p:cNvPr id="8327" name="Google Shape;8327;p9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8" name="Google Shape;8328;p9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9" name="Google Shape;8329;p9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0" name="Google Shape;8330;p9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1" name="Google Shape;8331;p9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2" name="Google Shape;8332;p9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3" name="Google Shape;8333;p9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4" name="Google Shape;8334;p9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5" name="Google Shape;8335;p9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6" name="Google Shape;8336;p9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7" name="Google Shape;8337;p9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8" name="Google Shape;8338;p9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9" name="Google Shape;8339;p9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0" name="Google Shape;8340;p9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41" name="Google Shape;8341;p9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342" name="Google Shape;8342;p98"/>
            <p:cNvGrpSpPr/>
            <p:nvPr/>
          </p:nvGrpSpPr>
          <p:grpSpPr>
            <a:xfrm>
              <a:off x="1971547" y="2612017"/>
              <a:ext cx="342663" cy="202972"/>
              <a:chOff x="1503784" y="3006600"/>
              <a:chExt cx="1771786" cy="957087"/>
            </a:xfrm>
          </p:grpSpPr>
          <p:grpSp>
            <p:nvGrpSpPr>
              <p:cNvPr id="8343" name="Google Shape;8343;p98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8344" name="Google Shape;8344;p98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8345" name="Google Shape;8345;p98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8346" name="Google Shape;8346;p98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8347" name="Google Shape;8347;p98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348" name="Google Shape;8348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49" name="Google Shape;8349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350" name="Google Shape;8350;p98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351" name="Google Shape;8351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52" name="Google Shape;8352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353" name="Google Shape;8353;p98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4" name="Google Shape;8354;p98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5" name="Google Shape;8355;p98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6" name="Google Shape;8356;p98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7" name="Google Shape;8357;p98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8" name="Google Shape;8358;p98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59" name="Google Shape;8359;p98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8360" name="Google Shape;8360;p98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61" name="Google Shape;8361;p98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62" name="Google Shape;8362;p98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63" name="Google Shape;8363;p98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364" name="Google Shape;8364;p98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5" name="Google Shape;8365;p98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8366" name="Google Shape;8366;p98"/>
          <p:cNvGrpSpPr/>
          <p:nvPr/>
        </p:nvGrpSpPr>
        <p:grpSpPr>
          <a:xfrm>
            <a:off x="4935842" y="2287871"/>
            <a:ext cx="280177" cy="1079044"/>
            <a:chOff x="6814069" y="2769785"/>
            <a:chExt cx="280177" cy="1079044"/>
          </a:xfrm>
        </p:grpSpPr>
        <p:cxnSp>
          <p:nvCxnSpPr>
            <p:cNvPr id="8367" name="Google Shape;8367;p98"/>
            <p:cNvCxnSpPr/>
            <p:nvPr/>
          </p:nvCxnSpPr>
          <p:spPr>
            <a:xfrm flipH="1" rot="10800000">
              <a:off x="6958961" y="2769785"/>
              <a:ext cx="1" cy="107904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368" name="Google Shape;8368;p98"/>
            <p:cNvGrpSpPr/>
            <p:nvPr/>
          </p:nvGrpSpPr>
          <p:grpSpPr>
            <a:xfrm>
              <a:off x="6814069" y="3054295"/>
              <a:ext cx="280177" cy="369332"/>
              <a:chOff x="476841" y="5891374"/>
              <a:chExt cx="341714" cy="438908"/>
            </a:xfrm>
          </p:grpSpPr>
          <p:sp>
            <p:nvSpPr>
              <p:cNvPr id="8369" name="Google Shape;8369;p98"/>
              <p:cNvSpPr/>
              <p:nvPr/>
            </p:nvSpPr>
            <p:spPr>
              <a:xfrm>
                <a:off x="499844" y="5970739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0" name="Google Shape;8370;p98"/>
              <p:cNvSpPr txBox="1"/>
              <p:nvPr/>
            </p:nvSpPr>
            <p:spPr>
              <a:xfrm>
                <a:off x="476841" y="5891374"/>
                <a:ext cx="239858" cy="438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sp>
        <p:nvSpPr>
          <p:cNvPr id="8371" name="Google Shape;8371;p98"/>
          <p:cNvSpPr/>
          <p:nvPr/>
        </p:nvSpPr>
        <p:spPr>
          <a:xfrm>
            <a:off x="840259" y="2681417"/>
            <a:ext cx="1927655" cy="0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72" name="Google Shape;8372;p98"/>
          <p:cNvGrpSpPr/>
          <p:nvPr/>
        </p:nvGrpSpPr>
        <p:grpSpPr>
          <a:xfrm>
            <a:off x="929896" y="1795181"/>
            <a:ext cx="5740747" cy="815546"/>
            <a:chOff x="919545" y="1791730"/>
            <a:chExt cx="5740747" cy="815546"/>
          </a:xfrm>
        </p:grpSpPr>
        <p:sp>
          <p:nvSpPr>
            <p:cNvPr id="8373" name="Google Shape;8373;p98"/>
            <p:cNvSpPr/>
            <p:nvPr/>
          </p:nvSpPr>
          <p:spPr>
            <a:xfrm>
              <a:off x="3422822" y="1952368"/>
              <a:ext cx="3237470" cy="654908"/>
            </a:xfrm>
            <a:custGeom>
              <a:rect b="b" l="l" r="r" t="t"/>
              <a:pathLst>
                <a:path extrusionOk="0" h="654908" w="3237470">
                  <a:moveTo>
                    <a:pt x="0" y="654908"/>
                  </a:moveTo>
                  <a:lnTo>
                    <a:pt x="1791729" y="0"/>
                  </a:lnTo>
                  <a:lnTo>
                    <a:pt x="3237470" y="469556"/>
                  </a:lnTo>
                </a:path>
              </a:pathLst>
            </a:custGeom>
            <a:noFill/>
            <a:ln cap="flat" cmpd="sng" w="63500">
              <a:solidFill>
                <a:srgbClr val="0012A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4" name="Google Shape;8374;p98"/>
            <p:cNvSpPr txBox="1"/>
            <p:nvPr/>
          </p:nvSpPr>
          <p:spPr>
            <a:xfrm>
              <a:off x="919545" y="1791730"/>
              <a:ext cx="29658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path </a:t>
              </a:r>
              <a:r>
                <a:rPr i="1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before</a:t>
              </a: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handover</a:t>
              </a:r>
              <a:endParaRPr/>
            </a:p>
          </p:txBody>
        </p:sp>
        <p:cxnSp>
          <p:nvCxnSpPr>
            <p:cNvPr id="8375" name="Google Shape;8375;p98"/>
            <p:cNvCxnSpPr/>
            <p:nvPr/>
          </p:nvCxnSpPr>
          <p:spPr>
            <a:xfrm rot="10800000">
              <a:off x="3781168" y="2038866"/>
              <a:ext cx="529575" cy="250763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376" name="Google Shape;8376;p98"/>
          <p:cNvGrpSpPr/>
          <p:nvPr/>
        </p:nvGrpSpPr>
        <p:grpSpPr>
          <a:xfrm>
            <a:off x="894837" y="2870887"/>
            <a:ext cx="5732503" cy="1270550"/>
            <a:chOff x="894837" y="2870887"/>
            <a:chExt cx="5732503" cy="1270550"/>
          </a:xfrm>
        </p:grpSpPr>
        <p:sp>
          <p:nvSpPr>
            <p:cNvPr id="8377" name="Google Shape;8377;p98"/>
            <p:cNvSpPr/>
            <p:nvPr/>
          </p:nvSpPr>
          <p:spPr>
            <a:xfrm flipH="1" rot="10800000">
              <a:off x="3389870" y="2870887"/>
              <a:ext cx="3237470" cy="889687"/>
            </a:xfrm>
            <a:custGeom>
              <a:rect b="b" l="l" r="r" t="t"/>
              <a:pathLst>
                <a:path extrusionOk="0" h="889687" w="3237470">
                  <a:moveTo>
                    <a:pt x="0" y="889687"/>
                  </a:moveTo>
                  <a:lnTo>
                    <a:pt x="1940010" y="0"/>
                  </a:lnTo>
                  <a:lnTo>
                    <a:pt x="3237470" y="704335"/>
                  </a:lnTo>
                </a:path>
              </a:pathLst>
            </a:custGeom>
            <a:noFill/>
            <a:ln cap="flat" cmpd="sng" w="63500">
              <a:solidFill>
                <a:srgbClr val="0012A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8" name="Google Shape;8378;p98"/>
            <p:cNvSpPr txBox="1"/>
            <p:nvPr/>
          </p:nvSpPr>
          <p:spPr>
            <a:xfrm>
              <a:off x="894837" y="3550506"/>
              <a:ext cx="1819857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path </a:t>
              </a:r>
              <a:r>
                <a:rPr i="1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after</a:t>
              </a: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handover</a:t>
              </a:r>
              <a:endParaRPr/>
            </a:p>
          </p:txBody>
        </p:sp>
        <p:cxnSp>
          <p:nvCxnSpPr>
            <p:cNvPr id="8379" name="Google Shape;8379;p98"/>
            <p:cNvCxnSpPr/>
            <p:nvPr/>
          </p:nvCxnSpPr>
          <p:spPr>
            <a:xfrm flipH="1">
              <a:off x="2627086" y="3077029"/>
              <a:ext cx="1193800" cy="64588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380" name="Google Shape;8380;p98"/>
          <p:cNvGrpSpPr/>
          <p:nvPr/>
        </p:nvGrpSpPr>
        <p:grpSpPr>
          <a:xfrm>
            <a:off x="7553237" y="1713235"/>
            <a:ext cx="4420461" cy="1093882"/>
            <a:chOff x="7553237" y="1713235"/>
            <a:chExt cx="4420461" cy="1093882"/>
          </a:xfrm>
        </p:grpSpPr>
        <p:grpSp>
          <p:nvGrpSpPr>
            <p:cNvPr id="8381" name="Google Shape;8381;p98"/>
            <p:cNvGrpSpPr/>
            <p:nvPr/>
          </p:nvGrpSpPr>
          <p:grpSpPr>
            <a:xfrm>
              <a:off x="7553237" y="1713235"/>
              <a:ext cx="337926" cy="461665"/>
              <a:chOff x="7553237" y="1713235"/>
              <a:chExt cx="337926" cy="461665"/>
            </a:xfrm>
          </p:grpSpPr>
          <p:sp>
            <p:nvSpPr>
              <p:cNvPr id="8382" name="Google Shape;8382;p98"/>
              <p:cNvSpPr/>
              <p:nvPr/>
            </p:nvSpPr>
            <p:spPr>
              <a:xfrm>
                <a:off x="7553237" y="1777108"/>
                <a:ext cx="337926" cy="346814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3" name="Google Shape;8383;p98"/>
              <p:cNvSpPr txBox="1"/>
              <p:nvPr/>
            </p:nvSpPr>
            <p:spPr>
              <a:xfrm>
                <a:off x="7615879" y="1713235"/>
                <a:ext cx="19666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  <p:sp>
          <p:nvSpPr>
            <p:cNvPr id="8384" name="Google Shape;8384;p98"/>
            <p:cNvSpPr txBox="1"/>
            <p:nvPr/>
          </p:nvSpPr>
          <p:spPr>
            <a:xfrm>
              <a:off x="7846540" y="1717588"/>
              <a:ext cx="4127158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current (source) BS selects target BS, sends </a:t>
              </a:r>
              <a:r>
                <a:rPr i="1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Handover Request message</a:t>
              </a: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target BS</a:t>
              </a:r>
              <a:endParaRPr/>
            </a:p>
          </p:txBody>
        </p:sp>
      </p:grpSp>
      <p:grpSp>
        <p:nvGrpSpPr>
          <p:cNvPr id="8385" name="Google Shape;8385;p98"/>
          <p:cNvGrpSpPr/>
          <p:nvPr/>
        </p:nvGrpSpPr>
        <p:grpSpPr>
          <a:xfrm>
            <a:off x="7322578" y="3002456"/>
            <a:ext cx="4420461" cy="1093882"/>
            <a:chOff x="7553237" y="1713235"/>
            <a:chExt cx="4420461" cy="1093882"/>
          </a:xfrm>
        </p:grpSpPr>
        <p:grpSp>
          <p:nvGrpSpPr>
            <p:cNvPr id="8386" name="Google Shape;8386;p98"/>
            <p:cNvGrpSpPr/>
            <p:nvPr/>
          </p:nvGrpSpPr>
          <p:grpSpPr>
            <a:xfrm>
              <a:off x="7553237" y="1713235"/>
              <a:ext cx="337926" cy="461665"/>
              <a:chOff x="7553237" y="1713235"/>
              <a:chExt cx="337926" cy="461665"/>
            </a:xfrm>
          </p:grpSpPr>
          <p:sp>
            <p:nvSpPr>
              <p:cNvPr id="8387" name="Google Shape;8387;p98"/>
              <p:cNvSpPr/>
              <p:nvPr/>
            </p:nvSpPr>
            <p:spPr>
              <a:xfrm>
                <a:off x="7553237" y="1777108"/>
                <a:ext cx="337926" cy="346814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8" name="Google Shape;8388;p98"/>
              <p:cNvSpPr txBox="1"/>
              <p:nvPr/>
            </p:nvSpPr>
            <p:spPr>
              <a:xfrm>
                <a:off x="7628236" y="1713235"/>
                <a:ext cx="19666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 </a:t>
                </a:r>
                <a:endParaRPr/>
              </a:p>
            </p:txBody>
          </p:sp>
        </p:grpSp>
        <p:sp>
          <p:nvSpPr>
            <p:cNvPr id="8389" name="Google Shape;8389;p98"/>
            <p:cNvSpPr txBox="1"/>
            <p:nvPr/>
          </p:nvSpPr>
          <p:spPr>
            <a:xfrm>
              <a:off x="7846540" y="1717588"/>
              <a:ext cx="4127158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target BS pre-allocates radio time slots, responds with HR ACK with info for mobile</a:t>
              </a:r>
              <a:endParaRPr/>
            </a:p>
          </p:txBody>
        </p:sp>
      </p:grpSp>
      <p:grpSp>
        <p:nvGrpSpPr>
          <p:cNvPr id="8390" name="Google Shape;8390;p98"/>
          <p:cNvGrpSpPr/>
          <p:nvPr/>
        </p:nvGrpSpPr>
        <p:grpSpPr>
          <a:xfrm>
            <a:off x="4727555" y="4328748"/>
            <a:ext cx="6480014" cy="1145178"/>
            <a:chOff x="7578978" y="1713235"/>
            <a:chExt cx="5077295" cy="1145178"/>
          </a:xfrm>
        </p:grpSpPr>
        <p:grpSp>
          <p:nvGrpSpPr>
            <p:cNvPr id="8391" name="Google Shape;8391;p98"/>
            <p:cNvGrpSpPr/>
            <p:nvPr/>
          </p:nvGrpSpPr>
          <p:grpSpPr>
            <a:xfrm>
              <a:off x="7578978" y="1713235"/>
              <a:ext cx="285428" cy="461665"/>
              <a:chOff x="7578978" y="1713235"/>
              <a:chExt cx="285428" cy="461665"/>
            </a:xfrm>
          </p:grpSpPr>
          <p:sp>
            <p:nvSpPr>
              <p:cNvPr id="8392" name="Google Shape;8392;p98"/>
              <p:cNvSpPr/>
              <p:nvPr/>
            </p:nvSpPr>
            <p:spPr>
              <a:xfrm>
                <a:off x="7578978" y="1777108"/>
                <a:ext cx="285428" cy="346814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3" name="Google Shape;8393;p98"/>
              <p:cNvSpPr txBox="1"/>
              <p:nvPr/>
            </p:nvSpPr>
            <p:spPr>
              <a:xfrm>
                <a:off x="7628236" y="1713235"/>
                <a:ext cx="19666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 </a:t>
                </a:r>
                <a:endParaRPr/>
              </a:p>
            </p:txBody>
          </p:sp>
        </p:grpSp>
        <p:sp>
          <p:nvSpPr>
            <p:cNvPr id="8394" name="Google Shape;8394;p98"/>
            <p:cNvSpPr txBox="1"/>
            <p:nvPr/>
          </p:nvSpPr>
          <p:spPr>
            <a:xfrm>
              <a:off x="7846541" y="1717588"/>
              <a:ext cx="4809732" cy="114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 BS informs mobile of new BS </a:t>
              </a:r>
              <a:endParaRPr/>
            </a:p>
            <a:p>
              <a:pPr indent="-239713" lvl="0" marL="4730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can now send via new BS - handover </a:t>
              </a:r>
              <a:r>
                <a:rPr i="1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looks</a:t>
              </a: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complete to mobile</a:t>
              </a:r>
              <a:endParaRPr/>
            </a:p>
          </p:txBody>
        </p:sp>
      </p:grpSp>
      <p:grpSp>
        <p:nvGrpSpPr>
          <p:cNvPr id="8395" name="Google Shape;8395;p98"/>
          <p:cNvGrpSpPr/>
          <p:nvPr/>
        </p:nvGrpSpPr>
        <p:grpSpPr>
          <a:xfrm>
            <a:off x="1374860" y="5531473"/>
            <a:ext cx="9758577" cy="761483"/>
            <a:chOff x="7553237" y="1713235"/>
            <a:chExt cx="9758577" cy="761483"/>
          </a:xfrm>
        </p:grpSpPr>
        <p:grpSp>
          <p:nvGrpSpPr>
            <p:cNvPr id="8396" name="Google Shape;8396;p98"/>
            <p:cNvGrpSpPr/>
            <p:nvPr/>
          </p:nvGrpSpPr>
          <p:grpSpPr>
            <a:xfrm>
              <a:off x="7553237" y="1713235"/>
              <a:ext cx="337926" cy="461665"/>
              <a:chOff x="7553237" y="1713235"/>
              <a:chExt cx="337926" cy="461665"/>
            </a:xfrm>
          </p:grpSpPr>
          <p:sp>
            <p:nvSpPr>
              <p:cNvPr id="8397" name="Google Shape;8397;p98"/>
              <p:cNvSpPr/>
              <p:nvPr/>
            </p:nvSpPr>
            <p:spPr>
              <a:xfrm>
                <a:off x="7553237" y="1777108"/>
                <a:ext cx="337926" cy="346814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8" name="Google Shape;8398;p98"/>
              <p:cNvSpPr txBox="1"/>
              <p:nvPr/>
            </p:nvSpPr>
            <p:spPr>
              <a:xfrm>
                <a:off x="7628236" y="1713235"/>
                <a:ext cx="19666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 </a:t>
                </a:r>
                <a:endParaRPr/>
              </a:p>
            </p:txBody>
          </p:sp>
        </p:grpSp>
        <p:sp>
          <p:nvSpPr>
            <p:cNvPr id="8399" name="Google Shape;8399;p98"/>
            <p:cNvSpPr txBox="1"/>
            <p:nvPr/>
          </p:nvSpPr>
          <p:spPr>
            <a:xfrm>
              <a:off x="7846539" y="1717588"/>
              <a:ext cx="9465275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 BS stops sending datagrams to mobile, instead forwards to new BS (who forwards to mobile over radio channel)</a:t>
              </a:r>
              <a:endParaRPr/>
            </a:p>
          </p:txBody>
        </p:sp>
      </p:grpSp>
      <p:sp>
        <p:nvSpPr>
          <p:cNvPr id="8400" name="Google Shape;8400;p98"/>
          <p:cNvSpPr/>
          <p:nvPr/>
        </p:nvSpPr>
        <p:spPr>
          <a:xfrm flipH="1" rot="-9647929">
            <a:off x="5453609" y="2257286"/>
            <a:ext cx="1045020" cy="114897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1" name="Google Shape;8401;p98"/>
          <p:cNvSpPr/>
          <p:nvPr/>
        </p:nvSpPr>
        <p:spPr>
          <a:xfrm flipH="1" rot="9095322">
            <a:off x="5424621" y="3199731"/>
            <a:ext cx="1045020" cy="114897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2" name="Google Shape;8402;p98"/>
          <p:cNvSpPr/>
          <p:nvPr/>
        </p:nvSpPr>
        <p:spPr>
          <a:xfrm flipH="1" rot="9602045">
            <a:off x="3370498" y="2223929"/>
            <a:ext cx="1606378" cy="114897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3" name="Google Shape;8403;p98"/>
          <p:cNvSpPr/>
          <p:nvPr/>
        </p:nvSpPr>
        <p:spPr>
          <a:xfrm flipH="1" rot="5400000">
            <a:off x="4413143" y="2804199"/>
            <a:ext cx="1606378" cy="114897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4" name="Google Shape;8404;p98"/>
          <p:cNvSpPr txBox="1"/>
          <p:nvPr/>
        </p:nvSpPr>
        <p:spPr>
          <a:xfrm>
            <a:off x="4833737" y="3872448"/>
            <a:ext cx="842859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 BS</a:t>
            </a:r>
            <a:endParaRPr/>
          </a:p>
        </p:txBody>
      </p:sp>
      <p:grpSp>
        <p:nvGrpSpPr>
          <p:cNvPr id="8405" name="Google Shape;8405;p98"/>
          <p:cNvGrpSpPr/>
          <p:nvPr/>
        </p:nvGrpSpPr>
        <p:grpSpPr>
          <a:xfrm>
            <a:off x="5208438" y="2261552"/>
            <a:ext cx="285752" cy="1201921"/>
            <a:chOff x="7086665" y="2743466"/>
            <a:chExt cx="285752" cy="1201921"/>
          </a:xfrm>
        </p:grpSpPr>
        <p:cxnSp>
          <p:nvCxnSpPr>
            <p:cNvPr id="8406" name="Google Shape;8406;p98"/>
            <p:cNvCxnSpPr/>
            <p:nvPr/>
          </p:nvCxnSpPr>
          <p:spPr>
            <a:xfrm flipH="1">
              <a:off x="7228348" y="2743466"/>
              <a:ext cx="11079" cy="1201921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407" name="Google Shape;8407;p98"/>
            <p:cNvGrpSpPr/>
            <p:nvPr/>
          </p:nvGrpSpPr>
          <p:grpSpPr>
            <a:xfrm>
              <a:off x="7086665" y="2806589"/>
              <a:ext cx="285752" cy="369332"/>
              <a:chOff x="476841" y="5885721"/>
              <a:chExt cx="348513" cy="438909"/>
            </a:xfrm>
          </p:grpSpPr>
          <p:sp>
            <p:nvSpPr>
              <p:cNvPr id="8408" name="Google Shape;8408;p98"/>
              <p:cNvSpPr/>
              <p:nvPr/>
            </p:nvSpPr>
            <p:spPr>
              <a:xfrm>
                <a:off x="506644" y="5950861"/>
                <a:ext cx="318710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9" name="Google Shape;8409;p98"/>
              <p:cNvSpPr txBox="1"/>
              <p:nvPr/>
            </p:nvSpPr>
            <p:spPr>
              <a:xfrm>
                <a:off x="476841" y="5885721"/>
                <a:ext cx="239859" cy="438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4" name="Shape 8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5" name="Google Shape;8415;p9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Handover between BSs in same cellular network</a:t>
            </a:r>
            <a:endParaRPr/>
          </a:p>
        </p:txBody>
      </p:sp>
      <p:sp>
        <p:nvSpPr>
          <p:cNvPr id="8416" name="Google Shape;8416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17" name="Google Shape;8417;p99"/>
          <p:cNvSpPr/>
          <p:nvPr/>
        </p:nvSpPr>
        <p:spPr>
          <a:xfrm>
            <a:off x="925513" y="1440831"/>
            <a:ext cx="5952746" cy="2754133"/>
          </a:xfrm>
          <a:custGeom>
            <a:rect b="b" l="l" r="r" t="t"/>
            <a:pathLst>
              <a:path extrusionOk="0" h="2461574" w="2384882">
                <a:moveTo>
                  <a:pt x="803431" y="504829"/>
                </a:moveTo>
                <a:cubicBezTo>
                  <a:pt x="678159" y="584736"/>
                  <a:pt x="552425" y="505172"/>
                  <a:pt x="433342" y="553070"/>
                </a:cubicBezTo>
                <a:cubicBezTo>
                  <a:pt x="314259" y="600968"/>
                  <a:pt x="159902" y="686380"/>
                  <a:pt x="88933" y="792218"/>
                </a:cubicBezTo>
                <a:cubicBezTo>
                  <a:pt x="17964" y="898056"/>
                  <a:pt x="14539" y="1009570"/>
                  <a:pt x="7527" y="1188100"/>
                </a:cubicBezTo>
                <a:cubicBezTo>
                  <a:pt x="515" y="1366630"/>
                  <a:pt x="-16793" y="1681925"/>
                  <a:pt x="46861" y="1863398"/>
                </a:cubicBezTo>
                <a:cubicBezTo>
                  <a:pt x="110515" y="2044871"/>
                  <a:pt x="256689" y="2178786"/>
                  <a:pt x="389449" y="2276940"/>
                </a:cubicBezTo>
                <a:cubicBezTo>
                  <a:pt x="522209" y="2375094"/>
                  <a:pt x="683722" y="2426264"/>
                  <a:pt x="843419" y="2452323"/>
                </a:cubicBezTo>
                <a:cubicBezTo>
                  <a:pt x="1003116" y="2478382"/>
                  <a:pt x="1182732" y="2442016"/>
                  <a:pt x="1347632" y="2433296"/>
                </a:cubicBezTo>
                <a:cubicBezTo>
                  <a:pt x="1512532" y="2424576"/>
                  <a:pt x="1678819" y="2463115"/>
                  <a:pt x="1832817" y="2400000"/>
                </a:cubicBezTo>
                <a:cubicBezTo>
                  <a:pt x="1986815" y="2336885"/>
                  <a:pt x="2179660" y="2255176"/>
                  <a:pt x="2271623" y="2054605"/>
                </a:cubicBezTo>
                <a:cubicBezTo>
                  <a:pt x="2363586" y="1854034"/>
                  <a:pt x="2387887" y="1470098"/>
                  <a:pt x="2384596" y="1196576"/>
                </a:cubicBezTo>
                <a:cubicBezTo>
                  <a:pt x="2381305" y="923055"/>
                  <a:pt x="2314048" y="586064"/>
                  <a:pt x="2251876" y="413476"/>
                </a:cubicBezTo>
                <a:cubicBezTo>
                  <a:pt x="2189704" y="240888"/>
                  <a:pt x="2094884" y="223965"/>
                  <a:pt x="2011563" y="161046"/>
                </a:cubicBezTo>
                <a:cubicBezTo>
                  <a:pt x="1928243" y="98127"/>
                  <a:pt x="1886727" y="97798"/>
                  <a:pt x="1751953" y="35962"/>
                </a:cubicBezTo>
                <a:cubicBezTo>
                  <a:pt x="1617179" y="-25874"/>
                  <a:pt x="1343060" y="-4513"/>
                  <a:pt x="1184973" y="73631"/>
                </a:cubicBezTo>
                <a:cubicBezTo>
                  <a:pt x="1026886" y="151775"/>
                  <a:pt x="928703" y="424922"/>
                  <a:pt x="803431" y="504829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18" name="Google Shape;8418;p99"/>
          <p:cNvGrpSpPr/>
          <p:nvPr/>
        </p:nvGrpSpPr>
        <p:grpSpPr>
          <a:xfrm>
            <a:off x="6401403" y="2351590"/>
            <a:ext cx="411598" cy="711594"/>
            <a:chOff x="3533208" y="1227996"/>
            <a:chExt cx="567057" cy="933976"/>
          </a:xfrm>
        </p:grpSpPr>
        <p:pic>
          <p:nvPicPr>
            <p:cNvPr descr="mobile_or_tablet.png" id="8419" name="Google Shape;8419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33208" y="1227996"/>
              <a:ext cx="567057" cy="933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0" name="Google Shape;8420;p99"/>
            <p:cNvSpPr/>
            <p:nvPr/>
          </p:nvSpPr>
          <p:spPr>
            <a:xfrm>
              <a:off x="3688667" y="1588335"/>
              <a:ext cx="243304" cy="420055"/>
            </a:xfrm>
            <a:prstGeom prst="rect">
              <a:avLst/>
            </a:prstGeom>
            <a:gradFill>
              <a:gsLst>
                <a:gs pos="0">
                  <a:srgbClr val="107AA7"/>
                </a:gs>
                <a:gs pos="2000">
                  <a:srgbClr val="107AA7"/>
                </a:gs>
                <a:gs pos="50000">
                  <a:srgbClr val="D8E2F3"/>
                </a:gs>
                <a:gs pos="100000">
                  <a:srgbClr val="107AA7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421" name="Google Shape;8421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3100" y="2602025"/>
            <a:ext cx="928788" cy="1708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22" name="Google Shape;8422;p99"/>
          <p:cNvGrpSpPr/>
          <p:nvPr/>
        </p:nvGrpSpPr>
        <p:grpSpPr>
          <a:xfrm>
            <a:off x="4688063" y="2183642"/>
            <a:ext cx="280178" cy="1087463"/>
            <a:chOff x="6566290" y="2665556"/>
            <a:chExt cx="280178" cy="1087463"/>
          </a:xfrm>
        </p:grpSpPr>
        <p:cxnSp>
          <p:nvCxnSpPr>
            <p:cNvPr id="8423" name="Google Shape;8423;p99"/>
            <p:cNvCxnSpPr/>
            <p:nvPr/>
          </p:nvCxnSpPr>
          <p:spPr>
            <a:xfrm>
              <a:off x="6716698" y="2665556"/>
              <a:ext cx="17218" cy="1087463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424" name="Google Shape;8424;p99"/>
            <p:cNvGrpSpPr/>
            <p:nvPr/>
          </p:nvGrpSpPr>
          <p:grpSpPr>
            <a:xfrm>
              <a:off x="6566290" y="2804188"/>
              <a:ext cx="280178" cy="369332"/>
              <a:chOff x="470041" y="5898972"/>
              <a:chExt cx="341714" cy="438909"/>
            </a:xfrm>
          </p:grpSpPr>
          <p:sp>
            <p:nvSpPr>
              <p:cNvPr id="8425" name="Google Shape;8425;p99"/>
              <p:cNvSpPr/>
              <p:nvPr/>
            </p:nvSpPr>
            <p:spPr>
              <a:xfrm>
                <a:off x="493044" y="5957486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6" name="Google Shape;8426;p99"/>
              <p:cNvSpPr txBox="1"/>
              <p:nvPr/>
            </p:nvSpPr>
            <p:spPr>
              <a:xfrm>
                <a:off x="470041" y="5898972"/>
                <a:ext cx="239859" cy="438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8427" name="Google Shape;8427;p99"/>
          <p:cNvGrpSpPr/>
          <p:nvPr/>
        </p:nvGrpSpPr>
        <p:grpSpPr>
          <a:xfrm>
            <a:off x="5455399" y="2259413"/>
            <a:ext cx="280177" cy="1079044"/>
            <a:chOff x="7333626" y="2741327"/>
            <a:chExt cx="280177" cy="1079044"/>
          </a:xfrm>
        </p:grpSpPr>
        <p:cxnSp>
          <p:nvCxnSpPr>
            <p:cNvPr id="8428" name="Google Shape;8428;p99"/>
            <p:cNvCxnSpPr/>
            <p:nvPr/>
          </p:nvCxnSpPr>
          <p:spPr>
            <a:xfrm flipH="1" rot="10800000">
              <a:off x="7474463" y="2741327"/>
              <a:ext cx="1" cy="107904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429" name="Google Shape;8429;p99"/>
            <p:cNvGrpSpPr/>
            <p:nvPr/>
          </p:nvGrpSpPr>
          <p:grpSpPr>
            <a:xfrm>
              <a:off x="7333626" y="3084575"/>
              <a:ext cx="280177" cy="369332"/>
              <a:chOff x="476841" y="5911252"/>
              <a:chExt cx="341714" cy="438908"/>
            </a:xfrm>
          </p:grpSpPr>
          <p:sp>
            <p:nvSpPr>
              <p:cNvPr id="8430" name="Google Shape;8430;p99"/>
              <p:cNvSpPr/>
              <p:nvPr/>
            </p:nvSpPr>
            <p:spPr>
              <a:xfrm>
                <a:off x="499844" y="5970739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1" name="Google Shape;8431;p99"/>
              <p:cNvSpPr txBox="1"/>
              <p:nvPr/>
            </p:nvSpPr>
            <p:spPr>
              <a:xfrm>
                <a:off x="476841" y="5911252"/>
                <a:ext cx="239860" cy="438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</p:grpSp>
      <p:grpSp>
        <p:nvGrpSpPr>
          <p:cNvPr id="8432" name="Google Shape;8432;p99"/>
          <p:cNvGrpSpPr/>
          <p:nvPr/>
        </p:nvGrpSpPr>
        <p:grpSpPr>
          <a:xfrm>
            <a:off x="5521958" y="2064537"/>
            <a:ext cx="967639" cy="369332"/>
            <a:chOff x="7400185" y="2546451"/>
            <a:chExt cx="967639" cy="369332"/>
          </a:xfrm>
        </p:grpSpPr>
        <p:cxnSp>
          <p:nvCxnSpPr>
            <p:cNvPr id="8433" name="Google Shape;8433;p99"/>
            <p:cNvCxnSpPr/>
            <p:nvPr/>
          </p:nvCxnSpPr>
          <p:spPr>
            <a:xfrm>
              <a:off x="7400185" y="2598280"/>
              <a:ext cx="967639" cy="31092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434" name="Google Shape;8434;p99"/>
            <p:cNvGrpSpPr/>
            <p:nvPr/>
          </p:nvGrpSpPr>
          <p:grpSpPr>
            <a:xfrm>
              <a:off x="7693024" y="2546451"/>
              <a:ext cx="269844" cy="369332"/>
              <a:chOff x="489444" y="5911252"/>
              <a:chExt cx="329111" cy="438908"/>
            </a:xfrm>
          </p:grpSpPr>
          <p:sp>
            <p:nvSpPr>
              <p:cNvPr id="8435" name="Google Shape;8435;p99"/>
              <p:cNvSpPr/>
              <p:nvPr/>
            </p:nvSpPr>
            <p:spPr>
              <a:xfrm>
                <a:off x="499844" y="5970739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6" name="Google Shape;8436;p99"/>
              <p:cNvSpPr txBox="1"/>
              <p:nvPr/>
            </p:nvSpPr>
            <p:spPr>
              <a:xfrm>
                <a:off x="489444" y="5911252"/>
                <a:ext cx="239860" cy="438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8437" name="Google Shape;8437;p99"/>
          <p:cNvGrpSpPr/>
          <p:nvPr/>
        </p:nvGrpSpPr>
        <p:grpSpPr>
          <a:xfrm>
            <a:off x="3305566" y="3529589"/>
            <a:ext cx="1631884" cy="369332"/>
            <a:chOff x="5183793" y="4011503"/>
            <a:chExt cx="1631884" cy="369332"/>
          </a:xfrm>
        </p:grpSpPr>
        <p:cxnSp>
          <p:nvCxnSpPr>
            <p:cNvPr id="8438" name="Google Shape;8438;p99"/>
            <p:cNvCxnSpPr/>
            <p:nvPr/>
          </p:nvCxnSpPr>
          <p:spPr>
            <a:xfrm rot="10800000">
              <a:off x="5183793" y="4184862"/>
              <a:ext cx="1631884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439" name="Google Shape;8439;p99"/>
            <p:cNvSpPr/>
            <p:nvPr/>
          </p:nvSpPr>
          <p:spPr>
            <a:xfrm>
              <a:off x="5816201" y="4061559"/>
              <a:ext cx="261316" cy="26818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0" name="Google Shape;8440;p99"/>
            <p:cNvSpPr txBox="1"/>
            <p:nvPr/>
          </p:nvSpPr>
          <p:spPr>
            <a:xfrm>
              <a:off x="5847524" y="4011503"/>
              <a:ext cx="1966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  <p:grpSp>
        <p:nvGrpSpPr>
          <p:cNvPr id="8441" name="Google Shape;8441;p99"/>
          <p:cNvGrpSpPr/>
          <p:nvPr/>
        </p:nvGrpSpPr>
        <p:grpSpPr>
          <a:xfrm>
            <a:off x="2941077" y="2859464"/>
            <a:ext cx="261316" cy="564979"/>
            <a:chOff x="4852757" y="3380408"/>
            <a:chExt cx="261316" cy="564979"/>
          </a:xfrm>
        </p:grpSpPr>
        <p:cxnSp>
          <p:nvCxnSpPr>
            <p:cNvPr id="8442" name="Google Shape;8442;p99"/>
            <p:cNvCxnSpPr/>
            <p:nvPr/>
          </p:nvCxnSpPr>
          <p:spPr>
            <a:xfrm flipH="1" rot="10800000">
              <a:off x="4987206" y="3380408"/>
              <a:ext cx="3881" cy="564979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443" name="Google Shape;8443;p99"/>
            <p:cNvGrpSpPr/>
            <p:nvPr/>
          </p:nvGrpSpPr>
          <p:grpSpPr>
            <a:xfrm>
              <a:off x="4852757" y="3527520"/>
              <a:ext cx="261316" cy="369332"/>
              <a:chOff x="4813725" y="3527520"/>
              <a:chExt cx="261316" cy="369332"/>
            </a:xfrm>
          </p:grpSpPr>
          <p:sp>
            <p:nvSpPr>
              <p:cNvPr id="8444" name="Google Shape;8444;p99"/>
              <p:cNvSpPr/>
              <p:nvPr/>
            </p:nvSpPr>
            <p:spPr>
              <a:xfrm>
                <a:off x="4813725" y="3572000"/>
                <a:ext cx="261316" cy="26818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5" name="Google Shape;8445;p99"/>
              <p:cNvSpPr txBox="1"/>
              <p:nvPr/>
            </p:nvSpPr>
            <p:spPr>
              <a:xfrm>
                <a:off x="4850624" y="3527520"/>
                <a:ext cx="1966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</p:grpSp>
      <p:grpSp>
        <p:nvGrpSpPr>
          <p:cNvPr id="8446" name="Google Shape;8446;p99"/>
          <p:cNvGrpSpPr/>
          <p:nvPr/>
        </p:nvGrpSpPr>
        <p:grpSpPr>
          <a:xfrm>
            <a:off x="2729931" y="2495664"/>
            <a:ext cx="591681" cy="328111"/>
            <a:chOff x="7493876" y="2774731"/>
            <a:chExt cx="1481958" cy="894622"/>
          </a:xfrm>
        </p:grpSpPr>
        <p:sp>
          <p:nvSpPr>
            <p:cNvPr id="8447" name="Google Shape;8447;p9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48" name="Google Shape;8448;p9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49" name="Google Shape;8449;p9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50" name="Google Shape;8450;p9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1" name="Google Shape;8451;p9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2" name="Google Shape;8452;p9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3" name="Google Shape;8453;p9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54" name="Google Shape;8454;p99"/>
          <p:cNvGrpSpPr/>
          <p:nvPr/>
        </p:nvGrpSpPr>
        <p:grpSpPr>
          <a:xfrm>
            <a:off x="1115314" y="2487426"/>
            <a:ext cx="591681" cy="328111"/>
            <a:chOff x="7493876" y="2774731"/>
            <a:chExt cx="1481958" cy="894622"/>
          </a:xfrm>
        </p:grpSpPr>
        <p:sp>
          <p:nvSpPr>
            <p:cNvPr id="8455" name="Google Shape;8455;p9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56" name="Google Shape;8456;p9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57" name="Google Shape;8457;p9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58" name="Google Shape;8458;p9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9" name="Google Shape;8459;p9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0" name="Google Shape;8460;p9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1" name="Google Shape;8461;p9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A screen shot of a computer&#10;&#10;Description automatically generated" id="8462" name="Google Shape;8462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16" y="3475336"/>
            <a:ext cx="347811" cy="656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63" name="Google Shape;8463;p99"/>
          <p:cNvGrpSpPr/>
          <p:nvPr/>
        </p:nvGrpSpPr>
        <p:grpSpPr>
          <a:xfrm rot="1486542">
            <a:off x="3186674" y="3107772"/>
            <a:ext cx="1899396" cy="185014"/>
            <a:chOff x="4041573" y="2957301"/>
            <a:chExt cx="1984577" cy="218510"/>
          </a:xfrm>
        </p:grpSpPr>
        <p:grpSp>
          <p:nvGrpSpPr>
            <p:cNvPr id="8464" name="Google Shape;8464;p99"/>
            <p:cNvGrpSpPr/>
            <p:nvPr/>
          </p:nvGrpSpPr>
          <p:grpSpPr>
            <a:xfrm>
              <a:off x="4257606" y="2957301"/>
              <a:ext cx="1510437" cy="218510"/>
              <a:chOff x="1616358" y="2551230"/>
              <a:chExt cx="2141698" cy="218510"/>
            </a:xfrm>
          </p:grpSpPr>
          <p:sp>
            <p:nvSpPr>
              <p:cNvPr id="8465" name="Google Shape;8465;p99"/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11199"/>
                  </a:gs>
                  <a:gs pos="52000">
                    <a:srgbClr val="7ACCF4"/>
                  </a:gs>
                  <a:gs pos="100000">
                    <a:srgbClr val="011199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6" name="Google Shape;8466;p99"/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rgbClr val="7ACCF4"/>
              </a:solidFill>
              <a:ln cap="flat" cmpd="sng" w="9525">
                <a:solidFill>
                  <a:srgbClr val="0111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7" name="Google Shape;8467;p99"/>
              <p:cNvSpPr/>
              <p:nvPr/>
            </p:nvSpPr>
            <p:spPr>
              <a:xfrm>
                <a:off x="3643756" y="2551230"/>
                <a:ext cx="114300" cy="218510"/>
              </a:xfrm>
              <a:prstGeom prst="ellipse">
                <a:avLst/>
              </a:prstGeom>
              <a:gradFill>
                <a:gsLst>
                  <a:gs pos="0">
                    <a:srgbClr val="011199"/>
                  </a:gs>
                  <a:gs pos="50000">
                    <a:srgbClr val="7ACCF4"/>
                  </a:gs>
                  <a:gs pos="100000">
                    <a:srgbClr val="011199"/>
                  </a:gs>
                </a:gsLst>
                <a:lin ang="16200000" scaled="0"/>
              </a:gradFill>
              <a:ln cap="flat" cmpd="sng" w="9525">
                <a:solidFill>
                  <a:srgbClr val="0111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8" name="Google Shape;8468;p99"/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11199"/>
                  </a:gs>
                  <a:gs pos="52000">
                    <a:srgbClr val="7ACCF4"/>
                  </a:gs>
                  <a:gs pos="100000">
                    <a:srgbClr val="011199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469" name="Google Shape;8469;p99"/>
            <p:cNvCxnSpPr/>
            <p:nvPr/>
          </p:nvCxnSpPr>
          <p:spPr>
            <a:xfrm>
              <a:off x="4041573" y="3071254"/>
              <a:ext cx="264300" cy="0"/>
            </a:xfrm>
            <a:prstGeom prst="straightConnector1">
              <a:avLst/>
            </a:prstGeom>
            <a:noFill/>
            <a:ln cap="flat" cmpd="sng" w="38100">
              <a:solidFill>
                <a:srgbClr val="A5A5A5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cxnSp>
          <p:nvCxnSpPr>
            <p:cNvPr id="8470" name="Google Shape;8470;p99"/>
            <p:cNvCxnSpPr/>
            <p:nvPr/>
          </p:nvCxnSpPr>
          <p:spPr>
            <a:xfrm rot="10800000">
              <a:off x="5769548" y="3074429"/>
              <a:ext cx="256602" cy="0"/>
            </a:xfrm>
            <a:prstGeom prst="straightConnector1">
              <a:avLst/>
            </a:prstGeom>
            <a:noFill/>
            <a:ln cap="flat" cmpd="sng" w="31750">
              <a:solidFill>
                <a:srgbClr val="BFBFBF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</p:grpSp>
      <p:grpSp>
        <p:nvGrpSpPr>
          <p:cNvPr id="8471" name="Google Shape;8471;p99"/>
          <p:cNvGrpSpPr/>
          <p:nvPr/>
        </p:nvGrpSpPr>
        <p:grpSpPr>
          <a:xfrm>
            <a:off x="4910937" y="1457798"/>
            <a:ext cx="536631" cy="780333"/>
            <a:chOff x="7514094" y="4674846"/>
            <a:chExt cx="536631" cy="780333"/>
          </a:xfrm>
        </p:grpSpPr>
        <p:sp>
          <p:nvSpPr>
            <p:cNvPr id="8472" name="Google Shape;8472;p99"/>
            <p:cNvSpPr/>
            <p:nvPr/>
          </p:nvSpPr>
          <p:spPr>
            <a:xfrm>
              <a:off x="7514094" y="4681927"/>
              <a:ext cx="281567" cy="253274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3" name="Google Shape;8473;p99"/>
            <p:cNvSpPr/>
            <p:nvPr/>
          </p:nvSpPr>
          <p:spPr>
            <a:xfrm>
              <a:off x="7609101" y="4769566"/>
              <a:ext cx="92415" cy="80628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4" name="Google Shape;8474;p99"/>
            <p:cNvSpPr/>
            <p:nvPr/>
          </p:nvSpPr>
          <p:spPr>
            <a:xfrm>
              <a:off x="7588372" y="4752038"/>
              <a:ext cx="133009" cy="114806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5" name="Google Shape;8475;p99"/>
            <p:cNvSpPr/>
            <p:nvPr/>
          </p:nvSpPr>
          <p:spPr>
            <a:xfrm>
              <a:off x="7568507" y="4731004"/>
              <a:ext cx="175331" cy="156872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6" name="Google Shape;8476;p99"/>
            <p:cNvSpPr/>
            <p:nvPr/>
          </p:nvSpPr>
          <p:spPr>
            <a:xfrm>
              <a:off x="7539141" y="4709095"/>
              <a:ext cx="228880" cy="199815"/>
            </a:xfrm>
            <a:prstGeom prst="ellipse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7" name="Google Shape;8477;p99"/>
            <p:cNvSpPr/>
            <p:nvPr/>
          </p:nvSpPr>
          <p:spPr>
            <a:xfrm flipH="1" rot="10800000">
              <a:off x="7573473" y="4674846"/>
              <a:ext cx="177058" cy="125323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78" name="Google Shape;8478;p99"/>
            <p:cNvGrpSpPr/>
            <p:nvPr/>
          </p:nvGrpSpPr>
          <p:grpSpPr>
            <a:xfrm>
              <a:off x="7545246" y="4818192"/>
              <a:ext cx="226867" cy="460903"/>
              <a:chOff x="3130" y="3288"/>
              <a:chExt cx="410" cy="742"/>
            </a:xfrm>
          </p:grpSpPr>
          <p:cxnSp>
            <p:nvCxnSpPr>
              <p:cNvPr id="8479" name="Google Shape;8479;p99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0" name="Google Shape;8480;p99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1" name="Google Shape;8481;p99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2" name="Google Shape;8482;p99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3" name="Google Shape;8483;p99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4" name="Google Shape;8484;p99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5" name="Google Shape;8485;p99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6" name="Google Shape;8486;p99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7" name="Google Shape;8487;p99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8" name="Google Shape;8488;p99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89" name="Google Shape;8489;p99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90" name="Google Shape;8490;p99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91" name="Google Shape;8491;p99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92" name="Google Shape;8492;p99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493" name="Google Shape;8493;p99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494" name="Google Shape;8494;p99"/>
            <p:cNvSpPr/>
            <p:nvPr/>
          </p:nvSpPr>
          <p:spPr>
            <a:xfrm>
              <a:off x="7587442" y="5279016"/>
              <a:ext cx="463283" cy="176163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95" name="Google Shape;8495;p99"/>
            <p:cNvSpPr/>
            <p:nvPr/>
          </p:nvSpPr>
          <p:spPr>
            <a:xfrm>
              <a:off x="7587709" y="5185758"/>
              <a:ext cx="462722" cy="174412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96" name="Google Shape;8496;p99"/>
            <p:cNvGrpSpPr/>
            <p:nvPr/>
          </p:nvGrpSpPr>
          <p:grpSpPr>
            <a:xfrm>
              <a:off x="7707010" y="5194731"/>
              <a:ext cx="209672" cy="155936"/>
              <a:chOff x="1951535" y="3022600"/>
              <a:chExt cx="801873" cy="553944"/>
            </a:xfrm>
          </p:grpSpPr>
          <p:grpSp>
            <p:nvGrpSpPr>
              <p:cNvPr id="8497" name="Google Shape;8497;p99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8498" name="Google Shape;8498;p99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9" name="Google Shape;8499;p99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00" name="Google Shape;8500;p99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8501" name="Google Shape;8501;p99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2" name="Google Shape;8502;p99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503" name="Google Shape;8503;p99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4" name="Google Shape;8504;p99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5" name="Google Shape;8505;p99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6" name="Google Shape;8506;p99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7" name="Google Shape;8507;p99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8" name="Google Shape;8508;p99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09" name="Google Shape;8509;p99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8510" name="Google Shape;8510;p99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1" name="Google Shape;8511;p99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2" name="Google Shape;8512;p99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3" name="Google Shape;8513;p99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514" name="Google Shape;8514;p99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5" name="Google Shape;8515;p99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16" name="Google Shape;8516;p99"/>
            <p:cNvSpPr/>
            <p:nvPr/>
          </p:nvSpPr>
          <p:spPr>
            <a:xfrm>
              <a:off x="7645400" y="5185758"/>
              <a:ext cx="352425" cy="174412"/>
            </a:xfrm>
            <a:prstGeom prst="ellipse">
              <a:avLst/>
            </a:prstGeom>
            <a:solidFill>
              <a:srgbClr val="B8C2C9">
                <a:alpha val="56862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</p:grpSp>
      <p:grpSp>
        <p:nvGrpSpPr>
          <p:cNvPr id="8517" name="Google Shape;8517;p99"/>
          <p:cNvGrpSpPr/>
          <p:nvPr/>
        </p:nvGrpSpPr>
        <p:grpSpPr>
          <a:xfrm>
            <a:off x="5039795" y="3084195"/>
            <a:ext cx="536631" cy="796120"/>
            <a:chOff x="1917296" y="2215220"/>
            <a:chExt cx="396914" cy="599769"/>
          </a:xfrm>
        </p:grpSpPr>
        <p:sp>
          <p:nvSpPr>
            <p:cNvPr id="8518" name="Google Shape;8518;p99"/>
            <p:cNvSpPr/>
            <p:nvPr/>
          </p:nvSpPr>
          <p:spPr>
            <a:xfrm>
              <a:off x="1917296" y="2232448"/>
              <a:ext cx="208258" cy="190808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9" name="Google Shape;8519;p99"/>
            <p:cNvSpPr/>
            <p:nvPr/>
          </p:nvSpPr>
          <p:spPr>
            <a:xfrm>
              <a:off x="1987567" y="2298472"/>
              <a:ext cx="68354" cy="6074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0" name="Google Shape;8520;p99"/>
            <p:cNvSpPr/>
            <p:nvPr/>
          </p:nvSpPr>
          <p:spPr>
            <a:xfrm>
              <a:off x="1972235" y="2285267"/>
              <a:ext cx="98379" cy="86491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1" name="Google Shape;8521;p99"/>
            <p:cNvSpPr/>
            <p:nvPr/>
          </p:nvSpPr>
          <p:spPr>
            <a:xfrm>
              <a:off x="1957542" y="2269421"/>
              <a:ext cx="129682" cy="118182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2" name="Google Shape;8522;p99"/>
            <p:cNvSpPr/>
            <p:nvPr/>
          </p:nvSpPr>
          <p:spPr>
            <a:xfrm>
              <a:off x="1935822" y="2252915"/>
              <a:ext cx="169289" cy="150534"/>
            </a:xfrm>
            <a:prstGeom prst="ellipse">
              <a:avLst/>
            </a:prstGeom>
            <a:noFill/>
            <a:ln cap="flat" cmpd="sng" w="9525">
              <a:solidFill>
                <a:srgbClr val="0111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3" name="Google Shape;8523;p99"/>
            <p:cNvSpPr/>
            <p:nvPr/>
          </p:nvSpPr>
          <p:spPr>
            <a:xfrm flipH="1" rot="10800000">
              <a:off x="1953373" y="2215220"/>
              <a:ext cx="130959" cy="94414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24" name="Google Shape;8524;p99"/>
            <p:cNvGrpSpPr/>
            <p:nvPr/>
          </p:nvGrpSpPr>
          <p:grpSpPr>
            <a:xfrm>
              <a:off x="1940337" y="2335105"/>
              <a:ext cx="167800" cy="347228"/>
              <a:chOff x="3130" y="3288"/>
              <a:chExt cx="410" cy="742"/>
            </a:xfrm>
          </p:grpSpPr>
          <p:cxnSp>
            <p:nvCxnSpPr>
              <p:cNvPr id="8525" name="Google Shape;8525;p99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6" name="Google Shape;8526;p99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7" name="Google Shape;8527;p99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8" name="Google Shape;8528;p99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29" name="Google Shape;8529;p99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0" name="Google Shape;8530;p99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1" name="Google Shape;8531;p99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2" name="Google Shape;8532;p99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3" name="Google Shape;8533;p99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4" name="Google Shape;8534;p99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5" name="Google Shape;8535;p99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6" name="Google Shape;8536;p99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7" name="Google Shape;8537;p99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8" name="Google Shape;8538;p99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39" name="Google Shape;8539;p99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540" name="Google Shape;8540;p99"/>
            <p:cNvGrpSpPr/>
            <p:nvPr/>
          </p:nvGrpSpPr>
          <p:grpSpPr>
            <a:xfrm>
              <a:off x="1971547" y="2612017"/>
              <a:ext cx="342663" cy="202972"/>
              <a:chOff x="1503784" y="3006600"/>
              <a:chExt cx="1771786" cy="957087"/>
            </a:xfrm>
          </p:grpSpPr>
          <p:grpSp>
            <p:nvGrpSpPr>
              <p:cNvPr id="8541" name="Google Shape;8541;p99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8542" name="Google Shape;8542;p99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8543" name="Google Shape;8543;p99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8544" name="Google Shape;8544;p99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8545" name="Google Shape;8545;p99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546" name="Google Shape;8546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47" name="Google Shape;8547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548" name="Google Shape;8548;p99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8549" name="Google Shape;8549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0" name="Google Shape;8550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551" name="Google Shape;8551;p99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2" name="Google Shape;8552;p99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3" name="Google Shape;8553;p99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4" name="Google Shape;8554;p99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5" name="Google Shape;8555;p99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6" name="Google Shape;8556;p99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557" name="Google Shape;8557;p99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8558" name="Google Shape;8558;p99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9" name="Google Shape;8559;p99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60" name="Google Shape;8560;p99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61" name="Google Shape;8561;p99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562" name="Google Shape;8562;p99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3" name="Google Shape;8563;p99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8564" name="Google Shape;8564;p99"/>
          <p:cNvGrpSpPr/>
          <p:nvPr/>
        </p:nvGrpSpPr>
        <p:grpSpPr>
          <a:xfrm>
            <a:off x="4935842" y="2287871"/>
            <a:ext cx="280177" cy="1079044"/>
            <a:chOff x="6814069" y="2769785"/>
            <a:chExt cx="280177" cy="1079044"/>
          </a:xfrm>
        </p:grpSpPr>
        <p:cxnSp>
          <p:nvCxnSpPr>
            <p:cNvPr id="8565" name="Google Shape;8565;p99"/>
            <p:cNvCxnSpPr/>
            <p:nvPr/>
          </p:nvCxnSpPr>
          <p:spPr>
            <a:xfrm flipH="1" rot="10800000">
              <a:off x="6958961" y="2769785"/>
              <a:ext cx="1" cy="107904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566" name="Google Shape;8566;p99"/>
            <p:cNvGrpSpPr/>
            <p:nvPr/>
          </p:nvGrpSpPr>
          <p:grpSpPr>
            <a:xfrm>
              <a:off x="6814069" y="3054295"/>
              <a:ext cx="280177" cy="369332"/>
              <a:chOff x="476841" y="5891374"/>
              <a:chExt cx="341714" cy="438908"/>
            </a:xfrm>
          </p:grpSpPr>
          <p:sp>
            <p:nvSpPr>
              <p:cNvPr id="8567" name="Google Shape;8567;p99"/>
              <p:cNvSpPr/>
              <p:nvPr/>
            </p:nvSpPr>
            <p:spPr>
              <a:xfrm>
                <a:off x="499844" y="5970739"/>
                <a:ext cx="318711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8" name="Google Shape;8568;p99"/>
              <p:cNvSpPr txBox="1"/>
              <p:nvPr/>
            </p:nvSpPr>
            <p:spPr>
              <a:xfrm>
                <a:off x="476841" y="5891374"/>
                <a:ext cx="239858" cy="438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sp>
        <p:nvSpPr>
          <p:cNvPr id="8569" name="Google Shape;8569;p99"/>
          <p:cNvSpPr/>
          <p:nvPr/>
        </p:nvSpPr>
        <p:spPr>
          <a:xfrm>
            <a:off x="840259" y="2681417"/>
            <a:ext cx="1927655" cy="0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70" name="Google Shape;8570;p99"/>
          <p:cNvGrpSpPr/>
          <p:nvPr/>
        </p:nvGrpSpPr>
        <p:grpSpPr>
          <a:xfrm>
            <a:off x="7179275" y="2339310"/>
            <a:ext cx="4695573" cy="1809976"/>
            <a:chOff x="7524953" y="1713235"/>
            <a:chExt cx="5131320" cy="1809976"/>
          </a:xfrm>
        </p:grpSpPr>
        <p:grpSp>
          <p:nvGrpSpPr>
            <p:cNvPr id="8571" name="Google Shape;8571;p99"/>
            <p:cNvGrpSpPr/>
            <p:nvPr/>
          </p:nvGrpSpPr>
          <p:grpSpPr>
            <a:xfrm>
              <a:off x="7524953" y="1713235"/>
              <a:ext cx="388032" cy="461665"/>
              <a:chOff x="7524953" y="1713235"/>
              <a:chExt cx="388032" cy="461665"/>
            </a:xfrm>
          </p:grpSpPr>
          <p:sp>
            <p:nvSpPr>
              <p:cNvPr id="8572" name="Google Shape;8572;p99"/>
              <p:cNvSpPr/>
              <p:nvPr/>
            </p:nvSpPr>
            <p:spPr>
              <a:xfrm>
                <a:off x="7524953" y="1780283"/>
                <a:ext cx="388032" cy="346814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3" name="Google Shape;8573;p99"/>
              <p:cNvSpPr txBox="1"/>
              <p:nvPr/>
            </p:nvSpPr>
            <p:spPr>
              <a:xfrm>
                <a:off x="7628236" y="1713235"/>
                <a:ext cx="19666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 </a:t>
                </a:r>
                <a:endParaRPr/>
              </a:p>
            </p:txBody>
          </p:sp>
        </p:grpSp>
        <p:sp>
          <p:nvSpPr>
            <p:cNvPr id="8574" name="Google Shape;8574;p99"/>
            <p:cNvSpPr txBox="1"/>
            <p:nvPr/>
          </p:nvSpPr>
          <p:spPr>
            <a:xfrm>
              <a:off x="7846541" y="1717588"/>
              <a:ext cx="4809732" cy="1805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target BS informs MME that it is new BS for mobile</a:t>
              </a:r>
              <a:endParaRPr/>
            </a:p>
            <a:p>
              <a:pPr indent="-239713" lvl="0" marL="4730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 instructs S-GW to change tunnel endpoint to be (new) target BS</a:t>
              </a:r>
              <a:endParaRPr/>
            </a:p>
          </p:txBody>
        </p:sp>
      </p:grpSp>
      <p:grpSp>
        <p:nvGrpSpPr>
          <p:cNvPr id="8575" name="Google Shape;8575;p99"/>
          <p:cNvGrpSpPr/>
          <p:nvPr/>
        </p:nvGrpSpPr>
        <p:grpSpPr>
          <a:xfrm>
            <a:off x="1399573" y="4394652"/>
            <a:ext cx="9758577" cy="761483"/>
            <a:chOff x="7553237" y="1713235"/>
            <a:chExt cx="9758577" cy="761483"/>
          </a:xfrm>
        </p:grpSpPr>
        <p:grpSp>
          <p:nvGrpSpPr>
            <p:cNvPr id="8576" name="Google Shape;8576;p99"/>
            <p:cNvGrpSpPr/>
            <p:nvPr/>
          </p:nvGrpSpPr>
          <p:grpSpPr>
            <a:xfrm>
              <a:off x="7553237" y="1713235"/>
              <a:ext cx="337926" cy="461665"/>
              <a:chOff x="7553237" y="1713235"/>
              <a:chExt cx="337926" cy="461665"/>
            </a:xfrm>
          </p:grpSpPr>
          <p:sp>
            <p:nvSpPr>
              <p:cNvPr id="8577" name="Google Shape;8577;p99"/>
              <p:cNvSpPr/>
              <p:nvPr/>
            </p:nvSpPr>
            <p:spPr>
              <a:xfrm>
                <a:off x="7553237" y="1777108"/>
                <a:ext cx="337926" cy="346814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8" name="Google Shape;8578;p99"/>
              <p:cNvSpPr txBox="1"/>
              <p:nvPr/>
            </p:nvSpPr>
            <p:spPr>
              <a:xfrm>
                <a:off x="7628236" y="1713235"/>
                <a:ext cx="19666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 </a:t>
                </a:r>
                <a:endParaRPr/>
              </a:p>
            </p:txBody>
          </p:sp>
        </p:grpSp>
        <p:sp>
          <p:nvSpPr>
            <p:cNvPr id="8579" name="Google Shape;8579;p99"/>
            <p:cNvSpPr txBox="1"/>
            <p:nvPr/>
          </p:nvSpPr>
          <p:spPr>
            <a:xfrm>
              <a:off x="7846539" y="1717588"/>
              <a:ext cx="9465275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target BS ACKs back to source BS: handover complete, source BS can release resources</a:t>
              </a:r>
              <a:endParaRPr/>
            </a:p>
          </p:txBody>
        </p:sp>
      </p:grpSp>
      <p:sp>
        <p:nvSpPr>
          <p:cNvPr id="8580" name="Google Shape;8580;p99"/>
          <p:cNvSpPr txBox="1"/>
          <p:nvPr/>
        </p:nvSpPr>
        <p:spPr>
          <a:xfrm>
            <a:off x="1085279" y="2844732"/>
            <a:ext cx="1324888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P-GW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1" name="Google Shape;8581;p99"/>
          <p:cNvSpPr txBox="1"/>
          <p:nvPr/>
        </p:nvSpPr>
        <p:spPr>
          <a:xfrm>
            <a:off x="2692223" y="2227426"/>
            <a:ext cx="1116933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S-GW</a:t>
            </a:r>
            <a:endParaRPr/>
          </a:p>
        </p:txBody>
      </p:sp>
      <p:sp>
        <p:nvSpPr>
          <p:cNvPr id="8582" name="Google Shape;8582;p99"/>
          <p:cNvSpPr txBox="1"/>
          <p:nvPr/>
        </p:nvSpPr>
        <p:spPr>
          <a:xfrm>
            <a:off x="3262783" y="3885899"/>
            <a:ext cx="934545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3" name="Google Shape;8583;p99"/>
          <p:cNvSpPr txBox="1"/>
          <p:nvPr/>
        </p:nvSpPr>
        <p:spPr>
          <a:xfrm>
            <a:off x="4116250" y="1755324"/>
            <a:ext cx="888961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 BS</a:t>
            </a:r>
            <a:endParaRPr/>
          </a:p>
        </p:txBody>
      </p:sp>
      <p:sp>
        <p:nvSpPr>
          <p:cNvPr id="8584" name="Google Shape;8584;p99"/>
          <p:cNvSpPr txBox="1"/>
          <p:nvPr/>
        </p:nvSpPr>
        <p:spPr>
          <a:xfrm>
            <a:off x="4833737" y="3872448"/>
            <a:ext cx="842859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target BS</a:t>
            </a:r>
            <a:endParaRPr/>
          </a:p>
        </p:txBody>
      </p:sp>
      <p:grpSp>
        <p:nvGrpSpPr>
          <p:cNvPr id="8585" name="Google Shape;8585;p99"/>
          <p:cNvGrpSpPr/>
          <p:nvPr/>
        </p:nvGrpSpPr>
        <p:grpSpPr>
          <a:xfrm rot="-1159865">
            <a:off x="3317714" y="2241759"/>
            <a:ext cx="1690954" cy="185014"/>
            <a:chOff x="4041573" y="2957301"/>
            <a:chExt cx="1984577" cy="218510"/>
          </a:xfrm>
        </p:grpSpPr>
        <p:grpSp>
          <p:nvGrpSpPr>
            <p:cNvPr id="8586" name="Google Shape;8586;p99"/>
            <p:cNvGrpSpPr/>
            <p:nvPr/>
          </p:nvGrpSpPr>
          <p:grpSpPr>
            <a:xfrm>
              <a:off x="4257606" y="2957301"/>
              <a:ext cx="1510437" cy="218510"/>
              <a:chOff x="1616358" y="2551230"/>
              <a:chExt cx="2141698" cy="218510"/>
            </a:xfrm>
          </p:grpSpPr>
          <p:sp>
            <p:nvSpPr>
              <p:cNvPr id="8587" name="Google Shape;8587;p99"/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7F7F7F"/>
                  </a:gs>
                  <a:gs pos="52000">
                    <a:srgbClr val="6EBFF0"/>
                  </a:gs>
                  <a:gs pos="100000">
                    <a:srgbClr val="7F7F7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8" name="Google Shape;8588;p99"/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rgbClr val="D8D8D8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9" name="Google Shape;8589;p99"/>
              <p:cNvSpPr/>
              <p:nvPr/>
            </p:nvSpPr>
            <p:spPr>
              <a:xfrm>
                <a:off x="3643756" y="2551230"/>
                <a:ext cx="114300" cy="218510"/>
              </a:xfrm>
              <a:prstGeom prst="ellipse">
                <a:avLst/>
              </a:prstGeom>
              <a:gradFill>
                <a:gsLst>
                  <a:gs pos="0">
                    <a:srgbClr val="7F7F7F"/>
                  </a:gs>
                  <a:gs pos="50000">
                    <a:srgbClr val="6EBFF0"/>
                  </a:gs>
                  <a:gs pos="100000">
                    <a:srgbClr val="7F7F7F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0" name="Google Shape;8590;p99"/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7F7F7F"/>
                  </a:gs>
                  <a:gs pos="52000">
                    <a:srgbClr val="6EBFF0"/>
                  </a:gs>
                  <a:gs pos="100000">
                    <a:srgbClr val="7F7F7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591" name="Google Shape;8591;p99"/>
            <p:cNvCxnSpPr/>
            <p:nvPr/>
          </p:nvCxnSpPr>
          <p:spPr>
            <a:xfrm>
              <a:off x="4041573" y="3071254"/>
              <a:ext cx="264300" cy="0"/>
            </a:xfrm>
            <a:prstGeom prst="straightConnector1">
              <a:avLst/>
            </a:prstGeom>
            <a:noFill/>
            <a:ln cap="flat" cmpd="sng" w="38100">
              <a:solidFill>
                <a:srgbClr val="A5A5A5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cxnSp>
          <p:nvCxnSpPr>
            <p:cNvPr id="8592" name="Google Shape;8592;p99"/>
            <p:cNvCxnSpPr/>
            <p:nvPr/>
          </p:nvCxnSpPr>
          <p:spPr>
            <a:xfrm rot="10800000">
              <a:off x="5769548" y="3074429"/>
              <a:ext cx="256602" cy="0"/>
            </a:xfrm>
            <a:prstGeom prst="straightConnector1">
              <a:avLst/>
            </a:prstGeom>
            <a:noFill/>
            <a:ln cap="flat" cmpd="sng" w="31750">
              <a:solidFill>
                <a:srgbClr val="BFBFBF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</p:grpSp>
      <p:sp>
        <p:nvSpPr>
          <p:cNvPr id="8593" name="Google Shape;8593;p99"/>
          <p:cNvSpPr/>
          <p:nvPr/>
        </p:nvSpPr>
        <p:spPr>
          <a:xfrm flipH="1" rot="9095322">
            <a:off x="5424621" y="3199731"/>
            <a:ext cx="1045020" cy="114897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4" name="Google Shape;8594;p99"/>
          <p:cNvSpPr/>
          <p:nvPr/>
        </p:nvSpPr>
        <p:spPr>
          <a:xfrm flipH="1" rot="5400000">
            <a:off x="4413143" y="2804199"/>
            <a:ext cx="1606378" cy="114897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5" name="Google Shape;8595;p99"/>
          <p:cNvSpPr/>
          <p:nvPr/>
        </p:nvSpPr>
        <p:spPr>
          <a:xfrm flipH="1" rot="9602045">
            <a:off x="3370498" y="2223929"/>
            <a:ext cx="1606378" cy="114897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96" name="Google Shape;8596;p99"/>
          <p:cNvGrpSpPr/>
          <p:nvPr/>
        </p:nvGrpSpPr>
        <p:grpSpPr>
          <a:xfrm>
            <a:off x="5208438" y="2261552"/>
            <a:ext cx="285752" cy="1201921"/>
            <a:chOff x="7086665" y="2743466"/>
            <a:chExt cx="285752" cy="1201921"/>
          </a:xfrm>
        </p:grpSpPr>
        <p:cxnSp>
          <p:nvCxnSpPr>
            <p:cNvPr id="8597" name="Google Shape;8597;p99"/>
            <p:cNvCxnSpPr/>
            <p:nvPr/>
          </p:nvCxnSpPr>
          <p:spPr>
            <a:xfrm flipH="1">
              <a:off x="7228348" y="2743466"/>
              <a:ext cx="11079" cy="1201921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598" name="Google Shape;8598;p99"/>
            <p:cNvGrpSpPr/>
            <p:nvPr/>
          </p:nvGrpSpPr>
          <p:grpSpPr>
            <a:xfrm>
              <a:off x="7086665" y="2806589"/>
              <a:ext cx="285752" cy="369332"/>
              <a:chOff x="476841" y="5885721"/>
              <a:chExt cx="348513" cy="438909"/>
            </a:xfrm>
          </p:grpSpPr>
          <p:sp>
            <p:nvSpPr>
              <p:cNvPr id="8599" name="Google Shape;8599;p99"/>
              <p:cNvSpPr/>
              <p:nvPr/>
            </p:nvSpPr>
            <p:spPr>
              <a:xfrm>
                <a:off x="506644" y="5950861"/>
                <a:ext cx="318710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0" name="Google Shape;8600;p99"/>
              <p:cNvSpPr txBox="1"/>
              <p:nvPr/>
            </p:nvSpPr>
            <p:spPr>
              <a:xfrm>
                <a:off x="476841" y="5885721"/>
                <a:ext cx="239859" cy="438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  <p:grpSp>
        <p:nvGrpSpPr>
          <p:cNvPr id="8601" name="Google Shape;8601;p99"/>
          <p:cNvGrpSpPr/>
          <p:nvPr/>
        </p:nvGrpSpPr>
        <p:grpSpPr>
          <a:xfrm>
            <a:off x="5467739" y="3015654"/>
            <a:ext cx="1018903" cy="589696"/>
            <a:chOff x="7345966" y="3497568"/>
            <a:chExt cx="1018903" cy="589696"/>
          </a:xfrm>
        </p:grpSpPr>
        <p:cxnSp>
          <p:nvCxnSpPr>
            <p:cNvPr id="8602" name="Google Shape;8602;p99"/>
            <p:cNvCxnSpPr/>
            <p:nvPr/>
          </p:nvCxnSpPr>
          <p:spPr>
            <a:xfrm flipH="1" rot="10800000">
              <a:off x="7345966" y="3497568"/>
              <a:ext cx="1018903" cy="589696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8603" name="Google Shape;8603;p99"/>
            <p:cNvGrpSpPr/>
            <p:nvPr/>
          </p:nvGrpSpPr>
          <p:grpSpPr>
            <a:xfrm>
              <a:off x="7741044" y="3568415"/>
              <a:ext cx="261315" cy="369333"/>
              <a:chOff x="370357" y="5829279"/>
              <a:chExt cx="318709" cy="438909"/>
            </a:xfrm>
          </p:grpSpPr>
          <p:sp>
            <p:nvSpPr>
              <p:cNvPr id="8604" name="Google Shape;8604;p99"/>
              <p:cNvSpPr/>
              <p:nvPr/>
            </p:nvSpPr>
            <p:spPr>
              <a:xfrm>
                <a:off x="370357" y="5893203"/>
                <a:ext cx="318709" cy="318711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5" name="Google Shape;8605;p99"/>
              <p:cNvSpPr txBox="1"/>
              <p:nvPr/>
            </p:nvSpPr>
            <p:spPr>
              <a:xfrm>
                <a:off x="422222" y="5829279"/>
                <a:ext cx="239856" cy="438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/>
              </a:p>
            </p:txBody>
          </p:sp>
        </p:grpSp>
      </p:grpSp>
      <p:grpSp>
        <p:nvGrpSpPr>
          <p:cNvPr id="8606" name="Google Shape;8606;p99"/>
          <p:cNvGrpSpPr/>
          <p:nvPr/>
        </p:nvGrpSpPr>
        <p:grpSpPr>
          <a:xfrm>
            <a:off x="1391335" y="5251387"/>
            <a:ext cx="9758577" cy="461665"/>
            <a:chOff x="7553237" y="1713235"/>
            <a:chExt cx="9758577" cy="461665"/>
          </a:xfrm>
        </p:grpSpPr>
        <p:grpSp>
          <p:nvGrpSpPr>
            <p:cNvPr id="8607" name="Google Shape;8607;p99"/>
            <p:cNvGrpSpPr/>
            <p:nvPr/>
          </p:nvGrpSpPr>
          <p:grpSpPr>
            <a:xfrm>
              <a:off x="7553237" y="1713235"/>
              <a:ext cx="337926" cy="461665"/>
              <a:chOff x="7553237" y="1713235"/>
              <a:chExt cx="337926" cy="461665"/>
            </a:xfrm>
          </p:grpSpPr>
          <p:sp>
            <p:nvSpPr>
              <p:cNvPr id="8608" name="Google Shape;8608;p99"/>
              <p:cNvSpPr/>
              <p:nvPr/>
            </p:nvSpPr>
            <p:spPr>
              <a:xfrm>
                <a:off x="7553237" y="1777108"/>
                <a:ext cx="337926" cy="346814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9" name="Google Shape;8609;p99"/>
              <p:cNvSpPr txBox="1"/>
              <p:nvPr/>
            </p:nvSpPr>
            <p:spPr>
              <a:xfrm>
                <a:off x="7628236" y="1713235"/>
                <a:ext cx="19666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 </a:t>
                </a:r>
                <a:endParaRPr/>
              </a:p>
            </p:txBody>
          </p:sp>
        </p:grpSp>
        <p:sp>
          <p:nvSpPr>
            <p:cNvPr id="8610" name="Google Shape;8610;p99"/>
            <p:cNvSpPr txBox="1"/>
            <p:nvPr/>
          </p:nvSpPr>
          <p:spPr>
            <a:xfrm>
              <a:off x="7846539" y="1717588"/>
              <a:ext cx="9465275" cy="424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mobile’s datagrams now flow through new tunnel from target BS to S-GW</a:t>
              </a:r>
              <a:endParaRPr/>
            </a:p>
          </p:txBody>
        </p:sp>
      </p:grpSp>
      <p:sp>
        <p:nvSpPr>
          <p:cNvPr id="8611" name="Google Shape;8611;p99"/>
          <p:cNvSpPr/>
          <p:nvPr/>
        </p:nvSpPr>
        <p:spPr>
          <a:xfrm flipH="1" rot="-9296502">
            <a:off x="3178775" y="3146047"/>
            <a:ext cx="1991085" cy="66792"/>
          </a:xfrm>
          <a:custGeom>
            <a:rect b="b" l="l" r="r" t="t"/>
            <a:pathLst>
              <a:path extrusionOk="0" h="120000" w="1927655">
                <a:moveTo>
                  <a:pt x="0" y="0"/>
                </a:moveTo>
                <a:lnTo>
                  <a:pt x="1927655" y="0"/>
                </a:lnTo>
              </a:path>
            </a:pathLst>
          </a:custGeom>
          <a:noFill/>
          <a:ln cap="flat" cmpd="sng" w="63500">
            <a:solidFill>
              <a:srgbClr val="0012A0"/>
            </a:solidFill>
            <a:prstDash val="solid"/>
            <a:miter lim="800000"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5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5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5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6" name="Shape 8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7" name="Google Shape;8617;p100"/>
          <p:cNvSpPr txBox="1"/>
          <p:nvPr>
            <p:ph idx="1" type="body"/>
          </p:nvPr>
        </p:nvSpPr>
        <p:spPr>
          <a:xfrm>
            <a:off x="838199" y="1724026"/>
            <a:ext cx="10925433" cy="4639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mobile IP architecture standardized ~20 years ago </a:t>
            </a:r>
            <a:r>
              <a:rPr lang="en-US" sz="2400"/>
              <a:t>[RFC 5944]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long before ubiquitous smartphones, 4G support for Internet protocols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did not see wide deployment/use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perhaps WiFi for Internet, and 2G/3G phones for voice were “good enough” at the time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mobile IP architecture: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indirect routing to node (via home network) using tunnels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mobile IP home agent: combined roles of 4G HSS and home P-GW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mobile IP foreign agent: combined roles of 4G MME and S-GW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protocols for agent discovery in visited network, registration of visited location in home network via ICMP extensions</a:t>
            </a:r>
            <a:endParaRPr/>
          </a:p>
          <a:p>
            <a:pPr indent="-698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8618" name="Google Shape;8618;p10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Mobile IP</a:t>
            </a:r>
            <a:endParaRPr/>
          </a:p>
        </p:txBody>
      </p:sp>
      <p:sp>
        <p:nvSpPr>
          <p:cNvPr id="8619" name="Google Shape;8619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4" name="Shape 8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5" name="Google Shape;8625;p101"/>
          <p:cNvSpPr txBox="1"/>
          <p:nvPr>
            <p:ph idx="1" type="body"/>
          </p:nvPr>
        </p:nvSpPr>
        <p:spPr>
          <a:xfrm>
            <a:off x="838199" y="1724026"/>
            <a:ext cx="10925433" cy="4639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logically, impact </a:t>
            </a:r>
            <a:r>
              <a:rPr i="1" lang="en-US"/>
              <a:t>should</a:t>
            </a:r>
            <a:r>
              <a:rPr lang="en-US"/>
              <a:t> be minimal …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best effort service model remains unchanged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TCP and UDP can (and do) run over wireless, mobile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… but performance-wise: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packet loss/delay due to bit-errors (discarded packets, delays for link-layer retransmissions), and handover loss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TCP interprets loss as congestion, will decrease congestion window un-necessarily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delay impairments for real-time traffic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bandwidth a scare resource for wireless links</a:t>
            </a:r>
            <a:endParaRPr/>
          </a:p>
          <a:p>
            <a:pPr indent="-698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8626" name="Google Shape;8626;p101"/>
          <p:cNvSpPr txBox="1"/>
          <p:nvPr>
            <p:ph type="title"/>
          </p:nvPr>
        </p:nvSpPr>
        <p:spPr>
          <a:xfrm>
            <a:off x="838199" y="451821"/>
            <a:ext cx="1077715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Wireless, mobility: impact on higher layer protocols</a:t>
            </a:r>
            <a:endParaRPr/>
          </a:p>
        </p:txBody>
      </p:sp>
      <p:sp>
        <p:nvSpPr>
          <p:cNvPr id="8627" name="Google Shape;8627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2" name="Shape 8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3" name="Google Shape;8633;p102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7 summary</a:t>
            </a:r>
            <a:endParaRPr sz="4400"/>
          </a:p>
        </p:txBody>
      </p:sp>
      <p:pic>
        <p:nvPicPr>
          <p:cNvPr descr="A train crossing a bridge over a body of water&#10;&#10;Description automatically generated" id="8634" name="Google Shape;863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834" y="6599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8635" name="Google Shape;8635;p102"/>
          <p:cNvSpPr txBox="1"/>
          <p:nvPr/>
        </p:nvSpPr>
        <p:spPr>
          <a:xfrm>
            <a:off x="823785" y="1333500"/>
            <a:ext cx="7047471" cy="345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22250" lvl="0" marL="352425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Links and network characteristics </a:t>
            </a:r>
            <a:endParaRPr/>
          </a:p>
          <a:p>
            <a:pPr indent="-222250" lvl="0" marL="352425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WiFi: 802.11 wireless LANs</a:t>
            </a:r>
            <a:endParaRPr/>
          </a:p>
          <a:p>
            <a:pPr indent="-222250" lvl="0" marL="352425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Cellular networks: 4G and 5G</a:t>
            </a:r>
            <a:endParaRPr/>
          </a:p>
        </p:txBody>
      </p:sp>
      <p:sp>
        <p:nvSpPr>
          <p:cNvPr id="8636" name="Google Shape;8636;p102"/>
          <p:cNvSpPr txBox="1"/>
          <p:nvPr/>
        </p:nvSpPr>
        <p:spPr>
          <a:xfrm>
            <a:off x="818291" y="3379617"/>
            <a:ext cx="10537568" cy="32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500"/>
              <a:buFont typeface="Noto Sans Symbols"/>
              <a:buNone/>
            </a:pPr>
            <a:r>
              <a:rPr lang="en-US" sz="35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Mobility</a:t>
            </a:r>
            <a:endParaRPr/>
          </a:p>
          <a:p>
            <a:pPr indent="-279400" lvl="0" marL="393700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 management: principles</a:t>
            </a:r>
            <a:endParaRPr/>
          </a:p>
          <a:p>
            <a:pPr indent="-279400" lvl="0" marL="393700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 management: practice</a:t>
            </a:r>
            <a:endParaRPr/>
          </a:p>
          <a:p>
            <a:pPr indent="-279400" lvl="1" marL="736600" marR="0" rtl="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networks</a:t>
            </a:r>
            <a:endParaRPr/>
          </a:p>
          <a:p>
            <a:pPr indent="-279400" lvl="1" marL="736600" marR="0" rtl="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IP</a:t>
            </a:r>
            <a:endParaRPr/>
          </a:p>
          <a:p>
            <a:pPr indent="-279400" lvl="0" marL="393700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Mobility: impact on higher-layer protocols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7" name="Google Shape;8637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