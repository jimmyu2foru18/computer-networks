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Arial Narrow"/>
      <p:regular r:id="rId36"/>
      <p:bold r:id="rId37"/>
      <p:italic r:id="rId38"/>
      <p:boldItalic r:id="rId39"/>
    </p:embeddedFont>
    <p:embeddedFont>
      <p:font typeface="Tahoma"/>
      <p:regular r:id="rId40"/>
      <p:bold r:id="rId41"/>
    </p:embeddedFont>
    <p:embeddedFont>
      <p:font typeface="Noto Sans Symbols"/>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80">
          <p15:clr>
            <a:srgbClr val="A4A3A4"/>
          </p15:clr>
        </p15:guide>
        <p15:guide id="2" pos="5496">
          <p15:clr>
            <a:srgbClr val="A4A3A4"/>
          </p15:clr>
        </p15:guide>
        <p15:guide id="3" orient="horz" pos="1680">
          <p15:clr>
            <a:srgbClr val="A4A3A4"/>
          </p15:clr>
        </p15:guide>
        <p15:guide id="4" pos="21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80" orient="horz"/>
        <p:guide pos="5496"/>
        <p:guide pos="1680" orient="horz"/>
        <p:guide pos="218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5.xml"/><Relationship Id="rId42" Type="http://schemas.openxmlformats.org/officeDocument/2006/relationships/font" Target="fonts/NotoSansSymbols-regular.fntdata"/><Relationship Id="rId41" Type="http://schemas.openxmlformats.org/officeDocument/2006/relationships/font" Target="fonts/Tahoma-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NotoSansSymbols-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rialNarrow-bold.fntdata"/><Relationship Id="rId14" Type="http://schemas.openxmlformats.org/officeDocument/2006/relationships/slide" Target="slides/slide9.xml"/><Relationship Id="rId36" Type="http://schemas.openxmlformats.org/officeDocument/2006/relationships/font" Target="fonts/ArialNarrow-regular.fntdata"/><Relationship Id="rId17" Type="http://schemas.openxmlformats.org/officeDocument/2006/relationships/slide" Target="slides/slide12.xml"/><Relationship Id="rId39" Type="http://schemas.openxmlformats.org/officeDocument/2006/relationships/font" Target="fonts/ArialNarrow-boldItalic.fntdata"/><Relationship Id="rId16" Type="http://schemas.openxmlformats.org/officeDocument/2006/relationships/slide" Target="slides/slide11.xml"/><Relationship Id="rId38" Type="http://schemas.openxmlformats.org/officeDocument/2006/relationships/font" Target="fonts/ArialNarrow-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Typical MSS is 1460 bytes</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246" name="Google Shape;24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exponeitally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294" name="Google Shape;2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317" name="Google Shape;31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338" name="Google Shape;3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347" name="Google Shape;3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cement our understanding of TCP reliability, let’s look a a few retransmission scenarios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case a TCP segments is transmited and the ACK is lost, and the TCP timeout mechanism results in another copy of being transmitted and then re-ACKed a the sender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second example two segments are sent and acknowledged, but there is a premature timeout e for the first segment, which is retransmitted.  Notet that when this retransmitted segment is received, the receiver has already received the first two segments, and so resends a cumulative ACK for both segments received so far, rather than an ACK for just this fist segment.</a:t>
            </a:r>
            <a:endParaRPr/>
          </a:p>
        </p:txBody>
      </p:sp>
      <p:sp>
        <p:nvSpPr>
          <p:cNvPr id="364" name="Google Shape;3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endParaRPr/>
          </a:p>
        </p:txBody>
      </p:sp>
      <p:sp>
        <p:nvSpPr>
          <p:cNvPr id="456" name="Google Shape;4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495" name="Google Shape;4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50" name="Google Shape;55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01" name="Google Shape;6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54" name="Google Shape;6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716" name="Google Shape;71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71" name="Google Shape;7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04" name="Google Shape;80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827" name="Google Shape;82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904" name="Google Shape;90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5" name="Google Shape;97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2" name="Google Shape;122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1223" name="Google Shape;122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1301" name="Google Shape;13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1318" name="Google Shape;131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5" name="Google Shape;132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will be a PIP</a:t>
            </a:r>
            <a:endParaRPr/>
          </a:p>
          <a:p>
            <a:pPr indent="0" lvl="0" marL="0" rtl="0" algn="l">
              <a:spcBef>
                <a:spcPts val="0"/>
              </a:spcBef>
              <a:spcAft>
                <a:spcPts val="0"/>
              </a:spcAft>
              <a:buNone/>
            </a:pPr>
            <a:r>
              <a:t/>
            </a:r>
            <a:endParaRPr/>
          </a:p>
        </p:txBody>
      </p:sp>
      <p:sp>
        <p:nvSpPr>
          <p:cNvPr id="1343" name="Google Shape;134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9" name="Google Shape;134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16.jp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580529" y="650420"/>
            <a:ext cx="6551791" cy="11167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Transport Layer</a:t>
            </a:r>
            <a:endParaRPr sz="6000"/>
          </a:p>
        </p:txBody>
      </p:sp>
      <p:sp>
        <p:nvSpPr>
          <p:cNvPr id="35" name="Google Shape;35;p6"/>
          <p:cNvSpPr txBox="1"/>
          <p:nvPr>
            <p:ph idx="2" type="body"/>
          </p:nvPr>
        </p:nvSpPr>
        <p:spPr>
          <a:xfrm>
            <a:off x="590430" y="1783836"/>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Transport-layer services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reliable data transfer </a:t>
            </a:r>
            <a:endParaRPr/>
          </a:p>
          <a:p>
            <a:pPr indent="-285750" lvl="0" marL="403225" rtl="0" algn="l">
              <a:lnSpc>
                <a:spcPct val="90000"/>
              </a:lnSpc>
              <a:spcBef>
                <a:spcPts val="800"/>
              </a:spcBef>
              <a:spcAft>
                <a:spcPts val="0"/>
              </a:spcAft>
              <a:buClr>
                <a:srgbClr val="0013A3"/>
              </a:buClr>
              <a:buSzPts val="3200"/>
              <a:buChar char="▪"/>
            </a:pPr>
            <a:r>
              <a:rPr lang="en-US" sz="3200"/>
              <a:t>Connection-oriented transport: TCP</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TCP congestion control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Evolution of transport-layer functionality</a:t>
            </a:r>
            <a:endParaRPr/>
          </a:p>
          <a:p>
            <a:pPr indent="-222250" lvl="0" marL="352425" rtl="0" algn="l">
              <a:lnSpc>
                <a:spcPct val="90000"/>
              </a:lnSpc>
              <a:spcBef>
                <a:spcPts val="1000"/>
              </a:spcBef>
              <a:spcAft>
                <a:spcPts val="0"/>
              </a:spcAft>
              <a:buClr>
                <a:srgbClr val="0013A3"/>
              </a:buClr>
              <a:buSzPts val="2400"/>
              <a:buFont typeface="Noto Sans Symbols"/>
              <a:buNone/>
            </a:pPr>
            <a:r>
              <a:t/>
            </a:r>
            <a:endParaRPr sz="2400"/>
          </a:p>
        </p:txBody>
      </p:sp>
      <p:grpSp>
        <p:nvGrpSpPr>
          <p:cNvPr id="36" name="Google Shape;36;p6"/>
          <p:cNvGrpSpPr/>
          <p:nvPr/>
        </p:nvGrpSpPr>
        <p:grpSpPr>
          <a:xfrm>
            <a:off x="7421880" y="792480"/>
            <a:ext cx="4399280" cy="3866277"/>
            <a:chOff x="7421880" y="792480"/>
            <a:chExt cx="4399280" cy="3866277"/>
          </a:xfrm>
        </p:grpSpPr>
        <p:pic>
          <p:nvPicPr>
            <p:cNvPr descr="University of Massachusetts Amherst - Wikipedia" id="37" name="Google Shape;37;p6"/>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38" name="Google Shape;38;p6"/>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39" name="Google Shape;39;p6"/>
            <p:cNvGrpSpPr/>
            <p:nvPr/>
          </p:nvGrpSpPr>
          <p:grpSpPr>
            <a:xfrm>
              <a:off x="7884160" y="3304540"/>
              <a:ext cx="3857707" cy="1354217"/>
              <a:chOff x="7904480" y="4206240"/>
              <a:chExt cx="3857707" cy="1354217"/>
            </a:xfrm>
          </p:grpSpPr>
          <p:pic>
            <p:nvPicPr>
              <p:cNvPr descr="Kurose_CVR_REV2.jpg" id="40" name="Google Shape;40;p6"/>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41" name="Google Shape;41;p6"/>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1000"/>
                                        <p:tgtEl>
                                          <p:spTgt spid="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10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  </a:t>
            </a:r>
            <a:r>
              <a:rPr b="0" lang="en-US" sz="3200"/>
              <a:t>RFCs: 793,1122, 2018, 5681, 7323</a:t>
            </a:r>
            <a:endParaRPr b="0" sz="4400"/>
          </a:p>
        </p:txBody>
      </p:sp>
      <p:sp>
        <p:nvSpPr>
          <p:cNvPr id="48" name="Google Shape;48;p7"/>
          <p:cNvSpPr txBox="1"/>
          <p:nvPr/>
        </p:nvSpPr>
        <p:spPr>
          <a:xfrm>
            <a:off x="5949863" y="1322613"/>
            <a:ext cx="6012953" cy="5535387"/>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cumulative ACKs</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pipelining:</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TCP congestion and flow control set window size</a:t>
            </a:r>
            <a:endParaRPr b="0" i="1" sz="2800" u="none" cap="none" strike="noStrike">
              <a:solidFill>
                <a:srgbClr val="000000"/>
              </a:solidFill>
              <a:latin typeface="Calibri"/>
              <a:ea typeface="Calibri"/>
              <a:cs typeface="Calibri"/>
              <a:sym typeface="Calibri"/>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connection-oriented: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handshaking (exchange of control messages) initializes sender, receiver state before data exchange</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flow controlled:</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will not overwhelm receiver</a:t>
            </a:r>
            <a:endParaRPr/>
          </a:p>
        </p:txBody>
      </p:sp>
      <p:sp>
        <p:nvSpPr>
          <p:cNvPr id="49" name="Google Shape;49;p7"/>
          <p:cNvSpPr txBox="1"/>
          <p:nvPr/>
        </p:nvSpPr>
        <p:spPr>
          <a:xfrm>
            <a:off x="687960" y="1322613"/>
            <a:ext cx="5382987" cy="4648200"/>
          </a:xfrm>
          <a:prstGeom prst="rect">
            <a:avLst/>
          </a:prstGeom>
          <a:noFill/>
          <a:ln>
            <a:noFill/>
          </a:ln>
        </p:spPr>
        <p:txBody>
          <a:bodyPr anchorCtr="0" anchor="t" bIns="45700" lIns="91425" spcFirstLastPara="1" rIns="91425" wrap="square" tIns="45700">
            <a:normAutofit/>
          </a:bodyPr>
          <a:lstStyle/>
          <a:p>
            <a:pPr indent="-293688"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point-to-point</a:t>
            </a:r>
            <a:r>
              <a:rPr b="0" i="0" lang="en-US" sz="3200" u="none" cap="none" strike="noStrike">
                <a:solidFill>
                  <a:srgbClr val="CC0000"/>
                </a:solidFill>
                <a:latin typeface="Calibri"/>
                <a:ea typeface="Calibri"/>
                <a:cs typeface="Calibri"/>
                <a:sym typeface="Calibri"/>
              </a:rPr>
              <a:t>:</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one sender, one receiver</a:t>
            </a:r>
            <a:r>
              <a:rPr b="0" i="0" lang="en-US" sz="2800" u="none" cap="none" strike="noStrike">
                <a:solidFill>
                  <a:srgbClr val="FF0000"/>
                </a:solidFill>
                <a:latin typeface="Calibri"/>
                <a:ea typeface="Calibri"/>
                <a:cs typeface="Calibri"/>
                <a:sym typeface="Calibri"/>
              </a:rPr>
              <a:t> </a:t>
            </a:r>
            <a:endParaRPr/>
          </a:p>
          <a:p>
            <a:pPr indent="-293688"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reliable, in-order </a:t>
            </a:r>
            <a:r>
              <a:rPr b="0" i="1" lang="en-US" sz="3200" u="none" cap="none" strike="noStrike">
                <a:solidFill>
                  <a:srgbClr val="C00000"/>
                </a:solidFill>
                <a:latin typeface="Calibri"/>
                <a:ea typeface="Calibri"/>
                <a:cs typeface="Calibri"/>
                <a:sym typeface="Calibri"/>
              </a:rPr>
              <a:t>byte steam:</a:t>
            </a:r>
            <a:endParaRPr/>
          </a:p>
          <a:p>
            <a:pPr indent="-293688" lvl="2" marL="919163" marR="0" rtl="0" algn="l">
              <a:lnSpc>
                <a:spcPct val="90000"/>
              </a:lnSpc>
              <a:spcBef>
                <a:spcPts val="500"/>
              </a:spcBef>
              <a:spcAft>
                <a:spcPts val="0"/>
              </a:spcAft>
              <a:buClr>
                <a:srgbClr val="000000"/>
              </a:buClr>
              <a:buSzPts val="2800"/>
              <a:buFont typeface="Arial"/>
              <a:buChar char="•"/>
            </a:pPr>
            <a:r>
              <a:rPr b="0" i="0" lang="en-US" sz="2800" u="none" cap="none" strike="noStrike">
                <a:solidFill>
                  <a:srgbClr val="000000"/>
                </a:solidFill>
                <a:latin typeface="Calibri"/>
                <a:ea typeface="Calibri"/>
                <a:cs typeface="Calibri"/>
                <a:sym typeface="Calibri"/>
              </a:rPr>
              <a:t>no “message boundaries"</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full duplex data:</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bi-directional data flow in same connection</a:t>
            </a:r>
            <a:endParaRPr/>
          </a:p>
          <a:p>
            <a:pPr indent="-231775" lvl="1" marL="695325" marR="0" rtl="0" algn="l">
              <a:lnSpc>
                <a:spcPct val="90000"/>
              </a:lnSpc>
              <a:spcBef>
                <a:spcPts val="4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MSS: maximum segment size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56" name="Google Shape;56;p8"/>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 name="Google Shape;57;p8"/>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58" name="Google Shape;58;p8"/>
          <p:cNvGrpSpPr/>
          <p:nvPr/>
        </p:nvGrpSpPr>
        <p:grpSpPr>
          <a:xfrm>
            <a:off x="4495573" y="1661303"/>
            <a:ext cx="3450544" cy="401997"/>
            <a:chOff x="4495573" y="1661303"/>
            <a:chExt cx="3450544" cy="401997"/>
          </a:xfrm>
        </p:grpSpPr>
        <p:sp>
          <p:nvSpPr>
            <p:cNvPr id="59" name="Google Shape;59;p8"/>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60" name="Google Shape;60;p8"/>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61" name="Google Shape;61;p8"/>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62" name="Google Shape;62;p8"/>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63" name="Google Shape;63;p8"/>
          <p:cNvGrpSpPr/>
          <p:nvPr/>
        </p:nvGrpSpPr>
        <p:grpSpPr>
          <a:xfrm>
            <a:off x="4324123" y="1145724"/>
            <a:ext cx="3935412" cy="366713"/>
            <a:chOff x="4324123" y="1145724"/>
            <a:chExt cx="3935412" cy="366713"/>
          </a:xfrm>
        </p:grpSpPr>
        <p:sp>
          <p:nvSpPr>
            <p:cNvPr id="64" name="Google Shape;64;p8"/>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65" name="Google Shape;65;p8"/>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66" name="Google Shape;66;p8"/>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67" name="Google Shape;67;p8"/>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8" name="Google Shape;68;p8"/>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69" name="Google Shape;69;p8"/>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0" name="Google Shape;70;p8"/>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1" name="Google Shape;71;p8"/>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72" name="Google Shape;72;p8"/>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73" name="Google Shape;73;p8"/>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74" name="Google Shape;74;p8"/>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75" name="Google Shape;75;p8"/>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76" name="Google Shape;76;p8"/>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77" name="Google Shape;77;p8"/>
          <p:cNvGrpSpPr/>
          <p:nvPr/>
        </p:nvGrpSpPr>
        <p:grpSpPr>
          <a:xfrm>
            <a:off x="6405335" y="2817362"/>
            <a:ext cx="5252586" cy="731484"/>
            <a:chOff x="6405335" y="2817362"/>
            <a:chExt cx="5252586" cy="731484"/>
          </a:xfrm>
        </p:grpSpPr>
        <p:sp>
          <p:nvSpPr>
            <p:cNvPr id="78" name="Google Shape;78;p8"/>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79" name="Google Shape;79;p8"/>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80" name="Google Shape;80;p8"/>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81" name="Google Shape;81;p8"/>
          <p:cNvGrpSpPr/>
          <p:nvPr/>
        </p:nvGrpSpPr>
        <p:grpSpPr>
          <a:xfrm>
            <a:off x="4979760" y="1674436"/>
            <a:ext cx="7040433" cy="1034129"/>
            <a:chOff x="4979760" y="1674436"/>
            <a:chExt cx="7040433" cy="1034129"/>
          </a:xfrm>
        </p:grpSpPr>
        <p:sp>
          <p:nvSpPr>
            <p:cNvPr id="82" name="Google Shape;82;p8"/>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83" name="Google Shape;83;p8"/>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84" name="Google Shape;84;p8"/>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85" name="Google Shape;85;p8"/>
          <p:cNvGrpSpPr/>
          <p:nvPr/>
        </p:nvGrpSpPr>
        <p:grpSpPr>
          <a:xfrm>
            <a:off x="5398860" y="4614412"/>
            <a:ext cx="5770816" cy="1113459"/>
            <a:chOff x="5398860" y="4614412"/>
            <a:chExt cx="5770816" cy="1113459"/>
          </a:xfrm>
        </p:grpSpPr>
        <p:sp>
          <p:nvSpPr>
            <p:cNvPr id="86" name="Google Shape;86;p8"/>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87" name="Google Shape;87;p8"/>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88" name="Google Shape;88;p8"/>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89" name="Google Shape;89;p8"/>
          <p:cNvGrpSpPr/>
          <p:nvPr/>
        </p:nvGrpSpPr>
        <p:grpSpPr>
          <a:xfrm>
            <a:off x="230393" y="1952743"/>
            <a:ext cx="7771793" cy="1241280"/>
            <a:chOff x="230393" y="1952743"/>
            <a:chExt cx="7771793" cy="1241280"/>
          </a:xfrm>
        </p:grpSpPr>
        <p:sp>
          <p:nvSpPr>
            <p:cNvPr id="90" name="Google Shape;90;p8"/>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91" name="Google Shape;91;p8"/>
            <p:cNvGrpSpPr/>
            <p:nvPr/>
          </p:nvGrpSpPr>
          <p:grpSpPr>
            <a:xfrm>
              <a:off x="230393" y="1952743"/>
              <a:ext cx="7771793" cy="971860"/>
              <a:chOff x="217867" y="1965269"/>
              <a:chExt cx="7771793" cy="971860"/>
            </a:xfrm>
          </p:grpSpPr>
          <p:sp>
            <p:nvSpPr>
              <p:cNvPr id="92" name="Google Shape;92;p8"/>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93" name="Google Shape;93;p8"/>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94" name="Google Shape;94;p8"/>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95" name="Google Shape;95;p8"/>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96" name="Google Shape;96;p8"/>
          <p:cNvGrpSpPr/>
          <p:nvPr/>
        </p:nvGrpSpPr>
        <p:grpSpPr>
          <a:xfrm>
            <a:off x="1895418" y="3659802"/>
            <a:ext cx="5828956" cy="1090980"/>
            <a:chOff x="1895418" y="3659802"/>
            <a:chExt cx="5828956" cy="1090980"/>
          </a:xfrm>
        </p:grpSpPr>
        <p:sp>
          <p:nvSpPr>
            <p:cNvPr id="97" name="Google Shape;97;p8"/>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98" name="Google Shape;98;p8"/>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99" name="Google Shape;99;p8"/>
            <p:cNvCxnSpPr>
              <a:stCxn id="98" idx="3"/>
              <a:endCxn id="97"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100" name="Google Shape;100;p8"/>
          <p:cNvGrpSpPr/>
          <p:nvPr/>
        </p:nvGrpSpPr>
        <p:grpSpPr>
          <a:xfrm>
            <a:off x="318075" y="2819126"/>
            <a:ext cx="4456458" cy="424732"/>
            <a:chOff x="318075" y="2819126"/>
            <a:chExt cx="4456458" cy="424732"/>
          </a:xfrm>
        </p:grpSpPr>
        <p:sp>
          <p:nvSpPr>
            <p:cNvPr id="101" name="Google Shape;101;p8"/>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102" name="Google Shape;102;p8"/>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103" name="Google Shape;103;p8"/>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104" name="Google Shape;104;p8"/>
          <p:cNvGrpSpPr/>
          <p:nvPr/>
        </p:nvGrpSpPr>
        <p:grpSpPr>
          <a:xfrm>
            <a:off x="-24878" y="3174115"/>
            <a:ext cx="6031751" cy="424732"/>
            <a:chOff x="-24878" y="3174115"/>
            <a:chExt cx="6031751" cy="424732"/>
          </a:xfrm>
        </p:grpSpPr>
        <p:sp>
          <p:nvSpPr>
            <p:cNvPr id="105" name="Google Shape;105;p8"/>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106" name="Google Shape;106;p8"/>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107" name="Google Shape;107;p8"/>
            <p:cNvCxnSpPr>
              <a:stCxn id="106" idx="3"/>
              <a:endCxn id="105"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108" name="Google Shape;108;p8"/>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109" name="Google Shape;109;p8"/>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110" name="Google Shape;110;p8"/>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11" name="Google Shape;111;p8"/>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12" name="Google Shape;112;p8"/>
          <p:cNvGrpSpPr/>
          <p:nvPr/>
        </p:nvGrpSpPr>
        <p:grpSpPr>
          <a:xfrm>
            <a:off x="172543" y="2863949"/>
            <a:ext cx="6190466" cy="2660551"/>
            <a:chOff x="172543" y="2863949"/>
            <a:chExt cx="6190466" cy="2660551"/>
          </a:xfrm>
        </p:grpSpPr>
        <p:sp>
          <p:nvSpPr>
            <p:cNvPr id="113" name="Google Shape;113;p8"/>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114" name="Google Shape;114;p8"/>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5" name="Google Shape;115;p8"/>
            <p:cNvGrpSpPr/>
            <p:nvPr/>
          </p:nvGrpSpPr>
          <p:grpSpPr>
            <a:xfrm>
              <a:off x="5775299" y="2863949"/>
              <a:ext cx="587710" cy="339181"/>
              <a:chOff x="5775299" y="2863949"/>
              <a:chExt cx="587710" cy="339181"/>
            </a:xfrm>
          </p:grpSpPr>
          <p:sp>
            <p:nvSpPr>
              <p:cNvPr id="116" name="Google Shape;116;p8"/>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117" name="Google Shape;117;p8"/>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118" name="Google Shape;118;p8"/>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119" name="Google Shape;119;p8"/>
          <p:cNvGrpSpPr/>
          <p:nvPr/>
        </p:nvGrpSpPr>
        <p:grpSpPr>
          <a:xfrm>
            <a:off x="5277007" y="2859957"/>
            <a:ext cx="2976178" cy="719405"/>
            <a:chOff x="5277007" y="2859957"/>
            <a:chExt cx="2976178" cy="719405"/>
          </a:xfrm>
        </p:grpSpPr>
        <p:sp>
          <p:nvSpPr>
            <p:cNvPr id="120" name="Google Shape;120;p8"/>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121" name="Google Shape;121;p8"/>
            <p:cNvGrpSpPr/>
            <p:nvPr/>
          </p:nvGrpSpPr>
          <p:grpSpPr>
            <a:xfrm>
              <a:off x="5277007" y="2859957"/>
              <a:ext cx="627836" cy="345695"/>
              <a:chOff x="5527528" y="3067992"/>
              <a:chExt cx="627836" cy="345695"/>
            </a:xfrm>
          </p:grpSpPr>
          <p:sp>
            <p:nvSpPr>
              <p:cNvPr id="122" name="Google Shape;122;p8"/>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123" name="Google Shape;123;p8"/>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124" name="Google Shape;124;p8"/>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125" name="Google Shape;125;p8"/>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126" name="Google Shape;126;p8"/>
          <p:cNvGrpSpPr/>
          <p:nvPr/>
        </p:nvGrpSpPr>
        <p:grpSpPr>
          <a:xfrm>
            <a:off x="182880" y="2863950"/>
            <a:ext cx="5235245" cy="1390074"/>
            <a:chOff x="182880" y="2863950"/>
            <a:chExt cx="5235245" cy="1390074"/>
          </a:xfrm>
        </p:grpSpPr>
        <p:grpSp>
          <p:nvGrpSpPr>
            <p:cNvPr id="127" name="Google Shape;127;p8"/>
            <p:cNvGrpSpPr/>
            <p:nvPr/>
          </p:nvGrpSpPr>
          <p:grpSpPr>
            <a:xfrm>
              <a:off x="4962499" y="2863950"/>
              <a:ext cx="455626" cy="338554"/>
              <a:chOff x="4962499" y="2863950"/>
              <a:chExt cx="455626" cy="338554"/>
            </a:xfrm>
          </p:grpSpPr>
          <p:sp>
            <p:nvSpPr>
              <p:cNvPr id="128" name="Google Shape;128;p8"/>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129" name="Google Shape;129;p8"/>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130" name="Google Shape;130;p8"/>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131" name="Google Shape;131;p8"/>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138" name="Google Shape;138;p9"/>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139" name="Google Shape;139;p9"/>
          <p:cNvGrpSpPr/>
          <p:nvPr/>
        </p:nvGrpSpPr>
        <p:grpSpPr>
          <a:xfrm>
            <a:off x="7783528" y="3989281"/>
            <a:ext cx="3086106" cy="2541588"/>
            <a:chOff x="3520" y="2404"/>
            <a:chExt cx="1944" cy="1601"/>
          </a:xfrm>
        </p:grpSpPr>
        <p:sp>
          <p:nvSpPr>
            <p:cNvPr id="140" name="Google Shape;140;p9"/>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1" name="Google Shape;141;p9"/>
            <p:cNvGrpSpPr/>
            <p:nvPr/>
          </p:nvGrpSpPr>
          <p:grpSpPr>
            <a:xfrm>
              <a:off x="3731" y="3291"/>
              <a:ext cx="1252" cy="714"/>
              <a:chOff x="1974" y="2984"/>
              <a:chExt cx="1252" cy="714"/>
            </a:xfrm>
          </p:grpSpPr>
          <p:sp>
            <p:nvSpPr>
              <p:cNvPr id="142" name="Google Shape;142;p9"/>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 name="Google Shape;143;p9"/>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144" name="Google Shape;144;p9"/>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145" name="Google Shape;145;p9"/>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146" name="Google Shape;146;p9"/>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147" name="Google Shape;147;p9"/>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148" name="Google Shape;148;p9"/>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149" name="Google Shape;149;p9"/>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150" name="Google Shape;150;p9"/>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151" name="Google Shape;151;p9"/>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152" name="Google Shape;152;p9"/>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153" name="Google Shape;153;p9"/>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154" name="Google Shape;154;p9"/>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155" name="Google Shape;155;p9"/>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156" name="Google Shape;156;p9"/>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157" name="Google Shape;157;p9"/>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158" name="Google Shape;158;p9"/>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159" name="Google Shape;159;p9"/>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60" name="Google Shape;160;p9"/>
          <p:cNvGrpSpPr/>
          <p:nvPr/>
        </p:nvGrpSpPr>
        <p:grpSpPr>
          <a:xfrm>
            <a:off x="8685214" y="6022869"/>
            <a:ext cx="358775" cy="304800"/>
            <a:chOff x="5144" y="3677"/>
            <a:chExt cx="226" cy="192"/>
          </a:xfrm>
        </p:grpSpPr>
        <p:sp>
          <p:nvSpPr>
            <p:cNvPr id="161" name="Google Shape;161;p9"/>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2" name="Google Shape;162;p9"/>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163" name="Google Shape;163;p9"/>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4" name="Google Shape;164;p9"/>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5" name="Google Shape;165;p9"/>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6" name="Google Shape;166;p9"/>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7" name="Google Shape;167;p9"/>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8" name="Google Shape;168;p9"/>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9" name="Google Shape;169;p9"/>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0" name="Google Shape;170;p9"/>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1" name="Google Shape;171;p9"/>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2" name="Google Shape;172;p9"/>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3" name="Google Shape;173;p9"/>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4" name="Google Shape;174;p9"/>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5" name="Google Shape;175;p9"/>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6" name="Google Shape;176;p9"/>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7" name="Google Shape;177;p9"/>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8" name="Google Shape;178;p9"/>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79" name="Google Shape;179;p9"/>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0" name="Google Shape;180;p9"/>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1" name="Google Shape;181;p9"/>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2" name="Google Shape;182;p9"/>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3" name="Google Shape;183;p9"/>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4" name="Google Shape;184;p9"/>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5" name="Google Shape;185;p9"/>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6" name="Google Shape;186;p9"/>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7" name="Google Shape;187;p9"/>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8" name="Google Shape;188;p9"/>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89" name="Google Shape;189;p9"/>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 name="Google Shape;190;p9"/>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 name="Google Shape;191;p9"/>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 name="Google Shape;192;p9"/>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 name="Google Shape;193;p9"/>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 name="Google Shape;194;p9"/>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 name="Google Shape;195;p9"/>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6" name="Google Shape;196;p9"/>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 name="Google Shape;197;p9"/>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 name="Google Shape;198;p9"/>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 name="Google Shape;199;p9"/>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00" name="Google Shape;200;p9"/>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201" name="Google Shape;201;p9"/>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202" name="Google Shape;202;p9"/>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203" name="Google Shape;203;p9"/>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204" name="Google Shape;204;p9"/>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205" name="Google Shape;205;p9"/>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06" name="Google Shape;206;p9"/>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207" name="Google Shape;207;p9"/>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208" name="Google Shape;208;p9"/>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209" name="Google Shape;209;p9"/>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210" name="Google Shape;210;p9"/>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211" name="Google Shape;211;p9"/>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212" name="Google Shape;212;p9"/>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213" name="Google Shape;213;p9"/>
          <p:cNvGrpSpPr/>
          <p:nvPr/>
        </p:nvGrpSpPr>
        <p:grpSpPr>
          <a:xfrm>
            <a:off x="8696327" y="2882326"/>
            <a:ext cx="593725" cy="136525"/>
            <a:chOff x="4250" y="1692"/>
            <a:chExt cx="374" cy="86"/>
          </a:xfrm>
        </p:grpSpPr>
        <p:cxnSp>
          <p:nvCxnSpPr>
            <p:cNvPr id="214" name="Google Shape;214;p9"/>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15" name="Google Shape;215;p9"/>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216" name="Google Shape;216;p9"/>
          <p:cNvGrpSpPr/>
          <p:nvPr/>
        </p:nvGrpSpPr>
        <p:grpSpPr>
          <a:xfrm rot="10800000">
            <a:off x="7793040" y="2896614"/>
            <a:ext cx="593725" cy="136525"/>
            <a:chOff x="4257" y="1699"/>
            <a:chExt cx="374" cy="86"/>
          </a:xfrm>
        </p:grpSpPr>
        <p:cxnSp>
          <p:nvCxnSpPr>
            <p:cNvPr id="217" name="Google Shape;217;p9"/>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218" name="Google Shape;218;p9"/>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219" name="Google Shape;219;p9"/>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220" name="Google Shape;220;p9"/>
          <p:cNvGrpSpPr/>
          <p:nvPr/>
        </p:nvGrpSpPr>
        <p:grpSpPr>
          <a:xfrm>
            <a:off x="6321427" y="1140839"/>
            <a:ext cx="2952750" cy="1966912"/>
            <a:chOff x="2600" y="665"/>
            <a:chExt cx="1860" cy="1239"/>
          </a:xfrm>
        </p:grpSpPr>
        <p:sp>
          <p:nvSpPr>
            <p:cNvPr id="221" name="Google Shape;221;p9"/>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2" name="Google Shape;222;p9"/>
            <p:cNvGrpSpPr/>
            <p:nvPr/>
          </p:nvGrpSpPr>
          <p:grpSpPr>
            <a:xfrm>
              <a:off x="2820" y="872"/>
              <a:ext cx="1252" cy="714"/>
              <a:chOff x="1976" y="2984"/>
              <a:chExt cx="1252" cy="714"/>
            </a:xfrm>
          </p:grpSpPr>
          <p:sp>
            <p:nvSpPr>
              <p:cNvPr id="223" name="Google Shape;223;p9"/>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 name="Google Shape;224;p9"/>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225" name="Google Shape;225;p9"/>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226" name="Google Shape;226;p9"/>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227" name="Google Shape;227;p9"/>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228" name="Google Shape;228;p9"/>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229" name="Google Shape;229;p9"/>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230" name="Google Shape;230;p9"/>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31" name="Google Shape;231;p9"/>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232" name="Google Shape;232;p9"/>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233" name="Google Shape;233;p9"/>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234" name="Google Shape;234;p9"/>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235" name="Google Shape;235;p9"/>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236" name="Google Shape;236;p9"/>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237" name="Google Shape;237;p9"/>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238" name="Google Shape;238;p9"/>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239" name="Google Shape;239;p9"/>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240" name="Google Shape;240;p9"/>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41" name="Google Shape;241;p9"/>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242" name="Google Shape;242;p9"/>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249" name="Google Shape;249;p10"/>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250" name="Google Shape;250;p10"/>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251" name="Google Shape;251;p10"/>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252" name="Google Shape;252;p10"/>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253" name="Google Shape;253;p10"/>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254" name="Google Shape;254;p10"/>
          <p:cNvGrpSpPr/>
          <p:nvPr/>
        </p:nvGrpSpPr>
        <p:grpSpPr>
          <a:xfrm>
            <a:off x="1499000" y="2541021"/>
            <a:ext cx="5581275" cy="780392"/>
            <a:chOff x="1499000" y="2541021"/>
            <a:chExt cx="5581275" cy="780392"/>
          </a:xfrm>
        </p:grpSpPr>
        <p:cxnSp>
          <p:nvCxnSpPr>
            <p:cNvPr id="255" name="Google Shape;255;p10"/>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256" name="Google Shape;256;p10"/>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257" name="Google Shape;257;p10"/>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58" name="Google Shape;258;p10"/>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259" name="Google Shape;259;p10"/>
          <p:cNvGrpSpPr/>
          <p:nvPr/>
        </p:nvGrpSpPr>
        <p:grpSpPr>
          <a:xfrm>
            <a:off x="4264368" y="3523026"/>
            <a:ext cx="2813399" cy="800100"/>
            <a:chOff x="4264368" y="3523026"/>
            <a:chExt cx="2813399" cy="800100"/>
          </a:xfrm>
        </p:grpSpPr>
        <p:cxnSp>
          <p:nvCxnSpPr>
            <p:cNvPr id="260" name="Google Shape;260;p10"/>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261" name="Google Shape;261;p10"/>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62" name="Google Shape;262;p10"/>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263" name="Google Shape;263;p10"/>
          <p:cNvGrpSpPr/>
          <p:nvPr/>
        </p:nvGrpSpPr>
        <p:grpSpPr>
          <a:xfrm>
            <a:off x="4339949" y="4518388"/>
            <a:ext cx="2590800" cy="506413"/>
            <a:chOff x="4339949" y="4518388"/>
            <a:chExt cx="2590800" cy="506413"/>
          </a:xfrm>
        </p:grpSpPr>
        <p:cxnSp>
          <p:nvCxnSpPr>
            <p:cNvPr id="264" name="Google Shape;264;p10"/>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265" name="Google Shape;265;p10"/>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66" name="Google Shape;266;p10"/>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267" name="Google Shape;267;p10"/>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268" name="Google Shape;268;p10"/>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269" name="Google Shape;269;p10"/>
          <p:cNvGrpSpPr/>
          <p:nvPr/>
        </p:nvGrpSpPr>
        <p:grpSpPr>
          <a:xfrm>
            <a:off x="3824012" y="1687876"/>
            <a:ext cx="755650" cy="782637"/>
            <a:chOff x="-44" y="1473"/>
            <a:chExt cx="981" cy="1105"/>
          </a:xfrm>
        </p:grpSpPr>
        <p:pic>
          <p:nvPicPr>
            <p:cNvPr descr="desktop_computer_stylized_medium" id="270" name="Google Shape;270;p1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1" name="Google Shape;271;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272" name="Google Shape;272;p10"/>
          <p:cNvGrpSpPr/>
          <p:nvPr/>
        </p:nvGrpSpPr>
        <p:grpSpPr>
          <a:xfrm flipH="1">
            <a:off x="6686274" y="1727563"/>
            <a:ext cx="788988" cy="862013"/>
            <a:chOff x="-44" y="1473"/>
            <a:chExt cx="981" cy="1105"/>
          </a:xfrm>
        </p:grpSpPr>
        <p:pic>
          <p:nvPicPr>
            <p:cNvPr descr="desktop_computer_stylized_medium" id="273" name="Google Shape;273;p1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4" name="Google Shape;274;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275" name="Google Shape;275;p10"/>
          <p:cNvGrpSpPr/>
          <p:nvPr/>
        </p:nvGrpSpPr>
        <p:grpSpPr>
          <a:xfrm>
            <a:off x="4692316" y="2815389"/>
            <a:ext cx="1388485" cy="1371600"/>
            <a:chOff x="4692316" y="2815389"/>
            <a:chExt cx="1388485" cy="1371600"/>
          </a:xfrm>
        </p:grpSpPr>
        <p:sp>
          <p:nvSpPr>
            <p:cNvPr id="276" name="Google Shape;276;p10"/>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7" name="Google Shape;277;p10"/>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78" name="Google Shape;278;p10"/>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279" name="Google Shape;279;p10"/>
          <p:cNvGrpSpPr/>
          <p:nvPr/>
        </p:nvGrpSpPr>
        <p:grpSpPr>
          <a:xfrm>
            <a:off x="4684295" y="3737810"/>
            <a:ext cx="1982043" cy="1307432"/>
            <a:chOff x="4692316" y="2815389"/>
            <a:chExt cx="1982043" cy="1307432"/>
          </a:xfrm>
        </p:grpSpPr>
        <p:sp>
          <p:nvSpPr>
            <p:cNvPr id="280" name="Google Shape;280;p10"/>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1" name="Google Shape;281;p10"/>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82" name="Google Shape;282;p10"/>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5"/>
                                        </p:tgtEl>
                                      </p:cBhvr>
                                    </p:animEffect>
                                    <p:set>
                                      <p:cBhvr>
                                        <p:cTn dur="1" fill="hold">
                                          <p:stCondLst>
                                            <p:cond delay="500"/>
                                          </p:stCondLst>
                                        </p:cTn>
                                        <p:tgtEl>
                                          <p:spTgt spid="27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289" name="Google Shape;289;p11"/>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290" name="Google Shape;290;p11"/>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2"/>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 name="Google Shape;297;p1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298" name="Google Shape;298;p12"/>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299" name="Google Shape;299;p12"/>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300" name="Google Shape;300;p12"/>
          <p:cNvGrpSpPr/>
          <p:nvPr/>
        </p:nvGrpSpPr>
        <p:grpSpPr>
          <a:xfrm>
            <a:off x="4673229" y="2443135"/>
            <a:ext cx="6448425" cy="4292600"/>
            <a:chOff x="1531938" y="2565400"/>
            <a:chExt cx="6448425" cy="4292600"/>
          </a:xfrm>
        </p:grpSpPr>
        <p:grpSp>
          <p:nvGrpSpPr>
            <p:cNvPr id="301" name="Google Shape;301;p12"/>
            <p:cNvGrpSpPr/>
            <p:nvPr/>
          </p:nvGrpSpPr>
          <p:grpSpPr>
            <a:xfrm>
              <a:off x="1708150" y="2565400"/>
              <a:ext cx="6272213" cy="4292600"/>
              <a:chOff x="782" y="1865"/>
              <a:chExt cx="3951" cy="2704"/>
            </a:xfrm>
          </p:grpSpPr>
          <p:pic>
            <p:nvPicPr>
              <p:cNvPr id="302" name="Google Shape;302;p12"/>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303" name="Google Shape;303;p12"/>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 name="Google Shape;304;p12"/>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305" name="Google Shape;305;p12"/>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306" name="Google Shape;306;p12"/>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307" name="Google Shape;307;p12"/>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308" name="Google Shape;308;p12"/>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9" name="Google Shape;309;p12"/>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 name="Google Shape;310;p12"/>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 name="Google Shape;311;p12"/>
            <p:cNvGrpSpPr/>
            <p:nvPr/>
          </p:nvGrpSpPr>
          <p:grpSpPr>
            <a:xfrm>
              <a:off x="4041775" y="6386513"/>
              <a:ext cx="1512888" cy="336550"/>
              <a:chOff x="2343" y="3645"/>
              <a:chExt cx="953" cy="212"/>
            </a:xfrm>
          </p:grpSpPr>
          <p:sp>
            <p:nvSpPr>
              <p:cNvPr id="312" name="Google Shape;312;p12"/>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 name="Google Shape;313;p12"/>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320" name="Google Shape;320;p13"/>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321" name="Google Shape;321;p13"/>
          <p:cNvGrpSpPr/>
          <p:nvPr/>
        </p:nvGrpSpPr>
        <p:grpSpPr>
          <a:xfrm>
            <a:off x="1061454" y="2679700"/>
            <a:ext cx="9532485" cy="1193800"/>
            <a:chOff x="858254" y="2667000"/>
            <a:chExt cx="9532485" cy="1193800"/>
          </a:xfrm>
        </p:grpSpPr>
        <p:sp>
          <p:nvSpPr>
            <p:cNvPr id="322" name="Google Shape;322;p13"/>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3" name="Google Shape;323;p13"/>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324" name="Google Shape;324;p13"/>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325" name="Google Shape;325;p13"/>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326" name="Google Shape;326;p13"/>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327" name="Google Shape;327;p13"/>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328" name="Google Shape;328;p13"/>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329" name="Google Shape;329;p13"/>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330" name="Google Shape;330;p13"/>
          <p:cNvGrpSpPr/>
          <p:nvPr/>
        </p:nvGrpSpPr>
        <p:grpSpPr>
          <a:xfrm>
            <a:off x="1304479" y="4827690"/>
            <a:ext cx="10446405" cy="940044"/>
            <a:chOff x="1837879" y="3151290"/>
            <a:chExt cx="10446405" cy="940044"/>
          </a:xfrm>
        </p:grpSpPr>
        <p:sp>
          <p:nvSpPr>
            <p:cNvPr id="331" name="Google Shape;331;p13"/>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2" name="Google Shape;332;p13"/>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333" name="Google Shape;333;p13"/>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334" name="Google Shape;334;p13"/>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341" name="Google Shape;341;p14"/>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342" name="Google Shape;342;p14"/>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343" name="Google Shape;343;p14"/>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350" name="Google Shape;350;p15"/>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351" name="Google Shape;351;p15"/>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352" name="Google Shape;352;p15"/>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353" name="Google Shape;353;p15"/>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54" name="Google Shape;354;p15"/>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355" name="Google Shape;355;p15"/>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356" name="Google Shape;356;p15"/>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357" name="Google Shape;357;p15"/>
          <p:cNvSpPr/>
          <p:nvPr/>
        </p:nvSpPr>
        <p:spPr>
          <a:xfrm>
            <a:off x="2141951" y="2079321"/>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8" name="Google Shape;358;p15"/>
          <p:cNvSpPr/>
          <p:nvPr/>
        </p:nvSpPr>
        <p:spPr>
          <a:xfrm>
            <a:off x="2006253" y="3158647"/>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9" name="Google Shape;359;p15"/>
          <p:cNvSpPr/>
          <p:nvPr/>
        </p:nvSpPr>
        <p:spPr>
          <a:xfrm>
            <a:off x="2196231" y="4237973"/>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0" name="Google Shape;360;p15"/>
          <p:cNvSpPr/>
          <p:nvPr/>
        </p:nvSpPr>
        <p:spPr>
          <a:xfrm>
            <a:off x="2246335" y="5340264"/>
            <a:ext cx="7753611" cy="9394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7"/>
                                        </p:tgtEl>
                                      </p:cBhvr>
                                    </p:animEffect>
                                    <p:set>
                                      <p:cBhvr>
                                        <p:cTn dur="1" fill="hold">
                                          <p:stCondLst>
                                            <p:cond delay="500"/>
                                          </p:stCondLst>
                                        </p:cTn>
                                        <p:tgtEl>
                                          <p:spTgt spid="3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8"/>
                                        </p:tgtEl>
                                      </p:cBhvr>
                                    </p:animEffect>
                                    <p:set>
                                      <p:cBhvr>
                                        <p:cTn dur="1" fill="hold">
                                          <p:stCondLst>
                                            <p:cond delay="500"/>
                                          </p:stCondLst>
                                        </p:cTn>
                                        <p:tgtEl>
                                          <p:spTgt spid="3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9"/>
                                        </p:tgtEl>
                                      </p:cBhvr>
                                    </p:animEffect>
                                    <p:set>
                                      <p:cBhvr>
                                        <p:cTn dur="1" fill="hold">
                                          <p:stCondLst>
                                            <p:cond delay="500"/>
                                          </p:stCondLst>
                                        </p:cTn>
                                        <p:tgtEl>
                                          <p:spTgt spid="3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0"/>
                                        </p:tgtEl>
                                      </p:cBhvr>
                                    </p:animEffect>
                                    <p:set>
                                      <p:cBhvr>
                                        <p:cTn dur="1" fill="hold">
                                          <p:stCondLst>
                                            <p:cond delay="500"/>
                                          </p:stCondLst>
                                        </p:cTn>
                                        <p:tgtEl>
                                          <p:spTgt spid="3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367" name="Google Shape;367;p16"/>
          <p:cNvSpPr txBox="1"/>
          <p:nvPr/>
        </p:nvSpPr>
        <p:spPr>
          <a:xfrm>
            <a:off x="2236856" y="5873422"/>
            <a:ext cx="1922463"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lost ACK scenario</a:t>
            </a:r>
            <a:endParaRPr b="0" i="0" sz="1000" u="none" cap="none" strike="noStrike">
              <a:solidFill>
                <a:srgbClr val="000000"/>
              </a:solidFill>
              <a:latin typeface="Tahoma"/>
              <a:ea typeface="Tahoma"/>
              <a:cs typeface="Tahoma"/>
              <a:sym typeface="Tahoma"/>
            </a:endParaRPr>
          </a:p>
        </p:txBody>
      </p:sp>
      <p:sp>
        <p:nvSpPr>
          <p:cNvPr id="368" name="Google Shape;368;p16"/>
          <p:cNvSpPr txBox="1"/>
          <p:nvPr/>
        </p:nvSpPr>
        <p:spPr>
          <a:xfrm>
            <a:off x="3970406"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369" name="Google Shape;369;p16"/>
          <p:cNvSpPr txBox="1"/>
          <p:nvPr/>
        </p:nvSpPr>
        <p:spPr>
          <a:xfrm>
            <a:off x="1636781"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370" name="Google Shape;370;p16"/>
          <p:cNvGrpSpPr/>
          <p:nvPr/>
        </p:nvGrpSpPr>
        <p:grpSpPr>
          <a:xfrm>
            <a:off x="2032069" y="2342822"/>
            <a:ext cx="2346325" cy="571500"/>
            <a:chOff x="2032069" y="2342822"/>
            <a:chExt cx="2346325" cy="571500"/>
          </a:xfrm>
        </p:grpSpPr>
        <p:cxnSp>
          <p:nvCxnSpPr>
            <p:cNvPr id="371" name="Google Shape;371;p16"/>
            <p:cNvCxnSpPr/>
            <p:nvPr/>
          </p:nvCxnSpPr>
          <p:spPr>
            <a:xfrm>
              <a:off x="2032069"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372" name="Google Shape;372;p16"/>
            <p:cNvSpPr/>
            <p:nvPr/>
          </p:nvSpPr>
          <p:spPr>
            <a:xfrm>
              <a:off x="2735331"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3" name="Google Shape;373;p16"/>
            <p:cNvSpPr txBox="1"/>
            <p:nvPr/>
          </p:nvSpPr>
          <p:spPr>
            <a:xfrm>
              <a:off x="2176531"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cxnSp>
        <p:nvCxnSpPr>
          <p:cNvPr id="374" name="Google Shape;374;p16"/>
          <p:cNvCxnSpPr/>
          <p:nvPr/>
        </p:nvCxnSpPr>
        <p:spPr>
          <a:xfrm>
            <a:off x="2011431"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375" name="Google Shape;375;p16"/>
          <p:cNvCxnSpPr/>
          <p:nvPr/>
        </p:nvCxnSpPr>
        <p:spPr>
          <a:xfrm>
            <a:off x="4438719" y="2096760"/>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376" name="Google Shape;376;p16"/>
          <p:cNvGrpSpPr/>
          <p:nvPr/>
        </p:nvGrpSpPr>
        <p:grpSpPr>
          <a:xfrm>
            <a:off x="2019369" y="4104947"/>
            <a:ext cx="2351087" cy="512763"/>
            <a:chOff x="2019369" y="4104947"/>
            <a:chExt cx="2351087" cy="512763"/>
          </a:xfrm>
        </p:grpSpPr>
        <p:cxnSp>
          <p:nvCxnSpPr>
            <p:cNvPr id="377" name="Google Shape;377;p16"/>
            <p:cNvCxnSpPr/>
            <p:nvPr/>
          </p:nvCxnSpPr>
          <p:spPr>
            <a:xfrm>
              <a:off x="2019369" y="4111297"/>
              <a:ext cx="2351087" cy="506413"/>
            </a:xfrm>
            <a:prstGeom prst="straightConnector1">
              <a:avLst/>
            </a:prstGeom>
            <a:noFill/>
            <a:ln cap="flat" cmpd="sng" w="28575">
              <a:solidFill>
                <a:srgbClr val="3333CC"/>
              </a:solidFill>
              <a:prstDash val="solid"/>
              <a:round/>
              <a:headEnd len="med" w="med" type="none"/>
              <a:tailEnd len="med" w="med" type="triangle"/>
            </a:ln>
          </p:spPr>
        </p:cxnSp>
        <p:sp>
          <p:nvSpPr>
            <p:cNvPr id="378" name="Google Shape;378;p16"/>
            <p:cNvSpPr/>
            <p:nvPr/>
          </p:nvSpPr>
          <p:spPr>
            <a:xfrm>
              <a:off x="2628969" y="4104947"/>
              <a:ext cx="989012" cy="4302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9" name="Google Shape;379;p16"/>
            <p:cNvSpPr txBox="1"/>
            <p:nvPr/>
          </p:nvSpPr>
          <p:spPr>
            <a:xfrm>
              <a:off x="2165419" y="4185910"/>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grpSp>
        <p:nvGrpSpPr>
          <p:cNvPr id="380" name="Google Shape;380;p16"/>
          <p:cNvGrpSpPr/>
          <p:nvPr/>
        </p:nvGrpSpPr>
        <p:grpSpPr>
          <a:xfrm>
            <a:off x="2857569" y="3004810"/>
            <a:ext cx="1484312" cy="628650"/>
            <a:chOff x="2857569" y="3004810"/>
            <a:chExt cx="1484312" cy="628650"/>
          </a:xfrm>
        </p:grpSpPr>
        <p:cxnSp>
          <p:nvCxnSpPr>
            <p:cNvPr id="381" name="Google Shape;381;p16"/>
            <p:cNvCxnSpPr/>
            <p:nvPr/>
          </p:nvCxnSpPr>
          <p:spPr>
            <a:xfrm flipH="1">
              <a:off x="3068706" y="3004810"/>
              <a:ext cx="1273175" cy="427037"/>
            </a:xfrm>
            <a:prstGeom prst="straightConnector1">
              <a:avLst/>
            </a:prstGeom>
            <a:noFill/>
            <a:ln cap="flat" cmpd="sng" w="28575">
              <a:solidFill>
                <a:srgbClr val="3333CC"/>
              </a:solidFill>
              <a:prstDash val="solid"/>
              <a:round/>
              <a:headEnd len="med" w="med" type="none"/>
              <a:tailEnd len="med" w="med" type="triangle"/>
            </a:ln>
          </p:spPr>
        </p:cxnSp>
        <p:sp>
          <p:nvSpPr>
            <p:cNvPr id="382" name="Google Shape;382;p16"/>
            <p:cNvSpPr/>
            <p:nvPr/>
          </p:nvSpPr>
          <p:spPr>
            <a:xfrm>
              <a:off x="3303656" y="3090535"/>
              <a:ext cx="747713"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3" name="Google Shape;383;p16"/>
            <p:cNvSpPr txBox="1"/>
            <p:nvPr/>
          </p:nvSpPr>
          <p:spPr>
            <a:xfrm>
              <a:off x="3224281" y="30460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384" name="Google Shape;384;p16"/>
            <p:cNvSpPr txBox="1"/>
            <p:nvPr/>
          </p:nvSpPr>
          <p:spPr>
            <a:xfrm>
              <a:off x="2857569" y="3236585"/>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grpSp>
      <p:grpSp>
        <p:nvGrpSpPr>
          <p:cNvPr id="385" name="Google Shape;385;p16"/>
          <p:cNvGrpSpPr/>
          <p:nvPr/>
        </p:nvGrpSpPr>
        <p:grpSpPr>
          <a:xfrm>
            <a:off x="2008256" y="4703435"/>
            <a:ext cx="2338388" cy="782637"/>
            <a:chOff x="2008256" y="4703435"/>
            <a:chExt cx="2338388" cy="782637"/>
          </a:xfrm>
        </p:grpSpPr>
        <p:cxnSp>
          <p:nvCxnSpPr>
            <p:cNvPr id="386" name="Google Shape;386;p16"/>
            <p:cNvCxnSpPr/>
            <p:nvPr/>
          </p:nvCxnSpPr>
          <p:spPr>
            <a:xfrm flipH="1">
              <a:off x="2008256" y="4703435"/>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387" name="Google Shape;387;p16"/>
            <p:cNvSpPr/>
            <p:nvPr/>
          </p:nvSpPr>
          <p:spPr>
            <a:xfrm>
              <a:off x="2841694" y="4960610"/>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8" name="Google Shape;388;p16"/>
            <p:cNvSpPr txBox="1"/>
            <p:nvPr/>
          </p:nvSpPr>
          <p:spPr>
            <a:xfrm>
              <a:off x="2762319" y="4916160"/>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grpSp>
        <p:nvGrpSpPr>
          <p:cNvPr id="389" name="Google Shape;389;p16"/>
          <p:cNvGrpSpPr/>
          <p:nvPr/>
        </p:nvGrpSpPr>
        <p:grpSpPr>
          <a:xfrm>
            <a:off x="1638369" y="2347585"/>
            <a:ext cx="396875" cy="1739900"/>
            <a:chOff x="1638369" y="2347585"/>
            <a:chExt cx="396875" cy="1739900"/>
          </a:xfrm>
        </p:grpSpPr>
        <p:sp>
          <p:nvSpPr>
            <p:cNvPr id="390" name="Google Shape;390;p16"/>
            <p:cNvSpPr txBox="1"/>
            <p:nvPr/>
          </p:nvSpPr>
          <p:spPr>
            <a:xfrm rot="-5400000">
              <a:off x="1492319"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391" name="Google Shape;391;p16"/>
            <p:cNvGrpSpPr/>
            <p:nvPr/>
          </p:nvGrpSpPr>
          <p:grpSpPr>
            <a:xfrm>
              <a:off x="1779656" y="2347585"/>
              <a:ext cx="104775" cy="508000"/>
              <a:chOff x="3099" y="1749"/>
              <a:chExt cx="66" cy="320"/>
            </a:xfrm>
          </p:grpSpPr>
          <p:cxnSp>
            <p:nvCxnSpPr>
              <p:cNvPr id="392" name="Google Shape;392;p16"/>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393" name="Google Shape;393;p16"/>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394" name="Google Shape;394;p16"/>
            <p:cNvGrpSpPr/>
            <p:nvPr/>
          </p:nvGrpSpPr>
          <p:grpSpPr>
            <a:xfrm rot="10800000">
              <a:off x="1763782" y="3579485"/>
              <a:ext cx="104775" cy="508000"/>
              <a:chOff x="3106" y="1756"/>
              <a:chExt cx="66" cy="320"/>
            </a:xfrm>
          </p:grpSpPr>
          <p:cxnSp>
            <p:nvCxnSpPr>
              <p:cNvPr id="395" name="Google Shape;395;p16"/>
              <p:cNvCxnSpPr/>
              <p:nvPr/>
            </p:nvCxnSpPr>
            <p:spPr>
              <a:xfrm rot="10800000">
                <a:off x="3136"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396" name="Google Shape;396;p16"/>
              <p:cNvCxnSpPr/>
              <p:nvPr/>
            </p:nvCxnSpPr>
            <p:spPr>
              <a:xfrm>
                <a:off x="3106" y="1759"/>
                <a:ext cx="66" cy="0"/>
              </a:xfrm>
              <a:prstGeom prst="straightConnector1">
                <a:avLst/>
              </a:prstGeom>
              <a:noFill/>
              <a:ln cap="flat" cmpd="sng" w="9525">
                <a:solidFill>
                  <a:srgbClr val="000000"/>
                </a:solidFill>
                <a:prstDash val="solid"/>
                <a:round/>
                <a:headEnd len="med" w="med" type="none"/>
                <a:tailEnd len="med" w="med" type="none"/>
              </a:ln>
            </p:spPr>
          </p:cxnSp>
        </p:grpSp>
      </p:grpSp>
      <p:sp>
        <p:nvSpPr>
          <p:cNvPr id="397" name="Google Shape;397;p16"/>
          <p:cNvSpPr txBox="1"/>
          <p:nvPr/>
        </p:nvSpPr>
        <p:spPr>
          <a:xfrm>
            <a:off x="7759116" y="5873422"/>
            <a:ext cx="20732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premature timeout</a:t>
            </a:r>
            <a:endParaRPr b="0" i="0" sz="1000" u="none" cap="none" strike="noStrike">
              <a:solidFill>
                <a:srgbClr val="000000"/>
              </a:solidFill>
              <a:latin typeface="Tahoma"/>
              <a:ea typeface="Tahoma"/>
              <a:cs typeface="Tahoma"/>
              <a:sym typeface="Tahoma"/>
            </a:endParaRPr>
          </a:p>
        </p:txBody>
      </p:sp>
      <p:sp>
        <p:nvSpPr>
          <p:cNvPr id="398" name="Google Shape;398;p16"/>
          <p:cNvSpPr txBox="1"/>
          <p:nvPr/>
        </p:nvSpPr>
        <p:spPr>
          <a:xfrm>
            <a:off x="9567278" y="1183947"/>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399" name="Google Shape;399;p16"/>
          <p:cNvSpPr txBox="1"/>
          <p:nvPr/>
        </p:nvSpPr>
        <p:spPr>
          <a:xfrm>
            <a:off x="7233653" y="1201410"/>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cxnSp>
        <p:nvCxnSpPr>
          <p:cNvPr id="400" name="Google Shape;400;p16"/>
          <p:cNvCxnSpPr/>
          <p:nvPr/>
        </p:nvCxnSpPr>
        <p:spPr>
          <a:xfrm>
            <a:off x="7608303" y="2101522"/>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01" name="Google Shape;401;p16"/>
          <p:cNvCxnSpPr/>
          <p:nvPr/>
        </p:nvCxnSpPr>
        <p:spPr>
          <a:xfrm>
            <a:off x="10013366" y="2096760"/>
            <a:ext cx="0" cy="3538537"/>
          </a:xfrm>
          <a:prstGeom prst="straightConnector1">
            <a:avLst/>
          </a:prstGeom>
          <a:noFill/>
          <a:ln cap="flat" cmpd="sng" w="9525">
            <a:solidFill>
              <a:srgbClr val="808080"/>
            </a:solidFill>
            <a:prstDash val="solid"/>
            <a:round/>
            <a:headEnd len="med" w="med" type="none"/>
            <a:tailEnd len="med" w="med" type="none"/>
          </a:ln>
        </p:spPr>
      </p:cxnSp>
      <p:sp>
        <p:nvSpPr>
          <p:cNvPr id="402" name="Google Shape;402;p16"/>
          <p:cNvSpPr/>
          <p:nvPr/>
        </p:nvSpPr>
        <p:spPr>
          <a:xfrm>
            <a:off x="8621128" y="4228772"/>
            <a:ext cx="1057275"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03" name="Google Shape;403;p16"/>
          <p:cNvGrpSpPr/>
          <p:nvPr/>
        </p:nvGrpSpPr>
        <p:grpSpPr>
          <a:xfrm>
            <a:off x="7595603" y="4111297"/>
            <a:ext cx="2441575" cy="668338"/>
            <a:chOff x="7595603" y="4111297"/>
            <a:chExt cx="2441575" cy="668338"/>
          </a:xfrm>
        </p:grpSpPr>
        <p:cxnSp>
          <p:nvCxnSpPr>
            <p:cNvPr id="404" name="Google Shape;404;p16"/>
            <p:cNvCxnSpPr/>
            <p:nvPr/>
          </p:nvCxnSpPr>
          <p:spPr>
            <a:xfrm>
              <a:off x="7595603" y="4111297"/>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05" name="Google Shape;405;p16"/>
            <p:cNvSpPr txBox="1"/>
            <p:nvPr/>
          </p:nvSpPr>
          <p:spPr>
            <a:xfrm>
              <a:off x="8541753" y="4262110"/>
              <a:ext cx="12128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bytes of data</a:t>
              </a:r>
              <a:endParaRPr/>
            </a:p>
          </p:txBody>
        </p:sp>
      </p:grpSp>
      <p:sp>
        <p:nvSpPr>
          <p:cNvPr id="406" name="Google Shape;406;p16"/>
          <p:cNvSpPr/>
          <p:nvPr/>
        </p:nvSpPr>
        <p:spPr>
          <a:xfrm>
            <a:off x="8460791" y="5071735"/>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07" name="Google Shape;407;p16"/>
          <p:cNvGrpSpPr/>
          <p:nvPr/>
        </p:nvGrpSpPr>
        <p:grpSpPr>
          <a:xfrm>
            <a:off x="7627353" y="4814560"/>
            <a:ext cx="2338388" cy="782637"/>
            <a:chOff x="7627353" y="4814560"/>
            <a:chExt cx="2338388" cy="782637"/>
          </a:xfrm>
        </p:grpSpPr>
        <p:cxnSp>
          <p:nvCxnSpPr>
            <p:cNvPr id="408" name="Google Shape;408;p16"/>
            <p:cNvCxnSpPr/>
            <p:nvPr/>
          </p:nvCxnSpPr>
          <p:spPr>
            <a:xfrm flipH="1">
              <a:off x="7627353" y="4814560"/>
              <a:ext cx="2338388" cy="782637"/>
            </a:xfrm>
            <a:prstGeom prst="straightConnector1">
              <a:avLst/>
            </a:prstGeom>
            <a:noFill/>
            <a:ln cap="flat" cmpd="sng" w="28575">
              <a:solidFill>
                <a:srgbClr val="3333CC"/>
              </a:solidFill>
              <a:prstDash val="solid"/>
              <a:round/>
              <a:headEnd len="med" w="med" type="none"/>
              <a:tailEnd len="med" w="med" type="triangle"/>
            </a:ln>
          </p:spPr>
        </p:cxnSp>
        <p:sp>
          <p:nvSpPr>
            <p:cNvPr id="409" name="Google Shape;409;p16"/>
            <p:cNvSpPr txBox="1"/>
            <p:nvPr/>
          </p:nvSpPr>
          <p:spPr>
            <a:xfrm>
              <a:off x="8381416" y="5027285"/>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nvGrpSpPr>
          <p:cNvPr id="410" name="Google Shape;410;p16"/>
          <p:cNvGrpSpPr/>
          <p:nvPr/>
        </p:nvGrpSpPr>
        <p:grpSpPr>
          <a:xfrm>
            <a:off x="7235241" y="2347585"/>
            <a:ext cx="396875" cy="1739900"/>
            <a:chOff x="7235241" y="2347585"/>
            <a:chExt cx="396875" cy="1739900"/>
          </a:xfrm>
        </p:grpSpPr>
        <p:sp>
          <p:nvSpPr>
            <p:cNvPr id="411" name="Google Shape;411;p16"/>
            <p:cNvSpPr txBox="1"/>
            <p:nvPr/>
          </p:nvSpPr>
          <p:spPr>
            <a:xfrm rot="-5400000">
              <a:off x="7089191" y="3036560"/>
              <a:ext cx="6889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412" name="Google Shape;412;p16"/>
            <p:cNvGrpSpPr/>
            <p:nvPr/>
          </p:nvGrpSpPr>
          <p:grpSpPr>
            <a:xfrm>
              <a:off x="7376528" y="2347585"/>
              <a:ext cx="104775" cy="508000"/>
              <a:chOff x="3099" y="1749"/>
              <a:chExt cx="66" cy="320"/>
            </a:xfrm>
          </p:grpSpPr>
          <p:cxnSp>
            <p:nvCxnSpPr>
              <p:cNvPr id="413" name="Google Shape;413;p16"/>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4" name="Google Shape;414;p16"/>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415" name="Google Shape;415;p16"/>
            <p:cNvGrpSpPr/>
            <p:nvPr/>
          </p:nvGrpSpPr>
          <p:grpSpPr>
            <a:xfrm rot="10800000">
              <a:off x="7359066" y="3579485"/>
              <a:ext cx="104775" cy="508000"/>
              <a:chOff x="3107" y="1756"/>
              <a:chExt cx="66" cy="320"/>
            </a:xfrm>
          </p:grpSpPr>
          <p:cxnSp>
            <p:nvCxnSpPr>
              <p:cNvPr id="416" name="Google Shape;416;p16"/>
              <p:cNvCxnSpPr/>
              <p:nvPr/>
            </p:nvCxnSpPr>
            <p:spPr>
              <a:xfrm rot="10800000">
                <a:off x="3137" y="1756"/>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417" name="Google Shape;417;p16"/>
              <p:cNvCxnSpPr/>
              <p:nvPr/>
            </p:nvCxnSpPr>
            <p:spPr>
              <a:xfrm>
                <a:off x="3107" y="1759"/>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418" name="Google Shape;418;p16"/>
          <p:cNvGrpSpPr/>
          <p:nvPr/>
        </p:nvGrpSpPr>
        <p:grpSpPr>
          <a:xfrm>
            <a:off x="7603541" y="3004810"/>
            <a:ext cx="2339975" cy="1944687"/>
            <a:chOff x="7603541" y="3004810"/>
            <a:chExt cx="2339975" cy="1944687"/>
          </a:xfrm>
        </p:grpSpPr>
        <p:cxnSp>
          <p:nvCxnSpPr>
            <p:cNvPr id="419" name="Google Shape;419;p16"/>
            <p:cNvCxnSpPr/>
            <p:nvPr/>
          </p:nvCxnSpPr>
          <p:spPr>
            <a:xfrm flipH="1">
              <a:off x="7603541" y="3004810"/>
              <a:ext cx="2335212" cy="1589087"/>
            </a:xfrm>
            <a:prstGeom prst="straightConnector1">
              <a:avLst/>
            </a:prstGeom>
            <a:noFill/>
            <a:ln cap="flat" cmpd="sng" w="28575">
              <a:solidFill>
                <a:srgbClr val="3333CC"/>
              </a:solidFill>
              <a:prstDash val="solid"/>
              <a:round/>
              <a:headEnd len="med" w="med" type="none"/>
              <a:tailEnd len="med" w="med" type="triangle"/>
            </a:ln>
          </p:spPr>
        </p:cxnSp>
        <p:grpSp>
          <p:nvGrpSpPr>
            <p:cNvPr id="420" name="Google Shape;420;p16"/>
            <p:cNvGrpSpPr/>
            <p:nvPr/>
          </p:nvGrpSpPr>
          <p:grpSpPr>
            <a:xfrm>
              <a:off x="8505241" y="3496935"/>
              <a:ext cx="949325" cy="304800"/>
              <a:chOff x="4215" y="2253"/>
              <a:chExt cx="598" cy="192"/>
            </a:xfrm>
          </p:grpSpPr>
          <p:sp>
            <p:nvSpPr>
              <p:cNvPr id="421" name="Google Shape;421;p16"/>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22" name="Google Shape;422;p16"/>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423" name="Google Shape;423;p16"/>
            <p:cNvCxnSpPr/>
            <p:nvPr/>
          </p:nvCxnSpPr>
          <p:spPr>
            <a:xfrm flipH="1">
              <a:off x="7608303" y="3360410"/>
              <a:ext cx="2335213" cy="1589087"/>
            </a:xfrm>
            <a:prstGeom prst="straightConnector1">
              <a:avLst/>
            </a:prstGeom>
            <a:noFill/>
            <a:ln cap="flat" cmpd="sng" w="28575">
              <a:solidFill>
                <a:srgbClr val="3333CC"/>
              </a:solidFill>
              <a:prstDash val="solid"/>
              <a:round/>
              <a:headEnd len="med" w="med" type="none"/>
              <a:tailEnd len="med" w="med" type="triangle"/>
            </a:ln>
          </p:spPr>
        </p:cxnSp>
        <p:grpSp>
          <p:nvGrpSpPr>
            <p:cNvPr id="424" name="Google Shape;424;p16"/>
            <p:cNvGrpSpPr/>
            <p:nvPr/>
          </p:nvGrpSpPr>
          <p:grpSpPr>
            <a:xfrm>
              <a:off x="8744953" y="3773160"/>
              <a:ext cx="949325" cy="304800"/>
              <a:chOff x="4215" y="2253"/>
              <a:chExt cx="598" cy="192"/>
            </a:xfrm>
          </p:grpSpPr>
          <p:sp>
            <p:nvSpPr>
              <p:cNvPr id="425" name="Google Shape;425;p16"/>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26" name="Google Shape;426;p16"/>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427" name="Google Shape;427;p16"/>
          <p:cNvGrpSpPr/>
          <p:nvPr/>
        </p:nvGrpSpPr>
        <p:grpSpPr>
          <a:xfrm>
            <a:off x="6241466" y="4416097"/>
            <a:ext cx="1382712" cy="646113"/>
            <a:chOff x="6241466" y="4416097"/>
            <a:chExt cx="1382712" cy="646113"/>
          </a:xfrm>
        </p:grpSpPr>
        <p:sp>
          <p:nvSpPr>
            <p:cNvPr id="428" name="Google Shape;428;p16"/>
            <p:cNvSpPr txBox="1"/>
            <p:nvPr/>
          </p:nvSpPr>
          <p:spPr>
            <a:xfrm>
              <a:off x="6241466" y="4416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SendBase=100</a:t>
              </a:r>
              <a:endParaRPr/>
            </a:p>
          </p:txBody>
        </p:sp>
        <p:sp>
          <p:nvSpPr>
            <p:cNvPr id="429" name="Google Shape;429;p16"/>
            <p:cNvSpPr txBox="1"/>
            <p:nvPr/>
          </p:nvSpPr>
          <p:spPr>
            <a:xfrm>
              <a:off x="6260516" y="475741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sp>
        <p:nvSpPr>
          <p:cNvPr id="430" name="Google Shape;430;p16"/>
          <p:cNvSpPr txBox="1"/>
          <p:nvPr/>
        </p:nvSpPr>
        <p:spPr>
          <a:xfrm>
            <a:off x="6279566" y="5432097"/>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SendBase=120</a:t>
            </a:r>
            <a:endParaRPr/>
          </a:p>
        </p:txBody>
      </p:sp>
      <p:grpSp>
        <p:nvGrpSpPr>
          <p:cNvPr id="431" name="Google Shape;431;p16"/>
          <p:cNvGrpSpPr/>
          <p:nvPr/>
        </p:nvGrpSpPr>
        <p:grpSpPr>
          <a:xfrm>
            <a:off x="6306553" y="2187247"/>
            <a:ext cx="3668713" cy="1112838"/>
            <a:chOff x="6306553" y="2187247"/>
            <a:chExt cx="3668713" cy="1112838"/>
          </a:xfrm>
        </p:grpSpPr>
        <p:cxnSp>
          <p:nvCxnSpPr>
            <p:cNvPr id="432" name="Google Shape;432;p16"/>
            <p:cNvCxnSpPr/>
            <p:nvPr/>
          </p:nvCxnSpPr>
          <p:spPr>
            <a:xfrm>
              <a:off x="7628941" y="2342822"/>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33" name="Google Shape;433;p16"/>
            <p:cNvSpPr/>
            <p:nvPr/>
          </p:nvSpPr>
          <p:spPr>
            <a:xfrm>
              <a:off x="8332203" y="2423785"/>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4" name="Google Shape;434;p16"/>
            <p:cNvSpPr txBox="1"/>
            <p:nvPr/>
          </p:nvSpPr>
          <p:spPr>
            <a:xfrm>
              <a:off x="7773403" y="2476172"/>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grpSp>
          <p:nvGrpSpPr>
            <p:cNvPr id="435" name="Google Shape;435;p16"/>
            <p:cNvGrpSpPr/>
            <p:nvPr/>
          </p:nvGrpSpPr>
          <p:grpSpPr>
            <a:xfrm>
              <a:off x="7614653" y="2728585"/>
              <a:ext cx="2346325" cy="571500"/>
              <a:chOff x="3759" y="1622"/>
              <a:chExt cx="1478" cy="360"/>
            </a:xfrm>
          </p:grpSpPr>
          <p:cxnSp>
            <p:nvCxnSpPr>
              <p:cNvPr id="436" name="Google Shape;436;p16"/>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37" name="Google Shape;437;p16"/>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38" name="Google Shape;438;p16"/>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sp>
          <p:nvSpPr>
            <p:cNvPr id="439" name="Google Shape;439;p16"/>
            <p:cNvSpPr txBox="1"/>
            <p:nvPr/>
          </p:nvSpPr>
          <p:spPr>
            <a:xfrm>
              <a:off x="6306553" y="2187247"/>
              <a:ext cx="1266825" cy="3048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SendBase=92</a:t>
              </a:r>
              <a:endParaRPr/>
            </a:p>
          </p:txBody>
        </p:sp>
      </p:grpSp>
      <p:grpSp>
        <p:nvGrpSpPr>
          <p:cNvPr id="440" name="Google Shape;440;p16"/>
          <p:cNvGrpSpPr/>
          <p:nvPr/>
        </p:nvGrpSpPr>
        <p:grpSpPr>
          <a:xfrm>
            <a:off x="7186028" y="1463347"/>
            <a:ext cx="630238" cy="533400"/>
            <a:chOff x="-44" y="1473"/>
            <a:chExt cx="981" cy="1105"/>
          </a:xfrm>
        </p:grpSpPr>
        <p:pic>
          <p:nvPicPr>
            <p:cNvPr descr="desktop_computer_stylized_medium" id="441" name="Google Shape;44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2" name="Google Shape;44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43" name="Google Shape;443;p16"/>
          <p:cNvGrpSpPr/>
          <p:nvPr/>
        </p:nvGrpSpPr>
        <p:grpSpPr>
          <a:xfrm flipH="1">
            <a:off x="9753016" y="1469697"/>
            <a:ext cx="631825" cy="622300"/>
            <a:chOff x="-44" y="1473"/>
            <a:chExt cx="981" cy="1105"/>
          </a:xfrm>
        </p:grpSpPr>
        <p:pic>
          <p:nvPicPr>
            <p:cNvPr descr="desktop_computer_stylized_medium" id="444" name="Google Shape;444;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5" name="Google Shape;445;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46" name="Google Shape;446;p16"/>
          <p:cNvGrpSpPr/>
          <p:nvPr/>
        </p:nvGrpSpPr>
        <p:grpSpPr>
          <a:xfrm>
            <a:off x="1601856" y="1474460"/>
            <a:ext cx="630238" cy="533400"/>
            <a:chOff x="-44" y="1473"/>
            <a:chExt cx="981" cy="1105"/>
          </a:xfrm>
        </p:grpSpPr>
        <p:pic>
          <p:nvPicPr>
            <p:cNvPr descr="desktop_computer_stylized_medium" id="447" name="Google Shape;447;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8" name="Google Shape;448;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49" name="Google Shape;449;p16"/>
          <p:cNvGrpSpPr/>
          <p:nvPr/>
        </p:nvGrpSpPr>
        <p:grpSpPr>
          <a:xfrm flipH="1">
            <a:off x="4179956" y="1458585"/>
            <a:ext cx="709613" cy="600075"/>
            <a:chOff x="-44" y="1473"/>
            <a:chExt cx="981" cy="1105"/>
          </a:xfrm>
        </p:grpSpPr>
        <p:pic>
          <p:nvPicPr>
            <p:cNvPr descr="desktop_computer_stylized_medium" id="450" name="Google Shape;450;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1" name="Google Shape;451;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52" name="Google Shape;452;p16"/>
          <p:cNvSpPr txBox="1"/>
          <p:nvPr/>
        </p:nvSpPr>
        <p:spPr>
          <a:xfrm>
            <a:off x="9973410" y="4508500"/>
            <a:ext cx="1591398" cy="5355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600" u="none" cap="none" strike="noStrike">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None/>
            </a:pPr>
            <a:r>
              <a:rPr b="0" i="0" lang="en-US" sz="1600" u="none" cap="none" strike="noStrike">
                <a:solidFill>
                  <a:srgbClr val="C00000"/>
                </a:solidFill>
                <a:latin typeface="Calibri"/>
                <a:ea typeface="Calibri"/>
                <a:cs typeface="Calibri"/>
                <a:sym typeface="Calibri"/>
              </a:rPr>
              <a:t>ACK for 120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retransmission scenarios</a:t>
            </a:r>
            <a:endParaRPr b="0" sz="4400"/>
          </a:p>
        </p:txBody>
      </p:sp>
      <p:sp>
        <p:nvSpPr>
          <p:cNvPr id="459" name="Google Shape;459;p17"/>
          <p:cNvSpPr txBox="1"/>
          <p:nvPr/>
        </p:nvSpPr>
        <p:spPr>
          <a:xfrm>
            <a:off x="1902139" y="5486400"/>
            <a:ext cx="254286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cumulative ACK covers for earlier lost ACK</a:t>
            </a:r>
            <a:endParaRPr b="0" i="0" sz="1000" u="none" cap="none" strike="noStrike">
              <a:solidFill>
                <a:srgbClr val="000000"/>
              </a:solidFill>
              <a:latin typeface="Tahoma"/>
              <a:ea typeface="Tahoma"/>
              <a:cs typeface="Tahoma"/>
              <a:sym typeface="Tahoma"/>
            </a:endParaRPr>
          </a:p>
        </p:txBody>
      </p:sp>
      <p:cxnSp>
        <p:nvCxnSpPr>
          <p:cNvPr id="460" name="Google Shape;460;p17"/>
          <p:cNvCxnSpPr/>
          <p:nvPr/>
        </p:nvCxnSpPr>
        <p:spPr>
          <a:xfrm>
            <a:off x="2039800" y="2349049"/>
            <a:ext cx="2346325" cy="571500"/>
          </a:xfrm>
          <a:prstGeom prst="straightConnector1">
            <a:avLst/>
          </a:prstGeom>
          <a:noFill/>
          <a:ln cap="flat" cmpd="sng" w="28575">
            <a:solidFill>
              <a:srgbClr val="3333CC"/>
            </a:solidFill>
            <a:prstDash val="solid"/>
            <a:round/>
            <a:headEnd len="med" w="med" type="none"/>
            <a:tailEnd len="med" w="med" type="triangle"/>
          </a:ln>
        </p:spPr>
      </p:cxnSp>
      <p:sp>
        <p:nvSpPr>
          <p:cNvPr id="461" name="Google Shape;461;p17"/>
          <p:cNvSpPr txBox="1"/>
          <p:nvPr/>
        </p:nvSpPr>
        <p:spPr>
          <a:xfrm>
            <a:off x="3965437" y="1177474"/>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462" name="Google Shape;462;p17"/>
          <p:cNvSpPr txBox="1"/>
          <p:nvPr/>
        </p:nvSpPr>
        <p:spPr>
          <a:xfrm>
            <a:off x="1644512" y="1207637"/>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sp>
        <p:nvSpPr>
          <p:cNvPr id="463" name="Google Shape;463;p17"/>
          <p:cNvSpPr/>
          <p:nvPr/>
        </p:nvSpPr>
        <p:spPr>
          <a:xfrm>
            <a:off x="2743062" y="2430012"/>
            <a:ext cx="869950" cy="40163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 name="Google Shape;464;p17"/>
          <p:cNvSpPr txBox="1"/>
          <p:nvPr/>
        </p:nvSpPr>
        <p:spPr>
          <a:xfrm>
            <a:off x="2184262" y="2482399"/>
            <a:ext cx="20859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cxnSp>
        <p:nvCxnSpPr>
          <p:cNvPr id="465" name="Google Shape;465;p17"/>
          <p:cNvCxnSpPr/>
          <p:nvPr/>
        </p:nvCxnSpPr>
        <p:spPr>
          <a:xfrm>
            <a:off x="2019162" y="2107749"/>
            <a:ext cx="0" cy="3525838"/>
          </a:xfrm>
          <a:prstGeom prst="straightConnector1">
            <a:avLst/>
          </a:prstGeom>
          <a:noFill/>
          <a:ln cap="flat" cmpd="sng" w="9525">
            <a:solidFill>
              <a:srgbClr val="808080"/>
            </a:solidFill>
            <a:prstDash val="solid"/>
            <a:round/>
            <a:headEnd len="med" w="med" type="none"/>
            <a:tailEnd len="med" w="med" type="none"/>
          </a:ln>
        </p:spPr>
      </p:cxnSp>
      <p:cxnSp>
        <p:nvCxnSpPr>
          <p:cNvPr id="466" name="Google Shape;466;p17"/>
          <p:cNvCxnSpPr/>
          <p:nvPr/>
        </p:nvCxnSpPr>
        <p:spPr>
          <a:xfrm>
            <a:off x="4424225" y="2102987"/>
            <a:ext cx="0" cy="3538537"/>
          </a:xfrm>
          <a:prstGeom prst="straightConnector1">
            <a:avLst/>
          </a:prstGeom>
          <a:noFill/>
          <a:ln cap="flat" cmpd="sng" w="9525">
            <a:solidFill>
              <a:srgbClr val="808080"/>
            </a:solidFill>
            <a:prstDash val="solid"/>
            <a:round/>
            <a:headEnd len="med" w="med" type="none"/>
            <a:tailEnd len="med" w="med" type="none"/>
          </a:ln>
        </p:spPr>
      </p:cxnSp>
      <p:grpSp>
        <p:nvGrpSpPr>
          <p:cNvPr id="467" name="Google Shape;467;p17"/>
          <p:cNvGrpSpPr/>
          <p:nvPr/>
        </p:nvGrpSpPr>
        <p:grpSpPr>
          <a:xfrm>
            <a:off x="2009637" y="4431849"/>
            <a:ext cx="2652713" cy="879475"/>
            <a:chOff x="2035037" y="4444549"/>
            <a:chExt cx="2652713" cy="879475"/>
          </a:xfrm>
        </p:grpSpPr>
        <p:cxnSp>
          <p:nvCxnSpPr>
            <p:cNvPr id="468" name="Google Shape;468;p17"/>
            <p:cNvCxnSpPr/>
            <p:nvPr/>
          </p:nvCxnSpPr>
          <p:spPr>
            <a:xfrm>
              <a:off x="2063612" y="4444549"/>
              <a:ext cx="2441575" cy="665163"/>
            </a:xfrm>
            <a:prstGeom prst="straightConnector1">
              <a:avLst/>
            </a:prstGeom>
            <a:noFill/>
            <a:ln cap="flat" cmpd="sng" w="28575">
              <a:solidFill>
                <a:srgbClr val="3333CC"/>
              </a:solidFill>
              <a:prstDash val="solid"/>
              <a:round/>
              <a:headEnd len="med" w="med" type="none"/>
              <a:tailEnd len="med" w="med" type="triangle"/>
            </a:ln>
          </p:spPr>
        </p:cxnSp>
        <p:sp>
          <p:nvSpPr>
            <p:cNvPr id="469" name="Google Shape;469;p17"/>
            <p:cNvSpPr/>
            <p:nvPr/>
          </p:nvSpPr>
          <p:spPr>
            <a:xfrm>
              <a:off x="2760525" y="4517574"/>
              <a:ext cx="933450" cy="50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0" name="Google Shape;470;p17"/>
            <p:cNvSpPr txBox="1"/>
            <p:nvPr/>
          </p:nvSpPr>
          <p:spPr>
            <a:xfrm>
              <a:off x="2035037" y="4604887"/>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Seq=120,  15 bytes of data</a:t>
              </a:r>
              <a:endParaRPr/>
            </a:p>
          </p:txBody>
        </p:sp>
        <p:sp>
          <p:nvSpPr>
            <p:cNvPr id="471" name="Google Shape;471;p17"/>
            <p:cNvSpPr/>
            <p:nvPr/>
          </p:nvSpPr>
          <p:spPr>
            <a:xfrm>
              <a:off x="2871650" y="5077962"/>
              <a:ext cx="747712" cy="2460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72" name="Google Shape;472;p17"/>
          <p:cNvGrpSpPr/>
          <p:nvPr/>
        </p:nvGrpSpPr>
        <p:grpSpPr>
          <a:xfrm>
            <a:off x="2025512" y="2734812"/>
            <a:ext cx="2346325" cy="571500"/>
            <a:chOff x="3759" y="1622"/>
            <a:chExt cx="1478" cy="360"/>
          </a:xfrm>
        </p:grpSpPr>
        <p:cxnSp>
          <p:nvCxnSpPr>
            <p:cNvPr id="473" name="Google Shape;473;p17"/>
            <p:cNvCxnSpPr/>
            <p:nvPr/>
          </p:nvCxnSpPr>
          <p:spPr>
            <a:xfrm>
              <a:off x="3759" y="1622"/>
              <a:ext cx="1478" cy="360"/>
            </a:xfrm>
            <a:prstGeom prst="straightConnector1">
              <a:avLst/>
            </a:prstGeom>
            <a:noFill/>
            <a:ln cap="flat" cmpd="sng" w="28575">
              <a:solidFill>
                <a:srgbClr val="3333CC"/>
              </a:solidFill>
              <a:prstDash val="solid"/>
              <a:round/>
              <a:headEnd len="med" w="med" type="none"/>
              <a:tailEnd len="med" w="med" type="triangle"/>
            </a:ln>
          </p:spPr>
        </p:cxnSp>
        <p:sp>
          <p:nvSpPr>
            <p:cNvPr id="474" name="Google Shape;474;p17"/>
            <p:cNvSpPr/>
            <p:nvPr/>
          </p:nvSpPr>
          <p:spPr>
            <a:xfrm>
              <a:off x="4202" y="1673"/>
              <a:ext cx="548" cy="25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 name="Google Shape;475;p17"/>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476" name="Google Shape;476;p17"/>
          <p:cNvGrpSpPr/>
          <p:nvPr/>
        </p:nvGrpSpPr>
        <p:grpSpPr>
          <a:xfrm>
            <a:off x="2030275" y="3011037"/>
            <a:ext cx="2324100" cy="1381125"/>
            <a:chOff x="2030275" y="3011037"/>
            <a:chExt cx="2324100" cy="1381125"/>
          </a:xfrm>
        </p:grpSpPr>
        <p:sp>
          <p:nvSpPr>
            <p:cNvPr id="477" name="Google Shape;477;p17"/>
            <p:cNvSpPr txBox="1"/>
            <p:nvPr/>
          </p:nvSpPr>
          <p:spPr>
            <a:xfrm>
              <a:off x="2654162" y="3372987"/>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Tahoma"/>
                <a:buNone/>
              </a:pPr>
              <a:r>
                <a:rPr b="1" i="0" lang="en-US" sz="2000" u="none" cap="none" strike="noStrike">
                  <a:solidFill>
                    <a:srgbClr val="FF0000"/>
                  </a:solidFill>
                  <a:latin typeface="Tahoma"/>
                  <a:ea typeface="Tahoma"/>
                  <a:cs typeface="Tahoma"/>
                  <a:sym typeface="Tahoma"/>
                </a:rPr>
                <a:t>X</a:t>
              </a:r>
              <a:endParaRPr/>
            </a:p>
          </p:txBody>
        </p:sp>
        <p:cxnSp>
          <p:nvCxnSpPr>
            <p:cNvPr id="478" name="Google Shape;478;p17"/>
            <p:cNvCxnSpPr/>
            <p:nvPr/>
          </p:nvCxnSpPr>
          <p:spPr>
            <a:xfrm flipH="1">
              <a:off x="2917687" y="3011037"/>
              <a:ext cx="1431925" cy="573087"/>
            </a:xfrm>
            <a:prstGeom prst="straightConnector1">
              <a:avLst/>
            </a:prstGeom>
            <a:noFill/>
            <a:ln cap="flat" cmpd="sng" w="28575">
              <a:solidFill>
                <a:srgbClr val="3333CC"/>
              </a:solidFill>
              <a:prstDash val="solid"/>
              <a:round/>
              <a:headEnd len="med" w="med" type="none"/>
              <a:tailEnd len="med" w="med" type="triangle"/>
            </a:ln>
          </p:spPr>
        </p:cxnSp>
        <p:grpSp>
          <p:nvGrpSpPr>
            <p:cNvPr id="479" name="Google Shape;479;p17"/>
            <p:cNvGrpSpPr/>
            <p:nvPr/>
          </p:nvGrpSpPr>
          <p:grpSpPr>
            <a:xfrm>
              <a:off x="2939912" y="3211062"/>
              <a:ext cx="949325" cy="304800"/>
              <a:chOff x="4215" y="2253"/>
              <a:chExt cx="598" cy="192"/>
            </a:xfrm>
          </p:grpSpPr>
          <p:sp>
            <p:nvSpPr>
              <p:cNvPr id="480" name="Google Shape;480;p1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1" name="Google Shape;481;p1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cxnSp>
          <p:nvCxnSpPr>
            <p:cNvPr id="482" name="Google Shape;482;p17"/>
            <p:cNvCxnSpPr/>
            <p:nvPr/>
          </p:nvCxnSpPr>
          <p:spPr>
            <a:xfrm flipH="1">
              <a:off x="2030275" y="3366637"/>
              <a:ext cx="2324100" cy="1025525"/>
            </a:xfrm>
            <a:prstGeom prst="straightConnector1">
              <a:avLst/>
            </a:prstGeom>
            <a:noFill/>
            <a:ln cap="flat" cmpd="sng" w="28575">
              <a:solidFill>
                <a:srgbClr val="3333CC"/>
              </a:solidFill>
              <a:prstDash val="solid"/>
              <a:round/>
              <a:headEnd len="med" w="med" type="none"/>
              <a:tailEnd len="med" w="med" type="triangle"/>
            </a:ln>
          </p:spPr>
        </p:cxnSp>
        <p:grpSp>
          <p:nvGrpSpPr>
            <p:cNvPr id="483" name="Google Shape;483;p17"/>
            <p:cNvGrpSpPr/>
            <p:nvPr/>
          </p:nvGrpSpPr>
          <p:grpSpPr>
            <a:xfrm>
              <a:off x="2673212" y="3768274"/>
              <a:ext cx="949325" cy="304800"/>
              <a:chOff x="4215" y="2253"/>
              <a:chExt cx="598" cy="192"/>
            </a:xfrm>
          </p:grpSpPr>
          <p:sp>
            <p:nvSpPr>
              <p:cNvPr id="484" name="Google Shape;484;p17"/>
              <p:cNvSpPr/>
              <p:nvPr/>
            </p:nvSpPr>
            <p:spPr>
              <a:xfrm>
                <a:off x="4265" y="2274"/>
                <a:ext cx="471" cy="1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5" name="Google Shape;485;p17"/>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ACK=120</a:t>
                </a:r>
                <a:endParaRPr b="0" i="0" sz="1000" u="none" cap="none" strike="noStrike">
                  <a:solidFill>
                    <a:srgbClr val="000000"/>
                  </a:solidFill>
                  <a:latin typeface="Times New Roman"/>
                  <a:ea typeface="Times New Roman"/>
                  <a:cs typeface="Times New Roman"/>
                  <a:sym typeface="Times New Roman"/>
                </a:endParaRPr>
              </a:p>
            </p:txBody>
          </p:sp>
        </p:grpSp>
      </p:grpSp>
      <p:grpSp>
        <p:nvGrpSpPr>
          <p:cNvPr id="486" name="Google Shape;486;p17"/>
          <p:cNvGrpSpPr/>
          <p:nvPr/>
        </p:nvGrpSpPr>
        <p:grpSpPr>
          <a:xfrm>
            <a:off x="1598475" y="1469574"/>
            <a:ext cx="630237" cy="533400"/>
            <a:chOff x="-44" y="1473"/>
            <a:chExt cx="981" cy="1105"/>
          </a:xfrm>
        </p:grpSpPr>
        <p:pic>
          <p:nvPicPr>
            <p:cNvPr descr="desktop_computer_stylized_medium" id="487" name="Google Shape;487;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88" name="Google Shape;488;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89" name="Google Shape;489;p17"/>
          <p:cNvGrpSpPr/>
          <p:nvPr/>
        </p:nvGrpSpPr>
        <p:grpSpPr>
          <a:xfrm flipH="1">
            <a:off x="4176575" y="1464812"/>
            <a:ext cx="674687" cy="590550"/>
            <a:chOff x="-44" y="1473"/>
            <a:chExt cx="981" cy="1105"/>
          </a:xfrm>
        </p:grpSpPr>
        <p:pic>
          <p:nvPicPr>
            <p:cNvPr descr="desktop_computer_stylized_medium" id="490" name="Google Shape;490;p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91" name="Google Shape;491;p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498" name="Google Shape;498;p18"/>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499" name="Google Shape;499;p18"/>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00" name="Google Shape;500;p18"/>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01" name="Google Shape;501;p18"/>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02" name="Google Shape;502;p18"/>
          <p:cNvGrpSpPr/>
          <p:nvPr/>
        </p:nvGrpSpPr>
        <p:grpSpPr>
          <a:xfrm>
            <a:off x="6606003" y="2250502"/>
            <a:ext cx="548811" cy="4090987"/>
            <a:chOff x="397" y="868"/>
            <a:chExt cx="250" cy="2220"/>
          </a:xfrm>
        </p:grpSpPr>
        <p:sp>
          <p:nvSpPr>
            <p:cNvPr id="503" name="Google Shape;503;p18"/>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04" name="Google Shape;504;p18"/>
            <p:cNvGrpSpPr/>
            <p:nvPr/>
          </p:nvGrpSpPr>
          <p:grpSpPr>
            <a:xfrm>
              <a:off x="488" y="868"/>
              <a:ext cx="66" cy="893"/>
              <a:chOff x="3099" y="1749"/>
              <a:chExt cx="66" cy="320"/>
            </a:xfrm>
          </p:grpSpPr>
          <p:cxnSp>
            <p:nvCxnSpPr>
              <p:cNvPr id="505" name="Google Shape;505;p18"/>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06" name="Google Shape;506;p18"/>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07" name="Google Shape;507;p18"/>
            <p:cNvGrpSpPr/>
            <p:nvPr/>
          </p:nvGrpSpPr>
          <p:grpSpPr>
            <a:xfrm rot="10800000">
              <a:off x="478" y="2224"/>
              <a:ext cx="66" cy="864"/>
              <a:chOff x="3106" y="1749"/>
              <a:chExt cx="66" cy="320"/>
            </a:xfrm>
          </p:grpSpPr>
          <p:cxnSp>
            <p:nvCxnSpPr>
              <p:cNvPr id="508" name="Google Shape;508;p18"/>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09" name="Google Shape;509;p18"/>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10" name="Google Shape;510;p18"/>
          <p:cNvGrpSpPr/>
          <p:nvPr/>
        </p:nvGrpSpPr>
        <p:grpSpPr>
          <a:xfrm>
            <a:off x="6989928" y="3003106"/>
            <a:ext cx="3635826" cy="2213976"/>
            <a:chOff x="6989928" y="3003106"/>
            <a:chExt cx="3635826" cy="2213976"/>
          </a:xfrm>
        </p:grpSpPr>
        <p:cxnSp>
          <p:nvCxnSpPr>
            <p:cNvPr id="511" name="Google Shape;511;p18"/>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12" name="Google Shape;512;p18"/>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13" name="Google Shape;513;p18"/>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14" name="Google Shape;514;p18"/>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15" name="Google Shape;515;p18"/>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16" name="Google Shape;516;p18"/>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17" name="Google Shape;517;p18"/>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18" name="Google Shape;518;p18"/>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19" name="Google Shape;519;p18"/>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0" name="Google Shape;520;p18"/>
          <p:cNvGrpSpPr/>
          <p:nvPr/>
        </p:nvGrpSpPr>
        <p:grpSpPr>
          <a:xfrm>
            <a:off x="7137252" y="2041682"/>
            <a:ext cx="3503609" cy="1987110"/>
            <a:chOff x="7137252" y="2041682"/>
            <a:chExt cx="3503609" cy="1987110"/>
          </a:xfrm>
        </p:grpSpPr>
        <p:cxnSp>
          <p:nvCxnSpPr>
            <p:cNvPr id="521" name="Google Shape;521;p18"/>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22" name="Google Shape;522;p18"/>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23" name="Google Shape;523;p18"/>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24" name="Google Shape;524;p18"/>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25" name="Google Shape;525;p18"/>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26" name="Google Shape;526;p18"/>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27" name="Google Shape;527;p18"/>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28" name="Google Shape;528;p18"/>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29" name="Google Shape;529;p18"/>
          <p:cNvGrpSpPr/>
          <p:nvPr/>
        </p:nvGrpSpPr>
        <p:grpSpPr>
          <a:xfrm>
            <a:off x="6842436" y="5132585"/>
            <a:ext cx="3833549" cy="696610"/>
            <a:chOff x="6842436" y="5132585"/>
            <a:chExt cx="3833549" cy="696610"/>
          </a:xfrm>
        </p:grpSpPr>
        <p:cxnSp>
          <p:nvCxnSpPr>
            <p:cNvPr id="530" name="Google Shape;530;p18"/>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31" name="Google Shape;531;p18"/>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2" name="Google Shape;532;p18"/>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33" name="Google Shape;533;p18"/>
          <p:cNvGrpSpPr/>
          <p:nvPr/>
        </p:nvGrpSpPr>
        <p:grpSpPr>
          <a:xfrm>
            <a:off x="6608198" y="1343690"/>
            <a:ext cx="810044" cy="619176"/>
            <a:chOff x="-44" y="1473"/>
            <a:chExt cx="981" cy="1105"/>
          </a:xfrm>
        </p:grpSpPr>
        <p:pic>
          <p:nvPicPr>
            <p:cNvPr descr="desktop_computer_stylized_medium" id="534" name="Google Shape;534;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5" name="Google Shape;535;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6" name="Google Shape;536;p18"/>
          <p:cNvGrpSpPr/>
          <p:nvPr/>
        </p:nvGrpSpPr>
        <p:grpSpPr>
          <a:xfrm flipH="1">
            <a:off x="10328620" y="1375018"/>
            <a:ext cx="749093" cy="672617"/>
            <a:chOff x="-44" y="1473"/>
            <a:chExt cx="981" cy="1105"/>
          </a:xfrm>
        </p:grpSpPr>
        <p:pic>
          <p:nvPicPr>
            <p:cNvPr descr="desktop_computer_stylized_medium" id="537" name="Google Shape;537;p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38" name="Google Shape;538;p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9" name="Google Shape;539;p18"/>
          <p:cNvGrpSpPr/>
          <p:nvPr/>
        </p:nvGrpSpPr>
        <p:grpSpPr>
          <a:xfrm>
            <a:off x="1803400" y="4591050"/>
            <a:ext cx="5319534" cy="1606314"/>
            <a:chOff x="1803400" y="4591050"/>
            <a:chExt cx="5319534" cy="1606314"/>
          </a:xfrm>
        </p:grpSpPr>
        <p:pic>
          <p:nvPicPr>
            <p:cNvPr descr="Image result for light bulb icon" id="540" name="Google Shape;540;p18"/>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41" name="Google Shape;541;p18"/>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42" name="Google Shape;542;p18"/>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43" name="Google Shape;543;p18"/>
          <p:cNvGrpSpPr/>
          <p:nvPr/>
        </p:nvGrpSpPr>
        <p:grpSpPr>
          <a:xfrm>
            <a:off x="790712" y="1227535"/>
            <a:ext cx="4924288" cy="2878929"/>
            <a:chOff x="7089912" y="1681505"/>
            <a:chExt cx="4924288" cy="2878929"/>
          </a:xfrm>
        </p:grpSpPr>
        <p:sp>
          <p:nvSpPr>
            <p:cNvPr id="544" name="Google Shape;544;p18"/>
            <p:cNvSpPr/>
            <p:nvPr/>
          </p:nvSpPr>
          <p:spPr>
            <a:xfrm>
              <a:off x="7416318" y="2207758"/>
              <a:ext cx="4445482"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45" name="Google Shape;545;p18"/>
            <p:cNvSpPr/>
            <p:nvPr/>
          </p:nvSpPr>
          <p:spPr>
            <a:xfrm>
              <a:off x="7089912" y="1910106"/>
              <a:ext cx="4924288"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46" name="Google Shape;546;p18"/>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53" name="Google Shape;553;p19"/>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 name="Google Shape;554;p19"/>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5" name="Google Shape;555;p19"/>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6" name="Google Shape;556;p19"/>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57" name="Google Shape;557;p19"/>
          <p:cNvGrpSpPr/>
          <p:nvPr/>
        </p:nvGrpSpPr>
        <p:grpSpPr>
          <a:xfrm>
            <a:off x="8070672" y="2312058"/>
            <a:ext cx="1795463" cy="688975"/>
            <a:chOff x="1173" y="2345"/>
            <a:chExt cx="1131" cy="434"/>
          </a:xfrm>
        </p:grpSpPr>
        <p:sp>
          <p:nvSpPr>
            <p:cNvPr id="558" name="Google Shape;558;p19"/>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9" name="Google Shape;559;p19"/>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60" name="Google Shape;560;p19"/>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61" name="Google Shape;561;p19"/>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62" name="Google Shape;562;p19"/>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63" name="Google Shape;563;p19"/>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64" name="Google Shape;564;p19"/>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65" name="Google Shape;565;p19"/>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66" name="Google Shape;566;p19"/>
          <p:cNvGrpSpPr/>
          <p:nvPr/>
        </p:nvGrpSpPr>
        <p:grpSpPr>
          <a:xfrm>
            <a:off x="8745360" y="2104096"/>
            <a:ext cx="533400" cy="206375"/>
            <a:chOff x="2003" y="1816"/>
            <a:chExt cx="336" cy="130"/>
          </a:xfrm>
        </p:grpSpPr>
        <p:sp>
          <p:nvSpPr>
            <p:cNvPr id="567" name="Google Shape;567;p19"/>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8" name="Google Shape;568;p19"/>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69" name="Google Shape;569;p19"/>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0" name="Google Shape;570;p19"/>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1" name="Google Shape;571;p19"/>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72" name="Google Shape;572;p19"/>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73" name="Google Shape;573;p19"/>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74" name="Google Shape;574;p19"/>
          <p:cNvGrpSpPr/>
          <p:nvPr/>
        </p:nvGrpSpPr>
        <p:grpSpPr>
          <a:xfrm flipH="1">
            <a:off x="10523360" y="4590121"/>
            <a:ext cx="869950" cy="906462"/>
            <a:chOff x="-44" y="1473"/>
            <a:chExt cx="981" cy="1105"/>
          </a:xfrm>
        </p:grpSpPr>
        <p:pic>
          <p:nvPicPr>
            <p:cNvPr descr="desktop_computer_stylized_medium" id="575" name="Google Shape;575;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6" name="Google Shape;576;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77" name="Google Shape;577;p19"/>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78" name="Google Shape;578;p19"/>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79" name="Google Shape;579;p19"/>
          <p:cNvGrpSpPr/>
          <p:nvPr/>
        </p:nvGrpSpPr>
        <p:grpSpPr>
          <a:xfrm>
            <a:off x="5189688" y="2806352"/>
            <a:ext cx="4533734" cy="2971623"/>
            <a:chOff x="5189688" y="2806352"/>
            <a:chExt cx="4533734" cy="2971623"/>
          </a:xfrm>
        </p:grpSpPr>
        <p:grpSp>
          <p:nvGrpSpPr>
            <p:cNvPr id="580" name="Google Shape;580;p19"/>
            <p:cNvGrpSpPr/>
            <p:nvPr/>
          </p:nvGrpSpPr>
          <p:grpSpPr>
            <a:xfrm>
              <a:off x="5189688" y="3080408"/>
              <a:ext cx="3750934" cy="2697567"/>
              <a:chOff x="4633274" y="3577949"/>
              <a:chExt cx="3750934" cy="2697567"/>
            </a:xfrm>
          </p:grpSpPr>
          <p:sp>
            <p:nvSpPr>
              <p:cNvPr id="581" name="Google Shape;581;p19"/>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82" name="Google Shape;582;p19"/>
              <p:cNvGrpSpPr/>
              <p:nvPr/>
            </p:nvGrpSpPr>
            <p:grpSpPr>
              <a:xfrm>
                <a:off x="7344839" y="5551212"/>
                <a:ext cx="1039369" cy="214398"/>
                <a:chOff x="7344839" y="5551212"/>
                <a:chExt cx="1039369" cy="214398"/>
              </a:xfrm>
            </p:grpSpPr>
            <p:sp>
              <p:nvSpPr>
                <p:cNvPr id="583" name="Google Shape;583;p19"/>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4" name="Google Shape;584;p19"/>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85" name="Google Shape;585;p19"/>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86" name="Google Shape;586;p19"/>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87" name="Google Shape;587;p19"/>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8" name="Google Shape;588;p19"/>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89" name="Google Shape;589;p19"/>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90" name="Google Shape;590;p19"/>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91" name="Google Shape;591;p19"/>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2" name="Google Shape;592;p19"/>
          <p:cNvGrpSpPr/>
          <p:nvPr/>
        </p:nvGrpSpPr>
        <p:grpSpPr>
          <a:xfrm>
            <a:off x="4989152" y="1607125"/>
            <a:ext cx="4984933" cy="885919"/>
            <a:chOff x="4989152" y="1607125"/>
            <a:chExt cx="4984933" cy="885919"/>
          </a:xfrm>
        </p:grpSpPr>
        <p:grpSp>
          <p:nvGrpSpPr>
            <p:cNvPr id="593" name="Google Shape;593;p19"/>
            <p:cNvGrpSpPr/>
            <p:nvPr/>
          </p:nvGrpSpPr>
          <p:grpSpPr>
            <a:xfrm>
              <a:off x="4989152" y="1652814"/>
              <a:ext cx="4984933" cy="840230"/>
              <a:chOff x="4432738" y="2150355"/>
              <a:chExt cx="4984933" cy="840230"/>
            </a:xfrm>
          </p:grpSpPr>
          <p:cxnSp>
            <p:nvCxnSpPr>
              <p:cNvPr id="594" name="Google Shape;594;p19"/>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95" name="Google Shape;595;p19"/>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96" name="Google Shape;596;p19"/>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7" name="Google Shape;597;p19"/>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04" name="Google Shape;604;p20"/>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5" name="Google Shape;605;p20"/>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6" name="Google Shape;606;p20"/>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 name="Google Shape;607;p20"/>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08" name="Google Shape;608;p20"/>
          <p:cNvGrpSpPr/>
          <p:nvPr/>
        </p:nvGrpSpPr>
        <p:grpSpPr>
          <a:xfrm>
            <a:off x="8070672" y="2312058"/>
            <a:ext cx="1795463" cy="688975"/>
            <a:chOff x="1173" y="2345"/>
            <a:chExt cx="1131" cy="434"/>
          </a:xfrm>
        </p:grpSpPr>
        <p:sp>
          <p:nvSpPr>
            <p:cNvPr id="609" name="Google Shape;609;p20"/>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 name="Google Shape;610;p20"/>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11" name="Google Shape;611;p20"/>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12" name="Google Shape;612;p20"/>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13" name="Google Shape;613;p20"/>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14" name="Google Shape;614;p20"/>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15" name="Google Shape;615;p20"/>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16" name="Google Shape;616;p20"/>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17" name="Google Shape;617;p20"/>
          <p:cNvGrpSpPr/>
          <p:nvPr/>
        </p:nvGrpSpPr>
        <p:grpSpPr>
          <a:xfrm>
            <a:off x="8745360" y="2104096"/>
            <a:ext cx="533400" cy="206375"/>
            <a:chOff x="2003" y="1816"/>
            <a:chExt cx="336" cy="130"/>
          </a:xfrm>
        </p:grpSpPr>
        <p:sp>
          <p:nvSpPr>
            <p:cNvPr id="618" name="Google Shape;618;p20"/>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9" name="Google Shape;619;p20"/>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0" name="Google Shape;620;p20"/>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1" name="Google Shape;621;p20"/>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2" name="Google Shape;622;p20"/>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23" name="Google Shape;623;p20"/>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24" name="Google Shape;624;p20"/>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25" name="Google Shape;625;p20"/>
          <p:cNvGrpSpPr/>
          <p:nvPr/>
        </p:nvGrpSpPr>
        <p:grpSpPr>
          <a:xfrm flipH="1">
            <a:off x="10523360" y="4590121"/>
            <a:ext cx="869950" cy="906462"/>
            <a:chOff x="-44" y="1473"/>
            <a:chExt cx="981" cy="1105"/>
          </a:xfrm>
        </p:grpSpPr>
        <p:pic>
          <p:nvPicPr>
            <p:cNvPr descr="desktop_computer_stylized_medium" id="626" name="Google Shape;626;p2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7" name="Google Shape;627;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8" name="Google Shape;628;p20"/>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629" name="Google Shape;629;p20"/>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630" name="Google Shape;630;p20"/>
          <p:cNvGrpSpPr/>
          <p:nvPr/>
        </p:nvGrpSpPr>
        <p:grpSpPr>
          <a:xfrm>
            <a:off x="5189688" y="2806352"/>
            <a:ext cx="4533734" cy="2971623"/>
            <a:chOff x="5189688" y="2806352"/>
            <a:chExt cx="4533734" cy="2971623"/>
          </a:xfrm>
        </p:grpSpPr>
        <p:grpSp>
          <p:nvGrpSpPr>
            <p:cNvPr id="631" name="Google Shape;631;p20"/>
            <p:cNvGrpSpPr/>
            <p:nvPr/>
          </p:nvGrpSpPr>
          <p:grpSpPr>
            <a:xfrm>
              <a:off x="5189688" y="3080408"/>
              <a:ext cx="3750934" cy="2697567"/>
              <a:chOff x="4633274" y="3577949"/>
              <a:chExt cx="3750934" cy="2697567"/>
            </a:xfrm>
          </p:grpSpPr>
          <p:sp>
            <p:nvSpPr>
              <p:cNvPr id="632" name="Google Shape;632;p20"/>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3" name="Google Shape;633;p20"/>
              <p:cNvGrpSpPr/>
              <p:nvPr/>
            </p:nvGrpSpPr>
            <p:grpSpPr>
              <a:xfrm>
                <a:off x="7344839" y="5551212"/>
                <a:ext cx="1039369" cy="214398"/>
                <a:chOff x="7344839" y="5551212"/>
                <a:chExt cx="1039369" cy="214398"/>
              </a:xfrm>
            </p:grpSpPr>
            <p:sp>
              <p:nvSpPr>
                <p:cNvPr id="634" name="Google Shape;634;p20"/>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5" name="Google Shape;635;p20"/>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36" name="Google Shape;636;p20"/>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37" name="Google Shape;637;p20"/>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38" name="Google Shape;638;p20"/>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9" name="Google Shape;639;p20"/>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640" name="Google Shape;640;p20"/>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641" name="Google Shape;641;p20"/>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642" name="Google Shape;642;p20"/>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43" name="Google Shape;643;p20"/>
          <p:cNvGrpSpPr/>
          <p:nvPr/>
        </p:nvGrpSpPr>
        <p:grpSpPr>
          <a:xfrm>
            <a:off x="4989152" y="1607125"/>
            <a:ext cx="4984933" cy="885919"/>
            <a:chOff x="4989152" y="1607125"/>
            <a:chExt cx="4984933" cy="885919"/>
          </a:xfrm>
        </p:grpSpPr>
        <p:grpSp>
          <p:nvGrpSpPr>
            <p:cNvPr id="644" name="Google Shape;644;p20"/>
            <p:cNvGrpSpPr/>
            <p:nvPr/>
          </p:nvGrpSpPr>
          <p:grpSpPr>
            <a:xfrm>
              <a:off x="4989152" y="1652814"/>
              <a:ext cx="4984933" cy="840230"/>
              <a:chOff x="4432738" y="2150355"/>
              <a:chExt cx="4984933" cy="840230"/>
            </a:xfrm>
          </p:grpSpPr>
          <p:cxnSp>
            <p:nvCxnSpPr>
              <p:cNvPr id="645" name="Google Shape;645;p20"/>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46" name="Google Shape;646;p20"/>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47" name="Google Shape;647;p20"/>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8" name="Google Shape;648;p20"/>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649" name="Google Shape;649;p20"/>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650" name="Google Shape;650;p20"/>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2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57" name="Google Shape;657;p21"/>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8" name="Google Shape;658;p21"/>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9" name="Google Shape;659;p21"/>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 name="Google Shape;660;p21"/>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61" name="Google Shape;661;p21"/>
          <p:cNvGrpSpPr/>
          <p:nvPr/>
        </p:nvGrpSpPr>
        <p:grpSpPr>
          <a:xfrm>
            <a:off x="8070672" y="2312058"/>
            <a:ext cx="1795463" cy="688975"/>
            <a:chOff x="1173" y="2345"/>
            <a:chExt cx="1131" cy="434"/>
          </a:xfrm>
        </p:grpSpPr>
        <p:sp>
          <p:nvSpPr>
            <p:cNvPr id="662" name="Google Shape;662;p21"/>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 name="Google Shape;663;p21"/>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64" name="Google Shape;664;p21"/>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65" name="Google Shape;665;p21"/>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66" name="Google Shape;666;p21"/>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67" name="Google Shape;667;p21"/>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68" name="Google Shape;668;p21"/>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69" name="Google Shape;669;p21"/>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70" name="Google Shape;670;p21"/>
          <p:cNvGrpSpPr/>
          <p:nvPr/>
        </p:nvGrpSpPr>
        <p:grpSpPr>
          <a:xfrm>
            <a:off x="8745360" y="2104096"/>
            <a:ext cx="533400" cy="206375"/>
            <a:chOff x="2003" y="1816"/>
            <a:chExt cx="336" cy="130"/>
          </a:xfrm>
        </p:grpSpPr>
        <p:sp>
          <p:nvSpPr>
            <p:cNvPr id="671" name="Google Shape;671;p21"/>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 name="Google Shape;672;p21"/>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 name="Google Shape;673;p21"/>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 name="Google Shape;674;p21"/>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5" name="Google Shape;675;p21"/>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76" name="Google Shape;676;p21"/>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77" name="Google Shape;677;p21"/>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78" name="Google Shape;678;p21"/>
          <p:cNvGrpSpPr/>
          <p:nvPr/>
        </p:nvGrpSpPr>
        <p:grpSpPr>
          <a:xfrm flipH="1">
            <a:off x="10523360" y="4590121"/>
            <a:ext cx="869950" cy="906462"/>
            <a:chOff x="-44" y="1473"/>
            <a:chExt cx="981" cy="1105"/>
          </a:xfrm>
        </p:grpSpPr>
        <p:pic>
          <p:nvPicPr>
            <p:cNvPr descr="desktop_computer_stylized_medium" id="679" name="Google Shape;67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80" name="Google Shape;68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81" name="Google Shape;681;p21"/>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682" name="Google Shape;682;p21"/>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683" name="Google Shape;683;p21"/>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84" name="Google Shape;684;p21"/>
          <p:cNvGrpSpPr/>
          <p:nvPr/>
        </p:nvGrpSpPr>
        <p:grpSpPr>
          <a:xfrm>
            <a:off x="7901253" y="5053671"/>
            <a:ext cx="1039369" cy="214398"/>
            <a:chOff x="7344839" y="5551212"/>
            <a:chExt cx="1039369" cy="214398"/>
          </a:xfrm>
        </p:grpSpPr>
        <p:sp>
          <p:nvSpPr>
            <p:cNvPr id="685" name="Google Shape;685;p21"/>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6" name="Google Shape;686;p21"/>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87" name="Google Shape;687;p21"/>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88" name="Google Shape;688;p21"/>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89" name="Google Shape;689;p21"/>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0" name="Google Shape;690;p21"/>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691" name="Google Shape;691;p21"/>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2" name="Google Shape;692;p21"/>
          <p:cNvGrpSpPr/>
          <p:nvPr/>
        </p:nvGrpSpPr>
        <p:grpSpPr>
          <a:xfrm>
            <a:off x="4989152" y="1607125"/>
            <a:ext cx="4984933" cy="885919"/>
            <a:chOff x="4989152" y="1607125"/>
            <a:chExt cx="4984933" cy="885919"/>
          </a:xfrm>
        </p:grpSpPr>
        <p:grpSp>
          <p:nvGrpSpPr>
            <p:cNvPr id="693" name="Google Shape;693;p21"/>
            <p:cNvGrpSpPr/>
            <p:nvPr/>
          </p:nvGrpSpPr>
          <p:grpSpPr>
            <a:xfrm>
              <a:off x="4989152" y="1652814"/>
              <a:ext cx="4984933" cy="840230"/>
              <a:chOff x="4432738" y="2150355"/>
              <a:chExt cx="4984933" cy="840230"/>
            </a:xfrm>
          </p:grpSpPr>
          <p:cxnSp>
            <p:nvCxnSpPr>
              <p:cNvPr id="694" name="Google Shape;694;p21"/>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95" name="Google Shape;695;p21"/>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96" name="Google Shape;696;p21"/>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97" name="Google Shape;697;p21"/>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98" name="Google Shape;698;p21"/>
          <p:cNvGrpSpPr/>
          <p:nvPr/>
        </p:nvGrpSpPr>
        <p:grpSpPr>
          <a:xfrm>
            <a:off x="1111171" y="3426107"/>
            <a:ext cx="5034986" cy="2800562"/>
            <a:chOff x="4343173" y="1560062"/>
            <a:chExt cx="9034622" cy="4921250"/>
          </a:xfrm>
        </p:grpSpPr>
        <p:sp>
          <p:nvSpPr>
            <p:cNvPr id="699" name="Google Shape;699;p21"/>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700" name="Google Shape;700;p21"/>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701" name="Google Shape;701;p21"/>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702" name="Google Shape;702;p21"/>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03" name="Google Shape;703;p21"/>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04" name="Google Shape;704;p21"/>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705" name="Google Shape;705;p21"/>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06" name="Google Shape;706;p21"/>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707" name="Google Shape;707;p21"/>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708" name="Google Shape;708;p21"/>
            <p:cNvGrpSpPr/>
            <p:nvPr/>
          </p:nvGrpSpPr>
          <p:grpSpPr>
            <a:xfrm>
              <a:off x="6113100" y="2788385"/>
              <a:ext cx="7264695" cy="1048460"/>
              <a:chOff x="6113100" y="2788385"/>
              <a:chExt cx="7264695" cy="1048460"/>
            </a:xfrm>
          </p:grpSpPr>
          <p:sp>
            <p:nvSpPr>
              <p:cNvPr id="709" name="Google Shape;709;p21"/>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710" name="Google Shape;710;p21"/>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711" name="Google Shape;711;p21"/>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712" name="Google Shape;712;p21"/>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2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719" name="Google Shape;719;p22"/>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0" name="Google Shape;720;p22"/>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 name="Google Shape;721;p22"/>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 name="Google Shape;722;p22"/>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723" name="Google Shape;723;p22"/>
          <p:cNvGrpSpPr/>
          <p:nvPr/>
        </p:nvGrpSpPr>
        <p:grpSpPr>
          <a:xfrm>
            <a:off x="8070672" y="2312058"/>
            <a:ext cx="1795463" cy="688975"/>
            <a:chOff x="1173" y="2345"/>
            <a:chExt cx="1131" cy="434"/>
          </a:xfrm>
        </p:grpSpPr>
        <p:sp>
          <p:nvSpPr>
            <p:cNvPr id="724" name="Google Shape;724;p22"/>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5" name="Google Shape;725;p22"/>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726" name="Google Shape;726;p22"/>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727" name="Google Shape;727;p22"/>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728" name="Google Shape;728;p22"/>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729" name="Google Shape;729;p22"/>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730" name="Google Shape;730;p22"/>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731" name="Google Shape;731;p22"/>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732" name="Google Shape;732;p22"/>
          <p:cNvGrpSpPr/>
          <p:nvPr/>
        </p:nvGrpSpPr>
        <p:grpSpPr>
          <a:xfrm>
            <a:off x="8745360" y="2104096"/>
            <a:ext cx="533400" cy="206375"/>
            <a:chOff x="2003" y="1816"/>
            <a:chExt cx="336" cy="130"/>
          </a:xfrm>
        </p:grpSpPr>
        <p:sp>
          <p:nvSpPr>
            <p:cNvPr id="733" name="Google Shape;733;p22"/>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4" name="Google Shape;734;p22"/>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5" name="Google Shape;735;p22"/>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6" name="Google Shape;736;p22"/>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37" name="Google Shape;737;p22"/>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738" name="Google Shape;738;p22"/>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739" name="Google Shape;739;p22"/>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740" name="Google Shape;740;p22"/>
          <p:cNvGrpSpPr/>
          <p:nvPr/>
        </p:nvGrpSpPr>
        <p:grpSpPr>
          <a:xfrm flipH="1">
            <a:off x="10523360" y="4590121"/>
            <a:ext cx="869950" cy="906462"/>
            <a:chOff x="-44" y="1473"/>
            <a:chExt cx="981" cy="1105"/>
          </a:xfrm>
        </p:grpSpPr>
        <p:pic>
          <p:nvPicPr>
            <p:cNvPr descr="desktop_computer_stylized_medium" id="741" name="Google Shape;741;p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2" name="Google Shape;742;p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3" name="Google Shape;743;p22"/>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744" name="Google Shape;744;p22"/>
          <p:cNvGrpSpPr/>
          <p:nvPr/>
        </p:nvGrpSpPr>
        <p:grpSpPr>
          <a:xfrm>
            <a:off x="756989" y="3535828"/>
            <a:ext cx="4164772" cy="1950572"/>
            <a:chOff x="363537" y="4127499"/>
            <a:chExt cx="4164772" cy="1950572"/>
          </a:xfrm>
        </p:grpSpPr>
        <p:sp>
          <p:nvSpPr>
            <p:cNvPr id="745" name="Google Shape;745;p22"/>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6" name="Google Shape;746;p22"/>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747" name="Google Shape;747;p22"/>
            <p:cNvGrpSpPr/>
            <p:nvPr/>
          </p:nvGrpSpPr>
          <p:grpSpPr>
            <a:xfrm>
              <a:off x="551438" y="4127499"/>
              <a:ext cx="2003542" cy="523875"/>
              <a:chOff x="3327" y="230"/>
              <a:chExt cx="1176" cy="330"/>
            </a:xfrm>
          </p:grpSpPr>
          <p:sp>
            <p:nvSpPr>
              <p:cNvPr id="748" name="Google Shape;748;p22"/>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9" name="Google Shape;749;p22"/>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750" name="Google Shape;750;p22"/>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751" name="Google Shape;751;p22"/>
          <p:cNvGrpSpPr/>
          <p:nvPr/>
        </p:nvGrpSpPr>
        <p:grpSpPr>
          <a:xfrm>
            <a:off x="7630935" y="2806352"/>
            <a:ext cx="2092487" cy="2971623"/>
            <a:chOff x="7630935" y="2806352"/>
            <a:chExt cx="2092487" cy="2971623"/>
          </a:xfrm>
        </p:grpSpPr>
        <p:grpSp>
          <p:nvGrpSpPr>
            <p:cNvPr id="752" name="Google Shape;752;p22"/>
            <p:cNvGrpSpPr/>
            <p:nvPr/>
          </p:nvGrpSpPr>
          <p:grpSpPr>
            <a:xfrm>
              <a:off x="7630935" y="3080408"/>
              <a:ext cx="1309687" cy="2697567"/>
              <a:chOff x="7074521" y="3577949"/>
              <a:chExt cx="1309687" cy="2697567"/>
            </a:xfrm>
          </p:grpSpPr>
          <p:sp>
            <p:nvSpPr>
              <p:cNvPr id="753" name="Google Shape;753;p22"/>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4" name="Google Shape;754;p22"/>
              <p:cNvGrpSpPr/>
              <p:nvPr/>
            </p:nvGrpSpPr>
            <p:grpSpPr>
              <a:xfrm>
                <a:off x="7344839" y="5551212"/>
                <a:ext cx="1039369" cy="214398"/>
                <a:chOff x="7344839" y="5551212"/>
                <a:chExt cx="1039369" cy="214398"/>
              </a:xfrm>
            </p:grpSpPr>
            <p:sp>
              <p:nvSpPr>
                <p:cNvPr id="755" name="Google Shape;755;p22"/>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6" name="Google Shape;756;p22"/>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57" name="Google Shape;757;p22"/>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758" name="Google Shape;758;p22"/>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759" name="Google Shape;759;p22"/>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60" name="Google Shape;760;p22"/>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761" name="Google Shape;761;p22"/>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62" name="Google Shape;762;p22"/>
          <p:cNvGrpSpPr/>
          <p:nvPr/>
        </p:nvGrpSpPr>
        <p:grpSpPr>
          <a:xfrm>
            <a:off x="4989152" y="1607125"/>
            <a:ext cx="4984933" cy="885919"/>
            <a:chOff x="4989152" y="1607125"/>
            <a:chExt cx="4984933" cy="885919"/>
          </a:xfrm>
        </p:grpSpPr>
        <p:grpSp>
          <p:nvGrpSpPr>
            <p:cNvPr id="763" name="Google Shape;763;p22"/>
            <p:cNvGrpSpPr/>
            <p:nvPr/>
          </p:nvGrpSpPr>
          <p:grpSpPr>
            <a:xfrm>
              <a:off x="4989152" y="1652814"/>
              <a:ext cx="4984933" cy="840230"/>
              <a:chOff x="4432738" y="2150355"/>
              <a:chExt cx="4984933" cy="840230"/>
            </a:xfrm>
          </p:grpSpPr>
          <p:cxnSp>
            <p:nvCxnSpPr>
              <p:cNvPr id="764" name="Google Shape;764;p22"/>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765" name="Google Shape;765;p22"/>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766" name="Google Shape;766;p22"/>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67" name="Google Shape;767;p22"/>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2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774" name="Google Shape;774;p23"/>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775" name="Google Shape;775;p23"/>
          <p:cNvGrpSpPr/>
          <p:nvPr/>
        </p:nvGrpSpPr>
        <p:grpSpPr>
          <a:xfrm>
            <a:off x="8147517" y="2351087"/>
            <a:ext cx="2578100" cy="2155825"/>
            <a:chOff x="512" y="1294"/>
            <a:chExt cx="1888" cy="1358"/>
          </a:xfrm>
        </p:grpSpPr>
        <p:grpSp>
          <p:nvGrpSpPr>
            <p:cNvPr id="776" name="Google Shape;776;p23"/>
            <p:cNvGrpSpPr/>
            <p:nvPr/>
          </p:nvGrpSpPr>
          <p:grpSpPr>
            <a:xfrm>
              <a:off x="1232" y="1410"/>
              <a:ext cx="336" cy="130"/>
              <a:chOff x="2003" y="1816"/>
              <a:chExt cx="336" cy="130"/>
            </a:xfrm>
          </p:grpSpPr>
          <p:sp>
            <p:nvSpPr>
              <p:cNvPr id="777" name="Google Shape;777;p23"/>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8" name="Google Shape;778;p23"/>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9" name="Google Shape;779;p23"/>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0" name="Google Shape;780;p23"/>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1" name="Google Shape;781;p23"/>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782" name="Google Shape;782;p23"/>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783" name="Google Shape;783;p23"/>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784" name="Google Shape;784;p23"/>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 name="Google Shape;785;p23"/>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 name="Google Shape;786;p23"/>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787" name="Google Shape;787;p23"/>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788" name="Google Shape;788;p23"/>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789" name="Google Shape;789;p23"/>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790" name="Google Shape;790;p23"/>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791" name="Google Shape;791;p23"/>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792" name="Google Shape;792;p23"/>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793" name="Google Shape;793;p23"/>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794" name="Google Shape;794;p23"/>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795" name="Google Shape;795;p23"/>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796" name="Google Shape;796;p23"/>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797" name="Google Shape;797;p23"/>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798" name="Google Shape;798;p23"/>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799" name="Google Shape;799;p23"/>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800" name="Google Shape;800;p23"/>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2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807" name="Google Shape;807;p24"/>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808" name="Google Shape;808;p24"/>
          <p:cNvGrpSpPr/>
          <p:nvPr/>
        </p:nvGrpSpPr>
        <p:grpSpPr>
          <a:xfrm>
            <a:off x="7363745" y="1068614"/>
            <a:ext cx="4349284" cy="5165818"/>
            <a:chOff x="7334716" y="821871"/>
            <a:chExt cx="4349284" cy="5165818"/>
          </a:xfrm>
        </p:grpSpPr>
        <p:sp>
          <p:nvSpPr>
            <p:cNvPr id="809" name="Google Shape;809;p24"/>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810" name="Google Shape;810;p24"/>
            <p:cNvGrpSpPr/>
            <p:nvPr/>
          </p:nvGrpSpPr>
          <p:grpSpPr>
            <a:xfrm>
              <a:off x="7490842" y="1445945"/>
              <a:ext cx="3173211" cy="4078555"/>
              <a:chOff x="7157014" y="1873079"/>
              <a:chExt cx="2251592" cy="2800562"/>
            </a:xfrm>
          </p:grpSpPr>
          <p:sp>
            <p:nvSpPr>
              <p:cNvPr id="811" name="Google Shape;811;p24"/>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812" name="Google Shape;812;p24"/>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813" name="Google Shape;813;p24"/>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814" name="Google Shape;814;p24"/>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815" name="Google Shape;815;p24"/>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816" name="Google Shape;816;p24"/>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817" name="Google Shape;817;p24"/>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818" name="Google Shape;818;p24"/>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819" name="Google Shape;819;p24"/>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820" name="Google Shape;820;p24"/>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821" name="Google Shape;821;p24"/>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822" name="Google Shape;822;p24"/>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823" name="Google Shape;823;p24"/>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2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830" name="Google Shape;830;p25"/>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831" name="Google Shape;831;p25"/>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2" name="Google Shape;832;p25"/>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833" name="Google Shape;833;p25"/>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834" name="Google Shape;834;p25"/>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835" name="Google Shape;835;p25"/>
          <p:cNvGrpSpPr/>
          <p:nvPr/>
        </p:nvGrpSpPr>
        <p:grpSpPr>
          <a:xfrm>
            <a:off x="3979492" y="3344865"/>
            <a:ext cx="438150" cy="206375"/>
            <a:chOff x="344" y="1846"/>
            <a:chExt cx="336" cy="130"/>
          </a:xfrm>
        </p:grpSpPr>
        <p:sp>
          <p:nvSpPr>
            <p:cNvPr id="836" name="Google Shape;836;p25"/>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7" name="Google Shape;837;p25"/>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8" name="Google Shape;838;p25"/>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 name="Google Shape;839;p25"/>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0" name="Google Shape;840;p25"/>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841" name="Google Shape;841;p25"/>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842" name="Google Shape;842;p25"/>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843" name="Google Shape;843;p25"/>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844" name="Google Shape;844;p25"/>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845" name="Google Shape;845;p25"/>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846" name="Google Shape;846;p25"/>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7" name="Google Shape;847;p25"/>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8" name="Google Shape;848;p25"/>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849" name="Google Shape;849;p25"/>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850" name="Google Shape;850;p25"/>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851" name="Google Shape;851;p25"/>
          <p:cNvGrpSpPr/>
          <p:nvPr/>
        </p:nvGrpSpPr>
        <p:grpSpPr>
          <a:xfrm>
            <a:off x="8308511" y="3351215"/>
            <a:ext cx="438150" cy="206375"/>
            <a:chOff x="344" y="1846"/>
            <a:chExt cx="336" cy="130"/>
          </a:xfrm>
        </p:grpSpPr>
        <p:sp>
          <p:nvSpPr>
            <p:cNvPr id="852" name="Google Shape;852;p25"/>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 name="Google Shape;853;p25"/>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 name="Google Shape;854;p25"/>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 name="Google Shape;855;p25"/>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6" name="Google Shape;856;p25"/>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857" name="Google Shape;857;p25"/>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858" name="Google Shape;858;p25"/>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859" name="Google Shape;859;p25"/>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860" name="Google Shape;860;p25"/>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861" name="Google Shape;861;p25"/>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862" name="Google Shape;862;p25"/>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 name="Google Shape;863;p25"/>
          <p:cNvSpPr txBox="1"/>
          <p:nvPr/>
        </p:nvSpPr>
        <p:spPr>
          <a:xfrm>
            <a:off x="996046" y="575964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sp>
        <p:nvSpPr>
          <p:cNvPr id="864" name="Google Shape;864;p25"/>
          <p:cNvSpPr txBox="1"/>
          <p:nvPr/>
        </p:nvSpPr>
        <p:spPr>
          <a:xfrm>
            <a:off x="7021795" y="5773144"/>
            <a:ext cx="4159599"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865" name="Google Shape;865;p25"/>
          <p:cNvGrpSpPr/>
          <p:nvPr/>
        </p:nvGrpSpPr>
        <p:grpSpPr>
          <a:xfrm>
            <a:off x="2149664" y="5024440"/>
            <a:ext cx="698500" cy="612775"/>
            <a:chOff x="-44" y="1473"/>
            <a:chExt cx="981" cy="1105"/>
          </a:xfrm>
        </p:grpSpPr>
        <p:pic>
          <p:nvPicPr>
            <p:cNvPr descr="desktop_computer_stylized_medium" id="866" name="Google Shape;866;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7" name="Google Shape;867;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68" name="Google Shape;868;p25"/>
          <p:cNvGrpSpPr/>
          <p:nvPr/>
        </p:nvGrpSpPr>
        <p:grpSpPr>
          <a:xfrm>
            <a:off x="9964927" y="4922840"/>
            <a:ext cx="415925" cy="627063"/>
            <a:chOff x="4140" y="429"/>
            <a:chExt cx="1425" cy="2396"/>
          </a:xfrm>
        </p:grpSpPr>
        <p:sp>
          <p:nvSpPr>
            <p:cNvPr id="869" name="Google Shape;869;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0" name="Google Shape;870;p25"/>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1" name="Google Shape;871;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2" name="Google Shape;872;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3" name="Google Shape;873;p25"/>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74" name="Google Shape;874;p25"/>
            <p:cNvGrpSpPr/>
            <p:nvPr/>
          </p:nvGrpSpPr>
          <p:grpSpPr>
            <a:xfrm>
              <a:off x="4749" y="666"/>
              <a:ext cx="582" cy="146"/>
              <a:chOff x="614" y="2566"/>
              <a:chExt cx="726" cy="140"/>
            </a:xfrm>
          </p:grpSpPr>
          <p:sp>
            <p:nvSpPr>
              <p:cNvPr id="875" name="Google Shape;875;p25"/>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6" name="Google Shape;876;p25"/>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77" name="Google Shape;877;p25"/>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78" name="Google Shape;878;p25"/>
            <p:cNvGrpSpPr/>
            <p:nvPr/>
          </p:nvGrpSpPr>
          <p:grpSpPr>
            <a:xfrm>
              <a:off x="4749" y="993"/>
              <a:ext cx="576" cy="133"/>
              <a:chOff x="617" y="2567"/>
              <a:chExt cx="719" cy="138"/>
            </a:xfrm>
          </p:grpSpPr>
          <p:sp>
            <p:nvSpPr>
              <p:cNvPr id="879" name="Google Shape;879;p25"/>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0" name="Google Shape;880;p25"/>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1" name="Google Shape;881;p25"/>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2" name="Google Shape;882;p25"/>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3" name="Google Shape;883;p25"/>
            <p:cNvGrpSpPr/>
            <p:nvPr/>
          </p:nvGrpSpPr>
          <p:grpSpPr>
            <a:xfrm>
              <a:off x="4733" y="1636"/>
              <a:ext cx="582" cy="134"/>
              <a:chOff x="611" y="2576"/>
              <a:chExt cx="725" cy="123"/>
            </a:xfrm>
          </p:grpSpPr>
          <p:sp>
            <p:nvSpPr>
              <p:cNvPr id="884" name="Google Shape;884;p25"/>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5" name="Google Shape;885;p25"/>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86" name="Google Shape;886;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87" name="Google Shape;887;p25"/>
            <p:cNvGrpSpPr/>
            <p:nvPr/>
          </p:nvGrpSpPr>
          <p:grpSpPr>
            <a:xfrm>
              <a:off x="4738" y="1327"/>
              <a:ext cx="582" cy="140"/>
              <a:chOff x="613" y="2568"/>
              <a:chExt cx="725" cy="140"/>
            </a:xfrm>
          </p:grpSpPr>
          <p:sp>
            <p:nvSpPr>
              <p:cNvPr id="888" name="Google Shape;888;p25"/>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9" name="Google Shape;889;p25"/>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90" name="Google Shape;890;p25"/>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1" name="Google Shape;891;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2" name="Google Shape;892;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3" name="Google Shape;893;p25"/>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4" name="Google Shape;894;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5" name="Google Shape;895;p25"/>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6" name="Google Shape;896;p25"/>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7" name="Google Shape;897;p25"/>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8" name="Google Shape;898;p25"/>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99" name="Google Shape;899;p25"/>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0" name="Google Shape;900;p25"/>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2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907" name="Google Shape;907;p26"/>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908" name="Google Shape;908;p26"/>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909" name="Google Shape;909;p26"/>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910" name="Google Shape;910;p26"/>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911" name="Google Shape;911;p26"/>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912" name="Google Shape;912;p26"/>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913" name="Google Shape;913;p26"/>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914" name="Google Shape;914;p26"/>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915" name="Google Shape;915;p26"/>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16" name="Google Shape;916;p26"/>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917" name="Google Shape;917;p26"/>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18" name="Google Shape;918;p26"/>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919" name="Google Shape;919;p26"/>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920" name="Google Shape;920;p26"/>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921" name="Google Shape;921;p26"/>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922" name="Google Shape;922;p26"/>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923" name="Google Shape;923;p26"/>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924" name="Google Shape;924;p26"/>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925" name="Google Shape;925;p26"/>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926" name="Google Shape;926;p26"/>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927" name="Google Shape;927;p26"/>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928" name="Google Shape;928;p26"/>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29" name="Google Shape;929;p26"/>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930" name="Google Shape;930;p26"/>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31" name="Google Shape;931;p26"/>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932" name="Google Shape;932;p26"/>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933" name="Google Shape;933;p26"/>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934" name="Google Shape;934;p26"/>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935" name="Google Shape;935;p26"/>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36" name="Google Shape;936;p26"/>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937" name="Google Shape;937;p26"/>
          <p:cNvGrpSpPr/>
          <p:nvPr/>
        </p:nvGrpSpPr>
        <p:grpSpPr>
          <a:xfrm>
            <a:off x="1696017" y="4472044"/>
            <a:ext cx="775403" cy="566176"/>
            <a:chOff x="-44" y="1473"/>
            <a:chExt cx="981" cy="1105"/>
          </a:xfrm>
        </p:grpSpPr>
        <p:pic>
          <p:nvPicPr>
            <p:cNvPr descr="desktop_computer_stylized_medium" id="938" name="Google Shape;938;p26"/>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939" name="Google Shape;939;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940" name="Google Shape;940;p26"/>
          <p:cNvGrpSpPr/>
          <p:nvPr/>
        </p:nvGrpSpPr>
        <p:grpSpPr>
          <a:xfrm>
            <a:off x="4073636" y="4451330"/>
            <a:ext cx="318750" cy="557545"/>
            <a:chOff x="4140" y="429"/>
            <a:chExt cx="1425" cy="2396"/>
          </a:xfrm>
        </p:grpSpPr>
        <p:sp>
          <p:nvSpPr>
            <p:cNvPr id="941" name="Google Shape;941;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42" name="Google Shape;942;p2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43" name="Google Shape;943;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44" name="Google Shape;944;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45" name="Google Shape;945;p2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946" name="Google Shape;946;p26"/>
            <p:cNvGrpSpPr/>
            <p:nvPr/>
          </p:nvGrpSpPr>
          <p:grpSpPr>
            <a:xfrm>
              <a:off x="4751" y="666"/>
              <a:ext cx="578" cy="148"/>
              <a:chOff x="617" y="2566"/>
              <a:chExt cx="721" cy="142"/>
            </a:xfrm>
          </p:grpSpPr>
          <p:sp>
            <p:nvSpPr>
              <p:cNvPr id="947" name="Google Shape;947;p2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48" name="Google Shape;948;p2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949" name="Google Shape;949;p2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950" name="Google Shape;950;p26"/>
            <p:cNvGrpSpPr/>
            <p:nvPr/>
          </p:nvGrpSpPr>
          <p:grpSpPr>
            <a:xfrm>
              <a:off x="4745" y="993"/>
              <a:ext cx="585" cy="134"/>
              <a:chOff x="611" y="2567"/>
              <a:chExt cx="730" cy="139"/>
            </a:xfrm>
          </p:grpSpPr>
          <p:sp>
            <p:nvSpPr>
              <p:cNvPr id="951" name="Google Shape;951;p2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52" name="Google Shape;952;p2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953" name="Google Shape;953;p2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54" name="Google Shape;954;p2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955" name="Google Shape;955;p26"/>
            <p:cNvGrpSpPr/>
            <p:nvPr/>
          </p:nvGrpSpPr>
          <p:grpSpPr>
            <a:xfrm>
              <a:off x="4738" y="1630"/>
              <a:ext cx="578" cy="149"/>
              <a:chOff x="618" y="2571"/>
              <a:chExt cx="720" cy="137"/>
            </a:xfrm>
          </p:grpSpPr>
          <p:sp>
            <p:nvSpPr>
              <p:cNvPr id="956" name="Google Shape;956;p2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57" name="Google Shape;957;p2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958" name="Google Shape;958;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959" name="Google Shape;959;p26"/>
            <p:cNvGrpSpPr/>
            <p:nvPr/>
          </p:nvGrpSpPr>
          <p:grpSpPr>
            <a:xfrm>
              <a:off x="4738" y="1327"/>
              <a:ext cx="584" cy="141"/>
              <a:chOff x="613" y="2568"/>
              <a:chExt cx="728" cy="141"/>
            </a:xfrm>
          </p:grpSpPr>
          <p:sp>
            <p:nvSpPr>
              <p:cNvPr id="960" name="Google Shape;960;p2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1" name="Google Shape;961;p2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962" name="Google Shape;962;p2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3" name="Google Shape;963;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4" name="Google Shape;964;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5" name="Google Shape;965;p2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6" name="Google Shape;966;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7" name="Google Shape;967;p2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8" name="Google Shape;968;p2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69" name="Google Shape;969;p2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70" name="Google Shape;970;p2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971" name="Google Shape;971;p2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972" name="Google Shape;972;p2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2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979" name="Google Shape;979;p27"/>
          <p:cNvGrpSpPr/>
          <p:nvPr/>
        </p:nvGrpSpPr>
        <p:grpSpPr>
          <a:xfrm>
            <a:off x="435655" y="1435139"/>
            <a:ext cx="3855401" cy="3186116"/>
            <a:chOff x="435655" y="1990325"/>
            <a:chExt cx="3855401" cy="3186116"/>
          </a:xfrm>
        </p:grpSpPr>
        <p:cxnSp>
          <p:nvCxnSpPr>
            <p:cNvPr id="980" name="Google Shape;980;p27"/>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981" name="Google Shape;981;p27"/>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982" name="Google Shape;982;p27"/>
            <p:cNvGrpSpPr/>
            <p:nvPr/>
          </p:nvGrpSpPr>
          <p:grpSpPr>
            <a:xfrm>
              <a:off x="1386567" y="4700191"/>
              <a:ext cx="2405063" cy="476250"/>
              <a:chOff x="1097" y="2807"/>
              <a:chExt cx="1515" cy="300"/>
            </a:xfrm>
          </p:grpSpPr>
          <p:cxnSp>
            <p:nvCxnSpPr>
              <p:cNvPr id="983" name="Google Shape;983;p27"/>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984" name="Google Shape;984;p27"/>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985" name="Google Shape;985;p27"/>
            <p:cNvGrpSpPr/>
            <p:nvPr/>
          </p:nvGrpSpPr>
          <p:grpSpPr>
            <a:xfrm>
              <a:off x="435655" y="1990325"/>
              <a:ext cx="3389313" cy="2136775"/>
              <a:chOff x="484" y="1100"/>
              <a:chExt cx="2135" cy="1346"/>
            </a:xfrm>
          </p:grpSpPr>
          <p:sp>
            <p:nvSpPr>
              <p:cNvPr id="986" name="Google Shape;986;p27"/>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987" name="Google Shape;987;p27"/>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988" name="Google Shape;988;p27"/>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989" name="Google Shape;989;p27"/>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90" name="Google Shape;990;p27"/>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991" name="Google Shape;991;p27"/>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92" name="Google Shape;992;p27"/>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993" name="Google Shape;993;p27"/>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994" name="Google Shape;994;p27"/>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995" name="Google Shape;995;p27"/>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996" name="Google Shape;996;p27"/>
              <p:cNvGrpSpPr/>
              <p:nvPr/>
            </p:nvGrpSpPr>
            <p:grpSpPr>
              <a:xfrm>
                <a:off x="1277" y="1861"/>
                <a:ext cx="803" cy="212"/>
                <a:chOff x="1065" y="2085"/>
                <a:chExt cx="803" cy="212"/>
              </a:xfrm>
            </p:grpSpPr>
            <p:sp>
              <p:nvSpPr>
                <p:cNvPr id="997" name="Google Shape;997;p27"/>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98" name="Google Shape;998;p27"/>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999" name="Google Shape;999;p27"/>
              <p:cNvGrpSpPr/>
              <p:nvPr/>
            </p:nvGrpSpPr>
            <p:grpSpPr>
              <a:xfrm>
                <a:off x="834" y="1112"/>
                <a:ext cx="391" cy="307"/>
                <a:chOff x="-44" y="1473"/>
                <a:chExt cx="981" cy="1105"/>
              </a:xfrm>
            </p:grpSpPr>
            <p:pic>
              <p:nvPicPr>
                <p:cNvPr descr="desktop_computer_stylized_medium" id="1000" name="Google Shape;1000;p2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01" name="Google Shape;1001;p2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002" name="Google Shape;1002;p27"/>
              <p:cNvGrpSpPr/>
              <p:nvPr/>
            </p:nvGrpSpPr>
            <p:grpSpPr>
              <a:xfrm>
                <a:off x="1973" y="1100"/>
                <a:ext cx="212" cy="323"/>
                <a:chOff x="4140" y="429"/>
                <a:chExt cx="1425" cy="2396"/>
              </a:xfrm>
            </p:grpSpPr>
            <p:sp>
              <p:nvSpPr>
                <p:cNvPr id="1003" name="Google Shape;1003;p2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04" name="Google Shape;1004;p27"/>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05" name="Google Shape;1005;p2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06" name="Google Shape;1006;p2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07" name="Google Shape;1007;p27"/>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08" name="Google Shape;1008;p27"/>
                <p:cNvGrpSpPr/>
                <p:nvPr/>
              </p:nvGrpSpPr>
              <p:grpSpPr>
                <a:xfrm>
                  <a:off x="4751" y="666"/>
                  <a:ext cx="578" cy="148"/>
                  <a:chOff x="617" y="2566"/>
                  <a:chExt cx="721" cy="142"/>
                </a:xfrm>
              </p:grpSpPr>
              <p:sp>
                <p:nvSpPr>
                  <p:cNvPr id="1009" name="Google Shape;1009;p27"/>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10" name="Google Shape;1010;p27"/>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11" name="Google Shape;1011;p27"/>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12" name="Google Shape;1012;p27"/>
                <p:cNvGrpSpPr/>
                <p:nvPr/>
              </p:nvGrpSpPr>
              <p:grpSpPr>
                <a:xfrm>
                  <a:off x="4745" y="993"/>
                  <a:ext cx="585" cy="134"/>
                  <a:chOff x="611" y="2567"/>
                  <a:chExt cx="730" cy="139"/>
                </a:xfrm>
              </p:grpSpPr>
              <p:sp>
                <p:nvSpPr>
                  <p:cNvPr id="1013" name="Google Shape;1013;p27"/>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14" name="Google Shape;1014;p27"/>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15" name="Google Shape;1015;p27"/>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16" name="Google Shape;1016;p27"/>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17" name="Google Shape;1017;p27"/>
                <p:cNvGrpSpPr/>
                <p:nvPr/>
              </p:nvGrpSpPr>
              <p:grpSpPr>
                <a:xfrm>
                  <a:off x="4738" y="1630"/>
                  <a:ext cx="578" cy="149"/>
                  <a:chOff x="618" y="2571"/>
                  <a:chExt cx="720" cy="137"/>
                </a:xfrm>
              </p:grpSpPr>
              <p:sp>
                <p:nvSpPr>
                  <p:cNvPr id="1018" name="Google Shape;1018;p27"/>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19" name="Google Shape;1019;p27"/>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20" name="Google Shape;1020;p2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21" name="Google Shape;1021;p27"/>
                <p:cNvGrpSpPr/>
                <p:nvPr/>
              </p:nvGrpSpPr>
              <p:grpSpPr>
                <a:xfrm>
                  <a:off x="4738" y="1327"/>
                  <a:ext cx="584" cy="141"/>
                  <a:chOff x="613" y="2568"/>
                  <a:chExt cx="728" cy="141"/>
                </a:xfrm>
              </p:grpSpPr>
              <p:sp>
                <p:nvSpPr>
                  <p:cNvPr id="1022" name="Google Shape;1022;p27"/>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3" name="Google Shape;1023;p27"/>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24" name="Google Shape;1024;p27"/>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5" name="Google Shape;1025;p2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6" name="Google Shape;1026;p2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7" name="Google Shape;1027;p27"/>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8" name="Google Shape;1028;p2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29" name="Google Shape;1029;p27"/>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30" name="Google Shape;1030;p27"/>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31" name="Google Shape;1031;p27"/>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32" name="Google Shape;1032;p27"/>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033" name="Google Shape;1033;p27"/>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34" name="Google Shape;1034;p27"/>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1035" name="Google Shape;1035;p27"/>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1036" name="Google Shape;1036;p27"/>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1037" name="Google Shape;1037;p27"/>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38" name="Google Shape;1038;p27"/>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1039" name="Google Shape;1039;p27"/>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1040" name="Google Shape;1040;p27"/>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1041" name="Google Shape;1041;p27"/>
            <p:cNvGrpSpPr/>
            <p:nvPr/>
          </p:nvGrpSpPr>
          <p:grpSpPr>
            <a:xfrm flipH="1">
              <a:off x="1449388" y="4279047"/>
              <a:ext cx="1539875" cy="390924"/>
              <a:chOff x="796245" y="5993547"/>
              <a:chExt cx="1539875" cy="390924"/>
            </a:xfrm>
          </p:grpSpPr>
          <p:cxnSp>
            <p:nvCxnSpPr>
              <p:cNvPr id="1042" name="Google Shape;1042;p27"/>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1043" name="Google Shape;1043;p27"/>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44" name="Google Shape;1044;p27"/>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1045" name="Google Shape;1045;p27"/>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1046" name="Google Shape;1046;p27"/>
          <p:cNvGrpSpPr/>
          <p:nvPr/>
        </p:nvGrpSpPr>
        <p:grpSpPr>
          <a:xfrm>
            <a:off x="1273629" y="5146706"/>
            <a:ext cx="1773114" cy="1003723"/>
            <a:chOff x="1273629" y="5146706"/>
            <a:chExt cx="1773114" cy="1003723"/>
          </a:xfrm>
        </p:grpSpPr>
        <p:sp>
          <p:nvSpPr>
            <p:cNvPr id="1047" name="Google Shape;1047;p27"/>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1048" name="Google Shape;1048;p27"/>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par>
                                <p:cTn fill="hold" nodeType="withEffect" presetClass="exit" presetID="10" presetSubtype="0">
                                  <p:stCondLst>
                                    <p:cond delay="0"/>
                                  </p:stCondLst>
                                  <p:childTnLst>
                                    <p:animEffect filter="fade" transition="out">
                                      <p:cBhvr>
                                        <p:cTn dur="500"/>
                                        <p:tgtEl>
                                          <p:spTgt spid="979"/>
                                        </p:tgtEl>
                                      </p:cBhvr>
                                    </p:animEffect>
                                    <p:set>
                                      <p:cBhvr>
                                        <p:cTn dur="1" fill="hold">
                                          <p:stCondLst>
                                            <p:cond delay="500"/>
                                          </p:stCondLst>
                                        </p:cTn>
                                        <p:tgtEl>
                                          <p:spTgt spid="9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046"/>
                                        </p:tgtEl>
                                      </p:cBhvr>
                                    </p:animEffect>
                                    <p:set>
                                      <p:cBhvr>
                                        <p:cTn dur="1" fill="hold">
                                          <p:stCondLst>
                                            <p:cond delay="500"/>
                                          </p:stCondLst>
                                        </p:cTn>
                                        <p:tgtEl>
                                          <p:spTgt spid="10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2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1055" name="Google Shape;1055;p28"/>
          <p:cNvGrpSpPr/>
          <p:nvPr/>
        </p:nvGrpSpPr>
        <p:grpSpPr>
          <a:xfrm>
            <a:off x="5262108" y="1983508"/>
            <a:ext cx="1530350" cy="4033838"/>
            <a:chOff x="5276623" y="2475192"/>
            <a:chExt cx="1530350" cy="4033838"/>
          </a:xfrm>
        </p:grpSpPr>
        <p:cxnSp>
          <p:nvCxnSpPr>
            <p:cNvPr id="1056" name="Google Shape;1056;p28"/>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1057" name="Google Shape;1057;p28"/>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1058" name="Google Shape;1058;p28"/>
          <p:cNvGrpSpPr/>
          <p:nvPr/>
        </p:nvGrpSpPr>
        <p:grpSpPr>
          <a:xfrm>
            <a:off x="6768421" y="5356225"/>
            <a:ext cx="847724" cy="336550"/>
            <a:chOff x="11151735" y="5148718"/>
            <a:chExt cx="847724" cy="336550"/>
          </a:xfrm>
        </p:grpSpPr>
        <p:sp>
          <p:nvSpPr>
            <p:cNvPr id="1059" name="Google Shape;1059;p28"/>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1060" name="Google Shape;1060;p28"/>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1061" name="Google Shape;1061;p28"/>
          <p:cNvGrpSpPr/>
          <p:nvPr/>
        </p:nvGrpSpPr>
        <p:grpSpPr>
          <a:xfrm>
            <a:off x="3998688" y="2674935"/>
            <a:ext cx="2841623" cy="2849565"/>
            <a:chOff x="8352974" y="2492829"/>
            <a:chExt cx="2841623" cy="2849565"/>
          </a:xfrm>
        </p:grpSpPr>
        <p:sp>
          <p:nvSpPr>
            <p:cNvPr id="1062" name="Google Shape;1062;p28"/>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63" name="Google Shape;1063;p28"/>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64" name="Google Shape;1064;p28"/>
            <p:cNvGrpSpPr/>
            <p:nvPr/>
          </p:nvGrpSpPr>
          <p:grpSpPr>
            <a:xfrm>
              <a:off x="9764261" y="3386592"/>
              <a:ext cx="1273174" cy="336550"/>
              <a:chOff x="1065" y="2085"/>
              <a:chExt cx="802" cy="212"/>
            </a:xfrm>
          </p:grpSpPr>
          <p:sp>
            <p:nvSpPr>
              <p:cNvPr id="1065" name="Google Shape;1065;p28"/>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66" name="Google Shape;1066;p28"/>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1067" name="Google Shape;1067;p28"/>
          <p:cNvGrpSpPr/>
          <p:nvPr/>
        </p:nvGrpSpPr>
        <p:grpSpPr>
          <a:xfrm>
            <a:off x="4105048" y="4123231"/>
            <a:ext cx="3830638" cy="715962"/>
            <a:chOff x="406" y="2807"/>
            <a:chExt cx="2413" cy="451"/>
          </a:xfrm>
        </p:grpSpPr>
        <p:cxnSp>
          <p:nvCxnSpPr>
            <p:cNvPr id="1068" name="Google Shape;1068;p28"/>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1069" name="Google Shape;1069;p28"/>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1070" name="Google Shape;1070;p28"/>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1071" name="Google Shape;1071;p28"/>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1072" name="Google Shape;1072;p28"/>
          <p:cNvGrpSpPr/>
          <p:nvPr/>
        </p:nvGrpSpPr>
        <p:grpSpPr>
          <a:xfrm>
            <a:off x="4222070" y="1980106"/>
            <a:ext cx="3389313" cy="1671637"/>
            <a:chOff x="7865155" y="1602735"/>
            <a:chExt cx="3389313" cy="1671637"/>
          </a:xfrm>
        </p:grpSpPr>
        <p:sp>
          <p:nvSpPr>
            <p:cNvPr id="1073" name="Google Shape;1073;p28"/>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074" name="Google Shape;1074;p28"/>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1075" name="Google Shape;1075;p28"/>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1076" name="Google Shape;1076;p28"/>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77" name="Google Shape;1077;p28"/>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1078" name="Google Shape;1078;p28"/>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79" name="Google Shape;1079;p28"/>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1080" name="Google Shape;1080;p28"/>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1081" name="Google Shape;1081;p28"/>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1082" name="Google Shape;1082;p28"/>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1083" name="Google Shape;1083;p28"/>
            <p:cNvGrpSpPr/>
            <p:nvPr/>
          </p:nvGrpSpPr>
          <p:grpSpPr>
            <a:xfrm>
              <a:off x="9124043" y="2345685"/>
              <a:ext cx="1274763" cy="336550"/>
              <a:chOff x="1065" y="2085"/>
              <a:chExt cx="803" cy="212"/>
            </a:xfrm>
          </p:grpSpPr>
          <p:sp>
            <p:nvSpPr>
              <p:cNvPr id="1084" name="Google Shape;1084;p28"/>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85" name="Google Shape;1085;p28"/>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1086" name="Google Shape;1086;p28"/>
          <p:cNvGrpSpPr/>
          <p:nvPr/>
        </p:nvGrpSpPr>
        <p:grpSpPr>
          <a:xfrm>
            <a:off x="4879295" y="1432418"/>
            <a:ext cx="620713" cy="487363"/>
            <a:chOff x="-44" y="1473"/>
            <a:chExt cx="981" cy="1105"/>
          </a:xfrm>
        </p:grpSpPr>
        <p:pic>
          <p:nvPicPr>
            <p:cNvPr descr="desktop_computer_stylized_medium" id="1087" name="Google Shape;1087;p2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088" name="Google Shape;1088;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089" name="Google Shape;1089;p28"/>
          <p:cNvGrpSpPr/>
          <p:nvPr/>
        </p:nvGrpSpPr>
        <p:grpSpPr>
          <a:xfrm>
            <a:off x="6687458" y="1413368"/>
            <a:ext cx="336550" cy="512763"/>
            <a:chOff x="4140" y="429"/>
            <a:chExt cx="1425" cy="2396"/>
          </a:xfrm>
        </p:grpSpPr>
        <p:sp>
          <p:nvSpPr>
            <p:cNvPr id="1090" name="Google Shape;1090;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1" name="Google Shape;1091;p28"/>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2" name="Google Shape;1092;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3" name="Google Shape;1093;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4" name="Google Shape;1094;p28"/>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95" name="Google Shape;1095;p28"/>
            <p:cNvGrpSpPr/>
            <p:nvPr/>
          </p:nvGrpSpPr>
          <p:grpSpPr>
            <a:xfrm>
              <a:off x="4751" y="666"/>
              <a:ext cx="578" cy="148"/>
              <a:chOff x="617" y="2566"/>
              <a:chExt cx="721" cy="142"/>
            </a:xfrm>
          </p:grpSpPr>
          <p:sp>
            <p:nvSpPr>
              <p:cNvPr id="1096" name="Google Shape;1096;p28"/>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7" name="Google Shape;1097;p28"/>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098" name="Google Shape;1098;p28"/>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099" name="Google Shape;1099;p28"/>
            <p:cNvGrpSpPr/>
            <p:nvPr/>
          </p:nvGrpSpPr>
          <p:grpSpPr>
            <a:xfrm>
              <a:off x="4745" y="993"/>
              <a:ext cx="585" cy="134"/>
              <a:chOff x="611" y="2567"/>
              <a:chExt cx="730" cy="139"/>
            </a:xfrm>
          </p:grpSpPr>
          <p:sp>
            <p:nvSpPr>
              <p:cNvPr id="1100" name="Google Shape;1100;p28"/>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1" name="Google Shape;1101;p28"/>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02" name="Google Shape;1102;p28"/>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3" name="Google Shape;1103;p28"/>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04" name="Google Shape;1104;p28"/>
            <p:cNvGrpSpPr/>
            <p:nvPr/>
          </p:nvGrpSpPr>
          <p:grpSpPr>
            <a:xfrm>
              <a:off x="4738" y="1630"/>
              <a:ext cx="578" cy="149"/>
              <a:chOff x="618" y="2571"/>
              <a:chExt cx="720" cy="137"/>
            </a:xfrm>
          </p:grpSpPr>
          <p:sp>
            <p:nvSpPr>
              <p:cNvPr id="1105" name="Google Shape;1105;p28"/>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6" name="Google Shape;1106;p28"/>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07" name="Google Shape;1107;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08" name="Google Shape;1108;p28"/>
            <p:cNvGrpSpPr/>
            <p:nvPr/>
          </p:nvGrpSpPr>
          <p:grpSpPr>
            <a:xfrm>
              <a:off x="4738" y="1327"/>
              <a:ext cx="584" cy="141"/>
              <a:chOff x="613" y="2568"/>
              <a:chExt cx="728" cy="141"/>
            </a:xfrm>
          </p:grpSpPr>
          <p:sp>
            <p:nvSpPr>
              <p:cNvPr id="1109" name="Google Shape;1109;p28"/>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0" name="Google Shape;1110;p28"/>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11" name="Google Shape;1111;p28"/>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2" name="Google Shape;1112;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3" name="Google Shape;1113;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4" name="Google Shape;1114;p28"/>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5" name="Google Shape;1115;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6" name="Google Shape;1116;p28"/>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7" name="Google Shape;1117;p28"/>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8" name="Google Shape;1118;p28"/>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19" name="Google Shape;1119;p28"/>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120" name="Google Shape;1120;p28"/>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1" name="Google Shape;1121;p28"/>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22" name="Google Shape;1122;p28"/>
          <p:cNvGrpSpPr/>
          <p:nvPr/>
        </p:nvGrpSpPr>
        <p:grpSpPr>
          <a:xfrm>
            <a:off x="4917394" y="5539014"/>
            <a:ext cx="1889805" cy="662028"/>
            <a:chOff x="9620023" y="2667000"/>
            <a:chExt cx="1889805" cy="662028"/>
          </a:xfrm>
        </p:grpSpPr>
        <p:cxnSp>
          <p:nvCxnSpPr>
            <p:cNvPr id="1123" name="Google Shape;1123;p28"/>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1124" name="Google Shape;1124;p28"/>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25" name="Google Shape;1125;p28"/>
            <p:cNvGrpSpPr/>
            <p:nvPr/>
          </p:nvGrpSpPr>
          <p:grpSpPr>
            <a:xfrm>
              <a:off x="9998301" y="2802885"/>
              <a:ext cx="1274763" cy="336550"/>
              <a:chOff x="1065" y="2085"/>
              <a:chExt cx="803" cy="212"/>
            </a:xfrm>
          </p:grpSpPr>
          <p:sp>
            <p:nvSpPr>
              <p:cNvPr id="1126" name="Google Shape;1126;p28"/>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27" name="Google Shape;1127;p28"/>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1128" name="Google Shape;1128;p28"/>
          <p:cNvGrpSpPr/>
          <p:nvPr/>
        </p:nvGrpSpPr>
        <p:grpSpPr>
          <a:xfrm>
            <a:off x="4080329" y="5732236"/>
            <a:ext cx="4134756" cy="1082222"/>
            <a:chOff x="3673928" y="5775778"/>
            <a:chExt cx="4134756" cy="1082222"/>
          </a:xfrm>
        </p:grpSpPr>
        <p:sp>
          <p:nvSpPr>
            <p:cNvPr id="1129" name="Google Shape;1129;p28"/>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130" name="Google Shape;1130;p28"/>
            <p:cNvGrpSpPr/>
            <p:nvPr/>
          </p:nvGrpSpPr>
          <p:grpSpPr>
            <a:xfrm>
              <a:off x="3673928" y="5804239"/>
              <a:ext cx="3829958" cy="830263"/>
              <a:chOff x="4588327" y="5819777"/>
              <a:chExt cx="3829958" cy="830263"/>
            </a:xfrm>
          </p:grpSpPr>
          <p:sp>
            <p:nvSpPr>
              <p:cNvPr id="1131" name="Google Shape;1131;p28"/>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1132" name="Google Shape;1132;p28"/>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2000"/>
                                        <p:tgtEl>
                                          <p:spTgt spid="1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2"/>
                                        </p:tgtEl>
                                        <p:attrNameLst>
                                          <p:attrName>style.visibility</p:attrName>
                                        </p:attrNameLst>
                                      </p:cBhvr>
                                      <p:to>
                                        <p:strVal val="visible"/>
                                      </p:to>
                                    </p:set>
                                    <p:animEffect filter="fade" transition="in">
                                      <p:cBhvr>
                                        <p:cTn dur="500"/>
                                        <p:tgtEl>
                                          <p:spTgt spid="1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8"/>
                                        </p:tgtEl>
                                        <p:attrNameLst>
                                          <p:attrName>style.visibility</p:attrName>
                                        </p:attrNameLst>
                                      </p:cBhvr>
                                      <p:to>
                                        <p:strVal val="visible"/>
                                      </p:to>
                                    </p:set>
                                    <p:animEffect filter="fade" transition="in">
                                      <p:cBhvr>
                                        <p:cTn dur="500"/>
                                        <p:tgtEl>
                                          <p:spTgt spid="1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2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1139" name="Google Shape;1139;p29"/>
          <p:cNvGrpSpPr/>
          <p:nvPr/>
        </p:nvGrpSpPr>
        <p:grpSpPr>
          <a:xfrm>
            <a:off x="8173174" y="1342839"/>
            <a:ext cx="3933825" cy="4568825"/>
            <a:chOff x="3150" y="1107"/>
            <a:chExt cx="2478" cy="2878"/>
          </a:xfrm>
        </p:grpSpPr>
        <p:cxnSp>
          <p:nvCxnSpPr>
            <p:cNvPr id="1140" name="Google Shape;1140;p29"/>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1141" name="Google Shape;1141;p29"/>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1142" name="Google Shape;1142;p29"/>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1143" name="Google Shape;1143;p29"/>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1144" name="Google Shape;1144;p29"/>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45" name="Google Shape;1145;p29"/>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1146" name="Google Shape;1146;p29"/>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1147" name="Google Shape;1147;p29"/>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1148" name="Google Shape;1148;p29"/>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1149" name="Google Shape;1149;p29"/>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0" name="Google Shape;1150;p29"/>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1151" name="Google Shape;1151;p29"/>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1152" name="Google Shape;1152;p29"/>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1153" name="Google Shape;1153;p29"/>
            <p:cNvGrpSpPr/>
            <p:nvPr/>
          </p:nvGrpSpPr>
          <p:grpSpPr>
            <a:xfrm>
              <a:off x="4006" y="1848"/>
              <a:ext cx="803" cy="212"/>
              <a:chOff x="1065" y="2085"/>
              <a:chExt cx="803" cy="212"/>
            </a:xfrm>
          </p:grpSpPr>
          <p:sp>
            <p:nvSpPr>
              <p:cNvPr id="1154" name="Google Shape;1154;p29"/>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5" name="Google Shape;1155;p29"/>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1156" name="Google Shape;1156;p29"/>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1157" name="Google Shape;1157;p29"/>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58" name="Google Shape;1158;p29"/>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1159" name="Google Shape;1159;p29"/>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1160" name="Google Shape;1160;p29"/>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1161" name="Google Shape;1161;p29"/>
            <p:cNvGrpSpPr/>
            <p:nvPr/>
          </p:nvGrpSpPr>
          <p:grpSpPr>
            <a:xfrm>
              <a:off x="3826" y="2803"/>
              <a:ext cx="1515" cy="300"/>
              <a:chOff x="3818" y="2796"/>
              <a:chExt cx="1515" cy="300"/>
            </a:xfrm>
          </p:grpSpPr>
          <p:cxnSp>
            <p:nvCxnSpPr>
              <p:cNvPr id="1162" name="Google Shape;1162;p29"/>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1163" name="Google Shape;1163;p29"/>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1164" name="Google Shape;1164;p29"/>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1165" name="Google Shape;1165;p29"/>
            <p:cNvGrpSpPr/>
            <p:nvPr/>
          </p:nvGrpSpPr>
          <p:grpSpPr>
            <a:xfrm>
              <a:off x="3570" y="1119"/>
              <a:ext cx="391" cy="307"/>
              <a:chOff x="-44" y="1473"/>
              <a:chExt cx="981" cy="1105"/>
            </a:xfrm>
          </p:grpSpPr>
          <p:pic>
            <p:nvPicPr>
              <p:cNvPr descr="desktop_computer_stylized_medium" id="1166" name="Google Shape;1166;p2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167" name="Google Shape;1167;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168" name="Google Shape;1168;p29"/>
            <p:cNvGrpSpPr/>
            <p:nvPr/>
          </p:nvGrpSpPr>
          <p:grpSpPr>
            <a:xfrm>
              <a:off x="4709" y="1107"/>
              <a:ext cx="212" cy="323"/>
              <a:chOff x="4140" y="429"/>
              <a:chExt cx="1425" cy="2396"/>
            </a:xfrm>
          </p:grpSpPr>
          <p:sp>
            <p:nvSpPr>
              <p:cNvPr id="1169" name="Google Shape;1169;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70" name="Google Shape;1170;p29"/>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71" name="Google Shape;1171;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72" name="Google Shape;1172;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73" name="Google Shape;1173;p29"/>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74" name="Google Shape;1174;p29"/>
              <p:cNvGrpSpPr/>
              <p:nvPr/>
            </p:nvGrpSpPr>
            <p:grpSpPr>
              <a:xfrm>
                <a:off x="4751" y="666"/>
                <a:ext cx="578" cy="148"/>
                <a:chOff x="617" y="2566"/>
                <a:chExt cx="721" cy="142"/>
              </a:xfrm>
            </p:grpSpPr>
            <p:sp>
              <p:nvSpPr>
                <p:cNvPr id="1175" name="Google Shape;1175;p29"/>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76" name="Google Shape;1176;p29"/>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77" name="Google Shape;1177;p29"/>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78" name="Google Shape;1178;p29"/>
              <p:cNvGrpSpPr/>
              <p:nvPr/>
            </p:nvGrpSpPr>
            <p:grpSpPr>
              <a:xfrm>
                <a:off x="4745" y="993"/>
                <a:ext cx="585" cy="134"/>
                <a:chOff x="611" y="2567"/>
                <a:chExt cx="730" cy="139"/>
              </a:xfrm>
            </p:grpSpPr>
            <p:sp>
              <p:nvSpPr>
                <p:cNvPr id="1179" name="Google Shape;1179;p29"/>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80" name="Google Shape;1180;p29"/>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81" name="Google Shape;1181;p29"/>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82" name="Google Shape;1182;p29"/>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83" name="Google Shape;1183;p29"/>
              <p:cNvGrpSpPr/>
              <p:nvPr/>
            </p:nvGrpSpPr>
            <p:grpSpPr>
              <a:xfrm>
                <a:off x="4738" y="1630"/>
                <a:ext cx="578" cy="149"/>
                <a:chOff x="618" y="2571"/>
                <a:chExt cx="720" cy="137"/>
              </a:xfrm>
            </p:grpSpPr>
            <p:sp>
              <p:nvSpPr>
                <p:cNvPr id="1184" name="Google Shape;1184;p29"/>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85" name="Google Shape;1185;p29"/>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86" name="Google Shape;1186;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187" name="Google Shape;1187;p29"/>
              <p:cNvGrpSpPr/>
              <p:nvPr/>
            </p:nvGrpSpPr>
            <p:grpSpPr>
              <a:xfrm>
                <a:off x="4738" y="1327"/>
                <a:ext cx="584" cy="141"/>
                <a:chOff x="613" y="2568"/>
                <a:chExt cx="728" cy="141"/>
              </a:xfrm>
            </p:grpSpPr>
            <p:sp>
              <p:nvSpPr>
                <p:cNvPr id="1188" name="Google Shape;1188;p29"/>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89" name="Google Shape;1189;p29"/>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190" name="Google Shape;1190;p29"/>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1" name="Google Shape;1191;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2" name="Google Shape;1192;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3" name="Google Shape;1193;p29"/>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4" name="Google Shape;1194;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5" name="Google Shape;1195;p29"/>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6" name="Google Shape;1196;p29"/>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7" name="Google Shape;1197;p29"/>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98" name="Google Shape;1198;p29"/>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199" name="Google Shape;1199;p29"/>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0" name="Google Shape;1200;p29"/>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1201" name="Google Shape;1201;p29"/>
          <p:cNvGrpSpPr/>
          <p:nvPr/>
        </p:nvGrpSpPr>
        <p:grpSpPr>
          <a:xfrm>
            <a:off x="9120415" y="5983461"/>
            <a:ext cx="3548742" cy="830997"/>
            <a:chOff x="8757558" y="5903267"/>
            <a:chExt cx="3548742" cy="830997"/>
          </a:xfrm>
        </p:grpSpPr>
        <p:sp>
          <p:nvSpPr>
            <p:cNvPr id="1202" name="Google Shape;1202;p29"/>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1203" name="Google Shape;1203;p29"/>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1204" name="Google Shape;1204;p29"/>
          <p:cNvGrpSpPr/>
          <p:nvPr/>
        </p:nvGrpSpPr>
        <p:grpSpPr>
          <a:xfrm>
            <a:off x="8091532" y="3683267"/>
            <a:ext cx="3997325" cy="2365375"/>
            <a:chOff x="3185703" y="3422010"/>
            <a:chExt cx="3997325" cy="2365375"/>
          </a:xfrm>
        </p:grpSpPr>
        <p:sp>
          <p:nvSpPr>
            <p:cNvPr id="1205" name="Google Shape;1205;p29"/>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6" name="Google Shape;1206;p29"/>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07" name="Google Shape;1207;p29"/>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1208" name="Google Shape;1208;p29"/>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209" name="Google Shape;1209;p29"/>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1210" name="Google Shape;1210;p29"/>
          <p:cNvGrpSpPr/>
          <p:nvPr/>
        </p:nvGrpSpPr>
        <p:grpSpPr>
          <a:xfrm>
            <a:off x="7997186" y="2493962"/>
            <a:ext cx="3646488" cy="2992438"/>
            <a:chOff x="3134903" y="2369497"/>
            <a:chExt cx="3646488" cy="2992438"/>
          </a:xfrm>
        </p:grpSpPr>
        <p:grpSp>
          <p:nvGrpSpPr>
            <p:cNvPr id="1211" name="Google Shape;1211;p29"/>
            <p:cNvGrpSpPr/>
            <p:nvPr/>
          </p:nvGrpSpPr>
          <p:grpSpPr>
            <a:xfrm>
              <a:off x="3134903" y="2369497"/>
              <a:ext cx="3646488" cy="2992438"/>
              <a:chOff x="3134903" y="2369497"/>
              <a:chExt cx="3646488" cy="2992438"/>
            </a:xfrm>
          </p:grpSpPr>
          <p:grpSp>
            <p:nvGrpSpPr>
              <p:cNvPr id="1212" name="Google Shape;1212;p29"/>
              <p:cNvGrpSpPr/>
              <p:nvPr/>
            </p:nvGrpSpPr>
            <p:grpSpPr>
              <a:xfrm>
                <a:off x="3134903" y="2369497"/>
                <a:ext cx="3646488" cy="2992438"/>
                <a:chOff x="3134903" y="2369497"/>
                <a:chExt cx="3646488" cy="2992438"/>
              </a:xfrm>
            </p:grpSpPr>
            <p:sp>
              <p:nvSpPr>
                <p:cNvPr id="1213" name="Google Shape;1213;p29"/>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214" name="Google Shape;1214;p29"/>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5" name="Google Shape;1215;p29"/>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1216" name="Google Shape;1216;p29"/>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1217" name="Google Shape;1217;p29"/>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18" name="Google Shape;1218;p29"/>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1219" name="Google Shape;1219;p29"/>
          <p:cNvSpPr/>
          <p:nvPr/>
        </p:nvSpPr>
        <p:spPr>
          <a:xfrm>
            <a:off x="7997371" y="1857830"/>
            <a:ext cx="4194629" cy="3062514"/>
          </a:xfrm>
          <a:custGeom>
            <a:rect b="b" l="l" r="r" t="t"/>
            <a:pathLst>
              <a:path extrusionOk="0" h="3062514" w="4194629">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lt1">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500"/>
                                        <p:tgtEl>
                                          <p:spTgt spid="1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500"/>
                                        <p:tgtEl>
                                          <p:spTgt spid="1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gtEl>
                                        <p:attrNameLst>
                                          <p:attrName>style.visibility</p:attrName>
                                        </p:attrNameLst>
                                      </p:cBhvr>
                                      <p:to>
                                        <p:strVal val="visible"/>
                                      </p:to>
                                    </p:set>
                                    <p:animEffect filter="fade" transition="in">
                                      <p:cBhvr>
                                        <p:cTn dur="500"/>
                                        <p:tgtEl>
                                          <p:spTgt spid="1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500"/>
                                        <p:tgtEl>
                                          <p:spTgt spid="1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3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1226" name="Google Shape;1226;p30"/>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1227" name="Google Shape;1227;p30"/>
          <p:cNvGrpSpPr/>
          <p:nvPr/>
        </p:nvGrpSpPr>
        <p:grpSpPr>
          <a:xfrm>
            <a:off x="2810669" y="3005636"/>
            <a:ext cx="4494212" cy="955675"/>
            <a:chOff x="810" y="1363"/>
            <a:chExt cx="2831" cy="602"/>
          </a:xfrm>
        </p:grpSpPr>
        <p:cxnSp>
          <p:nvCxnSpPr>
            <p:cNvPr id="1228" name="Google Shape;1228;p30"/>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1229" name="Google Shape;1229;p30"/>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30" name="Google Shape;1230;p30"/>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1231" name="Google Shape;1231;p30"/>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1232" name="Google Shape;1232;p30"/>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1233" name="Google Shape;1233;p30"/>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1234" name="Google Shape;1234;p30"/>
          <p:cNvGrpSpPr/>
          <p:nvPr/>
        </p:nvGrpSpPr>
        <p:grpSpPr>
          <a:xfrm>
            <a:off x="4795044" y="3675561"/>
            <a:ext cx="4519612" cy="1425575"/>
            <a:chOff x="2060" y="1785"/>
            <a:chExt cx="2847" cy="898"/>
          </a:xfrm>
        </p:grpSpPr>
        <p:cxnSp>
          <p:nvCxnSpPr>
            <p:cNvPr id="1235" name="Google Shape;1235;p30"/>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1236" name="Google Shape;1236;p30"/>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37" name="Google Shape;1237;p30"/>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1238" name="Google Shape;1238;p30"/>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1239" name="Google Shape;1239;p30"/>
          <p:cNvGrpSpPr/>
          <p:nvPr/>
        </p:nvGrpSpPr>
        <p:grpSpPr>
          <a:xfrm>
            <a:off x="2512219" y="4774111"/>
            <a:ext cx="6630987" cy="1373188"/>
            <a:chOff x="622" y="2477"/>
            <a:chExt cx="4177" cy="865"/>
          </a:xfrm>
        </p:grpSpPr>
        <p:cxnSp>
          <p:nvCxnSpPr>
            <p:cNvPr id="1240" name="Google Shape;1240;p30"/>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1241" name="Google Shape;1241;p30"/>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42" name="Google Shape;1242;p30"/>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1243" name="Google Shape;1243;p30"/>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1244" name="Google Shape;1244;p30"/>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1245" name="Google Shape;1245;p30"/>
          <p:cNvGrpSpPr/>
          <p:nvPr/>
        </p:nvGrpSpPr>
        <p:grpSpPr>
          <a:xfrm>
            <a:off x="1813719" y="3043736"/>
            <a:ext cx="1030287" cy="700088"/>
            <a:chOff x="182" y="1387"/>
            <a:chExt cx="649" cy="441"/>
          </a:xfrm>
        </p:grpSpPr>
        <p:sp>
          <p:nvSpPr>
            <p:cNvPr id="1246" name="Google Shape;1246;p30"/>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1247" name="Google Shape;1247;p30"/>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1248" name="Google Shape;1248;p30"/>
          <p:cNvGrpSpPr/>
          <p:nvPr/>
        </p:nvGrpSpPr>
        <p:grpSpPr>
          <a:xfrm>
            <a:off x="1815306" y="3704136"/>
            <a:ext cx="771525" cy="1622425"/>
            <a:chOff x="183" y="1803"/>
            <a:chExt cx="486" cy="1022"/>
          </a:xfrm>
        </p:grpSpPr>
        <p:sp>
          <p:nvSpPr>
            <p:cNvPr id="1249" name="Google Shape;1249;p30"/>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1250" name="Google Shape;1250;p30"/>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1251" name="Google Shape;1251;p30"/>
          <p:cNvGrpSpPr/>
          <p:nvPr/>
        </p:nvGrpSpPr>
        <p:grpSpPr>
          <a:xfrm>
            <a:off x="9268619" y="3099299"/>
            <a:ext cx="1119187" cy="1192212"/>
            <a:chOff x="4878" y="1422"/>
            <a:chExt cx="705" cy="751"/>
          </a:xfrm>
        </p:grpSpPr>
        <p:sp>
          <p:nvSpPr>
            <p:cNvPr id="1252" name="Google Shape;1252;p30"/>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1253" name="Google Shape;1253;p30"/>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1254" name="Google Shape;1254;p30"/>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1255" name="Google Shape;1255;p30"/>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1256" name="Google Shape;1256;p30"/>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1257" name="Google Shape;1257;p30"/>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1258" name="Google Shape;1258;p30"/>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1259" name="Google Shape;1259;p30"/>
          <p:cNvGrpSpPr/>
          <p:nvPr/>
        </p:nvGrpSpPr>
        <p:grpSpPr>
          <a:xfrm>
            <a:off x="4464473" y="2492809"/>
            <a:ext cx="642937" cy="600075"/>
            <a:chOff x="-44" y="1473"/>
            <a:chExt cx="981" cy="1105"/>
          </a:xfrm>
        </p:grpSpPr>
        <p:pic>
          <p:nvPicPr>
            <p:cNvPr descr="desktop_computer_stylized_medium" id="1260" name="Google Shape;1260;p3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61" name="Google Shape;1261;p3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262" name="Google Shape;1262;p30"/>
          <p:cNvGrpSpPr/>
          <p:nvPr/>
        </p:nvGrpSpPr>
        <p:grpSpPr>
          <a:xfrm>
            <a:off x="7221809" y="2580121"/>
            <a:ext cx="336550" cy="512763"/>
            <a:chOff x="4140" y="429"/>
            <a:chExt cx="1425" cy="2396"/>
          </a:xfrm>
        </p:grpSpPr>
        <p:sp>
          <p:nvSpPr>
            <p:cNvPr id="1263" name="Google Shape;1263;p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64" name="Google Shape;1264;p30"/>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65" name="Google Shape;1265;p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66" name="Google Shape;1266;p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67" name="Google Shape;1267;p30"/>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68" name="Google Shape;1268;p30"/>
            <p:cNvGrpSpPr/>
            <p:nvPr/>
          </p:nvGrpSpPr>
          <p:grpSpPr>
            <a:xfrm>
              <a:off x="4751" y="666"/>
              <a:ext cx="578" cy="148"/>
              <a:chOff x="617" y="2566"/>
              <a:chExt cx="721" cy="142"/>
            </a:xfrm>
          </p:grpSpPr>
          <p:sp>
            <p:nvSpPr>
              <p:cNvPr id="1269" name="Google Shape;1269;p30"/>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0" name="Google Shape;1270;p30"/>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71" name="Google Shape;1271;p30"/>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72" name="Google Shape;1272;p30"/>
            <p:cNvGrpSpPr/>
            <p:nvPr/>
          </p:nvGrpSpPr>
          <p:grpSpPr>
            <a:xfrm>
              <a:off x="4745" y="993"/>
              <a:ext cx="585" cy="134"/>
              <a:chOff x="611" y="2567"/>
              <a:chExt cx="730" cy="139"/>
            </a:xfrm>
          </p:grpSpPr>
          <p:sp>
            <p:nvSpPr>
              <p:cNvPr id="1273" name="Google Shape;1273;p30"/>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4" name="Google Shape;1274;p30"/>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75" name="Google Shape;1275;p30"/>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6" name="Google Shape;1276;p30"/>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77" name="Google Shape;1277;p30"/>
            <p:cNvGrpSpPr/>
            <p:nvPr/>
          </p:nvGrpSpPr>
          <p:grpSpPr>
            <a:xfrm>
              <a:off x="4738" y="1630"/>
              <a:ext cx="578" cy="149"/>
              <a:chOff x="618" y="2571"/>
              <a:chExt cx="720" cy="137"/>
            </a:xfrm>
          </p:grpSpPr>
          <p:sp>
            <p:nvSpPr>
              <p:cNvPr id="1278" name="Google Shape;1278;p30"/>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79" name="Google Shape;1279;p30"/>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0" name="Google Shape;1280;p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281" name="Google Shape;1281;p30"/>
            <p:cNvGrpSpPr/>
            <p:nvPr/>
          </p:nvGrpSpPr>
          <p:grpSpPr>
            <a:xfrm>
              <a:off x="4738" y="1327"/>
              <a:ext cx="584" cy="141"/>
              <a:chOff x="613" y="2568"/>
              <a:chExt cx="728" cy="141"/>
            </a:xfrm>
          </p:grpSpPr>
          <p:sp>
            <p:nvSpPr>
              <p:cNvPr id="1282" name="Google Shape;1282;p30"/>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3" name="Google Shape;1283;p30"/>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84" name="Google Shape;1284;p30"/>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5" name="Google Shape;1285;p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6" name="Google Shape;1286;p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7" name="Google Shape;1287;p30"/>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8" name="Google Shape;1288;p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89" name="Google Shape;1289;p30"/>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0" name="Google Shape;1290;p30"/>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1" name="Google Shape;1291;p30"/>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2" name="Google Shape;1292;p30"/>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293" name="Google Shape;1293;p30"/>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294" name="Google Shape;1294;p30"/>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295" name="Google Shape;1295;p30"/>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1296" name="Google Shape;1296;p30"/>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30"/>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500"/>
                                        <p:tgtEl>
                                          <p:spTgt spid="1227"/>
                                        </p:tgtEl>
                                      </p:cBhvr>
                                    </p:animEffect>
                                  </p:childTnLst>
                                </p:cTn>
                              </p:par>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par>
                                <p:cTn fill="hold" nodeType="with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par>
                                <p:cTn fill="hold" nodeType="with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500"/>
                                        <p:tgtEl>
                                          <p:spTgt spid="1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500"/>
                                        <p:tgtEl>
                                          <p:spTgt spid="1239"/>
                                        </p:tgtEl>
                                      </p:cBhvr>
                                    </p:animEffect>
                                  </p:childTnLst>
                                </p:cTn>
                              </p:par>
                              <p:par>
                                <p:cTn fill="hold" nodeType="with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500"/>
                                        <p:tgtEl>
                                          <p:spTgt spid="12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par>
                                <p:cTn fill="hold" nodeType="with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3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1304" name="Google Shape;1304;p31"/>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1305" name="Google Shape;1305;p31"/>
          <p:cNvGrpSpPr/>
          <p:nvPr/>
        </p:nvGrpSpPr>
        <p:grpSpPr>
          <a:xfrm>
            <a:off x="6538586" y="2065751"/>
            <a:ext cx="1730667" cy="612648"/>
            <a:chOff x="6538586" y="2065751"/>
            <a:chExt cx="1730667" cy="612648"/>
          </a:xfrm>
        </p:grpSpPr>
        <p:sp>
          <p:nvSpPr>
            <p:cNvPr id="1306" name="Google Shape;1306;p31"/>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7" name="Google Shape;1307;p31"/>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1308" name="Google Shape;1308;p31"/>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309" name="Google Shape;1309;p31"/>
          <p:cNvGrpSpPr/>
          <p:nvPr/>
        </p:nvGrpSpPr>
        <p:grpSpPr>
          <a:xfrm>
            <a:off x="5814165" y="3280776"/>
            <a:ext cx="1672748" cy="612648"/>
            <a:chOff x="5814165" y="3280776"/>
            <a:chExt cx="1672748" cy="612648"/>
          </a:xfrm>
        </p:grpSpPr>
        <p:sp>
          <p:nvSpPr>
            <p:cNvPr id="1310" name="Google Shape;1310;p31"/>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1" name="Google Shape;1311;p31"/>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1312" name="Google Shape;1312;p31"/>
          <p:cNvGrpSpPr/>
          <p:nvPr/>
        </p:nvGrpSpPr>
        <p:grpSpPr>
          <a:xfrm>
            <a:off x="8321457" y="3646119"/>
            <a:ext cx="1695712" cy="612648"/>
            <a:chOff x="8321457" y="3646119"/>
            <a:chExt cx="1695712" cy="612648"/>
          </a:xfrm>
        </p:grpSpPr>
        <p:sp>
          <p:nvSpPr>
            <p:cNvPr id="1313" name="Google Shape;1313;p31"/>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14" name="Google Shape;1314;p31"/>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9"/>
                                        </p:tgtEl>
                                        <p:attrNameLst>
                                          <p:attrName>style.visibility</p:attrName>
                                        </p:attrNameLst>
                                      </p:cBhvr>
                                      <p:to>
                                        <p:strVal val="visible"/>
                                      </p:to>
                                    </p:set>
                                    <p:animEffect filter="fade" transition="in">
                                      <p:cBhvr>
                                        <p:cTn dur="500"/>
                                        <p:tgtEl>
                                          <p:spTgt spid="1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2"/>
                                        </p:tgtEl>
                                        <p:attrNameLst>
                                          <p:attrName>style.visibility</p:attrName>
                                        </p:attrNameLst>
                                      </p:cBhvr>
                                      <p:to>
                                        <p:strVal val="visible"/>
                                      </p:to>
                                    </p:set>
                                    <p:animEffect filter="fade" transition="in">
                                      <p:cBhvr>
                                        <p:cTn dur="500"/>
                                        <p:tgtEl>
                                          <p:spTgt spid="1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3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1321" name="Google Shape;1321;p32"/>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33"/>
          <p:cNvSpPr txBox="1"/>
          <p:nvPr>
            <p:ph type="title"/>
          </p:nvPr>
        </p:nvSpPr>
        <p:spPr>
          <a:xfrm>
            <a:off x="580529" y="650420"/>
            <a:ext cx="6551791" cy="11167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Transport Layer</a:t>
            </a:r>
            <a:endParaRPr sz="6000"/>
          </a:p>
        </p:txBody>
      </p:sp>
      <p:sp>
        <p:nvSpPr>
          <p:cNvPr id="1328" name="Google Shape;1328;p33"/>
          <p:cNvSpPr txBox="1"/>
          <p:nvPr>
            <p:ph idx="2" type="body"/>
          </p:nvPr>
        </p:nvSpPr>
        <p:spPr>
          <a:xfrm>
            <a:off x="590430" y="1783836"/>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Transport-layer services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reliable data transfer </a:t>
            </a:r>
            <a:endParaRPr/>
          </a:p>
          <a:p>
            <a:pPr indent="-285750" lvl="0" marL="403225" rtl="0" algn="l">
              <a:lnSpc>
                <a:spcPct val="90000"/>
              </a:lnSpc>
              <a:spcBef>
                <a:spcPts val="800"/>
              </a:spcBef>
              <a:spcAft>
                <a:spcPts val="0"/>
              </a:spcAft>
              <a:buClr>
                <a:srgbClr val="0013A3"/>
              </a:buClr>
              <a:buSzPts val="3200"/>
              <a:buChar char="▪"/>
            </a:pPr>
            <a:r>
              <a:rPr lang="en-US" sz="3200"/>
              <a:t>Connection-oriented transport: TCP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TCP congestion control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Evolution of transport-layer functionality</a:t>
            </a:r>
            <a:endParaRPr/>
          </a:p>
          <a:p>
            <a:pPr indent="-222250" lvl="0" marL="352425" rtl="0" algn="l">
              <a:lnSpc>
                <a:spcPct val="90000"/>
              </a:lnSpc>
              <a:spcBef>
                <a:spcPts val="1000"/>
              </a:spcBef>
              <a:spcAft>
                <a:spcPts val="0"/>
              </a:spcAft>
              <a:buClr>
                <a:srgbClr val="0013A3"/>
              </a:buClr>
              <a:buSzPts val="2400"/>
              <a:buFont typeface="Noto Sans Symbols"/>
              <a:buNone/>
            </a:pPr>
            <a:r>
              <a:t/>
            </a:r>
            <a:endParaRPr sz="2400"/>
          </a:p>
        </p:txBody>
      </p:sp>
      <p:grpSp>
        <p:nvGrpSpPr>
          <p:cNvPr id="1329" name="Google Shape;1329;p33"/>
          <p:cNvGrpSpPr/>
          <p:nvPr/>
        </p:nvGrpSpPr>
        <p:grpSpPr>
          <a:xfrm>
            <a:off x="7421880" y="792480"/>
            <a:ext cx="4399280" cy="3866277"/>
            <a:chOff x="7421880" y="792480"/>
            <a:chExt cx="4399280" cy="3866277"/>
          </a:xfrm>
        </p:grpSpPr>
        <p:pic>
          <p:nvPicPr>
            <p:cNvPr descr="University of Massachusetts Amherst - Wikipedia" id="1330" name="Google Shape;1330;p33"/>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1331" name="Google Shape;1331;p33"/>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1332" name="Google Shape;1332;p33"/>
            <p:cNvGrpSpPr/>
            <p:nvPr/>
          </p:nvGrpSpPr>
          <p:grpSpPr>
            <a:xfrm>
              <a:off x="7884160" y="3304540"/>
              <a:ext cx="3857707" cy="1354217"/>
              <a:chOff x="7904480" y="4206240"/>
              <a:chExt cx="3857707" cy="1354217"/>
            </a:xfrm>
          </p:grpSpPr>
          <p:pic>
            <p:nvPicPr>
              <p:cNvPr descr="Kurose_CVR_REV2.jpg" id="1333" name="Google Shape;1333;p33"/>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1334" name="Google Shape;1334;p33"/>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grpSp>
        <p:nvGrpSpPr>
          <p:cNvPr id="1335" name="Google Shape;1335;p33"/>
          <p:cNvGrpSpPr/>
          <p:nvPr/>
        </p:nvGrpSpPr>
        <p:grpSpPr>
          <a:xfrm>
            <a:off x="706121" y="6088211"/>
            <a:ext cx="6892924" cy="461665"/>
            <a:chOff x="731521" y="6141551"/>
            <a:chExt cx="6892924" cy="461665"/>
          </a:xfrm>
        </p:grpSpPr>
        <p:sp>
          <p:nvSpPr>
            <p:cNvPr id="1336" name="Google Shape;1336;p33"/>
            <p:cNvSpPr txBox="1"/>
            <p:nvPr/>
          </p:nvSpPr>
          <p:spPr>
            <a:xfrm>
              <a:off x="731521" y="6141551"/>
              <a:ext cx="689292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Video:     2020, J.F. Kurose, All Rights Reserved</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Powerpoint:    1996-2020, J.F. Kurose, K.W. Ross, All Rights Reserved</a:t>
              </a:r>
              <a:endParaRPr/>
            </a:p>
          </p:txBody>
        </p:sp>
        <p:grpSp>
          <p:nvGrpSpPr>
            <p:cNvPr id="1337" name="Google Shape;1337;p33"/>
            <p:cNvGrpSpPr/>
            <p:nvPr/>
          </p:nvGrpSpPr>
          <p:grpSpPr>
            <a:xfrm>
              <a:off x="1252378" y="6209727"/>
              <a:ext cx="473108" cy="346349"/>
              <a:chOff x="1252378" y="6209727"/>
              <a:chExt cx="473108" cy="346349"/>
            </a:xfrm>
          </p:grpSpPr>
          <p:pic>
            <p:nvPicPr>
              <p:cNvPr id="1338" name="Google Shape;1338;p33"/>
              <p:cNvPicPr preferRelativeResize="0"/>
              <p:nvPr/>
            </p:nvPicPr>
            <p:blipFill rotWithShape="1">
              <a:blip r:embed="rId5">
                <a:alphaModFix/>
              </a:blip>
              <a:srcRect b="0" l="0" r="0" t="0"/>
              <a:stretch/>
            </p:blipFill>
            <p:spPr>
              <a:xfrm>
                <a:off x="1252378" y="6209727"/>
                <a:ext cx="125836" cy="160221"/>
              </a:xfrm>
              <a:prstGeom prst="rect">
                <a:avLst/>
              </a:prstGeom>
              <a:noFill/>
              <a:ln>
                <a:noFill/>
              </a:ln>
            </p:spPr>
          </p:pic>
          <p:pic>
            <p:nvPicPr>
              <p:cNvPr id="1339" name="Google Shape;1339;p33"/>
              <p:cNvPicPr preferRelativeResize="0"/>
              <p:nvPr/>
            </p:nvPicPr>
            <p:blipFill rotWithShape="1">
              <a:blip r:embed="rId5">
                <a:alphaModFix/>
              </a:blip>
              <a:srcRect b="0" l="0" r="0" t="0"/>
              <a:stretch/>
            </p:blipFill>
            <p:spPr>
              <a:xfrm>
                <a:off x="1599650" y="6395855"/>
                <a:ext cx="125836" cy="160221"/>
              </a:xfrm>
              <a:prstGeom prst="rect">
                <a:avLst/>
              </a:prstGeom>
              <a:noFill/>
              <a:ln>
                <a:noFill/>
              </a:ln>
            </p:spPr>
          </p:pic>
        </p:grpSp>
      </p:gr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34"/>
          <p:cNvSpPr txBox="1"/>
          <p:nvPr>
            <p:ph type="title"/>
          </p:nvPr>
        </p:nvSpPr>
        <p:spPr>
          <a:xfrm>
            <a:off x="798690" y="289325"/>
            <a:ext cx="11100625" cy="148796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TCP: Transport Control Protocol</a:t>
            </a:r>
            <a:endParaRPr/>
          </a:p>
        </p:txBody>
      </p:sp>
      <p:sp>
        <p:nvSpPr>
          <p:cNvPr id="1346" name="Google Shape;1346;p34"/>
          <p:cNvSpPr/>
          <p:nvPr/>
        </p:nvSpPr>
        <p:spPr>
          <a:xfrm>
            <a:off x="798690" y="1918952"/>
            <a:ext cx="11100625" cy="4512884"/>
          </a:xfrm>
          <a:prstGeom prst="rect">
            <a:avLst/>
          </a:prstGeom>
          <a:noFill/>
          <a:ln>
            <a:noFill/>
          </a:ln>
        </p:spPr>
        <p:txBody>
          <a:bodyPr anchorCtr="0" anchor="t" bIns="45700" lIns="91425" spcFirstLastPara="1" rIns="91425" wrap="square" tIns="45700">
            <a:noAutofit/>
          </a:bodyPr>
          <a:lstStyle/>
          <a:p>
            <a:pPr indent="-447675" lvl="0" marL="460375" marR="0" rtl="0" algn="l">
              <a:lnSpc>
                <a:spcPct val="85000"/>
              </a:lnSpc>
              <a:spcBef>
                <a:spcPts val="0"/>
              </a:spcBef>
              <a:spcAft>
                <a:spcPts val="0"/>
              </a:spcAft>
              <a:buClr>
                <a:srgbClr val="000099"/>
              </a:buClr>
              <a:buSzPts val="5400"/>
              <a:buFont typeface="Noto Sans Symbols"/>
              <a:buChar char="▪"/>
            </a:pPr>
            <a:r>
              <a:rPr b="0" i="0" lang="en-US" sz="5400" u="none" cap="none" strike="noStrike">
                <a:solidFill>
                  <a:srgbClr val="000000"/>
                </a:solidFill>
                <a:latin typeface="Calibri"/>
                <a:ea typeface="Calibri"/>
                <a:cs typeface="Calibri"/>
                <a:sym typeface="Calibri"/>
              </a:rPr>
              <a:t>segment structure</a:t>
            </a:r>
            <a:endParaRPr/>
          </a:p>
          <a:p>
            <a:pPr indent="-447675" lvl="0" marL="460375" marR="0" rtl="0" algn="l">
              <a:lnSpc>
                <a:spcPct val="85000"/>
              </a:lnSpc>
              <a:spcBef>
                <a:spcPts val="1080"/>
              </a:spcBef>
              <a:spcAft>
                <a:spcPts val="0"/>
              </a:spcAft>
              <a:buClr>
                <a:srgbClr val="000099"/>
              </a:buClr>
              <a:buSzPts val="5400"/>
              <a:buFont typeface="Noto Sans Symbols"/>
              <a:buChar char="▪"/>
            </a:pPr>
            <a:r>
              <a:rPr b="0" i="0" lang="en-US" sz="5400" u="none" cap="none" strike="noStrike">
                <a:solidFill>
                  <a:srgbClr val="000000"/>
                </a:solidFill>
                <a:latin typeface="Calibri"/>
                <a:ea typeface="Calibri"/>
                <a:cs typeface="Calibri"/>
                <a:sym typeface="Calibri"/>
              </a:rPr>
              <a:t>reliable data transfer</a:t>
            </a:r>
            <a:endParaRPr/>
          </a:p>
          <a:p>
            <a:pPr indent="-447675" lvl="1" marL="917575" marR="0" rtl="0" algn="l">
              <a:lnSpc>
                <a:spcPct val="85000"/>
              </a:lnSpc>
              <a:spcBef>
                <a:spcPts val="1080"/>
              </a:spcBef>
              <a:spcAft>
                <a:spcPts val="0"/>
              </a:spcAft>
              <a:buClr>
                <a:srgbClr val="000099"/>
              </a:buClr>
              <a:buSzPts val="5400"/>
              <a:buFont typeface="Noto Sans Symbols"/>
              <a:buChar char="▪"/>
            </a:pPr>
            <a:r>
              <a:rPr b="0" i="0" lang="en-US" sz="5400" u="none" cap="none" strike="noStrike">
                <a:solidFill>
                  <a:srgbClr val="000000"/>
                </a:solidFill>
                <a:latin typeface="Calibri"/>
                <a:ea typeface="Calibri"/>
                <a:cs typeface="Calibri"/>
                <a:sym typeface="Calibri"/>
              </a:rPr>
              <a:t>sequence numbers</a:t>
            </a:r>
            <a:endParaRPr/>
          </a:p>
          <a:p>
            <a:pPr indent="-447675" lvl="1" marL="917575" marR="0" rtl="0" algn="l">
              <a:lnSpc>
                <a:spcPct val="85000"/>
              </a:lnSpc>
              <a:spcBef>
                <a:spcPts val="1080"/>
              </a:spcBef>
              <a:spcAft>
                <a:spcPts val="0"/>
              </a:spcAft>
              <a:buClr>
                <a:srgbClr val="000099"/>
              </a:buClr>
              <a:buSzPts val="5400"/>
              <a:buFont typeface="Noto Sans Symbols"/>
              <a:buChar char="▪"/>
            </a:pPr>
            <a:r>
              <a:rPr b="0" i="0" lang="en-US" sz="5400" u="none" cap="none" strike="noStrike">
                <a:solidFill>
                  <a:srgbClr val="000000"/>
                </a:solidFill>
                <a:latin typeface="Calibri"/>
                <a:ea typeface="Calibri"/>
                <a:cs typeface="Calibri"/>
                <a:sym typeface="Calibri"/>
              </a:rPr>
              <a:t>ACKs</a:t>
            </a:r>
            <a:endParaRPr/>
          </a:p>
          <a:p>
            <a:pPr indent="-447675" lvl="1" marL="917575" marR="0" rtl="0" algn="l">
              <a:lnSpc>
                <a:spcPct val="85000"/>
              </a:lnSpc>
              <a:spcBef>
                <a:spcPts val="1080"/>
              </a:spcBef>
              <a:spcAft>
                <a:spcPts val="0"/>
              </a:spcAft>
              <a:buClr>
                <a:srgbClr val="000099"/>
              </a:buClr>
              <a:buSzPts val="5400"/>
              <a:buFont typeface="Noto Sans Symbols"/>
              <a:buChar char="▪"/>
            </a:pPr>
            <a:r>
              <a:rPr b="0" i="0" lang="en-US" sz="5400" u="none" cap="none" strike="noStrike">
                <a:solidFill>
                  <a:srgbClr val="000000"/>
                </a:solidFill>
                <a:latin typeface="Calibri"/>
                <a:ea typeface="Calibri"/>
                <a:cs typeface="Calibri"/>
                <a:sym typeface="Calibri"/>
              </a:rPr>
              <a:t>timers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3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a:t>(simplified)</a:t>
            </a:r>
            <a:endParaRPr b="0" sz="4400"/>
          </a:p>
        </p:txBody>
      </p:sp>
      <p:sp>
        <p:nvSpPr>
          <p:cNvPr id="1353" name="Google Shape;1353;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1354" name="Google Shape;1354;p35"/>
          <p:cNvSpPr/>
          <p:nvPr/>
        </p:nvSpPr>
        <p:spPr>
          <a:xfrm>
            <a:off x="5099050" y="2604687"/>
            <a:ext cx="1071562" cy="97155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5" name="Google Shape;1355;p35"/>
          <p:cNvSpPr/>
          <p:nvPr/>
        </p:nvSpPr>
        <p:spPr>
          <a:xfrm>
            <a:off x="5024437" y="2652312"/>
            <a:ext cx="1071563" cy="97155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6" name="Google Shape;1356;p35"/>
          <p:cNvSpPr txBox="1"/>
          <p:nvPr/>
        </p:nvSpPr>
        <p:spPr>
          <a:xfrm>
            <a:off x="5108563" y="2655487"/>
            <a:ext cx="889025" cy="986104"/>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wait</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for </a:t>
            </a:r>
            <a:endParaRPr/>
          </a:p>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event</a:t>
            </a:r>
            <a:endParaRPr b="0" i="0" sz="1800" u="none" cap="none" strike="noStrike">
              <a:solidFill>
                <a:srgbClr val="000000"/>
              </a:solidFill>
              <a:latin typeface="Calibri"/>
              <a:ea typeface="Calibri"/>
              <a:cs typeface="Calibri"/>
              <a:sym typeface="Calibri"/>
            </a:endParaRPr>
          </a:p>
        </p:txBody>
      </p:sp>
      <p:cxnSp>
        <p:nvCxnSpPr>
          <p:cNvPr id="1357" name="Google Shape;1357;p35"/>
          <p:cNvCxnSpPr/>
          <p:nvPr/>
        </p:nvCxnSpPr>
        <p:spPr>
          <a:xfrm>
            <a:off x="4057650" y="2122087"/>
            <a:ext cx="1071562" cy="688975"/>
          </a:xfrm>
          <a:prstGeom prst="straightConnector1">
            <a:avLst/>
          </a:prstGeom>
          <a:noFill/>
          <a:ln cap="flat" cmpd="sng" w="9525">
            <a:solidFill>
              <a:srgbClr val="000000"/>
            </a:solidFill>
            <a:prstDash val="dash"/>
            <a:round/>
            <a:headEnd len="med" w="med" type="none"/>
            <a:tailEnd len="med" w="med" type="triangle"/>
          </a:ln>
        </p:spPr>
      </p:cxnSp>
      <p:sp>
        <p:nvSpPr>
          <p:cNvPr id="1358" name="Google Shape;1358;p35"/>
          <p:cNvSpPr txBox="1"/>
          <p:nvPr/>
        </p:nvSpPr>
        <p:spPr>
          <a:xfrm>
            <a:off x="2516187" y="2749150"/>
            <a:ext cx="25463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 = InitialSeqNum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SendBase = InitialSeqNum</a:t>
            </a:r>
            <a:endParaRPr/>
          </a:p>
        </p:txBody>
      </p:sp>
      <p:cxnSp>
        <p:nvCxnSpPr>
          <p:cNvPr id="1359" name="Google Shape;1359;p35"/>
          <p:cNvCxnSpPr/>
          <p:nvPr/>
        </p:nvCxnSpPr>
        <p:spPr>
          <a:xfrm>
            <a:off x="2619375" y="2763437"/>
            <a:ext cx="2179637" cy="0"/>
          </a:xfrm>
          <a:prstGeom prst="straightConnector1">
            <a:avLst/>
          </a:prstGeom>
          <a:noFill/>
          <a:ln cap="flat" cmpd="sng" w="9525">
            <a:solidFill>
              <a:srgbClr val="000000"/>
            </a:solidFill>
            <a:prstDash val="solid"/>
            <a:round/>
            <a:headEnd len="med" w="med" type="none"/>
            <a:tailEnd len="med" w="med" type="none"/>
          </a:ln>
        </p:spPr>
      </p:cxnSp>
      <p:sp>
        <p:nvSpPr>
          <p:cNvPr id="1360" name="Google Shape;1360;p35"/>
          <p:cNvSpPr txBox="1"/>
          <p:nvPr/>
        </p:nvSpPr>
        <p:spPr>
          <a:xfrm>
            <a:off x="3489325" y="2445937"/>
            <a:ext cx="34131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Noto Sans Symbols"/>
                <a:ea typeface="Noto Sans Symbols"/>
                <a:cs typeface="Noto Sans Symbols"/>
                <a:sym typeface="Noto Sans Symbols"/>
              </a:rPr>
              <a:t>Λ</a:t>
            </a:r>
            <a:endParaRPr/>
          </a:p>
        </p:txBody>
      </p:sp>
      <p:grpSp>
        <p:nvGrpSpPr>
          <p:cNvPr id="1361" name="Google Shape;1361;p35"/>
          <p:cNvGrpSpPr/>
          <p:nvPr/>
        </p:nvGrpSpPr>
        <p:grpSpPr>
          <a:xfrm>
            <a:off x="7007225" y="3280962"/>
            <a:ext cx="3298825" cy="1147763"/>
            <a:chOff x="1270" y="3518"/>
            <a:chExt cx="2078" cy="723"/>
          </a:xfrm>
        </p:grpSpPr>
        <p:sp>
          <p:nvSpPr>
            <p:cNvPr id="1362" name="Google Shape;1362;p35"/>
            <p:cNvSpPr txBox="1"/>
            <p:nvPr/>
          </p:nvSpPr>
          <p:spPr>
            <a:xfrm>
              <a:off x="1275" y="3721"/>
              <a:ext cx="2073" cy="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 not-yet-acked segment         	with smallest seq. #</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start timer</a:t>
              </a:r>
              <a:endParaRPr/>
            </a:p>
          </p:txBody>
        </p:sp>
        <p:sp>
          <p:nvSpPr>
            <p:cNvPr id="1363" name="Google Shape;1363;p35"/>
            <p:cNvSpPr txBox="1"/>
            <p:nvPr/>
          </p:nvSpPr>
          <p:spPr>
            <a:xfrm>
              <a:off x="1270" y="3518"/>
              <a:ext cx="547"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timeout</a:t>
              </a:r>
              <a:endParaRPr/>
            </a:p>
          </p:txBody>
        </p:sp>
        <p:cxnSp>
          <p:nvCxnSpPr>
            <p:cNvPr id="1364" name="Google Shape;1364;p35"/>
            <p:cNvCxnSpPr/>
            <p:nvPr/>
          </p:nvCxnSpPr>
          <p:spPr>
            <a:xfrm>
              <a:off x="1342" y="3741"/>
              <a:ext cx="1881" cy="0"/>
            </a:xfrm>
            <a:prstGeom prst="straightConnector1">
              <a:avLst/>
            </a:prstGeom>
            <a:noFill/>
            <a:ln cap="flat" cmpd="sng" w="9525">
              <a:solidFill>
                <a:srgbClr val="000000"/>
              </a:solidFill>
              <a:prstDash val="solid"/>
              <a:round/>
              <a:headEnd len="med" w="med" type="none"/>
              <a:tailEnd len="med" w="med" type="none"/>
            </a:ln>
          </p:spPr>
        </p:cxnSp>
      </p:grpSp>
      <p:grpSp>
        <p:nvGrpSpPr>
          <p:cNvPr id="1365" name="Google Shape;1365;p35"/>
          <p:cNvGrpSpPr/>
          <p:nvPr/>
        </p:nvGrpSpPr>
        <p:grpSpPr>
          <a:xfrm>
            <a:off x="3154362" y="4387450"/>
            <a:ext cx="4703763" cy="2181225"/>
            <a:chOff x="678" y="2592"/>
            <a:chExt cx="2963" cy="1374"/>
          </a:xfrm>
        </p:grpSpPr>
        <p:sp>
          <p:nvSpPr>
            <p:cNvPr id="1366" name="Google Shape;1366;p35"/>
            <p:cNvSpPr txBox="1"/>
            <p:nvPr/>
          </p:nvSpPr>
          <p:spPr>
            <a:xfrm>
              <a:off x="678" y="2830"/>
              <a:ext cx="2963" cy="1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if (y &gt; SendBase)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SendBase = y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SendBase–1: last cumulatively ACKed byte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if (there are currently not-yet-acked segments)</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start timer</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else stop timer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 </a:t>
              </a:r>
              <a:endParaRPr/>
            </a:p>
          </p:txBody>
        </p:sp>
        <p:sp>
          <p:nvSpPr>
            <p:cNvPr id="1367" name="Google Shape;1367;p35"/>
            <p:cNvSpPr txBox="1"/>
            <p:nvPr/>
          </p:nvSpPr>
          <p:spPr>
            <a:xfrm>
              <a:off x="705" y="2592"/>
              <a:ext cx="220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 received, with ACK field value y </a:t>
              </a:r>
              <a:endParaRPr/>
            </a:p>
          </p:txBody>
        </p:sp>
        <p:cxnSp>
          <p:nvCxnSpPr>
            <p:cNvPr id="1368" name="Google Shape;1368;p35"/>
            <p:cNvCxnSpPr/>
            <p:nvPr/>
          </p:nvCxnSpPr>
          <p:spPr>
            <a:xfrm>
              <a:off x="748" y="2815"/>
              <a:ext cx="2078" cy="0"/>
            </a:xfrm>
            <a:prstGeom prst="straightConnector1">
              <a:avLst/>
            </a:prstGeom>
            <a:noFill/>
            <a:ln cap="flat" cmpd="sng" w="9525">
              <a:solidFill>
                <a:srgbClr val="000000"/>
              </a:solidFill>
              <a:prstDash val="solid"/>
              <a:round/>
              <a:headEnd len="med" w="med" type="none"/>
              <a:tailEnd len="med" w="med" type="none"/>
            </a:ln>
          </p:spPr>
        </p:cxnSp>
      </p:grpSp>
      <p:grpSp>
        <p:nvGrpSpPr>
          <p:cNvPr id="1369" name="Google Shape;1369;p35"/>
          <p:cNvGrpSpPr/>
          <p:nvPr/>
        </p:nvGrpSpPr>
        <p:grpSpPr>
          <a:xfrm>
            <a:off x="5851525" y="1207687"/>
            <a:ext cx="5207000" cy="1928813"/>
            <a:chOff x="5851525" y="1207687"/>
            <a:chExt cx="5207000" cy="1928813"/>
          </a:xfrm>
        </p:grpSpPr>
        <p:grpSp>
          <p:nvGrpSpPr>
            <p:cNvPr id="1370" name="Google Shape;1370;p35"/>
            <p:cNvGrpSpPr/>
            <p:nvPr/>
          </p:nvGrpSpPr>
          <p:grpSpPr>
            <a:xfrm>
              <a:off x="6807200" y="1207687"/>
              <a:ext cx="4251325" cy="1928813"/>
              <a:chOff x="3003" y="1263"/>
              <a:chExt cx="2678" cy="1215"/>
            </a:xfrm>
          </p:grpSpPr>
          <p:sp>
            <p:nvSpPr>
              <p:cNvPr id="1371" name="Google Shape;1371;p35"/>
              <p:cNvSpPr txBox="1"/>
              <p:nvPr/>
            </p:nvSpPr>
            <p:spPr>
              <a:xfrm>
                <a:off x="3019" y="1456"/>
                <a:ext cx="2662" cy="1022"/>
              </a:xfrm>
              <a:prstGeom prst="rect">
                <a:avLst/>
              </a:prstGeom>
              <a:noFill/>
              <a:ln>
                <a:noFill/>
              </a:ln>
            </p:spPr>
            <p:txBody>
              <a:bodyPr anchorCtr="0" anchor="t" bIns="45700" lIns="91425" spcFirstLastPara="1" rIns="91425" wrap="square" tIns="45700">
                <a:spAutoFit/>
              </a:bodyPr>
              <a:lstStyle/>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create segment, seq. #: NextSeqNum</a:t>
                </a:r>
                <a:endParaRPr b="0" i="0" sz="1600" u="none" cap="none" strike="noStrike">
                  <a:solidFill>
                    <a:srgbClr val="000000"/>
                  </a:solidFill>
                  <a:latin typeface="Tahoma"/>
                  <a:ea typeface="Tahoma"/>
                  <a:cs typeface="Tahoma"/>
                  <a:sym typeface="Tahoma"/>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pass segment to IP (i.e., “send”)</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NextSeqNum = NextSeqNum + length(data) </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if (timer currently not running)</a:t>
                </a:r>
                <a:endParaRPr/>
              </a:p>
              <a:p>
                <a:pPr indent="0" lvl="0" marL="0" marR="0" rtl="0" algn="l">
                  <a:lnSpc>
                    <a:spcPct val="10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start timer</a:t>
                </a:r>
                <a:endParaRPr/>
              </a:p>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a:p>
            </p:txBody>
          </p:sp>
          <p:sp>
            <p:nvSpPr>
              <p:cNvPr id="1372" name="Google Shape;1372;p35"/>
              <p:cNvSpPr txBox="1"/>
              <p:nvPr/>
            </p:nvSpPr>
            <p:spPr>
              <a:xfrm>
                <a:off x="3003" y="1263"/>
                <a:ext cx="2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 received from application above</a:t>
                </a:r>
                <a:endParaRPr/>
              </a:p>
            </p:txBody>
          </p:sp>
          <p:cxnSp>
            <p:nvCxnSpPr>
              <p:cNvPr id="1373" name="Google Shape;1373;p35"/>
              <p:cNvCxnSpPr/>
              <p:nvPr/>
            </p:nvCxnSpPr>
            <p:spPr>
              <a:xfrm>
                <a:off x="3081" y="1490"/>
                <a:ext cx="1743" cy="0"/>
              </a:xfrm>
              <a:prstGeom prst="straightConnector1">
                <a:avLst/>
              </a:prstGeom>
              <a:noFill/>
              <a:ln cap="flat" cmpd="sng" w="9525">
                <a:solidFill>
                  <a:srgbClr val="000000"/>
                </a:solidFill>
                <a:prstDash val="solid"/>
                <a:round/>
                <a:headEnd len="med" w="med" type="none"/>
                <a:tailEnd len="med" w="med" type="none"/>
              </a:ln>
            </p:spPr>
          </p:cxnSp>
        </p:grpSp>
        <p:sp>
          <p:nvSpPr>
            <p:cNvPr id="1374" name="Google Shape;1374;p35"/>
            <p:cNvSpPr/>
            <p:nvPr/>
          </p:nvSpPr>
          <p:spPr>
            <a:xfrm>
              <a:off x="5851525" y="1518837"/>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375" name="Google Shape;1375;p35"/>
          <p:cNvSpPr/>
          <p:nvPr/>
        </p:nvSpPr>
        <p:spPr>
          <a:xfrm rot="4468137">
            <a:off x="6174581" y="2991244"/>
            <a:ext cx="1254125" cy="1258887"/>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6" name="Google Shape;1376;p35"/>
          <p:cNvSpPr/>
          <p:nvPr/>
        </p:nvSpPr>
        <p:spPr>
          <a:xfrm rot="10674503">
            <a:off x="4116387" y="3490512"/>
            <a:ext cx="1254125" cy="1258888"/>
          </a:xfrm>
          <a:custGeom>
            <a:rect b="b" l="l" r="r" t="t"/>
            <a:pathLst>
              <a:path extrusionOk="0" h="990" w="1052">
                <a:moveTo>
                  <a:pt x="26" y="825"/>
                </a:moveTo>
                <a:cubicBezTo>
                  <a:pt x="0" y="569"/>
                  <a:pt x="98" y="0"/>
                  <a:pt x="575" y="386"/>
                </a:cubicBezTo>
                <a:cubicBezTo>
                  <a:pt x="1052" y="772"/>
                  <a:pt x="404" y="968"/>
                  <a:pt x="208" y="99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9"/>
                                        </p:tgtEl>
                                        <p:attrNameLst>
                                          <p:attrName>style.visibility</p:attrName>
                                        </p:attrNameLst>
                                      </p:cBhvr>
                                      <p:to>
                                        <p:strVal val="visible"/>
                                      </p:to>
                                    </p:set>
                                    <p:animEffect filter="fade" transition="in">
                                      <p:cBhvr>
                                        <p:cTn dur="500"/>
                                        <p:tgtEl>
                                          <p:spTgt spid="1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par>
                                <p:cTn fill="hold" nodeType="with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500"/>
                                        <p:tgtEl>
                                          <p:spTgt spid="1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6"/>
                                        </p:tgtEl>
                                        <p:attrNameLst>
                                          <p:attrName>style.visibility</p:attrName>
                                        </p:attrNameLst>
                                      </p:cBhvr>
                                      <p:to>
                                        <p:strVal val="visible"/>
                                      </p:to>
                                    </p:set>
                                    <p:animEffect filter="fade" transition="in">
                                      <p:cBhvr>
                                        <p:cTn dur="500"/>
                                        <p:tgtEl>
                                          <p:spTgt spid="1376"/>
                                        </p:tgtEl>
                                      </p:cBhvr>
                                    </p:animEffect>
                                  </p:childTnLst>
                                </p:cTn>
                              </p:par>
                              <p:par>
                                <p:cTn fill="hold" nodeType="withEffect" presetClass="entr" presetID="10" presetSubtype="0">
                                  <p:stCondLst>
                                    <p:cond delay="0"/>
                                  </p:stCondLst>
                                  <p:childTnLst>
                                    <p:set>
                                      <p:cBhvr>
                                        <p:cTn dur="1" fill="hold">
                                          <p:stCondLst>
                                            <p:cond delay="0"/>
                                          </p:stCondLst>
                                        </p:cTn>
                                        <p:tgtEl>
                                          <p:spTgt spid="1365"/>
                                        </p:tgtEl>
                                        <p:attrNameLst>
                                          <p:attrName>style.visibility</p:attrName>
                                        </p:attrNameLst>
                                      </p:cBhvr>
                                      <p:to>
                                        <p:strVal val="visible"/>
                                      </p:to>
                                    </p:set>
                                    <p:animEffect filter="fade" transition="in">
                                      <p:cBhvr>
                                        <p:cTn dur="500"/>
                                        <p:tgtEl>
                                          <p:spTgt spid="1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