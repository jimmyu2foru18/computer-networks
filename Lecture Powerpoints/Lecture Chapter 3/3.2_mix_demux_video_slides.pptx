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92000"/>
  <p:notesSz cx="6858000" cy="9144000"/>
  <p:embeddedFontLst>
    <p:embeddedFont>
      <p:font typeface="Tahoma"/>
      <p:regular r:id="rId32"/>
      <p:bold r:id="rId33"/>
    </p:embeddedFont>
    <p:embeddedFont>
      <p:font typeface="Gill Sans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04">
          <p15:clr>
            <a:srgbClr val="A4A3A4"/>
          </p15:clr>
        </p15:guide>
        <p15:guide id="2" pos="3816">
          <p15:clr>
            <a:srgbClr val="A4A3A4"/>
          </p15:clr>
        </p15:guide>
        <p15:guide id="3" orient="horz" pos="1271">
          <p15:clr>
            <a:srgbClr val="A4A3A4"/>
          </p15:clr>
        </p15:guide>
        <p15:guide id="4" pos="7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04" orient="horz"/>
        <p:guide pos="3816"/>
        <p:guide pos="1271" orient="horz"/>
        <p:guide pos="70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Tahoma-bold.fntdata"/><Relationship Id="rId10" Type="http://schemas.openxmlformats.org/officeDocument/2006/relationships/slide" Target="slides/slide5.xml"/><Relationship Id="rId32" Type="http://schemas.openxmlformats.org/officeDocument/2006/relationships/font" Target="fonts/Tahoma-regular.fntdata"/><Relationship Id="rId13" Type="http://schemas.openxmlformats.org/officeDocument/2006/relationships/slide" Target="slides/slide8.xml"/><Relationship Id="rId35" Type="http://schemas.openxmlformats.org/officeDocument/2006/relationships/font" Target="fonts/GillSans-bold.fntdata"/><Relationship Id="rId12" Type="http://schemas.openxmlformats.org/officeDocument/2006/relationships/slide" Target="slides/slide7.xml"/><Relationship Id="rId34" Type="http://schemas.openxmlformats.org/officeDocument/2006/relationships/font" Target="fonts/GillSans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0" name="Google Shape;81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7" name="Google Shape;81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5" name="Google Shape;8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9" name="Google Shape;92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1" name="Google Shape;102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5" name="Google Shape;103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5" name="Google Shape;105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6" name="Google Shape;106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5" name="Google Shape;108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6" name="Google Shape;121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0" name="Google Shape;131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9.jpg"/><Relationship Id="rId6" Type="http://schemas.openxmlformats.org/officeDocument/2006/relationships/image" Target="../media/image6.png"/><Relationship Id="rId7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9.jpg"/><Relationship Id="rId6" Type="http://schemas.openxmlformats.org/officeDocument/2006/relationships/image" Target="../media/image6.png"/><Relationship Id="rId7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9.jpg"/><Relationship Id="rId6" Type="http://schemas.openxmlformats.org/officeDocument/2006/relationships/image" Target="../media/image6.png"/><Relationship Id="rId7" Type="http://schemas.openxmlformats.org/officeDocument/2006/relationships/image" Target="../media/image23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8.jp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9.jpg"/><Relationship Id="rId6" Type="http://schemas.openxmlformats.org/officeDocument/2006/relationships/image" Target="../media/image6.png"/><Relationship Id="rId7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9.jpg"/><Relationship Id="rId6" Type="http://schemas.openxmlformats.org/officeDocument/2006/relationships/image" Target="../media/image6.png"/><Relationship Id="rId7" Type="http://schemas.openxmlformats.org/officeDocument/2006/relationships/image" Target="../media/image23.png"/><Relationship Id="rId8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9.jpg"/><Relationship Id="rId6" Type="http://schemas.openxmlformats.org/officeDocument/2006/relationships/image" Target="../media/image6.png"/><Relationship Id="rId7" Type="http://schemas.openxmlformats.org/officeDocument/2006/relationships/image" Target="../media/image23.png"/><Relationship Id="rId8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9.jpg"/><Relationship Id="rId6" Type="http://schemas.openxmlformats.org/officeDocument/2006/relationships/image" Target="../media/image6.png"/><Relationship Id="rId7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9.jpg"/><Relationship Id="rId6" Type="http://schemas.openxmlformats.org/officeDocument/2006/relationships/image" Target="../media/image6.png"/><Relationship Id="rId7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580529" y="650420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Transport Layer</a:t>
            </a:r>
            <a:endParaRPr sz="6000"/>
          </a:p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590430" y="1783836"/>
            <a:ext cx="737246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Transport-layer services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13A3"/>
              </a:buClr>
              <a:buSzPts val="3600"/>
              <a:buChar char="▪"/>
            </a:pPr>
            <a:r>
              <a:rPr lang="en-US" sz="3600"/>
              <a:t>Multiplexing and demultiplexing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Connectionless transport: UDP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reliable data transfer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Connection-oriented transport: TCP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congestion control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TCP congestion control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Evolution of transport-layer functionality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3A3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grpSp>
        <p:nvGrpSpPr>
          <p:cNvPr id="40" name="Google Shape;40;p7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41" name="Google Shape;41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7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43" name="Google Shape;43;p7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44" name="Google Shape;44;p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" name="Google Shape;45;p7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Multiplexing/demultiplexing</a:t>
            </a:r>
            <a:endParaRPr/>
          </a:p>
        </p:txBody>
      </p:sp>
      <p:sp>
        <p:nvSpPr>
          <p:cNvPr id="52" name="Google Shape;52;p8"/>
          <p:cNvSpPr/>
          <p:nvPr/>
        </p:nvSpPr>
        <p:spPr>
          <a:xfrm>
            <a:off x="5108431" y="3572744"/>
            <a:ext cx="552450" cy="2082800"/>
          </a:xfrm>
          <a:custGeom>
            <a:rect b="b" l="l" r="r" t="t"/>
            <a:pathLst>
              <a:path extrusionOk="0" h="1312" w="348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8"/>
          <p:cNvSpPr txBox="1"/>
          <p:nvPr/>
        </p:nvSpPr>
        <p:spPr>
          <a:xfrm>
            <a:off x="10348768" y="4498257"/>
            <a:ext cx="8953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10323368" y="4096619"/>
            <a:ext cx="7556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socket</a:t>
            </a:r>
            <a:endParaRPr/>
          </a:p>
        </p:txBody>
      </p:sp>
      <p:grpSp>
        <p:nvGrpSpPr>
          <p:cNvPr id="55" name="Google Shape;55;p8"/>
          <p:cNvGrpSpPr/>
          <p:nvPr/>
        </p:nvGrpSpPr>
        <p:grpSpPr>
          <a:xfrm>
            <a:off x="7016607" y="1655043"/>
            <a:ext cx="4836313" cy="1639889"/>
            <a:chOff x="7016607" y="1655043"/>
            <a:chExt cx="4836313" cy="1639889"/>
          </a:xfrm>
        </p:grpSpPr>
        <p:sp>
          <p:nvSpPr>
            <p:cNvPr id="56" name="Google Shape;56;p8"/>
            <p:cNvSpPr/>
            <p:nvPr/>
          </p:nvSpPr>
          <p:spPr>
            <a:xfrm>
              <a:off x="7016607" y="1945555"/>
              <a:ext cx="4508220" cy="125169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" name="Google Shape;57;p8"/>
            <p:cNvGrpSpPr/>
            <p:nvPr/>
          </p:nvGrpSpPr>
          <p:grpSpPr>
            <a:xfrm>
              <a:off x="7172970" y="1655043"/>
              <a:ext cx="4679950" cy="1639889"/>
              <a:chOff x="2899" y="903"/>
              <a:chExt cx="2948" cy="1033"/>
            </a:xfrm>
          </p:grpSpPr>
          <p:sp>
            <p:nvSpPr>
              <p:cNvPr id="58" name="Google Shape;58;p8"/>
              <p:cNvSpPr/>
              <p:nvPr/>
            </p:nvSpPr>
            <p:spPr>
              <a:xfrm>
                <a:off x="2955" y="1148"/>
                <a:ext cx="2892" cy="7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 header info to deliver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received segments to correct 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socket</a:t>
                </a:r>
                <a:endParaRPr/>
              </a:p>
            </p:txBody>
          </p:sp>
          <p:grpSp>
            <p:nvGrpSpPr>
              <p:cNvPr id="59" name="Google Shape;59;p8"/>
              <p:cNvGrpSpPr/>
              <p:nvPr/>
            </p:nvGrpSpPr>
            <p:grpSpPr>
              <a:xfrm>
                <a:off x="2899" y="903"/>
                <a:ext cx="2553" cy="348"/>
                <a:chOff x="905" y="3594"/>
                <a:chExt cx="2049" cy="348"/>
              </a:xfrm>
            </p:grpSpPr>
            <p:sp>
              <p:nvSpPr>
                <p:cNvPr id="60" name="Google Shape;60;p8"/>
                <p:cNvSpPr/>
                <p:nvPr/>
              </p:nvSpPr>
              <p:spPr>
                <a:xfrm>
                  <a:off x="1422" y="3732"/>
                  <a:ext cx="1002" cy="21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" name="Google Shape;61;p8"/>
                <p:cNvSpPr txBox="1"/>
                <p:nvPr/>
              </p:nvSpPr>
              <p:spPr>
                <a:xfrm>
                  <a:off x="905" y="3594"/>
                  <a:ext cx="2049" cy="33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C0000"/>
                    </a:buClr>
                    <a:buSzPts val="2800"/>
                    <a:buFont typeface="Calibri"/>
                    <a:buNone/>
                  </a:pPr>
                  <a:r>
                    <a:rPr b="0" i="1" lang="en-US" sz="2800" u="none" cap="none" strike="noStrike">
                      <a:solidFill>
                        <a:srgbClr val="CC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demultiplexing at receiver:</a:t>
                  </a:r>
                  <a:endParaRPr/>
                </a:p>
              </p:txBody>
            </p:sp>
          </p:grpSp>
        </p:grpSp>
      </p:grpSp>
      <p:grpSp>
        <p:nvGrpSpPr>
          <p:cNvPr id="62" name="Google Shape;62;p8"/>
          <p:cNvGrpSpPr/>
          <p:nvPr/>
        </p:nvGrpSpPr>
        <p:grpSpPr>
          <a:xfrm>
            <a:off x="9823306" y="4171232"/>
            <a:ext cx="533400" cy="206375"/>
            <a:chOff x="344" y="1846"/>
            <a:chExt cx="336" cy="130"/>
          </a:xfrm>
        </p:grpSpPr>
        <p:sp>
          <p:nvSpPr>
            <p:cNvPr id="63" name="Google Shape;63;p8"/>
            <p:cNvSpPr/>
            <p:nvPr/>
          </p:nvSpPr>
          <p:spPr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4" name="Google Shape;64;p8"/>
            <p:cNvSpPr/>
            <p:nvPr/>
          </p:nvSpPr>
          <p:spPr>
            <a:xfrm>
              <a:off x="454" y="1863"/>
              <a:ext cx="110" cy="99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" name="Google Shape;65;p8"/>
            <p:cNvSpPr/>
            <p:nvPr/>
          </p:nvSpPr>
          <p:spPr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" name="Google Shape;66;p8"/>
            <p:cNvSpPr/>
            <p:nvPr/>
          </p:nvSpPr>
          <p:spPr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67" name="Google Shape;67;p8"/>
          <p:cNvSpPr/>
          <p:nvPr/>
        </p:nvSpPr>
        <p:spPr>
          <a:xfrm>
            <a:off x="5656118" y="3623544"/>
            <a:ext cx="1497013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5621193" y="3677519"/>
            <a:ext cx="1473200" cy="1979613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9" name="Google Shape;69;p8"/>
          <p:cNvCxnSpPr/>
          <p:nvPr/>
        </p:nvCxnSpPr>
        <p:spPr>
          <a:xfrm>
            <a:off x="5627543" y="4447457"/>
            <a:ext cx="146050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8"/>
          <p:cNvSpPr txBox="1"/>
          <p:nvPr/>
        </p:nvSpPr>
        <p:spPr>
          <a:xfrm>
            <a:off x="5698981" y="4429994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71" name="Google Shape;71;p8"/>
          <p:cNvCxnSpPr/>
          <p:nvPr/>
        </p:nvCxnSpPr>
        <p:spPr>
          <a:xfrm>
            <a:off x="5629131" y="4764957"/>
            <a:ext cx="1457325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8"/>
          <p:cNvSpPr txBox="1"/>
          <p:nvPr/>
        </p:nvSpPr>
        <p:spPr>
          <a:xfrm>
            <a:off x="5695806" y="364418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73" name="Google Shape;73;p8"/>
          <p:cNvSpPr txBox="1"/>
          <p:nvPr/>
        </p:nvSpPr>
        <p:spPr>
          <a:xfrm>
            <a:off x="5692631" y="5334869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74" name="Google Shape;74;p8"/>
          <p:cNvSpPr txBox="1"/>
          <p:nvPr/>
        </p:nvSpPr>
        <p:spPr>
          <a:xfrm>
            <a:off x="5692631" y="5049119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75" name="Google Shape;75;p8"/>
          <p:cNvSpPr txBox="1"/>
          <p:nvPr/>
        </p:nvSpPr>
        <p:spPr>
          <a:xfrm>
            <a:off x="5692631" y="4750669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76" name="Google Shape;76;p8"/>
          <p:cNvSpPr/>
          <p:nvPr/>
        </p:nvSpPr>
        <p:spPr>
          <a:xfrm>
            <a:off x="6392718" y="4018832"/>
            <a:ext cx="598488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/>
          </a:p>
        </p:txBody>
      </p:sp>
      <p:cxnSp>
        <p:nvCxnSpPr>
          <p:cNvPr id="77" name="Google Shape;77;p8"/>
          <p:cNvCxnSpPr/>
          <p:nvPr/>
        </p:nvCxnSpPr>
        <p:spPr>
          <a:xfrm>
            <a:off x="5625956" y="5076107"/>
            <a:ext cx="1457325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8"/>
          <p:cNvCxnSpPr/>
          <p:nvPr/>
        </p:nvCxnSpPr>
        <p:spPr>
          <a:xfrm>
            <a:off x="5622781" y="5374557"/>
            <a:ext cx="1457325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8"/>
          <p:cNvSpPr/>
          <p:nvPr/>
        </p:nvSpPr>
        <p:spPr>
          <a:xfrm>
            <a:off x="5687868" y="4018832"/>
            <a:ext cx="598488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6468918" y="4377607"/>
            <a:ext cx="412750" cy="158750"/>
            <a:chOff x="1383" y="2620"/>
            <a:chExt cx="260" cy="100"/>
          </a:xfrm>
        </p:grpSpPr>
        <p:sp>
          <p:nvSpPr>
            <p:cNvPr id="81" name="Google Shape;81;p8"/>
            <p:cNvSpPr/>
            <p:nvPr/>
          </p:nvSpPr>
          <p:spPr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4" name="Google Shape;84;p8"/>
            <p:cNvSpPr/>
            <p:nvPr/>
          </p:nvSpPr>
          <p:spPr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5" name="Google Shape;85;p8"/>
          <p:cNvGrpSpPr/>
          <p:nvPr/>
        </p:nvGrpSpPr>
        <p:grpSpPr>
          <a:xfrm>
            <a:off x="5767243" y="4369669"/>
            <a:ext cx="412750" cy="158750"/>
            <a:chOff x="1383" y="2620"/>
            <a:chExt cx="260" cy="100"/>
          </a:xfrm>
        </p:grpSpPr>
        <p:sp>
          <p:nvSpPr>
            <p:cNvPr id="86" name="Google Shape;86;p8"/>
            <p:cNvSpPr/>
            <p:nvPr/>
          </p:nvSpPr>
          <p:spPr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" name="Google Shape;89;p8"/>
            <p:cNvSpPr/>
            <p:nvPr/>
          </p:nvSpPr>
          <p:spPr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90" name="Google Shape;90;p8"/>
          <p:cNvSpPr/>
          <p:nvPr/>
        </p:nvSpPr>
        <p:spPr>
          <a:xfrm>
            <a:off x="7918306" y="3993432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7880206" y="4047407"/>
            <a:ext cx="1273175" cy="19796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2" name="Google Shape;92;p8"/>
          <p:cNvCxnSpPr/>
          <p:nvPr/>
        </p:nvCxnSpPr>
        <p:spPr>
          <a:xfrm>
            <a:off x="7889731" y="480781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8"/>
          <p:cNvSpPr txBox="1"/>
          <p:nvPr/>
        </p:nvSpPr>
        <p:spPr>
          <a:xfrm>
            <a:off x="7846868" y="479035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94" name="Google Shape;94;p8"/>
          <p:cNvCxnSpPr/>
          <p:nvPr/>
        </p:nvCxnSpPr>
        <p:spPr>
          <a:xfrm>
            <a:off x="7897668" y="512849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8"/>
          <p:cNvCxnSpPr/>
          <p:nvPr/>
        </p:nvCxnSpPr>
        <p:spPr>
          <a:xfrm>
            <a:off x="7883381" y="543805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8"/>
          <p:cNvCxnSpPr/>
          <p:nvPr/>
        </p:nvCxnSpPr>
        <p:spPr>
          <a:xfrm>
            <a:off x="7883381" y="572380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8"/>
          <p:cNvSpPr txBox="1"/>
          <p:nvPr/>
        </p:nvSpPr>
        <p:spPr>
          <a:xfrm>
            <a:off x="7881793" y="403788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98" name="Google Shape;98;p8"/>
          <p:cNvSpPr txBox="1"/>
          <p:nvPr/>
        </p:nvSpPr>
        <p:spPr>
          <a:xfrm>
            <a:off x="7837343" y="569523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99" name="Google Shape;99;p8"/>
          <p:cNvSpPr txBox="1"/>
          <p:nvPr/>
        </p:nvSpPr>
        <p:spPr>
          <a:xfrm>
            <a:off x="7856393" y="5409482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100" name="Google Shape;100;p8"/>
          <p:cNvSpPr txBox="1"/>
          <p:nvPr/>
        </p:nvSpPr>
        <p:spPr>
          <a:xfrm>
            <a:off x="7846868" y="5114207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8216756" y="4379194"/>
            <a:ext cx="598487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P4</a:t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9166081" y="4025182"/>
            <a:ext cx="581025" cy="2038350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2976418" y="4045819"/>
            <a:ext cx="552450" cy="2082800"/>
          </a:xfrm>
          <a:custGeom>
            <a:rect b="b" l="l" r="r" t="t"/>
            <a:pathLst>
              <a:path extrusionOk="0" h="1312" w="348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3573318" y="4001369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3535218" y="4055344"/>
            <a:ext cx="1273175" cy="1979613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6" name="Google Shape;106;p8"/>
          <p:cNvCxnSpPr/>
          <p:nvPr/>
        </p:nvCxnSpPr>
        <p:spPr>
          <a:xfrm>
            <a:off x="3544743" y="481575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8"/>
          <p:cNvSpPr txBox="1"/>
          <p:nvPr/>
        </p:nvSpPr>
        <p:spPr>
          <a:xfrm>
            <a:off x="3501881" y="4798294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108" name="Google Shape;108;p8"/>
          <p:cNvCxnSpPr/>
          <p:nvPr/>
        </p:nvCxnSpPr>
        <p:spPr>
          <a:xfrm>
            <a:off x="3552681" y="513643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8"/>
          <p:cNvCxnSpPr/>
          <p:nvPr/>
        </p:nvCxnSpPr>
        <p:spPr>
          <a:xfrm>
            <a:off x="3538393" y="544599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8"/>
          <p:cNvCxnSpPr/>
          <p:nvPr/>
        </p:nvCxnSpPr>
        <p:spPr>
          <a:xfrm>
            <a:off x="3538393" y="573174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8"/>
          <p:cNvSpPr txBox="1"/>
          <p:nvPr/>
        </p:nvSpPr>
        <p:spPr>
          <a:xfrm>
            <a:off x="3536806" y="4045819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112" name="Google Shape;112;p8"/>
          <p:cNvSpPr txBox="1"/>
          <p:nvPr/>
        </p:nvSpPr>
        <p:spPr>
          <a:xfrm>
            <a:off x="3492356" y="5703169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113" name="Google Shape;113;p8"/>
          <p:cNvSpPr txBox="1"/>
          <p:nvPr/>
        </p:nvSpPr>
        <p:spPr>
          <a:xfrm>
            <a:off x="3511406" y="5417419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114" name="Google Shape;114;p8"/>
          <p:cNvSpPr txBox="1"/>
          <p:nvPr/>
        </p:nvSpPr>
        <p:spPr>
          <a:xfrm>
            <a:off x="3501881" y="5122144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3871768" y="4387132"/>
            <a:ext cx="598488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P3</a:t>
            </a:r>
            <a:endParaRPr/>
          </a:p>
        </p:txBody>
      </p:sp>
      <p:grpSp>
        <p:nvGrpSpPr>
          <p:cNvPr id="116" name="Google Shape;116;p8"/>
          <p:cNvGrpSpPr/>
          <p:nvPr/>
        </p:nvGrpSpPr>
        <p:grpSpPr>
          <a:xfrm>
            <a:off x="3962256" y="4725269"/>
            <a:ext cx="412750" cy="158750"/>
            <a:chOff x="1287" y="2524"/>
            <a:chExt cx="260" cy="100"/>
          </a:xfrm>
        </p:grpSpPr>
        <p:sp>
          <p:nvSpPr>
            <p:cNvPr id="117" name="Google Shape;117;p8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1" name="Google Shape;121;p8"/>
          <p:cNvGrpSpPr/>
          <p:nvPr/>
        </p:nvGrpSpPr>
        <p:grpSpPr>
          <a:xfrm>
            <a:off x="8302481" y="4723682"/>
            <a:ext cx="412750" cy="158750"/>
            <a:chOff x="1287" y="2524"/>
            <a:chExt cx="260" cy="100"/>
          </a:xfrm>
        </p:grpSpPr>
        <p:sp>
          <p:nvSpPr>
            <p:cNvPr id="122" name="Google Shape;122;p8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3" name="Google Shape;123;p8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4" name="Google Shape;124;p8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5" name="Google Shape;125;p8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26" name="Google Shape;126;p8"/>
          <p:cNvSpPr/>
          <p:nvPr/>
        </p:nvSpPr>
        <p:spPr>
          <a:xfrm>
            <a:off x="6349856" y="4425232"/>
            <a:ext cx="2173287" cy="1989137"/>
          </a:xfrm>
          <a:custGeom>
            <a:rect b="b" l="l" r="r" t="t"/>
            <a:pathLst>
              <a:path extrusionOk="0" h="1253" w="1369">
                <a:moveTo>
                  <a:pt x="1369" y="216"/>
                </a:moveTo>
                <a:lnTo>
                  <a:pt x="1362" y="1252"/>
                </a:lnTo>
                <a:lnTo>
                  <a:pt x="16" y="1253"/>
                </a:lnTo>
                <a:lnTo>
                  <a:pt x="0" y="121"/>
                </a:lnTo>
                <a:lnTo>
                  <a:pt x="191" y="0"/>
                </a:lnTo>
              </a:path>
            </a:pathLst>
          </a:custGeom>
          <a:noFill/>
          <a:ln cap="flat" cmpd="sng" w="19050">
            <a:solidFill>
              <a:srgbClr val="000099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6468918" y="4456982"/>
            <a:ext cx="1984375" cy="1876425"/>
          </a:xfrm>
          <a:custGeom>
            <a:rect b="b" l="l" r="r" t="t"/>
            <a:pathLst>
              <a:path extrusionOk="0" h="1182" w="1250">
                <a:moveTo>
                  <a:pt x="1250" y="190"/>
                </a:moveTo>
                <a:lnTo>
                  <a:pt x="1244" y="1182"/>
                </a:lnTo>
                <a:lnTo>
                  <a:pt x="19" y="1181"/>
                </a:lnTo>
                <a:lnTo>
                  <a:pt x="0" y="155"/>
                </a:lnTo>
                <a:lnTo>
                  <a:pt x="171" y="0"/>
                </a:lnTo>
              </a:path>
            </a:pathLst>
          </a:custGeom>
          <a:noFill/>
          <a:ln cap="flat" cmpd="sng" w="19050">
            <a:solidFill>
              <a:srgbClr val="000099"/>
            </a:solidFill>
            <a:prstDash val="solid"/>
            <a:round/>
            <a:headEnd len="med" w="med" type="triangl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9809018" y="4536357"/>
            <a:ext cx="598488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29" name="Google Shape;129;p8"/>
          <p:cNvGrpSpPr/>
          <p:nvPr/>
        </p:nvGrpSpPr>
        <p:grpSpPr>
          <a:xfrm>
            <a:off x="6060931" y="4663331"/>
            <a:ext cx="555332" cy="71510"/>
            <a:chOff x="1420065" y="5012608"/>
            <a:chExt cx="555332" cy="71510"/>
          </a:xfrm>
        </p:grpSpPr>
        <p:sp>
          <p:nvSpPr>
            <p:cNvPr id="130" name="Google Shape;130;p8"/>
            <p:cNvSpPr/>
            <p:nvPr/>
          </p:nvSpPr>
          <p:spPr>
            <a:xfrm>
              <a:off x="1420065" y="5012608"/>
              <a:ext cx="196850" cy="6985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1778547" y="5014268"/>
              <a:ext cx="196850" cy="69850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32" name="Google Shape;132;p8"/>
          <p:cNvSpPr/>
          <p:nvPr/>
        </p:nvSpPr>
        <p:spPr>
          <a:xfrm>
            <a:off x="5311630" y="3275882"/>
            <a:ext cx="688975" cy="1435100"/>
          </a:xfrm>
          <a:custGeom>
            <a:rect b="b" l="l" r="r" t="t"/>
            <a:pathLst>
              <a:path extrusionOk="0" h="904" w="434">
                <a:moveTo>
                  <a:pt x="434" y="904"/>
                </a:moveTo>
                <a:lnTo>
                  <a:pt x="2" y="902"/>
                </a:ln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33" name="Google Shape;133;p8"/>
          <p:cNvGrpSpPr/>
          <p:nvPr/>
        </p:nvGrpSpPr>
        <p:grpSpPr>
          <a:xfrm>
            <a:off x="6211743" y="3239369"/>
            <a:ext cx="1047750" cy="1441450"/>
            <a:chOff x="2432" y="1758"/>
            <a:chExt cx="660" cy="908"/>
          </a:xfrm>
        </p:grpSpPr>
        <p:sp>
          <p:nvSpPr>
            <p:cNvPr id="134" name="Google Shape;134;p8"/>
            <p:cNvSpPr/>
            <p:nvPr/>
          </p:nvSpPr>
          <p:spPr>
            <a:xfrm>
              <a:off x="2432" y="2564"/>
              <a:ext cx="144" cy="102"/>
            </a:xfrm>
            <a:prstGeom prst="ellipse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5" name="Google Shape;135;p8"/>
            <p:cNvSpPr/>
            <p:nvPr/>
          </p:nvSpPr>
          <p:spPr>
            <a:xfrm>
              <a:off x="2506" y="1758"/>
              <a:ext cx="586" cy="810"/>
            </a:xfrm>
            <a:custGeom>
              <a:rect b="b" l="l" r="r" t="t"/>
              <a:pathLst>
                <a:path extrusionOk="0" h="810" w="586">
                  <a:moveTo>
                    <a:pt x="0" y="810"/>
                  </a:moveTo>
                  <a:lnTo>
                    <a:pt x="2" y="808"/>
                  </a:lnTo>
                  <a:lnTo>
                    <a:pt x="2" y="170"/>
                  </a:lnTo>
                  <a:lnTo>
                    <a:pt x="586" y="0"/>
                  </a:lnTo>
                </a:path>
              </a:pathLst>
            </a:custGeom>
            <a:noFill/>
            <a:ln cap="flat" cmpd="sng" w="12700">
              <a:solidFill>
                <a:srgbClr val="CC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36" name="Google Shape;136;p8"/>
          <p:cNvGrpSpPr/>
          <p:nvPr/>
        </p:nvGrpSpPr>
        <p:grpSpPr>
          <a:xfrm>
            <a:off x="2511281" y="5555532"/>
            <a:ext cx="800100" cy="828675"/>
            <a:chOff x="-44" y="1473"/>
            <a:chExt cx="981" cy="1105"/>
          </a:xfrm>
        </p:grpSpPr>
        <p:pic>
          <p:nvPicPr>
            <p:cNvPr descr="desktop_computer_stylized_medium" id="137" name="Google Shape;137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39" name="Google Shape;139;p8"/>
          <p:cNvGrpSpPr/>
          <p:nvPr/>
        </p:nvGrpSpPr>
        <p:grpSpPr>
          <a:xfrm flipH="1">
            <a:off x="9493106" y="5469807"/>
            <a:ext cx="788987" cy="782637"/>
            <a:chOff x="-44" y="1473"/>
            <a:chExt cx="981" cy="1105"/>
          </a:xfrm>
        </p:grpSpPr>
        <p:pic>
          <p:nvPicPr>
            <p:cNvPr descr="desktop_computer_stylized_medium" id="140" name="Google Shape;140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2" name="Google Shape;142;p8"/>
          <p:cNvGrpSpPr/>
          <p:nvPr/>
        </p:nvGrpSpPr>
        <p:grpSpPr>
          <a:xfrm>
            <a:off x="5083031" y="5055469"/>
            <a:ext cx="358775" cy="704850"/>
            <a:chOff x="4140" y="429"/>
            <a:chExt cx="1425" cy="2396"/>
          </a:xfrm>
        </p:grpSpPr>
        <p:sp>
          <p:nvSpPr>
            <p:cNvPr id="143" name="Google Shape;143;p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4203" y="429"/>
              <a:ext cx="1053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6" name="Google Shape;146;p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7" name="Google Shape;147;p8"/>
            <p:cNvSpPr/>
            <p:nvPr/>
          </p:nvSpPr>
          <p:spPr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48" name="Google Shape;148;p8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149" name="Google Shape;149;p8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>
                <a:off x="633" y="2582"/>
                <a:ext cx="692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51" name="Google Shape;151;p8"/>
            <p:cNvSpPr/>
            <p:nvPr/>
          </p:nvSpPr>
          <p:spPr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52" name="Google Shape;152;p8"/>
            <p:cNvGrpSpPr/>
            <p:nvPr/>
          </p:nvGrpSpPr>
          <p:grpSpPr>
            <a:xfrm>
              <a:off x="4745" y="996"/>
              <a:ext cx="580" cy="156"/>
              <a:chOff x="612" y="2570"/>
              <a:chExt cx="724" cy="162"/>
            </a:xfrm>
          </p:grpSpPr>
          <p:sp>
            <p:nvSpPr>
              <p:cNvPr id="153" name="Google Shape;153;p8"/>
              <p:cNvSpPr/>
              <p:nvPr/>
            </p:nvSpPr>
            <p:spPr>
              <a:xfrm>
                <a:off x="612" y="2570"/>
                <a:ext cx="724" cy="16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54" name="Google Shape;154;p8"/>
              <p:cNvSpPr/>
              <p:nvPr/>
            </p:nvSpPr>
            <p:spPr>
              <a:xfrm>
                <a:off x="628" y="2586"/>
                <a:ext cx="692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55" name="Google Shape;155;p8"/>
            <p:cNvSpPr/>
            <p:nvPr/>
          </p:nvSpPr>
          <p:spPr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57" name="Google Shape;157;p8"/>
            <p:cNvGrpSpPr/>
            <p:nvPr/>
          </p:nvGrpSpPr>
          <p:grpSpPr>
            <a:xfrm>
              <a:off x="4733" y="1627"/>
              <a:ext cx="586" cy="151"/>
              <a:chOff x="611" y="2568"/>
              <a:chExt cx="730" cy="139"/>
            </a:xfrm>
          </p:grpSpPr>
          <p:sp>
            <p:nvSpPr>
              <p:cNvPr id="158" name="Google Shape;158;p8"/>
              <p:cNvSpPr/>
              <p:nvPr/>
            </p:nvSpPr>
            <p:spPr>
              <a:xfrm>
                <a:off x="611" y="2568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59" name="Google Shape;159;p8"/>
              <p:cNvSpPr/>
              <p:nvPr/>
            </p:nvSpPr>
            <p:spPr>
              <a:xfrm>
                <a:off x="627" y="2583"/>
                <a:ext cx="699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60" name="Google Shape;160;p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61" name="Google Shape;161;p8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162" name="Google Shape;162;p8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63" name="Google Shape;163;p8"/>
              <p:cNvSpPr/>
              <p:nvPr/>
            </p:nvSpPr>
            <p:spPr>
              <a:xfrm>
                <a:off x="630" y="2582"/>
                <a:ext cx="691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64" name="Google Shape;164;p8"/>
            <p:cNvSpPr/>
            <p:nvPr/>
          </p:nvSpPr>
          <p:spPr>
            <a:xfrm>
              <a:off x="5250" y="429"/>
              <a:ext cx="69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4203" y="2712"/>
              <a:ext cx="1072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75" name="Google Shape;175;p8"/>
          <p:cNvGrpSpPr/>
          <p:nvPr/>
        </p:nvGrpSpPr>
        <p:grpSpPr>
          <a:xfrm>
            <a:off x="1183088" y="1563001"/>
            <a:ext cx="4826032" cy="1719654"/>
            <a:chOff x="5" y="727"/>
            <a:chExt cx="2460" cy="1047"/>
          </a:xfrm>
        </p:grpSpPr>
        <p:sp>
          <p:nvSpPr>
            <p:cNvPr id="176" name="Google Shape;176;p8"/>
            <p:cNvSpPr txBox="1"/>
            <p:nvPr/>
          </p:nvSpPr>
          <p:spPr>
            <a:xfrm>
              <a:off x="133" y="1101"/>
              <a:ext cx="2332" cy="6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handle data from multiple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sockets, add transport header (later used for demultiplexing)</a:t>
              </a: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5" y="901"/>
              <a:ext cx="2298" cy="873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8" name="Google Shape;178;p8"/>
            <p:cNvGrpSpPr/>
            <p:nvPr/>
          </p:nvGrpSpPr>
          <p:grpSpPr>
            <a:xfrm>
              <a:off x="91" y="727"/>
              <a:ext cx="1854" cy="375"/>
              <a:chOff x="869" y="3567"/>
              <a:chExt cx="1780" cy="375"/>
            </a:xfrm>
          </p:grpSpPr>
          <p:sp>
            <p:nvSpPr>
              <p:cNvPr id="179" name="Google Shape;179;p8"/>
              <p:cNvSpPr/>
              <p:nvPr/>
            </p:nvSpPr>
            <p:spPr>
              <a:xfrm>
                <a:off x="1422" y="3732"/>
                <a:ext cx="1006" cy="2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8"/>
              <p:cNvSpPr txBox="1"/>
              <p:nvPr/>
            </p:nvSpPr>
            <p:spPr>
              <a:xfrm>
                <a:off x="869" y="3567"/>
                <a:ext cx="1780" cy="33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800"/>
                  <a:buFont typeface="Calibri"/>
                  <a:buNone/>
                </a:pPr>
                <a:r>
                  <a:rPr b="0" i="1" lang="en-US" sz="2800" u="none" cap="none" strike="noStrike">
                    <a:solidFill>
                      <a:srgbClr val="CC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multiplexing at sender:</a:t>
                </a:r>
                <a:endParaRPr/>
              </a:p>
            </p:txBody>
          </p:sp>
        </p:grpSp>
      </p:grpSp>
      <p:sp>
        <p:nvSpPr>
          <p:cNvPr id="181" name="Google Shape;181;p8"/>
          <p:cNvSpPr/>
          <p:nvPr/>
        </p:nvSpPr>
        <p:spPr>
          <a:xfrm>
            <a:off x="4198793" y="4458569"/>
            <a:ext cx="1962150" cy="1897063"/>
          </a:xfrm>
          <a:custGeom>
            <a:rect b="b" l="l" r="r" t="t"/>
            <a:pathLst>
              <a:path extrusionOk="0" h="1195" w="1236">
                <a:moveTo>
                  <a:pt x="0" y="202"/>
                </a:moveTo>
                <a:lnTo>
                  <a:pt x="6" y="1194"/>
                </a:lnTo>
                <a:lnTo>
                  <a:pt x="1236" y="1195"/>
                </a:lnTo>
                <a:lnTo>
                  <a:pt x="1227" y="150"/>
                </a:lnTo>
                <a:lnTo>
                  <a:pt x="1069" y="0"/>
                </a:lnTo>
              </a:path>
            </a:pathLst>
          </a:custGeom>
          <a:noFill/>
          <a:ln cap="flat" cmpd="sng" w="19050">
            <a:solidFill>
              <a:srgbClr val="000099"/>
            </a:solidFill>
            <a:prstDash val="solid"/>
            <a:round/>
            <a:headEnd len="med" w="med" type="triangl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135293" y="4433169"/>
            <a:ext cx="2160588" cy="1989138"/>
          </a:xfrm>
          <a:custGeom>
            <a:rect b="b" l="l" r="r" t="t"/>
            <a:pathLst>
              <a:path extrusionOk="0" h="1253" w="1361">
                <a:moveTo>
                  <a:pt x="0" y="216"/>
                </a:moveTo>
                <a:lnTo>
                  <a:pt x="7" y="1252"/>
                </a:lnTo>
                <a:lnTo>
                  <a:pt x="1320" y="1253"/>
                </a:lnTo>
                <a:lnTo>
                  <a:pt x="1361" y="1252"/>
                </a:lnTo>
                <a:lnTo>
                  <a:pt x="1353" y="114"/>
                </a:lnTo>
                <a:lnTo>
                  <a:pt x="1178" y="0"/>
                </a:lnTo>
              </a:path>
            </a:pathLst>
          </a:custGeom>
          <a:noFill/>
          <a:ln cap="flat" cmpd="sng" w="19050">
            <a:solidFill>
              <a:srgbClr val="000099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83" name="Google Shape;183;p8"/>
          <p:cNvGrpSpPr/>
          <p:nvPr/>
        </p:nvGrpSpPr>
        <p:grpSpPr>
          <a:xfrm>
            <a:off x="4455343" y="4186543"/>
            <a:ext cx="3740163" cy="385304"/>
            <a:chOff x="4455343" y="4186543"/>
            <a:chExt cx="3740163" cy="385304"/>
          </a:xfrm>
        </p:grpSpPr>
        <p:sp>
          <p:nvSpPr>
            <p:cNvPr id="184" name="Google Shape;184;p8"/>
            <p:cNvSpPr/>
            <p:nvPr/>
          </p:nvSpPr>
          <p:spPr>
            <a:xfrm rot="-778188">
              <a:off x="4450940" y="4321755"/>
              <a:ext cx="1216152" cy="99004"/>
            </a:xfrm>
            <a:prstGeom prst="leftRightArrow">
              <a:avLst>
                <a:gd fmla="val 50000" name="adj1"/>
                <a:gd fmla="val 50000" name="adj2"/>
              </a:avLst>
            </a:prstGeom>
            <a:solidFill>
              <a:srgbClr val="000090"/>
            </a:solidFill>
            <a:ln cap="flat" cmpd="sng" w="9525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8"/>
            <p:cNvSpPr/>
            <p:nvPr/>
          </p:nvSpPr>
          <p:spPr>
            <a:xfrm flipH="1" rot="-10021812">
              <a:off x="6983757" y="4337631"/>
              <a:ext cx="1216152" cy="99004"/>
            </a:xfrm>
            <a:prstGeom prst="leftRightArrow">
              <a:avLst>
                <a:gd fmla="val 50000" name="adj1"/>
                <a:gd fmla="val 50000" name="adj2"/>
              </a:avLst>
            </a:prstGeom>
            <a:solidFill>
              <a:srgbClr val="000090"/>
            </a:solidFill>
            <a:ln cap="flat" cmpd="sng" w="9525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9"/>
          <p:cNvGrpSpPr/>
          <p:nvPr/>
        </p:nvGrpSpPr>
        <p:grpSpPr>
          <a:xfrm>
            <a:off x="141514" y="827314"/>
            <a:ext cx="11908971" cy="4739615"/>
            <a:chOff x="2511281" y="3262667"/>
            <a:chExt cx="7770812" cy="3121540"/>
          </a:xfrm>
        </p:grpSpPr>
        <p:sp>
          <p:nvSpPr>
            <p:cNvPr id="192" name="Google Shape;192;p9"/>
            <p:cNvSpPr/>
            <p:nvPr/>
          </p:nvSpPr>
          <p:spPr>
            <a:xfrm>
              <a:off x="5108431" y="3572744"/>
              <a:ext cx="552450" cy="2082800"/>
            </a:xfrm>
            <a:custGeom>
              <a:rect b="b" l="l" r="r" t="t"/>
              <a:pathLst>
                <a:path extrusionOk="0" h="1312" w="348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95" name="Google Shape;195;p9"/>
            <p:cNvCxnSpPr/>
            <p:nvPr/>
          </p:nvCxnSpPr>
          <p:spPr>
            <a:xfrm>
              <a:off x="5627543" y="4447457"/>
              <a:ext cx="146050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6" name="Google Shape;196;p9"/>
            <p:cNvSpPr txBox="1"/>
            <p:nvPr/>
          </p:nvSpPr>
          <p:spPr>
            <a:xfrm>
              <a:off x="5698981" y="4480178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197" name="Google Shape;197;p9"/>
            <p:cNvCxnSpPr/>
            <p:nvPr/>
          </p:nvCxnSpPr>
          <p:spPr>
            <a:xfrm>
              <a:off x="5629131" y="476495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8" name="Google Shape;198;p9"/>
            <p:cNvSpPr txBox="1"/>
            <p:nvPr/>
          </p:nvSpPr>
          <p:spPr>
            <a:xfrm>
              <a:off x="5692631" y="5377884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199" name="Google Shape;199;p9"/>
            <p:cNvSpPr txBox="1"/>
            <p:nvPr/>
          </p:nvSpPr>
          <p:spPr>
            <a:xfrm>
              <a:off x="5692631" y="5084965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200" name="Google Shape;200;p9"/>
            <p:cNvSpPr txBox="1"/>
            <p:nvPr/>
          </p:nvSpPr>
          <p:spPr>
            <a:xfrm>
              <a:off x="5692631" y="479368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cxnSp>
          <p:nvCxnSpPr>
            <p:cNvPr id="201" name="Google Shape;201;p9"/>
            <p:cNvCxnSpPr/>
            <p:nvPr/>
          </p:nvCxnSpPr>
          <p:spPr>
            <a:xfrm>
              <a:off x="5625956" y="507610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9"/>
            <p:cNvCxnSpPr/>
            <p:nvPr/>
          </p:nvCxnSpPr>
          <p:spPr>
            <a:xfrm>
              <a:off x="5622781" y="537455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3" name="Google Shape;203;p9"/>
            <p:cNvSpPr/>
            <p:nvPr/>
          </p:nvSpPr>
          <p:spPr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5" name="Google Shape;205;p9"/>
            <p:cNvCxnSpPr/>
            <p:nvPr/>
          </p:nvCxnSpPr>
          <p:spPr>
            <a:xfrm>
              <a:off x="7889731" y="4807819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6" name="Google Shape;206;p9"/>
            <p:cNvSpPr txBox="1"/>
            <p:nvPr/>
          </p:nvSpPr>
          <p:spPr>
            <a:xfrm>
              <a:off x="7846868" y="4833372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207" name="Google Shape;207;p9"/>
            <p:cNvCxnSpPr/>
            <p:nvPr/>
          </p:nvCxnSpPr>
          <p:spPr>
            <a:xfrm>
              <a:off x="7897668" y="512849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" name="Google Shape;208;p9"/>
            <p:cNvCxnSpPr/>
            <p:nvPr/>
          </p:nvCxnSpPr>
          <p:spPr>
            <a:xfrm>
              <a:off x="7883381" y="543805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" name="Google Shape;209;p9"/>
            <p:cNvCxnSpPr/>
            <p:nvPr/>
          </p:nvCxnSpPr>
          <p:spPr>
            <a:xfrm>
              <a:off x="7883381" y="572380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0" name="Google Shape;210;p9"/>
            <p:cNvSpPr txBox="1"/>
            <p:nvPr/>
          </p:nvSpPr>
          <p:spPr>
            <a:xfrm>
              <a:off x="7881793" y="4037882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  <p:sp>
          <p:nvSpPr>
            <p:cNvPr id="211" name="Google Shape;211;p9"/>
            <p:cNvSpPr txBox="1"/>
            <p:nvPr/>
          </p:nvSpPr>
          <p:spPr>
            <a:xfrm>
              <a:off x="7837343" y="574541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212" name="Google Shape;212;p9"/>
            <p:cNvSpPr txBox="1"/>
            <p:nvPr/>
          </p:nvSpPr>
          <p:spPr>
            <a:xfrm>
              <a:off x="7849290" y="543815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213" name="Google Shape;213;p9"/>
            <p:cNvSpPr txBox="1"/>
            <p:nvPr/>
          </p:nvSpPr>
          <p:spPr>
            <a:xfrm>
              <a:off x="7846868" y="5150053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9166081" y="4025182"/>
              <a:ext cx="581025" cy="2038350"/>
            </a:xfrm>
            <a:custGeom>
              <a:rect b="b" l="l" r="r" t="t"/>
              <a:pathLst>
                <a:path extrusionOk="0" h="1284" w="366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2976418" y="4045819"/>
              <a:ext cx="552450" cy="2082800"/>
            </a:xfrm>
            <a:custGeom>
              <a:rect b="b" l="l" r="r" t="t"/>
              <a:pathLst>
                <a:path extrusionOk="0" h="1312" w="348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18" name="Google Shape;218;p9"/>
            <p:cNvCxnSpPr/>
            <p:nvPr/>
          </p:nvCxnSpPr>
          <p:spPr>
            <a:xfrm>
              <a:off x="3544743" y="481575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9" name="Google Shape;219;p9"/>
            <p:cNvSpPr txBox="1"/>
            <p:nvPr/>
          </p:nvSpPr>
          <p:spPr>
            <a:xfrm>
              <a:off x="3501881" y="484130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220" name="Google Shape;220;p9"/>
            <p:cNvCxnSpPr/>
            <p:nvPr/>
          </p:nvCxnSpPr>
          <p:spPr>
            <a:xfrm>
              <a:off x="3552681" y="5136432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3538393" y="544599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3538393" y="573174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3" name="Google Shape;223;p9"/>
            <p:cNvSpPr txBox="1"/>
            <p:nvPr/>
          </p:nvSpPr>
          <p:spPr>
            <a:xfrm>
              <a:off x="3536806" y="404581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  <p:sp>
          <p:nvSpPr>
            <p:cNvPr id="224" name="Google Shape;224;p9"/>
            <p:cNvSpPr txBox="1"/>
            <p:nvPr/>
          </p:nvSpPr>
          <p:spPr>
            <a:xfrm>
              <a:off x="3492356" y="5746184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225" name="Google Shape;225;p9"/>
            <p:cNvSpPr txBox="1"/>
            <p:nvPr/>
          </p:nvSpPr>
          <p:spPr>
            <a:xfrm>
              <a:off x="3511406" y="545326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226" name="Google Shape;226;p9"/>
            <p:cNvSpPr txBox="1"/>
            <p:nvPr/>
          </p:nvSpPr>
          <p:spPr>
            <a:xfrm>
              <a:off x="3501881" y="5157990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grpSp>
          <p:nvGrpSpPr>
            <p:cNvPr id="227" name="Google Shape;227;p9"/>
            <p:cNvGrpSpPr/>
            <p:nvPr/>
          </p:nvGrpSpPr>
          <p:grpSpPr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descr="desktop_computer_stylized_medium" id="228" name="Google Shape;228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9" name="Google Shape;229;p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230" name="Google Shape;230;p9"/>
            <p:cNvGrpSpPr/>
            <p:nvPr/>
          </p:nvGrpSpPr>
          <p:grpSpPr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descr="desktop_computer_stylized_medium" id="231" name="Google Shape;231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2" name="Google Shape;232;p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233" name="Google Shape;233;p9"/>
            <p:cNvGrpSpPr/>
            <p:nvPr/>
          </p:nvGrpSpPr>
          <p:grpSpPr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234" name="Google Shape;234;p9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35" name="Google Shape;235;p9"/>
              <p:cNvSpPr/>
              <p:nvPr/>
            </p:nvSpPr>
            <p:spPr>
              <a:xfrm>
                <a:off x="4203" y="429"/>
                <a:ext cx="1053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36" name="Google Shape;236;p9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37" name="Google Shape;237;p9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38" name="Google Shape;238;p9"/>
              <p:cNvSpPr/>
              <p:nvPr/>
            </p:nvSpPr>
            <p:spPr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239" name="Google Shape;239;p9"/>
              <p:cNvGrpSpPr/>
              <p:nvPr/>
            </p:nvGrpSpPr>
            <p:grpSpPr>
              <a:xfrm>
                <a:off x="4751" y="667"/>
                <a:ext cx="580" cy="146"/>
                <a:chOff x="617" y="2567"/>
                <a:chExt cx="724" cy="140"/>
              </a:xfrm>
            </p:grpSpPr>
            <p:sp>
              <p:nvSpPr>
                <p:cNvPr id="240" name="Google Shape;240;p9"/>
                <p:cNvSpPr/>
                <p:nvPr/>
              </p:nvSpPr>
              <p:spPr>
                <a:xfrm>
                  <a:off x="617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241" name="Google Shape;241;p9"/>
                <p:cNvSpPr/>
                <p:nvPr/>
              </p:nvSpPr>
              <p:spPr>
                <a:xfrm>
                  <a:off x="633" y="2582"/>
                  <a:ext cx="692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242" name="Google Shape;242;p9"/>
              <p:cNvSpPr/>
              <p:nvPr/>
            </p:nvSpPr>
            <p:spPr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243" name="Google Shape;243;p9"/>
              <p:cNvGrpSpPr/>
              <p:nvPr/>
            </p:nvGrpSpPr>
            <p:grpSpPr>
              <a:xfrm>
                <a:off x="4745" y="996"/>
                <a:ext cx="580" cy="156"/>
                <a:chOff x="612" y="2570"/>
                <a:chExt cx="724" cy="162"/>
              </a:xfrm>
            </p:grpSpPr>
            <p:sp>
              <p:nvSpPr>
                <p:cNvPr id="244" name="Google Shape;244;p9"/>
                <p:cNvSpPr/>
                <p:nvPr/>
              </p:nvSpPr>
              <p:spPr>
                <a:xfrm>
                  <a:off x="612" y="2570"/>
                  <a:ext cx="724" cy="16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245" name="Google Shape;245;p9"/>
                <p:cNvSpPr/>
                <p:nvPr/>
              </p:nvSpPr>
              <p:spPr>
                <a:xfrm>
                  <a:off x="628" y="2586"/>
                  <a:ext cx="69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246" name="Google Shape;246;p9"/>
              <p:cNvSpPr/>
              <p:nvPr/>
            </p:nvSpPr>
            <p:spPr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47" name="Google Shape;247;p9"/>
              <p:cNvSpPr/>
              <p:nvPr/>
            </p:nvSpPr>
            <p:spPr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248" name="Google Shape;248;p9"/>
              <p:cNvGrpSpPr/>
              <p:nvPr/>
            </p:nvGrpSpPr>
            <p:grpSpPr>
              <a:xfrm>
                <a:off x="4733" y="1627"/>
                <a:ext cx="586" cy="151"/>
                <a:chOff x="611" y="2568"/>
                <a:chExt cx="730" cy="139"/>
              </a:xfrm>
            </p:grpSpPr>
            <p:sp>
              <p:nvSpPr>
                <p:cNvPr id="249" name="Google Shape;249;p9"/>
                <p:cNvSpPr/>
                <p:nvPr/>
              </p:nvSpPr>
              <p:spPr>
                <a:xfrm>
                  <a:off x="611" y="2568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250" name="Google Shape;250;p9"/>
                <p:cNvSpPr/>
                <p:nvPr/>
              </p:nvSpPr>
              <p:spPr>
                <a:xfrm>
                  <a:off x="627" y="2583"/>
                  <a:ext cx="699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251" name="Google Shape;251;p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252" name="Google Shape;252;p9"/>
              <p:cNvGrpSpPr/>
              <p:nvPr/>
            </p:nvGrpSpPr>
            <p:grpSpPr>
              <a:xfrm>
                <a:off x="4739" y="1325"/>
                <a:ext cx="580" cy="140"/>
                <a:chOff x="614" y="2566"/>
                <a:chExt cx="723" cy="140"/>
              </a:xfrm>
            </p:grpSpPr>
            <p:sp>
              <p:nvSpPr>
                <p:cNvPr id="253" name="Google Shape;253;p9"/>
                <p:cNvSpPr/>
                <p:nvPr/>
              </p:nvSpPr>
              <p:spPr>
                <a:xfrm>
                  <a:off x="614" y="2566"/>
                  <a:ext cx="723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254" name="Google Shape;254;p9"/>
                <p:cNvSpPr/>
                <p:nvPr/>
              </p:nvSpPr>
              <p:spPr>
                <a:xfrm>
                  <a:off x="630" y="2582"/>
                  <a:ext cx="691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255" name="Google Shape;255;p9"/>
              <p:cNvSpPr/>
              <p:nvPr/>
            </p:nvSpPr>
            <p:spPr>
              <a:xfrm>
                <a:off x="5250" y="429"/>
                <a:ext cx="69" cy="2288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56" name="Google Shape;256;p9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57" name="Google Shape;257;p9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58" name="Google Shape;258;p9"/>
              <p:cNvSpPr/>
              <p:nvPr/>
            </p:nvSpPr>
            <p:spPr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59" name="Google Shape;259;p9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60" name="Google Shape;260;p9"/>
              <p:cNvSpPr/>
              <p:nvPr/>
            </p:nvSpPr>
            <p:spPr>
              <a:xfrm>
                <a:off x="4140" y="2679"/>
                <a:ext cx="1198" cy="146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61" name="Google Shape;261;p9"/>
              <p:cNvSpPr/>
              <p:nvPr/>
            </p:nvSpPr>
            <p:spPr>
              <a:xfrm>
                <a:off x="4203" y="2712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62" name="Google Shape;262;p9"/>
              <p:cNvSpPr/>
              <p:nvPr/>
            </p:nvSpPr>
            <p:spPr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63" name="Google Shape;263;p9"/>
              <p:cNvSpPr/>
              <p:nvPr/>
            </p:nvSpPr>
            <p:spPr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9"/>
              <p:cNvSpPr/>
              <p:nvPr/>
            </p:nvSpPr>
            <p:spPr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65" name="Google Shape;265;p9"/>
              <p:cNvSpPr/>
              <p:nvPr/>
            </p:nvSpPr>
            <p:spPr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pic>
          <p:nvPicPr>
            <p:cNvPr descr="Image result for firefox logo" id="266" name="Google Shape;266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26336" y="4363319"/>
              <a:ext cx="387318" cy="362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9"/>
            <p:cNvSpPr txBox="1"/>
            <p:nvPr/>
          </p:nvSpPr>
          <p:spPr>
            <a:xfrm>
              <a:off x="5723493" y="3262667"/>
              <a:ext cx="1265812" cy="380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HTTP server</a:t>
              </a:r>
              <a:endParaRPr/>
            </a:p>
          </p:txBody>
        </p:sp>
        <p:pic>
          <p:nvPicPr>
            <p:cNvPr descr="Image result for apache web server logo" id="268" name="Google Shape;268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49399" y="3712220"/>
              <a:ext cx="1425575" cy="6291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firefox logo" id="269" name="Google Shape;26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57699" y="4326644"/>
              <a:ext cx="387318" cy="362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skype logo" id="270" name="Google Shape;270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74515" y="4091654"/>
              <a:ext cx="387318" cy="3929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9"/>
            <p:cNvSpPr txBox="1"/>
            <p:nvPr/>
          </p:nvSpPr>
          <p:spPr>
            <a:xfrm>
              <a:off x="3822815" y="3627317"/>
              <a:ext cx="642362" cy="380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</a:t>
              </a:r>
              <a:endParaRPr/>
            </a:p>
          </p:txBody>
        </p:sp>
        <p:pic>
          <p:nvPicPr>
            <p:cNvPr descr="Image result for netflix logo png" id="272" name="Google Shape;272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632599" y="4424842"/>
              <a:ext cx="691469" cy="3889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3" name="Google Shape;273;p9"/>
          <p:cNvSpPr/>
          <p:nvPr/>
        </p:nvSpPr>
        <p:spPr>
          <a:xfrm>
            <a:off x="4356586" y="4965666"/>
            <a:ext cx="3127375" cy="1498600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4944218" y="2675931"/>
            <a:ext cx="2194145" cy="1745839"/>
          </a:xfrm>
          <a:prstGeom prst="rect">
            <a:avLst/>
          </a:prstGeom>
          <a:solidFill>
            <a:schemeClr val="lt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9"/>
          <p:cNvCxnSpPr/>
          <p:nvPr/>
        </p:nvCxnSpPr>
        <p:spPr>
          <a:xfrm rot="10800000">
            <a:off x="3204457" y="2995594"/>
            <a:ext cx="0" cy="2502331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76" name="Google Shape;276;p9"/>
          <p:cNvGrpSpPr/>
          <p:nvPr/>
        </p:nvGrpSpPr>
        <p:grpSpPr>
          <a:xfrm>
            <a:off x="5525255" y="2683797"/>
            <a:ext cx="1407618" cy="386166"/>
            <a:chOff x="8593764" y="690692"/>
            <a:chExt cx="1407618" cy="386166"/>
          </a:xfrm>
        </p:grpSpPr>
        <p:sp>
          <p:nvSpPr>
            <p:cNvPr id="277" name="Google Shape;277;p9"/>
            <p:cNvSpPr/>
            <p:nvPr/>
          </p:nvSpPr>
          <p:spPr>
            <a:xfrm>
              <a:off x="8597936" y="756182"/>
              <a:ext cx="1403446" cy="26616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9"/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HTTP msg</a:t>
              </a:r>
              <a:endParaRPr/>
            </a:p>
          </p:txBody>
        </p:sp>
        <p:sp>
          <p:nvSpPr>
            <p:cNvPr id="279" name="Google Shape;279;p9"/>
            <p:cNvSpPr txBox="1"/>
            <p:nvPr/>
          </p:nvSpPr>
          <p:spPr>
            <a:xfrm>
              <a:off x="8593764" y="690692"/>
              <a:ext cx="3802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aseline="-25000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9"/>
          <p:cNvGrpSpPr/>
          <p:nvPr/>
        </p:nvGrpSpPr>
        <p:grpSpPr>
          <a:xfrm>
            <a:off x="5272320" y="3145339"/>
            <a:ext cx="1651423" cy="389371"/>
            <a:chOff x="8349959" y="687487"/>
            <a:chExt cx="1651423" cy="389371"/>
          </a:xfrm>
        </p:grpSpPr>
        <p:sp>
          <p:nvSpPr>
            <p:cNvPr id="281" name="Google Shape;281;p9"/>
            <p:cNvSpPr/>
            <p:nvPr/>
          </p:nvSpPr>
          <p:spPr>
            <a:xfrm>
              <a:off x="8369532" y="756182"/>
              <a:ext cx="1631850" cy="266167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9"/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HTTP msg</a:t>
              </a:r>
              <a:endParaRPr/>
            </a:p>
          </p:txBody>
        </p:sp>
        <p:sp>
          <p:nvSpPr>
            <p:cNvPr id="283" name="Google Shape;283;p9"/>
            <p:cNvSpPr txBox="1"/>
            <p:nvPr/>
          </p:nvSpPr>
          <p:spPr>
            <a:xfrm>
              <a:off x="8593764" y="690692"/>
              <a:ext cx="3802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aseline="-25000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9"/>
            <p:cNvSpPr txBox="1"/>
            <p:nvPr/>
          </p:nvSpPr>
          <p:spPr>
            <a:xfrm>
              <a:off x="8349959" y="687487"/>
              <a:ext cx="4090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 baseline="-25000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p9"/>
          <p:cNvSpPr/>
          <p:nvPr/>
        </p:nvSpPr>
        <p:spPr>
          <a:xfrm>
            <a:off x="5864224" y="2340021"/>
            <a:ext cx="1063879" cy="26616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 txBox="1"/>
          <p:nvPr/>
        </p:nvSpPr>
        <p:spPr>
          <a:xfrm>
            <a:off x="5819897" y="2291365"/>
            <a:ext cx="11082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msg</a:t>
            </a:r>
            <a:endParaRPr/>
          </a:p>
        </p:txBody>
      </p:sp>
      <p:cxnSp>
        <p:nvCxnSpPr>
          <p:cNvPr id="287" name="Google Shape;287;p9"/>
          <p:cNvCxnSpPr/>
          <p:nvPr/>
        </p:nvCxnSpPr>
        <p:spPr>
          <a:xfrm>
            <a:off x="7011397" y="2484139"/>
            <a:ext cx="0" cy="3013786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8" name="Google Shape;288;p9"/>
          <p:cNvCxnSpPr/>
          <p:nvPr/>
        </p:nvCxnSpPr>
        <p:spPr>
          <a:xfrm>
            <a:off x="3184573" y="5478673"/>
            <a:ext cx="3851736" cy="0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9" name="Google Shape;289;p9"/>
          <p:cNvSpPr/>
          <p:nvPr/>
        </p:nvSpPr>
        <p:spPr>
          <a:xfrm>
            <a:off x="5864224" y="2291365"/>
            <a:ext cx="1063879" cy="300547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5474955" y="2744519"/>
            <a:ext cx="1478052" cy="284266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10"/>
          <p:cNvGrpSpPr/>
          <p:nvPr/>
        </p:nvGrpSpPr>
        <p:grpSpPr>
          <a:xfrm>
            <a:off x="141514" y="827314"/>
            <a:ext cx="11908971" cy="4739615"/>
            <a:chOff x="2511281" y="3262667"/>
            <a:chExt cx="7770812" cy="3121540"/>
          </a:xfrm>
        </p:grpSpPr>
        <p:sp>
          <p:nvSpPr>
            <p:cNvPr id="297" name="Google Shape;297;p10"/>
            <p:cNvSpPr/>
            <p:nvPr/>
          </p:nvSpPr>
          <p:spPr>
            <a:xfrm>
              <a:off x="5108431" y="3572744"/>
              <a:ext cx="552450" cy="2082800"/>
            </a:xfrm>
            <a:custGeom>
              <a:rect b="b" l="l" r="r" t="t"/>
              <a:pathLst>
                <a:path extrusionOk="0" h="1312" w="348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98" name="Google Shape;298;p10"/>
            <p:cNvSpPr/>
            <p:nvPr/>
          </p:nvSpPr>
          <p:spPr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9" name="Google Shape;299;p10"/>
            <p:cNvSpPr/>
            <p:nvPr/>
          </p:nvSpPr>
          <p:spPr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00" name="Google Shape;300;p10"/>
            <p:cNvCxnSpPr/>
            <p:nvPr/>
          </p:nvCxnSpPr>
          <p:spPr>
            <a:xfrm>
              <a:off x="5627543" y="4447457"/>
              <a:ext cx="146050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1" name="Google Shape;301;p10"/>
            <p:cNvSpPr txBox="1"/>
            <p:nvPr/>
          </p:nvSpPr>
          <p:spPr>
            <a:xfrm>
              <a:off x="5698981" y="4480178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302" name="Google Shape;302;p10"/>
            <p:cNvCxnSpPr/>
            <p:nvPr/>
          </p:nvCxnSpPr>
          <p:spPr>
            <a:xfrm>
              <a:off x="5629131" y="476495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3" name="Google Shape;303;p10"/>
            <p:cNvSpPr txBox="1"/>
            <p:nvPr/>
          </p:nvSpPr>
          <p:spPr>
            <a:xfrm>
              <a:off x="5692631" y="5377884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304" name="Google Shape;304;p10"/>
            <p:cNvSpPr txBox="1"/>
            <p:nvPr/>
          </p:nvSpPr>
          <p:spPr>
            <a:xfrm>
              <a:off x="5692631" y="5084965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305" name="Google Shape;305;p10"/>
            <p:cNvSpPr txBox="1"/>
            <p:nvPr/>
          </p:nvSpPr>
          <p:spPr>
            <a:xfrm>
              <a:off x="5692631" y="479368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cxnSp>
          <p:nvCxnSpPr>
            <p:cNvPr id="306" name="Google Shape;306;p10"/>
            <p:cNvCxnSpPr/>
            <p:nvPr/>
          </p:nvCxnSpPr>
          <p:spPr>
            <a:xfrm>
              <a:off x="5625956" y="507610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7" name="Google Shape;307;p10"/>
            <p:cNvCxnSpPr/>
            <p:nvPr/>
          </p:nvCxnSpPr>
          <p:spPr>
            <a:xfrm>
              <a:off x="5622781" y="537455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8" name="Google Shape;308;p10"/>
            <p:cNvSpPr/>
            <p:nvPr/>
          </p:nvSpPr>
          <p:spPr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9" name="Google Shape;309;p10"/>
            <p:cNvSpPr/>
            <p:nvPr/>
          </p:nvSpPr>
          <p:spPr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10" name="Google Shape;310;p10"/>
            <p:cNvCxnSpPr/>
            <p:nvPr/>
          </p:nvCxnSpPr>
          <p:spPr>
            <a:xfrm>
              <a:off x="7889731" y="4807819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1" name="Google Shape;311;p10"/>
            <p:cNvSpPr txBox="1"/>
            <p:nvPr/>
          </p:nvSpPr>
          <p:spPr>
            <a:xfrm>
              <a:off x="7846868" y="4833372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312" name="Google Shape;312;p10"/>
            <p:cNvCxnSpPr/>
            <p:nvPr/>
          </p:nvCxnSpPr>
          <p:spPr>
            <a:xfrm>
              <a:off x="7897668" y="512849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3" name="Google Shape;313;p10"/>
            <p:cNvCxnSpPr/>
            <p:nvPr/>
          </p:nvCxnSpPr>
          <p:spPr>
            <a:xfrm>
              <a:off x="7883381" y="543805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4" name="Google Shape;314;p10"/>
            <p:cNvCxnSpPr/>
            <p:nvPr/>
          </p:nvCxnSpPr>
          <p:spPr>
            <a:xfrm>
              <a:off x="7883381" y="572380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5" name="Google Shape;315;p10"/>
            <p:cNvSpPr txBox="1"/>
            <p:nvPr/>
          </p:nvSpPr>
          <p:spPr>
            <a:xfrm>
              <a:off x="7881793" y="4037882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  <p:sp>
          <p:nvSpPr>
            <p:cNvPr id="316" name="Google Shape;316;p10"/>
            <p:cNvSpPr txBox="1"/>
            <p:nvPr/>
          </p:nvSpPr>
          <p:spPr>
            <a:xfrm>
              <a:off x="7837343" y="574541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317" name="Google Shape;317;p10"/>
            <p:cNvSpPr txBox="1"/>
            <p:nvPr/>
          </p:nvSpPr>
          <p:spPr>
            <a:xfrm>
              <a:off x="7849290" y="543815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318" name="Google Shape;318;p10"/>
            <p:cNvSpPr txBox="1"/>
            <p:nvPr/>
          </p:nvSpPr>
          <p:spPr>
            <a:xfrm>
              <a:off x="7846868" y="5150053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sp>
          <p:nvSpPr>
            <p:cNvPr id="319" name="Google Shape;319;p10"/>
            <p:cNvSpPr/>
            <p:nvPr/>
          </p:nvSpPr>
          <p:spPr>
            <a:xfrm>
              <a:off x="9166081" y="4025182"/>
              <a:ext cx="581025" cy="2038350"/>
            </a:xfrm>
            <a:custGeom>
              <a:rect b="b" l="l" r="r" t="t"/>
              <a:pathLst>
                <a:path extrusionOk="0" h="1284" w="366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0" name="Google Shape;320;p10"/>
            <p:cNvSpPr/>
            <p:nvPr/>
          </p:nvSpPr>
          <p:spPr>
            <a:xfrm>
              <a:off x="2976418" y="4045819"/>
              <a:ext cx="552450" cy="2082800"/>
            </a:xfrm>
            <a:custGeom>
              <a:rect b="b" l="l" r="r" t="t"/>
              <a:pathLst>
                <a:path extrusionOk="0" h="1312" w="348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1" name="Google Shape;321;p10"/>
            <p:cNvSpPr/>
            <p:nvPr/>
          </p:nvSpPr>
          <p:spPr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" name="Google Shape;322;p10"/>
            <p:cNvSpPr/>
            <p:nvPr/>
          </p:nvSpPr>
          <p:spPr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3" name="Google Shape;323;p10"/>
            <p:cNvCxnSpPr/>
            <p:nvPr/>
          </p:nvCxnSpPr>
          <p:spPr>
            <a:xfrm>
              <a:off x="3544743" y="481575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4" name="Google Shape;324;p10"/>
            <p:cNvSpPr txBox="1"/>
            <p:nvPr/>
          </p:nvSpPr>
          <p:spPr>
            <a:xfrm>
              <a:off x="3501881" y="484130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325" name="Google Shape;325;p10"/>
            <p:cNvCxnSpPr/>
            <p:nvPr/>
          </p:nvCxnSpPr>
          <p:spPr>
            <a:xfrm>
              <a:off x="3552681" y="5136432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10"/>
            <p:cNvCxnSpPr/>
            <p:nvPr/>
          </p:nvCxnSpPr>
          <p:spPr>
            <a:xfrm>
              <a:off x="3538393" y="544599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10"/>
            <p:cNvCxnSpPr/>
            <p:nvPr/>
          </p:nvCxnSpPr>
          <p:spPr>
            <a:xfrm>
              <a:off x="3538393" y="573174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8" name="Google Shape;328;p10"/>
            <p:cNvSpPr txBox="1"/>
            <p:nvPr/>
          </p:nvSpPr>
          <p:spPr>
            <a:xfrm>
              <a:off x="3536806" y="404581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  <p:sp>
          <p:nvSpPr>
            <p:cNvPr id="329" name="Google Shape;329;p10"/>
            <p:cNvSpPr txBox="1"/>
            <p:nvPr/>
          </p:nvSpPr>
          <p:spPr>
            <a:xfrm>
              <a:off x="3492356" y="5746184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330" name="Google Shape;330;p10"/>
            <p:cNvSpPr txBox="1"/>
            <p:nvPr/>
          </p:nvSpPr>
          <p:spPr>
            <a:xfrm>
              <a:off x="3511406" y="545326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331" name="Google Shape;331;p10"/>
            <p:cNvSpPr txBox="1"/>
            <p:nvPr/>
          </p:nvSpPr>
          <p:spPr>
            <a:xfrm>
              <a:off x="3501881" y="5157990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grpSp>
          <p:nvGrpSpPr>
            <p:cNvPr id="332" name="Google Shape;332;p10"/>
            <p:cNvGrpSpPr/>
            <p:nvPr/>
          </p:nvGrpSpPr>
          <p:grpSpPr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descr="desktop_computer_stylized_medium" id="333" name="Google Shape;333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4" name="Google Shape;334;p1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335" name="Google Shape;335;p10"/>
            <p:cNvGrpSpPr/>
            <p:nvPr/>
          </p:nvGrpSpPr>
          <p:grpSpPr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descr="desktop_computer_stylized_medium" id="336" name="Google Shape;336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7" name="Google Shape;337;p1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338" name="Google Shape;338;p10"/>
            <p:cNvGrpSpPr/>
            <p:nvPr/>
          </p:nvGrpSpPr>
          <p:grpSpPr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339" name="Google Shape;339;p1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40" name="Google Shape;340;p10"/>
              <p:cNvSpPr/>
              <p:nvPr/>
            </p:nvSpPr>
            <p:spPr>
              <a:xfrm>
                <a:off x="4203" y="429"/>
                <a:ext cx="1053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41" name="Google Shape;341;p1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42" name="Google Shape;342;p1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43" name="Google Shape;343;p10"/>
              <p:cNvSpPr/>
              <p:nvPr/>
            </p:nvSpPr>
            <p:spPr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344" name="Google Shape;344;p10"/>
              <p:cNvGrpSpPr/>
              <p:nvPr/>
            </p:nvGrpSpPr>
            <p:grpSpPr>
              <a:xfrm>
                <a:off x="4751" y="667"/>
                <a:ext cx="580" cy="146"/>
                <a:chOff x="617" y="2567"/>
                <a:chExt cx="724" cy="140"/>
              </a:xfrm>
            </p:grpSpPr>
            <p:sp>
              <p:nvSpPr>
                <p:cNvPr id="345" name="Google Shape;345;p10"/>
                <p:cNvSpPr/>
                <p:nvPr/>
              </p:nvSpPr>
              <p:spPr>
                <a:xfrm>
                  <a:off x="617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346" name="Google Shape;346;p10"/>
                <p:cNvSpPr/>
                <p:nvPr/>
              </p:nvSpPr>
              <p:spPr>
                <a:xfrm>
                  <a:off x="633" y="2582"/>
                  <a:ext cx="692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347" name="Google Shape;347;p10"/>
              <p:cNvSpPr/>
              <p:nvPr/>
            </p:nvSpPr>
            <p:spPr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348" name="Google Shape;348;p10"/>
              <p:cNvGrpSpPr/>
              <p:nvPr/>
            </p:nvGrpSpPr>
            <p:grpSpPr>
              <a:xfrm>
                <a:off x="4745" y="996"/>
                <a:ext cx="580" cy="156"/>
                <a:chOff x="612" y="2570"/>
                <a:chExt cx="724" cy="162"/>
              </a:xfrm>
            </p:grpSpPr>
            <p:sp>
              <p:nvSpPr>
                <p:cNvPr id="349" name="Google Shape;349;p10"/>
                <p:cNvSpPr/>
                <p:nvPr/>
              </p:nvSpPr>
              <p:spPr>
                <a:xfrm>
                  <a:off x="612" y="2570"/>
                  <a:ext cx="724" cy="16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350" name="Google Shape;350;p10"/>
                <p:cNvSpPr/>
                <p:nvPr/>
              </p:nvSpPr>
              <p:spPr>
                <a:xfrm>
                  <a:off x="628" y="2586"/>
                  <a:ext cx="69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351" name="Google Shape;351;p10"/>
              <p:cNvSpPr/>
              <p:nvPr/>
            </p:nvSpPr>
            <p:spPr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52" name="Google Shape;352;p10"/>
              <p:cNvSpPr/>
              <p:nvPr/>
            </p:nvSpPr>
            <p:spPr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353" name="Google Shape;353;p10"/>
              <p:cNvGrpSpPr/>
              <p:nvPr/>
            </p:nvGrpSpPr>
            <p:grpSpPr>
              <a:xfrm>
                <a:off x="4733" y="1627"/>
                <a:ext cx="586" cy="151"/>
                <a:chOff x="611" y="2568"/>
                <a:chExt cx="730" cy="139"/>
              </a:xfrm>
            </p:grpSpPr>
            <p:sp>
              <p:nvSpPr>
                <p:cNvPr id="354" name="Google Shape;354;p10"/>
                <p:cNvSpPr/>
                <p:nvPr/>
              </p:nvSpPr>
              <p:spPr>
                <a:xfrm>
                  <a:off x="611" y="2568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355" name="Google Shape;355;p10"/>
                <p:cNvSpPr/>
                <p:nvPr/>
              </p:nvSpPr>
              <p:spPr>
                <a:xfrm>
                  <a:off x="627" y="2583"/>
                  <a:ext cx="699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356" name="Google Shape;356;p1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357" name="Google Shape;357;p10"/>
              <p:cNvGrpSpPr/>
              <p:nvPr/>
            </p:nvGrpSpPr>
            <p:grpSpPr>
              <a:xfrm>
                <a:off x="4739" y="1325"/>
                <a:ext cx="580" cy="140"/>
                <a:chOff x="614" y="2566"/>
                <a:chExt cx="723" cy="140"/>
              </a:xfrm>
            </p:grpSpPr>
            <p:sp>
              <p:nvSpPr>
                <p:cNvPr id="358" name="Google Shape;358;p10"/>
                <p:cNvSpPr/>
                <p:nvPr/>
              </p:nvSpPr>
              <p:spPr>
                <a:xfrm>
                  <a:off x="614" y="2566"/>
                  <a:ext cx="723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359" name="Google Shape;359;p10"/>
                <p:cNvSpPr/>
                <p:nvPr/>
              </p:nvSpPr>
              <p:spPr>
                <a:xfrm>
                  <a:off x="630" y="2582"/>
                  <a:ext cx="691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360" name="Google Shape;360;p10"/>
              <p:cNvSpPr/>
              <p:nvPr/>
            </p:nvSpPr>
            <p:spPr>
              <a:xfrm>
                <a:off x="5250" y="429"/>
                <a:ext cx="69" cy="2288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61" name="Google Shape;361;p1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62" name="Google Shape;362;p1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63" name="Google Shape;363;p10"/>
              <p:cNvSpPr/>
              <p:nvPr/>
            </p:nvSpPr>
            <p:spPr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64" name="Google Shape;364;p1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65" name="Google Shape;365;p10"/>
              <p:cNvSpPr/>
              <p:nvPr/>
            </p:nvSpPr>
            <p:spPr>
              <a:xfrm>
                <a:off x="4140" y="2679"/>
                <a:ext cx="1198" cy="146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66" name="Google Shape;366;p10"/>
              <p:cNvSpPr/>
              <p:nvPr/>
            </p:nvSpPr>
            <p:spPr>
              <a:xfrm>
                <a:off x="4203" y="2712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67" name="Google Shape;367;p10"/>
              <p:cNvSpPr/>
              <p:nvPr/>
            </p:nvSpPr>
            <p:spPr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68" name="Google Shape;368;p10"/>
              <p:cNvSpPr/>
              <p:nvPr/>
            </p:nvSpPr>
            <p:spPr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10"/>
              <p:cNvSpPr/>
              <p:nvPr/>
            </p:nvSpPr>
            <p:spPr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70" name="Google Shape;370;p10"/>
              <p:cNvSpPr/>
              <p:nvPr/>
            </p:nvSpPr>
            <p:spPr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pic>
          <p:nvPicPr>
            <p:cNvPr descr="Image result for firefox logo" id="371" name="Google Shape;371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26336" y="4363319"/>
              <a:ext cx="387318" cy="362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10"/>
            <p:cNvSpPr txBox="1"/>
            <p:nvPr/>
          </p:nvSpPr>
          <p:spPr>
            <a:xfrm>
              <a:off x="5723493" y="3262667"/>
              <a:ext cx="1265812" cy="380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HTTP server</a:t>
              </a:r>
              <a:endParaRPr/>
            </a:p>
          </p:txBody>
        </p:sp>
        <p:pic>
          <p:nvPicPr>
            <p:cNvPr descr="Image result for apache web server logo" id="373" name="Google Shape;373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49399" y="3712220"/>
              <a:ext cx="1425575" cy="6291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firefox logo" id="374" name="Google Shape;374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57699" y="4326644"/>
              <a:ext cx="387318" cy="362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skype logo" id="375" name="Google Shape;375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74515" y="4091654"/>
              <a:ext cx="387318" cy="3929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6" name="Google Shape;376;p10"/>
            <p:cNvSpPr txBox="1"/>
            <p:nvPr/>
          </p:nvSpPr>
          <p:spPr>
            <a:xfrm>
              <a:off x="3822815" y="3627317"/>
              <a:ext cx="642362" cy="380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</a:t>
              </a:r>
              <a:endParaRPr/>
            </a:p>
          </p:txBody>
        </p:sp>
        <p:pic>
          <p:nvPicPr>
            <p:cNvPr descr="Image result for netflix logo png" id="377" name="Google Shape;377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632599" y="4424842"/>
              <a:ext cx="691469" cy="3889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8" name="Google Shape;378;p10"/>
          <p:cNvSpPr/>
          <p:nvPr/>
        </p:nvSpPr>
        <p:spPr>
          <a:xfrm>
            <a:off x="4356586" y="4965666"/>
            <a:ext cx="3127375" cy="1498600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4944218" y="2675931"/>
            <a:ext cx="2194145" cy="1745839"/>
          </a:xfrm>
          <a:prstGeom prst="rect">
            <a:avLst/>
          </a:prstGeom>
          <a:solidFill>
            <a:schemeClr val="lt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p10"/>
          <p:cNvCxnSpPr/>
          <p:nvPr/>
        </p:nvCxnSpPr>
        <p:spPr>
          <a:xfrm rot="10800000">
            <a:off x="3204457" y="2995594"/>
            <a:ext cx="0" cy="2502331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81" name="Google Shape;381;p10"/>
          <p:cNvGrpSpPr/>
          <p:nvPr/>
        </p:nvGrpSpPr>
        <p:grpSpPr>
          <a:xfrm>
            <a:off x="4107096" y="5561831"/>
            <a:ext cx="1651423" cy="389371"/>
            <a:chOff x="8349959" y="687487"/>
            <a:chExt cx="1651423" cy="389371"/>
          </a:xfrm>
        </p:grpSpPr>
        <p:sp>
          <p:nvSpPr>
            <p:cNvPr id="382" name="Google Shape;382;p10"/>
            <p:cNvSpPr/>
            <p:nvPr/>
          </p:nvSpPr>
          <p:spPr>
            <a:xfrm>
              <a:off x="8369532" y="756182"/>
              <a:ext cx="1631850" cy="266167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0"/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HTTP msg</a:t>
              </a:r>
              <a:endParaRPr/>
            </a:p>
          </p:txBody>
        </p:sp>
        <p:sp>
          <p:nvSpPr>
            <p:cNvPr id="384" name="Google Shape;384;p10"/>
            <p:cNvSpPr txBox="1"/>
            <p:nvPr/>
          </p:nvSpPr>
          <p:spPr>
            <a:xfrm>
              <a:off x="8593764" y="690692"/>
              <a:ext cx="3802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aseline="-25000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0"/>
            <p:cNvSpPr txBox="1"/>
            <p:nvPr/>
          </p:nvSpPr>
          <p:spPr>
            <a:xfrm>
              <a:off x="8349959" y="687487"/>
              <a:ext cx="4090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 baseline="-25000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86" name="Google Shape;386;p10"/>
          <p:cNvCxnSpPr/>
          <p:nvPr/>
        </p:nvCxnSpPr>
        <p:spPr>
          <a:xfrm>
            <a:off x="7011397" y="2484139"/>
            <a:ext cx="0" cy="3013786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7" name="Google Shape;387;p10"/>
          <p:cNvCxnSpPr/>
          <p:nvPr/>
        </p:nvCxnSpPr>
        <p:spPr>
          <a:xfrm>
            <a:off x="3184573" y="5478673"/>
            <a:ext cx="3851736" cy="0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8" name="Google Shape;388;p10"/>
          <p:cNvCxnSpPr/>
          <p:nvPr/>
        </p:nvCxnSpPr>
        <p:spPr>
          <a:xfrm rot="10800000">
            <a:off x="3701909" y="5774614"/>
            <a:ext cx="300263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oogle Shape;394;p11"/>
          <p:cNvGrpSpPr/>
          <p:nvPr/>
        </p:nvGrpSpPr>
        <p:grpSpPr>
          <a:xfrm>
            <a:off x="141514" y="827314"/>
            <a:ext cx="11908971" cy="4739615"/>
            <a:chOff x="2511281" y="3262667"/>
            <a:chExt cx="7770812" cy="3121540"/>
          </a:xfrm>
        </p:grpSpPr>
        <p:sp>
          <p:nvSpPr>
            <p:cNvPr id="395" name="Google Shape;395;p11"/>
            <p:cNvSpPr/>
            <p:nvPr/>
          </p:nvSpPr>
          <p:spPr>
            <a:xfrm>
              <a:off x="5108431" y="3572744"/>
              <a:ext cx="552450" cy="2082800"/>
            </a:xfrm>
            <a:custGeom>
              <a:rect b="b" l="l" r="r" t="t"/>
              <a:pathLst>
                <a:path extrusionOk="0" h="1312" w="348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6" name="Google Shape;396;p11"/>
            <p:cNvSpPr/>
            <p:nvPr/>
          </p:nvSpPr>
          <p:spPr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7" name="Google Shape;397;p11"/>
            <p:cNvSpPr/>
            <p:nvPr/>
          </p:nvSpPr>
          <p:spPr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98" name="Google Shape;398;p11"/>
            <p:cNvCxnSpPr/>
            <p:nvPr/>
          </p:nvCxnSpPr>
          <p:spPr>
            <a:xfrm>
              <a:off x="5627543" y="4447457"/>
              <a:ext cx="146050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9" name="Google Shape;399;p11"/>
            <p:cNvSpPr txBox="1"/>
            <p:nvPr/>
          </p:nvSpPr>
          <p:spPr>
            <a:xfrm>
              <a:off x="5698981" y="4480178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400" name="Google Shape;400;p11"/>
            <p:cNvCxnSpPr/>
            <p:nvPr/>
          </p:nvCxnSpPr>
          <p:spPr>
            <a:xfrm>
              <a:off x="5629131" y="476495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1" name="Google Shape;401;p11"/>
            <p:cNvSpPr txBox="1"/>
            <p:nvPr/>
          </p:nvSpPr>
          <p:spPr>
            <a:xfrm>
              <a:off x="5692631" y="5377884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402" name="Google Shape;402;p11"/>
            <p:cNvSpPr txBox="1"/>
            <p:nvPr/>
          </p:nvSpPr>
          <p:spPr>
            <a:xfrm>
              <a:off x="5692631" y="5084965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403" name="Google Shape;403;p11"/>
            <p:cNvSpPr txBox="1"/>
            <p:nvPr/>
          </p:nvSpPr>
          <p:spPr>
            <a:xfrm>
              <a:off x="5692631" y="479368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cxnSp>
          <p:nvCxnSpPr>
            <p:cNvPr id="404" name="Google Shape;404;p11"/>
            <p:cNvCxnSpPr/>
            <p:nvPr/>
          </p:nvCxnSpPr>
          <p:spPr>
            <a:xfrm>
              <a:off x="5625956" y="507610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11"/>
            <p:cNvCxnSpPr/>
            <p:nvPr/>
          </p:nvCxnSpPr>
          <p:spPr>
            <a:xfrm>
              <a:off x="5622781" y="537455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6" name="Google Shape;406;p11"/>
            <p:cNvSpPr/>
            <p:nvPr/>
          </p:nvSpPr>
          <p:spPr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" name="Google Shape;407;p11"/>
            <p:cNvSpPr/>
            <p:nvPr/>
          </p:nvSpPr>
          <p:spPr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08" name="Google Shape;408;p11"/>
            <p:cNvCxnSpPr/>
            <p:nvPr/>
          </p:nvCxnSpPr>
          <p:spPr>
            <a:xfrm>
              <a:off x="7889731" y="4807819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9" name="Google Shape;409;p11"/>
            <p:cNvSpPr txBox="1"/>
            <p:nvPr/>
          </p:nvSpPr>
          <p:spPr>
            <a:xfrm>
              <a:off x="7846868" y="4833372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410" name="Google Shape;410;p11"/>
            <p:cNvCxnSpPr/>
            <p:nvPr/>
          </p:nvCxnSpPr>
          <p:spPr>
            <a:xfrm>
              <a:off x="7897668" y="512849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11"/>
            <p:cNvCxnSpPr/>
            <p:nvPr/>
          </p:nvCxnSpPr>
          <p:spPr>
            <a:xfrm>
              <a:off x="7883381" y="543805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11"/>
            <p:cNvCxnSpPr/>
            <p:nvPr/>
          </p:nvCxnSpPr>
          <p:spPr>
            <a:xfrm>
              <a:off x="7883381" y="572380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13" name="Google Shape;413;p11"/>
            <p:cNvSpPr txBox="1"/>
            <p:nvPr/>
          </p:nvSpPr>
          <p:spPr>
            <a:xfrm>
              <a:off x="7881793" y="4037882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  <p:sp>
          <p:nvSpPr>
            <p:cNvPr id="414" name="Google Shape;414;p11"/>
            <p:cNvSpPr txBox="1"/>
            <p:nvPr/>
          </p:nvSpPr>
          <p:spPr>
            <a:xfrm>
              <a:off x="7837343" y="574541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415" name="Google Shape;415;p11"/>
            <p:cNvSpPr txBox="1"/>
            <p:nvPr/>
          </p:nvSpPr>
          <p:spPr>
            <a:xfrm>
              <a:off x="7849290" y="543815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416" name="Google Shape;416;p11"/>
            <p:cNvSpPr txBox="1"/>
            <p:nvPr/>
          </p:nvSpPr>
          <p:spPr>
            <a:xfrm>
              <a:off x="7846868" y="5150053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sp>
          <p:nvSpPr>
            <p:cNvPr id="417" name="Google Shape;417;p11"/>
            <p:cNvSpPr/>
            <p:nvPr/>
          </p:nvSpPr>
          <p:spPr>
            <a:xfrm>
              <a:off x="9166081" y="4025182"/>
              <a:ext cx="581025" cy="2038350"/>
            </a:xfrm>
            <a:custGeom>
              <a:rect b="b" l="l" r="r" t="t"/>
              <a:pathLst>
                <a:path extrusionOk="0" h="1284" w="366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8" name="Google Shape;418;p11"/>
            <p:cNvSpPr/>
            <p:nvPr/>
          </p:nvSpPr>
          <p:spPr>
            <a:xfrm>
              <a:off x="2976418" y="4045819"/>
              <a:ext cx="552450" cy="2082800"/>
            </a:xfrm>
            <a:custGeom>
              <a:rect b="b" l="l" r="r" t="t"/>
              <a:pathLst>
                <a:path extrusionOk="0" h="1312" w="348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9" name="Google Shape;419;p11"/>
            <p:cNvSpPr/>
            <p:nvPr/>
          </p:nvSpPr>
          <p:spPr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0" name="Google Shape;420;p11"/>
            <p:cNvSpPr/>
            <p:nvPr/>
          </p:nvSpPr>
          <p:spPr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21" name="Google Shape;421;p11"/>
            <p:cNvCxnSpPr/>
            <p:nvPr/>
          </p:nvCxnSpPr>
          <p:spPr>
            <a:xfrm>
              <a:off x="3544743" y="481575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2" name="Google Shape;422;p11"/>
            <p:cNvSpPr txBox="1"/>
            <p:nvPr/>
          </p:nvSpPr>
          <p:spPr>
            <a:xfrm>
              <a:off x="3501881" y="484130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423" name="Google Shape;423;p11"/>
            <p:cNvCxnSpPr/>
            <p:nvPr/>
          </p:nvCxnSpPr>
          <p:spPr>
            <a:xfrm>
              <a:off x="3552681" y="5136432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" name="Google Shape;424;p11"/>
            <p:cNvCxnSpPr/>
            <p:nvPr/>
          </p:nvCxnSpPr>
          <p:spPr>
            <a:xfrm>
              <a:off x="3538393" y="544599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5" name="Google Shape;425;p11"/>
            <p:cNvCxnSpPr/>
            <p:nvPr/>
          </p:nvCxnSpPr>
          <p:spPr>
            <a:xfrm>
              <a:off x="3538393" y="573174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6" name="Google Shape;426;p11"/>
            <p:cNvSpPr txBox="1"/>
            <p:nvPr/>
          </p:nvSpPr>
          <p:spPr>
            <a:xfrm>
              <a:off x="3536806" y="404581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  <p:sp>
          <p:nvSpPr>
            <p:cNvPr id="427" name="Google Shape;427;p11"/>
            <p:cNvSpPr txBox="1"/>
            <p:nvPr/>
          </p:nvSpPr>
          <p:spPr>
            <a:xfrm>
              <a:off x="3492356" y="5746184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428" name="Google Shape;428;p11"/>
            <p:cNvSpPr txBox="1"/>
            <p:nvPr/>
          </p:nvSpPr>
          <p:spPr>
            <a:xfrm>
              <a:off x="3511406" y="545326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429" name="Google Shape;429;p11"/>
            <p:cNvSpPr txBox="1"/>
            <p:nvPr/>
          </p:nvSpPr>
          <p:spPr>
            <a:xfrm>
              <a:off x="3501881" y="5157990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grpSp>
          <p:nvGrpSpPr>
            <p:cNvPr id="430" name="Google Shape;430;p11"/>
            <p:cNvGrpSpPr/>
            <p:nvPr/>
          </p:nvGrpSpPr>
          <p:grpSpPr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descr="desktop_computer_stylized_medium" id="431" name="Google Shape;431;p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2" name="Google Shape;432;p1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433" name="Google Shape;433;p11"/>
            <p:cNvGrpSpPr/>
            <p:nvPr/>
          </p:nvGrpSpPr>
          <p:grpSpPr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descr="desktop_computer_stylized_medium" id="434" name="Google Shape;434;p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5" name="Google Shape;435;p1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436" name="Google Shape;436;p11"/>
            <p:cNvGrpSpPr/>
            <p:nvPr/>
          </p:nvGrpSpPr>
          <p:grpSpPr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437" name="Google Shape;437;p11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38" name="Google Shape;438;p11"/>
              <p:cNvSpPr/>
              <p:nvPr/>
            </p:nvSpPr>
            <p:spPr>
              <a:xfrm>
                <a:off x="4203" y="429"/>
                <a:ext cx="1053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39" name="Google Shape;439;p11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40" name="Google Shape;440;p11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41" name="Google Shape;441;p11"/>
              <p:cNvSpPr/>
              <p:nvPr/>
            </p:nvSpPr>
            <p:spPr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442" name="Google Shape;442;p11"/>
              <p:cNvGrpSpPr/>
              <p:nvPr/>
            </p:nvGrpSpPr>
            <p:grpSpPr>
              <a:xfrm>
                <a:off x="4751" y="667"/>
                <a:ext cx="580" cy="146"/>
                <a:chOff x="617" y="2567"/>
                <a:chExt cx="724" cy="140"/>
              </a:xfrm>
            </p:grpSpPr>
            <p:sp>
              <p:nvSpPr>
                <p:cNvPr id="443" name="Google Shape;443;p11"/>
                <p:cNvSpPr/>
                <p:nvPr/>
              </p:nvSpPr>
              <p:spPr>
                <a:xfrm>
                  <a:off x="617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444" name="Google Shape;444;p11"/>
                <p:cNvSpPr/>
                <p:nvPr/>
              </p:nvSpPr>
              <p:spPr>
                <a:xfrm>
                  <a:off x="633" y="2582"/>
                  <a:ext cx="692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445" name="Google Shape;445;p11"/>
              <p:cNvSpPr/>
              <p:nvPr/>
            </p:nvSpPr>
            <p:spPr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446" name="Google Shape;446;p11"/>
              <p:cNvGrpSpPr/>
              <p:nvPr/>
            </p:nvGrpSpPr>
            <p:grpSpPr>
              <a:xfrm>
                <a:off x="4745" y="996"/>
                <a:ext cx="580" cy="156"/>
                <a:chOff x="612" y="2570"/>
                <a:chExt cx="724" cy="162"/>
              </a:xfrm>
            </p:grpSpPr>
            <p:sp>
              <p:nvSpPr>
                <p:cNvPr id="447" name="Google Shape;447;p11"/>
                <p:cNvSpPr/>
                <p:nvPr/>
              </p:nvSpPr>
              <p:spPr>
                <a:xfrm>
                  <a:off x="612" y="2570"/>
                  <a:ext cx="724" cy="16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448" name="Google Shape;448;p11"/>
                <p:cNvSpPr/>
                <p:nvPr/>
              </p:nvSpPr>
              <p:spPr>
                <a:xfrm>
                  <a:off x="628" y="2586"/>
                  <a:ext cx="69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449" name="Google Shape;449;p11"/>
              <p:cNvSpPr/>
              <p:nvPr/>
            </p:nvSpPr>
            <p:spPr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50" name="Google Shape;450;p11"/>
              <p:cNvSpPr/>
              <p:nvPr/>
            </p:nvSpPr>
            <p:spPr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451" name="Google Shape;451;p11"/>
              <p:cNvGrpSpPr/>
              <p:nvPr/>
            </p:nvGrpSpPr>
            <p:grpSpPr>
              <a:xfrm>
                <a:off x="4733" y="1627"/>
                <a:ext cx="586" cy="151"/>
                <a:chOff x="611" y="2568"/>
                <a:chExt cx="730" cy="139"/>
              </a:xfrm>
            </p:grpSpPr>
            <p:sp>
              <p:nvSpPr>
                <p:cNvPr id="452" name="Google Shape;452;p11"/>
                <p:cNvSpPr/>
                <p:nvPr/>
              </p:nvSpPr>
              <p:spPr>
                <a:xfrm>
                  <a:off x="611" y="2568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453" name="Google Shape;453;p11"/>
                <p:cNvSpPr/>
                <p:nvPr/>
              </p:nvSpPr>
              <p:spPr>
                <a:xfrm>
                  <a:off x="627" y="2583"/>
                  <a:ext cx="699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454" name="Google Shape;454;p11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455" name="Google Shape;455;p11"/>
              <p:cNvGrpSpPr/>
              <p:nvPr/>
            </p:nvGrpSpPr>
            <p:grpSpPr>
              <a:xfrm>
                <a:off x="4739" y="1325"/>
                <a:ext cx="580" cy="140"/>
                <a:chOff x="614" y="2566"/>
                <a:chExt cx="723" cy="140"/>
              </a:xfrm>
            </p:grpSpPr>
            <p:sp>
              <p:nvSpPr>
                <p:cNvPr id="456" name="Google Shape;456;p11"/>
                <p:cNvSpPr/>
                <p:nvPr/>
              </p:nvSpPr>
              <p:spPr>
                <a:xfrm>
                  <a:off x="614" y="2566"/>
                  <a:ext cx="723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457" name="Google Shape;457;p11"/>
                <p:cNvSpPr/>
                <p:nvPr/>
              </p:nvSpPr>
              <p:spPr>
                <a:xfrm>
                  <a:off x="630" y="2582"/>
                  <a:ext cx="691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458" name="Google Shape;458;p11"/>
              <p:cNvSpPr/>
              <p:nvPr/>
            </p:nvSpPr>
            <p:spPr>
              <a:xfrm>
                <a:off x="5250" y="429"/>
                <a:ext cx="69" cy="2288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59" name="Google Shape;459;p11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60" name="Google Shape;460;p11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61" name="Google Shape;461;p11"/>
              <p:cNvSpPr/>
              <p:nvPr/>
            </p:nvSpPr>
            <p:spPr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62" name="Google Shape;462;p11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63" name="Google Shape;463;p11"/>
              <p:cNvSpPr/>
              <p:nvPr/>
            </p:nvSpPr>
            <p:spPr>
              <a:xfrm>
                <a:off x="4140" y="2679"/>
                <a:ext cx="1198" cy="146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64" name="Google Shape;464;p11"/>
              <p:cNvSpPr/>
              <p:nvPr/>
            </p:nvSpPr>
            <p:spPr>
              <a:xfrm>
                <a:off x="4203" y="2712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65" name="Google Shape;465;p11"/>
              <p:cNvSpPr/>
              <p:nvPr/>
            </p:nvSpPr>
            <p:spPr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66" name="Google Shape;466;p11"/>
              <p:cNvSpPr/>
              <p:nvPr/>
            </p:nvSpPr>
            <p:spPr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11"/>
              <p:cNvSpPr/>
              <p:nvPr/>
            </p:nvSpPr>
            <p:spPr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68" name="Google Shape;468;p11"/>
              <p:cNvSpPr/>
              <p:nvPr/>
            </p:nvSpPr>
            <p:spPr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pic>
          <p:nvPicPr>
            <p:cNvPr descr="Image result for firefox logo" id="469" name="Google Shape;469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26336" y="4363319"/>
              <a:ext cx="387318" cy="362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0" name="Google Shape;470;p11"/>
            <p:cNvSpPr txBox="1"/>
            <p:nvPr/>
          </p:nvSpPr>
          <p:spPr>
            <a:xfrm>
              <a:off x="5723493" y="3262667"/>
              <a:ext cx="1265812" cy="380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HTTP server</a:t>
              </a:r>
              <a:endParaRPr/>
            </a:p>
          </p:txBody>
        </p:sp>
        <p:pic>
          <p:nvPicPr>
            <p:cNvPr descr="Image result for apache web server logo" id="471" name="Google Shape;471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49399" y="3712220"/>
              <a:ext cx="1425575" cy="6291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firefox logo" id="472" name="Google Shape;47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57699" y="4326644"/>
              <a:ext cx="387318" cy="362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skype logo" id="473" name="Google Shape;473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74515" y="4091654"/>
              <a:ext cx="387318" cy="3929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11"/>
            <p:cNvSpPr txBox="1"/>
            <p:nvPr/>
          </p:nvSpPr>
          <p:spPr>
            <a:xfrm>
              <a:off x="3822815" y="3627317"/>
              <a:ext cx="721857" cy="3445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</a:t>
              </a:r>
              <a:r>
                <a:rPr baseline="-25000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pic>
          <p:nvPicPr>
            <p:cNvPr descr="Image result for netflix logo png" id="475" name="Google Shape;475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632599" y="4424842"/>
              <a:ext cx="691469" cy="3889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6" name="Google Shape;476;p11"/>
            <p:cNvSpPr txBox="1"/>
            <p:nvPr/>
          </p:nvSpPr>
          <p:spPr>
            <a:xfrm>
              <a:off x="8196770" y="3636485"/>
              <a:ext cx="721857" cy="3445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</a:t>
              </a:r>
              <a:r>
                <a:rPr baseline="-25000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477" name="Google Shape;477;p11"/>
          <p:cNvSpPr/>
          <p:nvPr/>
        </p:nvSpPr>
        <p:spPr>
          <a:xfrm>
            <a:off x="4356586" y="4965666"/>
            <a:ext cx="3127375" cy="1498600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8" name="Google Shape;478;p11"/>
          <p:cNvCxnSpPr/>
          <p:nvPr/>
        </p:nvCxnSpPr>
        <p:spPr>
          <a:xfrm>
            <a:off x="9704593" y="3018504"/>
            <a:ext cx="0" cy="2329600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79" name="Google Shape;479;p11"/>
          <p:cNvCxnSpPr/>
          <p:nvPr/>
        </p:nvCxnSpPr>
        <p:spPr>
          <a:xfrm>
            <a:off x="6146230" y="5329338"/>
            <a:ext cx="3558363" cy="0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0" name="Google Shape;480;p11"/>
          <p:cNvSpPr/>
          <p:nvPr/>
        </p:nvSpPr>
        <p:spPr>
          <a:xfrm>
            <a:off x="4977190" y="1924156"/>
            <a:ext cx="1049472" cy="530701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P-client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81" name="Google Shape;481;p11"/>
          <p:cNvSpPr/>
          <p:nvPr/>
        </p:nvSpPr>
        <p:spPr>
          <a:xfrm>
            <a:off x="6094177" y="1951196"/>
            <a:ext cx="1049472" cy="530701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P-client</a:t>
            </a:r>
            <a:r>
              <a:rPr baseline="-2500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6149438" y="2346690"/>
            <a:ext cx="163654" cy="3001414"/>
          </a:xfrm>
          <a:custGeom>
            <a:rect b="b" l="l" r="r" t="t"/>
            <a:pathLst>
              <a:path extrusionOk="0" h="3006247" w="125260">
                <a:moveTo>
                  <a:pt x="0" y="3006247"/>
                </a:moveTo>
                <a:lnTo>
                  <a:pt x="0" y="125260"/>
                </a:lnTo>
                <a:lnTo>
                  <a:pt x="125260" y="0"/>
                </a:lnTo>
              </a:path>
            </a:pathLst>
          </a:custGeom>
          <a:noFill/>
          <a:ln cap="flat" cmpd="sng" w="34925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1"/>
          <p:cNvSpPr/>
          <p:nvPr/>
        </p:nvSpPr>
        <p:spPr>
          <a:xfrm flipH="1">
            <a:off x="5797083" y="2342230"/>
            <a:ext cx="163654" cy="3099711"/>
          </a:xfrm>
          <a:custGeom>
            <a:rect b="b" l="l" r="r" t="t"/>
            <a:pathLst>
              <a:path extrusionOk="0" h="3006247" w="125260">
                <a:moveTo>
                  <a:pt x="0" y="3006247"/>
                </a:moveTo>
                <a:lnTo>
                  <a:pt x="0" y="125260"/>
                </a:lnTo>
                <a:lnTo>
                  <a:pt x="125260" y="0"/>
                </a:lnTo>
              </a:path>
            </a:pathLst>
          </a:cu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4" name="Google Shape;484;p11"/>
          <p:cNvCxnSpPr/>
          <p:nvPr/>
        </p:nvCxnSpPr>
        <p:spPr>
          <a:xfrm>
            <a:off x="3218929" y="3094306"/>
            <a:ext cx="0" cy="2329600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5" name="Google Shape;485;p11"/>
          <p:cNvCxnSpPr/>
          <p:nvPr/>
        </p:nvCxnSpPr>
        <p:spPr>
          <a:xfrm>
            <a:off x="3189176" y="5423906"/>
            <a:ext cx="2771561" cy="0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age result for blue question mark icon" id="486" name="Google Shape;486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85255" y="752589"/>
            <a:ext cx="1624375" cy="16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2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How demultiplexing </a:t>
            </a:r>
            <a:r>
              <a:rPr lang="en-US"/>
              <a:t>w</a:t>
            </a:r>
            <a:r>
              <a:rPr lang="en-US" sz="4400"/>
              <a:t>orks</a:t>
            </a:r>
            <a:endParaRPr/>
          </a:p>
        </p:txBody>
      </p:sp>
      <p:sp>
        <p:nvSpPr>
          <p:cNvPr id="493" name="Google Shape;493;p12"/>
          <p:cNvSpPr txBox="1"/>
          <p:nvPr/>
        </p:nvSpPr>
        <p:spPr>
          <a:xfrm>
            <a:off x="812799" y="1565761"/>
            <a:ext cx="5703304" cy="2790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4163" lvl="0" marL="2841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receives IP datagrams</a:t>
            </a:r>
            <a:endParaRPr/>
          </a:p>
          <a:p>
            <a:pPr indent="-230187" lvl="1" marL="68738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datagram has source IP address, destination IP address</a:t>
            </a:r>
            <a:endParaRPr/>
          </a:p>
          <a:p>
            <a:pPr indent="-230187" lvl="1" marL="68738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datagram carries one transport-layer segment</a:t>
            </a:r>
            <a:endParaRPr/>
          </a:p>
          <a:p>
            <a:pPr indent="-230187" lvl="1" marL="68738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segment has source, destination port number </a:t>
            </a:r>
            <a:endParaRPr/>
          </a:p>
          <a:p>
            <a:pPr indent="-284163" lvl="0" marL="284163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uses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IP addresses &amp; port numbers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direct segment to appropriate socket</a:t>
            </a:r>
            <a:endParaRPr/>
          </a:p>
        </p:txBody>
      </p:sp>
      <p:grpSp>
        <p:nvGrpSpPr>
          <p:cNvPr id="494" name="Google Shape;494;p12"/>
          <p:cNvGrpSpPr/>
          <p:nvPr/>
        </p:nvGrpSpPr>
        <p:grpSpPr>
          <a:xfrm>
            <a:off x="7543216" y="1704452"/>
            <a:ext cx="3414712" cy="4121150"/>
            <a:chOff x="7543216" y="1704452"/>
            <a:chExt cx="3414712" cy="4121150"/>
          </a:xfrm>
        </p:grpSpPr>
        <p:sp>
          <p:nvSpPr>
            <p:cNvPr id="495" name="Google Shape;495;p12"/>
            <p:cNvSpPr/>
            <p:nvPr/>
          </p:nvSpPr>
          <p:spPr>
            <a:xfrm>
              <a:off x="7633703" y="2048939"/>
              <a:ext cx="3324225" cy="32004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96" name="Google Shape;496;p12"/>
            <p:cNvSpPr/>
            <p:nvPr/>
          </p:nvSpPr>
          <p:spPr>
            <a:xfrm>
              <a:off x="7557503" y="2144189"/>
              <a:ext cx="3324225" cy="32004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97" name="Google Shape;497;p12"/>
            <p:cNvSpPr txBox="1"/>
            <p:nvPr/>
          </p:nvSpPr>
          <p:spPr>
            <a:xfrm>
              <a:off x="7597191" y="2156889"/>
              <a:ext cx="1563687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Tahoma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Tahoma"/>
                  <a:ea typeface="Tahoma"/>
                  <a:cs typeface="Tahoma"/>
                  <a:sym typeface="Tahoma"/>
                </a:rPr>
                <a:t>source port #</a:t>
              </a:r>
              <a:endParaRPr b="0" i="0" sz="2400" u="none" cap="none" strike="noStrike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98" name="Google Shape;498;p12"/>
            <p:cNvSpPr txBox="1"/>
            <p:nvPr/>
          </p:nvSpPr>
          <p:spPr>
            <a:xfrm>
              <a:off x="9383128" y="2156889"/>
              <a:ext cx="1328738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Tahoma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Tahoma"/>
                  <a:ea typeface="Tahoma"/>
                  <a:cs typeface="Tahoma"/>
                  <a:sym typeface="Tahoma"/>
                </a:rPr>
                <a:t>dest port #</a:t>
              </a:r>
              <a:endParaRPr b="0" i="0" sz="2400" u="none" cap="none" strike="noStrike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499" name="Google Shape;499;p12"/>
            <p:cNvCxnSpPr/>
            <p:nvPr/>
          </p:nvCxnSpPr>
          <p:spPr>
            <a:xfrm>
              <a:off x="7547978" y="2544239"/>
              <a:ext cx="3328988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0" name="Google Shape;500;p12"/>
            <p:cNvCxnSpPr/>
            <p:nvPr/>
          </p:nvCxnSpPr>
          <p:spPr>
            <a:xfrm>
              <a:off x="7557503" y="3534839"/>
              <a:ext cx="3324225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1" name="Google Shape;501;p12"/>
            <p:cNvCxnSpPr/>
            <p:nvPr/>
          </p:nvCxnSpPr>
          <p:spPr>
            <a:xfrm rot="10800000">
              <a:off x="9195803" y="2144189"/>
              <a:ext cx="0" cy="395288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02" name="Google Shape;502;p12"/>
            <p:cNvSpPr txBox="1"/>
            <p:nvPr/>
          </p:nvSpPr>
          <p:spPr>
            <a:xfrm>
              <a:off x="8740191" y="1704452"/>
              <a:ext cx="86360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ahoma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32 bits</a:t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503" name="Google Shape;503;p12"/>
            <p:cNvCxnSpPr/>
            <p:nvPr/>
          </p:nvCxnSpPr>
          <p:spPr>
            <a:xfrm>
              <a:off x="9653003" y="1910827"/>
              <a:ext cx="1200150" cy="476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04" name="Google Shape;504;p12"/>
            <p:cNvCxnSpPr/>
            <p:nvPr/>
          </p:nvCxnSpPr>
          <p:spPr>
            <a:xfrm rot="10800000">
              <a:off x="7543216" y="1920352"/>
              <a:ext cx="1128712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05" name="Google Shape;505;p12"/>
            <p:cNvSpPr txBox="1"/>
            <p:nvPr/>
          </p:nvSpPr>
          <p:spPr>
            <a:xfrm>
              <a:off x="8451266" y="3865039"/>
              <a:ext cx="1389062" cy="1006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data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(payload)</a:t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06" name="Google Shape;506;p12"/>
            <p:cNvSpPr txBox="1"/>
            <p:nvPr/>
          </p:nvSpPr>
          <p:spPr>
            <a:xfrm>
              <a:off x="8067091" y="2898252"/>
              <a:ext cx="2290762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other header fields</a:t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07" name="Google Shape;507;p12"/>
            <p:cNvSpPr txBox="1"/>
            <p:nvPr/>
          </p:nvSpPr>
          <p:spPr>
            <a:xfrm>
              <a:off x="7770228" y="5428727"/>
              <a:ext cx="30607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TCP/UDP segment format</a:t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508" name="Google Shape;508;p12"/>
          <p:cNvSpPr/>
          <p:nvPr/>
        </p:nvSpPr>
        <p:spPr>
          <a:xfrm>
            <a:off x="7299923" y="1976355"/>
            <a:ext cx="2083205" cy="689091"/>
          </a:xfrm>
          <a:prstGeom prst="ellipse">
            <a:avLst/>
          </a:prstGeom>
          <a:noFill/>
          <a:ln cap="flat" cmpd="sng" w="38100">
            <a:solidFill>
              <a:srgbClr val="CD000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9014727" y="1985006"/>
            <a:ext cx="2083205" cy="689091"/>
          </a:xfrm>
          <a:prstGeom prst="ellipse">
            <a:avLst/>
          </a:prstGeom>
          <a:noFill/>
          <a:ln cap="flat" cmpd="sng" w="38100">
            <a:solidFill>
              <a:srgbClr val="CD000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3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Connectionless demultiplexing</a:t>
            </a:r>
            <a:endParaRPr/>
          </a:p>
        </p:txBody>
      </p:sp>
      <p:sp>
        <p:nvSpPr>
          <p:cNvPr id="516" name="Google Shape;516;p13"/>
          <p:cNvSpPr txBox="1"/>
          <p:nvPr/>
        </p:nvSpPr>
        <p:spPr>
          <a:xfrm>
            <a:off x="798689" y="1523600"/>
            <a:ext cx="5254159" cy="211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571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1" lang="en-US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Recall:</a:t>
            </a:r>
            <a:r>
              <a:rPr b="0" i="0" lang="en-US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90544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</a:t>
            </a:r>
            <a:r>
              <a:rPr b="0" lang="en-US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creating socket,</a:t>
            </a:r>
            <a:r>
              <a:rPr b="0" lang="en-US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must specify</a:t>
            </a:r>
            <a:r>
              <a:rPr b="0" lang="en-US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3500" u="none" cap="none" strike="noStrike">
                <a:solidFill>
                  <a:srgbClr val="CD0004"/>
                </a:solidFill>
                <a:latin typeface="Calibri"/>
                <a:ea typeface="Calibri"/>
                <a:cs typeface="Calibri"/>
                <a:sym typeface="Calibri"/>
              </a:rPr>
              <a:t>host-local </a:t>
            </a:r>
            <a:r>
              <a:rPr b="0" i="0" lang="en-US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port #:</a:t>
            </a:r>
            <a:endParaRPr/>
          </a:p>
          <a:p>
            <a:pPr indent="-29051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DatagramSocket mySocket1        = new DatagramSocket(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ourier"/>
                <a:ea typeface="Courier"/>
                <a:cs typeface="Courier"/>
                <a:sym typeface="Courier"/>
              </a:rPr>
              <a:t>12534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  <a:endParaRPr/>
          </a:p>
          <a:p>
            <a:pPr indent="-290513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3"/>
          <p:cNvSpPr txBox="1"/>
          <p:nvPr/>
        </p:nvSpPr>
        <p:spPr>
          <a:xfrm>
            <a:off x="6774662" y="1514612"/>
            <a:ext cx="4894407" cy="236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receiving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receives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UDP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segment: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checks destination port # in segment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directs UDP segment to socket with that port #</a:t>
            </a:r>
            <a:endParaRPr/>
          </a:p>
        </p:txBody>
      </p:sp>
      <p:sp>
        <p:nvSpPr>
          <p:cNvPr id="518" name="Google Shape;518;p13"/>
          <p:cNvSpPr/>
          <p:nvPr/>
        </p:nvSpPr>
        <p:spPr>
          <a:xfrm>
            <a:off x="883807" y="3328506"/>
            <a:ext cx="5227637" cy="2751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1453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292100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creating datagram to send into UDP socket, must specify</a:t>
            </a:r>
            <a:endParaRPr/>
          </a:p>
          <a:p>
            <a:pPr indent="-239712" lvl="1" marL="85883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 IP address</a:t>
            </a:r>
            <a:endParaRPr/>
          </a:p>
          <a:p>
            <a:pPr indent="-239712" lvl="1" marL="85883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 port #</a:t>
            </a:r>
            <a:endParaRPr/>
          </a:p>
        </p:txBody>
      </p:sp>
      <p:sp>
        <p:nvSpPr>
          <p:cNvPr id="519" name="Google Shape;519;p13"/>
          <p:cNvSpPr/>
          <p:nvPr/>
        </p:nvSpPr>
        <p:spPr>
          <a:xfrm>
            <a:off x="6349002" y="4420787"/>
            <a:ext cx="5188153" cy="2336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IP/UDP datagrams with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same dest. port #,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but different source IP addresses and/or source port numbers will be directed to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same socket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receiving host</a:t>
            </a:r>
            <a:endParaRPr/>
          </a:p>
        </p:txBody>
      </p:sp>
      <p:sp>
        <p:nvSpPr>
          <p:cNvPr id="520" name="Google Shape;520;p13"/>
          <p:cNvSpPr/>
          <p:nvPr/>
        </p:nvSpPr>
        <p:spPr>
          <a:xfrm rot="5400000">
            <a:off x="8662884" y="3896801"/>
            <a:ext cx="560388" cy="311150"/>
          </a:xfrm>
          <a:prstGeom prst="rightArrow">
            <a:avLst>
              <a:gd fmla="val 50000" name="adj1"/>
              <a:gd fmla="val 45026" name="adj2"/>
            </a:avLst>
          </a:prstGeom>
          <a:solidFill>
            <a:srgbClr val="CC0000"/>
          </a:solidFill>
          <a:ln cap="flat" cmpd="sng" w="9525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4202130" y="2887038"/>
            <a:ext cx="1909314" cy="996124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4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Connectionless demultiplexing: an example</a:t>
            </a:r>
            <a:endParaRPr/>
          </a:p>
        </p:txBody>
      </p:sp>
      <p:sp>
        <p:nvSpPr>
          <p:cNvPr id="528" name="Google Shape;528;p14"/>
          <p:cNvSpPr txBox="1"/>
          <p:nvPr/>
        </p:nvSpPr>
        <p:spPr>
          <a:xfrm>
            <a:off x="4598987" y="1387147"/>
            <a:ext cx="4217987" cy="72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DatagramSocket serverSocket = new DatagramSocket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73038" lvl="0" marL="173038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i="0" lang="en-US" sz="20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6428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173038" marR="0" rtl="0" algn="l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Clr>
                <a:srgbClr val="000099"/>
              </a:buClr>
              <a:buSzPts val="40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4799806" y="2502914"/>
            <a:ext cx="552450" cy="2082800"/>
          </a:xfrm>
          <a:custGeom>
            <a:rect b="b" l="l" r="r" t="t"/>
            <a:pathLst>
              <a:path extrusionOk="0" h="1312" w="348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2015331" y="2807714"/>
            <a:ext cx="460375" cy="2193925"/>
          </a:xfrm>
          <a:custGeom>
            <a:rect b="b" l="l" r="r" t="t"/>
            <a:pathLst>
              <a:path extrusionOk="0" h="1382" w="290">
                <a:moveTo>
                  <a:pt x="15" y="1382"/>
                </a:moveTo>
                <a:lnTo>
                  <a:pt x="0" y="1360"/>
                </a:lnTo>
                <a:lnTo>
                  <a:pt x="290" y="0"/>
                </a:lnTo>
                <a:lnTo>
                  <a:pt x="284" y="1258"/>
                </a:lnTo>
                <a:lnTo>
                  <a:pt x="182" y="1382"/>
                </a:lnTo>
                <a:lnTo>
                  <a:pt x="15" y="1382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1" name="Google Shape;531;p14"/>
          <p:cNvSpPr/>
          <p:nvPr/>
        </p:nvSpPr>
        <p:spPr>
          <a:xfrm>
            <a:off x="2520156" y="2774376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2482056" y="2828351"/>
            <a:ext cx="1273175" cy="1979613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33" name="Google Shape;533;p14"/>
          <p:cNvCxnSpPr/>
          <p:nvPr/>
        </p:nvCxnSpPr>
        <p:spPr>
          <a:xfrm>
            <a:off x="2491581" y="35887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4" name="Google Shape;534;p14"/>
          <p:cNvSpPr txBox="1"/>
          <p:nvPr/>
        </p:nvSpPr>
        <p:spPr>
          <a:xfrm>
            <a:off x="2448718" y="3571301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535" name="Google Shape;535;p14"/>
          <p:cNvCxnSpPr/>
          <p:nvPr/>
        </p:nvCxnSpPr>
        <p:spPr>
          <a:xfrm>
            <a:off x="2499518" y="390943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14"/>
          <p:cNvCxnSpPr/>
          <p:nvPr/>
        </p:nvCxnSpPr>
        <p:spPr>
          <a:xfrm>
            <a:off x="2485231" y="421900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14"/>
          <p:cNvCxnSpPr/>
          <p:nvPr/>
        </p:nvCxnSpPr>
        <p:spPr>
          <a:xfrm>
            <a:off x="2485231" y="450475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8" name="Google Shape;538;p14"/>
          <p:cNvSpPr txBox="1"/>
          <p:nvPr/>
        </p:nvSpPr>
        <p:spPr>
          <a:xfrm>
            <a:off x="2483643" y="2818826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539" name="Google Shape;539;p14"/>
          <p:cNvSpPr txBox="1"/>
          <p:nvPr/>
        </p:nvSpPr>
        <p:spPr>
          <a:xfrm>
            <a:off x="2439193" y="4476176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540" name="Google Shape;540;p14"/>
          <p:cNvSpPr txBox="1"/>
          <p:nvPr/>
        </p:nvSpPr>
        <p:spPr>
          <a:xfrm>
            <a:off x="2458243" y="4190426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541" name="Google Shape;541;p14"/>
          <p:cNvSpPr txBox="1"/>
          <p:nvPr/>
        </p:nvSpPr>
        <p:spPr>
          <a:xfrm>
            <a:off x="2448718" y="3895151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542" name="Google Shape;542;p14"/>
          <p:cNvSpPr/>
          <p:nvPr/>
        </p:nvSpPr>
        <p:spPr>
          <a:xfrm>
            <a:off x="2818606" y="3104576"/>
            <a:ext cx="598487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/>
          </a:p>
        </p:txBody>
      </p:sp>
      <p:grpSp>
        <p:nvGrpSpPr>
          <p:cNvPr id="543" name="Google Shape;543;p14"/>
          <p:cNvGrpSpPr/>
          <p:nvPr/>
        </p:nvGrpSpPr>
        <p:grpSpPr>
          <a:xfrm>
            <a:off x="2786856" y="3428426"/>
            <a:ext cx="620712" cy="228600"/>
            <a:chOff x="1287" y="2524"/>
            <a:chExt cx="260" cy="100"/>
          </a:xfrm>
        </p:grpSpPr>
        <p:sp>
          <p:nvSpPr>
            <p:cNvPr id="544" name="Google Shape;544;p14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5" name="Google Shape;545;p14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6" name="Google Shape;546;p14"/>
            <p:cNvSpPr/>
            <p:nvPr/>
          </p:nvSpPr>
          <p:spPr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7" name="Google Shape;547;p14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548" name="Google Shape;548;p14"/>
          <p:cNvSpPr/>
          <p:nvPr/>
        </p:nvSpPr>
        <p:spPr>
          <a:xfrm>
            <a:off x="5347493" y="2541014"/>
            <a:ext cx="1497013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9" name="Google Shape;549;p14"/>
          <p:cNvSpPr/>
          <p:nvPr/>
        </p:nvSpPr>
        <p:spPr>
          <a:xfrm>
            <a:off x="5312568" y="2594989"/>
            <a:ext cx="1473200" cy="19796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50" name="Google Shape;550;p14"/>
          <p:cNvCxnSpPr/>
          <p:nvPr/>
        </p:nvCxnSpPr>
        <p:spPr>
          <a:xfrm>
            <a:off x="5318918" y="3364926"/>
            <a:ext cx="146050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" name="Google Shape;551;p14"/>
          <p:cNvSpPr txBox="1"/>
          <p:nvPr/>
        </p:nvSpPr>
        <p:spPr>
          <a:xfrm>
            <a:off x="5390356" y="3347464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552" name="Google Shape;552;p14"/>
          <p:cNvCxnSpPr/>
          <p:nvPr/>
        </p:nvCxnSpPr>
        <p:spPr>
          <a:xfrm>
            <a:off x="5320506" y="3682426"/>
            <a:ext cx="1457325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3" name="Google Shape;553;p14"/>
          <p:cNvSpPr txBox="1"/>
          <p:nvPr/>
        </p:nvSpPr>
        <p:spPr>
          <a:xfrm>
            <a:off x="5387181" y="2561651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554" name="Google Shape;554;p14"/>
          <p:cNvSpPr txBox="1"/>
          <p:nvPr/>
        </p:nvSpPr>
        <p:spPr>
          <a:xfrm>
            <a:off x="5384006" y="4252339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555" name="Google Shape;555;p14"/>
          <p:cNvSpPr txBox="1"/>
          <p:nvPr/>
        </p:nvSpPr>
        <p:spPr>
          <a:xfrm>
            <a:off x="5384006" y="3966589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556" name="Google Shape;556;p14"/>
          <p:cNvSpPr txBox="1"/>
          <p:nvPr/>
        </p:nvSpPr>
        <p:spPr>
          <a:xfrm>
            <a:off x="5384006" y="3668139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cxnSp>
        <p:nvCxnSpPr>
          <p:cNvPr id="557" name="Google Shape;557;p14"/>
          <p:cNvCxnSpPr/>
          <p:nvPr/>
        </p:nvCxnSpPr>
        <p:spPr>
          <a:xfrm>
            <a:off x="5317331" y="3993576"/>
            <a:ext cx="1457325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14"/>
          <p:cNvCxnSpPr/>
          <p:nvPr/>
        </p:nvCxnSpPr>
        <p:spPr>
          <a:xfrm>
            <a:off x="5314156" y="4292026"/>
            <a:ext cx="1457325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9" name="Google Shape;559;p14"/>
          <p:cNvSpPr/>
          <p:nvPr/>
        </p:nvSpPr>
        <p:spPr>
          <a:xfrm>
            <a:off x="5731668" y="2901376"/>
            <a:ext cx="598488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/>
          </a:p>
        </p:txBody>
      </p:sp>
      <p:grpSp>
        <p:nvGrpSpPr>
          <p:cNvPr id="560" name="Google Shape;560;p14"/>
          <p:cNvGrpSpPr/>
          <p:nvPr/>
        </p:nvGrpSpPr>
        <p:grpSpPr>
          <a:xfrm>
            <a:off x="5603081" y="3217289"/>
            <a:ext cx="887412" cy="228600"/>
            <a:chOff x="1383" y="2620"/>
            <a:chExt cx="260" cy="100"/>
          </a:xfrm>
        </p:grpSpPr>
        <p:sp>
          <p:nvSpPr>
            <p:cNvPr id="561" name="Google Shape;561;p14"/>
            <p:cNvSpPr/>
            <p:nvPr/>
          </p:nvSpPr>
          <p:spPr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2" name="Google Shape;562;p14"/>
            <p:cNvSpPr/>
            <p:nvPr/>
          </p:nvSpPr>
          <p:spPr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3" name="Google Shape;563;p14"/>
            <p:cNvSpPr/>
            <p:nvPr/>
          </p:nvSpPr>
          <p:spPr>
            <a:xfrm>
              <a:off x="1599" y="2678"/>
              <a:ext cx="27" cy="26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4" name="Google Shape;564;p14"/>
            <p:cNvSpPr/>
            <p:nvPr/>
          </p:nvSpPr>
          <p:spPr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565" name="Google Shape;565;p14"/>
          <p:cNvSpPr/>
          <p:nvPr/>
        </p:nvSpPr>
        <p:spPr>
          <a:xfrm>
            <a:off x="8354218" y="2766439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6" name="Google Shape;566;p14"/>
          <p:cNvSpPr/>
          <p:nvPr/>
        </p:nvSpPr>
        <p:spPr>
          <a:xfrm>
            <a:off x="8316118" y="2820414"/>
            <a:ext cx="1273175" cy="19796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67" name="Google Shape;567;p14"/>
          <p:cNvCxnSpPr/>
          <p:nvPr/>
        </p:nvCxnSpPr>
        <p:spPr>
          <a:xfrm>
            <a:off x="8325643" y="3580826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8" name="Google Shape;568;p14"/>
          <p:cNvSpPr txBox="1"/>
          <p:nvPr/>
        </p:nvSpPr>
        <p:spPr>
          <a:xfrm>
            <a:off x="8282781" y="3563364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569" name="Google Shape;569;p14"/>
          <p:cNvCxnSpPr/>
          <p:nvPr/>
        </p:nvCxnSpPr>
        <p:spPr>
          <a:xfrm>
            <a:off x="8333581" y="390150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14"/>
          <p:cNvCxnSpPr/>
          <p:nvPr/>
        </p:nvCxnSpPr>
        <p:spPr>
          <a:xfrm>
            <a:off x="8319293" y="42110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14"/>
          <p:cNvCxnSpPr/>
          <p:nvPr/>
        </p:nvCxnSpPr>
        <p:spPr>
          <a:xfrm>
            <a:off x="8319293" y="449681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2" name="Google Shape;572;p14"/>
          <p:cNvSpPr txBox="1"/>
          <p:nvPr/>
        </p:nvSpPr>
        <p:spPr>
          <a:xfrm>
            <a:off x="8317706" y="2810889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573" name="Google Shape;573;p14"/>
          <p:cNvSpPr txBox="1"/>
          <p:nvPr/>
        </p:nvSpPr>
        <p:spPr>
          <a:xfrm>
            <a:off x="8273256" y="4468239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574" name="Google Shape;574;p14"/>
          <p:cNvSpPr txBox="1"/>
          <p:nvPr/>
        </p:nvSpPr>
        <p:spPr>
          <a:xfrm>
            <a:off x="8292306" y="4182489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575" name="Google Shape;575;p14"/>
          <p:cNvSpPr txBox="1"/>
          <p:nvPr/>
        </p:nvSpPr>
        <p:spPr>
          <a:xfrm>
            <a:off x="8282781" y="3887214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576" name="Google Shape;576;p14"/>
          <p:cNvSpPr/>
          <p:nvPr/>
        </p:nvSpPr>
        <p:spPr>
          <a:xfrm>
            <a:off x="8652668" y="3118864"/>
            <a:ext cx="598488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/>
          </a:p>
        </p:txBody>
      </p:sp>
      <p:sp>
        <p:nvSpPr>
          <p:cNvPr id="577" name="Google Shape;577;p14"/>
          <p:cNvSpPr/>
          <p:nvPr/>
        </p:nvSpPr>
        <p:spPr>
          <a:xfrm>
            <a:off x="9613106" y="2787076"/>
            <a:ext cx="504825" cy="2133600"/>
          </a:xfrm>
          <a:custGeom>
            <a:rect b="b" l="l" r="r" t="t"/>
            <a:pathLst>
              <a:path extrusionOk="0" h="1344" w="318">
                <a:moveTo>
                  <a:pt x="318" y="1344"/>
                </a:moveTo>
                <a:lnTo>
                  <a:pt x="12" y="0"/>
                </a:lnTo>
                <a:lnTo>
                  <a:pt x="0" y="1224"/>
                </a:lnTo>
                <a:lnTo>
                  <a:pt x="121" y="1344"/>
                </a:lnTo>
                <a:lnTo>
                  <a:pt x="318" y="1344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78" name="Google Shape;578;p14"/>
          <p:cNvGrpSpPr/>
          <p:nvPr/>
        </p:nvGrpSpPr>
        <p:grpSpPr>
          <a:xfrm>
            <a:off x="8646318" y="3450651"/>
            <a:ext cx="620713" cy="204788"/>
            <a:chOff x="1287" y="2524"/>
            <a:chExt cx="260" cy="100"/>
          </a:xfrm>
        </p:grpSpPr>
        <p:sp>
          <p:nvSpPr>
            <p:cNvPr id="579" name="Google Shape;579;p14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80" name="Google Shape;580;p14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81" name="Google Shape;581;p14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82" name="Google Shape;582;p14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583" name="Google Shape;583;p14"/>
          <p:cNvSpPr/>
          <p:nvPr/>
        </p:nvSpPr>
        <p:spPr>
          <a:xfrm>
            <a:off x="7968800" y="2094763"/>
            <a:ext cx="4189623" cy="655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5888" lvl="0" marL="11588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17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DatagramSocket mySocket1 = new DatagramSocket (</a:t>
            </a:r>
            <a:r>
              <a:rPr b="1" i="0" lang="en-US" sz="18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5775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-115888" lvl="0" marL="115888" marR="0" rtl="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17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4" name="Google Shape;584;p14"/>
          <p:cNvSpPr/>
          <p:nvPr/>
        </p:nvSpPr>
        <p:spPr>
          <a:xfrm>
            <a:off x="496329" y="2088579"/>
            <a:ext cx="3755375" cy="655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5888" lvl="0" marL="11588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17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DatagramSocket mySocket2 = new DatagramSocket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15888" lvl="0" marL="115888" marR="0" rtl="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17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i="0" lang="en-US" sz="18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9157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-115888" lvl="0" marL="115888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85" name="Google Shape;585;p14"/>
          <p:cNvCxnSpPr/>
          <p:nvPr/>
        </p:nvCxnSpPr>
        <p:spPr>
          <a:xfrm>
            <a:off x="3023393" y="3531614"/>
            <a:ext cx="0" cy="2176462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6" name="Google Shape;586;p14"/>
          <p:cNvCxnSpPr/>
          <p:nvPr/>
        </p:nvCxnSpPr>
        <p:spPr>
          <a:xfrm>
            <a:off x="5953918" y="3290314"/>
            <a:ext cx="12700" cy="2408237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87" name="Google Shape;587;p14"/>
          <p:cNvCxnSpPr/>
          <p:nvPr/>
        </p:nvCxnSpPr>
        <p:spPr>
          <a:xfrm>
            <a:off x="3023393" y="5690614"/>
            <a:ext cx="2936875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8" name="Google Shape;588;p14"/>
          <p:cNvCxnSpPr/>
          <p:nvPr/>
        </p:nvCxnSpPr>
        <p:spPr>
          <a:xfrm>
            <a:off x="5830093" y="3303014"/>
            <a:ext cx="0" cy="2246312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9" name="Google Shape;589;p14"/>
          <p:cNvCxnSpPr/>
          <p:nvPr/>
        </p:nvCxnSpPr>
        <p:spPr>
          <a:xfrm>
            <a:off x="3131343" y="5531864"/>
            <a:ext cx="2740025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90" name="Google Shape;590;p14"/>
          <p:cNvCxnSpPr/>
          <p:nvPr/>
        </p:nvCxnSpPr>
        <p:spPr>
          <a:xfrm>
            <a:off x="3124993" y="3518914"/>
            <a:ext cx="12700" cy="2017712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91" name="Google Shape;591;p14"/>
          <p:cNvCxnSpPr/>
          <p:nvPr/>
        </p:nvCxnSpPr>
        <p:spPr>
          <a:xfrm>
            <a:off x="9033668" y="3569714"/>
            <a:ext cx="0" cy="2176462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2" name="Google Shape;592;p14"/>
          <p:cNvCxnSpPr/>
          <p:nvPr/>
        </p:nvCxnSpPr>
        <p:spPr>
          <a:xfrm>
            <a:off x="8916193" y="3537964"/>
            <a:ext cx="12700" cy="2017712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93" name="Google Shape;593;p14"/>
          <p:cNvCxnSpPr/>
          <p:nvPr/>
        </p:nvCxnSpPr>
        <p:spPr>
          <a:xfrm>
            <a:off x="6096793" y="3309364"/>
            <a:ext cx="12700" cy="2408237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94" name="Google Shape;594;p14"/>
          <p:cNvCxnSpPr/>
          <p:nvPr/>
        </p:nvCxnSpPr>
        <p:spPr>
          <a:xfrm>
            <a:off x="6230143" y="3322064"/>
            <a:ext cx="0" cy="2246312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5" name="Google Shape;595;p14"/>
          <p:cNvCxnSpPr/>
          <p:nvPr/>
        </p:nvCxnSpPr>
        <p:spPr>
          <a:xfrm>
            <a:off x="6119018" y="5709664"/>
            <a:ext cx="2936875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96" name="Google Shape;596;p14"/>
          <p:cNvCxnSpPr/>
          <p:nvPr/>
        </p:nvCxnSpPr>
        <p:spPr>
          <a:xfrm>
            <a:off x="6204743" y="5541389"/>
            <a:ext cx="2740025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97" name="Google Shape;597;p14"/>
          <p:cNvGrpSpPr/>
          <p:nvPr/>
        </p:nvGrpSpPr>
        <p:grpSpPr>
          <a:xfrm>
            <a:off x="2740818" y="5790626"/>
            <a:ext cx="1644650" cy="652463"/>
            <a:chOff x="1318" y="3697"/>
            <a:chExt cx="1036" cy="411"/>
          </a:xfrm>
        </p:grpSpPr>
        <p:sp>
          <p:nvSpPr>
            <p:cNvPr id="598" name="Google Shape;598;p14"/>
            <p:cNvSpPr/>
            <p:nvPr/>
          </p:nvSpPr>
          <p:spPr>
            <a:xfrm>
              <a:off x="1553" y="3697"/>
              <a:ext cx="678" cy="138"/>
            </a:xfrm>
            <a:prstGeom prst="rect">
              <a:avLst/>
            </a:prstGeom>
            <a:solidFill>
              <a:srgbClr val="3C6CD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599" name="Google Shape;599;p14"/>
            <p:cNvCxnSpPr/>
            <p:nvPr/>
          </p:nvCxnSpPr>
          <p:spPr>
            <a:xfrm>
              <a:off x="2179" y="3770"/>
              <a:ext cx="175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00" name="Google Shape;600;p14"/>
            <p:cNvSpPr txBox="1"/>
            <p:nvPr/>
          </p:nvSpPr>
          <p:spPr>
            <a:xfrm>
              <a:off x="1318" y="3822"/>
              <a:ext cx="994" cy="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source port: 9157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dest port: 6428</a:t>
              </a:r>
              <a:endParaRPr/>
            </a:p>
          </p:txBody>
        </p:sp>
      </p:grpSp>
      <p:grpSp>
        <p:nvGrpSpPr>
          <p:cNvPr id="601" name="Google Shape;601;p14"/>
          <p:cNvGrpSpPr/>
          <p:nvPr/>
        </p:nvGrpSpPr>
        <p:grpSpPr>
          <a:xfrm>
            <a:off x="4039393" y="4914326"/>
            <a:ext cx="1692275" cy="652463"/>
            <a:chOff x="2741" y="3750"/>
            <a:chExt cx="1066" cy="411"/>
          </a:xfrm>
        </p:grpSpPr>
        <p:sp>
          <p:nvSpPr>
            <p:cNvPr id="602" name="Google Shape;602;p14"/>
            <p:cNvSpPr/>
            <p:nvPr/>
          </p:nvSpPr>
          <p:spPr>
            <a:xfrm>
              <a:off x="2859" y="3750"/>
              <a:ext cx="678" cy="138"/>
            </a:xfrm>
            <a:prstGeom prst="rect">
              <a:avLst/>
            </a:prstGeom>
            <a:solidFill>
              <a:srgbClr val="3C6CD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03" name="Google Shape;603;p14"/>
            <p:cNvCxnSpPr/>
            <p:nvPr/>
          </p:nvCxnSpPr>
          <p:spPr>
            <a:xfrm>
              <a:off x="2741" y="3837"/>
              <a:ext cx="175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604" name="Google Shape;604;p14"/>
            <p:cNvSpPr txBox="1"/>
            <p:nvPr/>
          </p:nvSpPr>
          <p:spPr>
            <a:xfrm>
              <a:off x="2813" y="3875"/>
              <a:ext cx="994" cy="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source port: 6428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dest port: 9157</a:t>
              </a:r>
              <a:endParaRPr/>
            </a:p>
          </p:txBody>
        </p:sp>
      </p:grpSp>
      <p:grpSp>
        <p:nvGrpSpPr>
          <p:cNvPr id="605" name="Google Shape;605;p14"/>
          <p:cNvGrpSpPr/>
          <p:nvPr/>
        </p:nvGrpSpPr>
        <p:grpSpPr>
          <a:xfrm>
            <a:off x="7063581" y="4914326"/>
            <a:ext cx="1341437" cy="652463"/>
            <a:chOff x="1509" y="3697"/>
            <a:chExt cx="845" cy="411"/>
          </a:xfrm>
        </p:grpSpPr>
        <p:sp>
          <p:nvSpPr>
            <p:cNvPr id="606" name="Google Shape;606;p14"/>
            <p:cNvSpPr/>
            <p:nvPr/>
          </p:nvSpPr>
          <p:spPr>
            <a:xfrm>
              <a:off x="1553" y="3697"/>
              <a:ext cx="678" cy="138"/>
            </a:xfrm>
            <a:prstGeom prst="rect">
              <a:avLst/>
            </a:prstGeom>
            <a:solidFill>
              <a:srgbClr val="3C6CD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07" name="Google Shape;607;p14"/>
            <p:cNvCxnSpPr/>
            <p:nvPr/>
          </p:nvCxnSpPr>
          <p:spPr>
            <a:xfrm>
              <a:off x="2179" y="3770"/>
              <a:ext cx="175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08" name="Google Shape;608;p14"/>
            <p:cNvSpPr txBox="1"/>
            <p:nvPr/>
          </p:nvSpPr>
          <p:spPr>
            <a:xfrm>
              <a:off x="1509" y="3822"/>
              <a:ext cx="803" cy="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source port: ?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dest port: ?</a:t>
              </a:r>
              <a:endParaRPr/>
            </a:p>
          </p:txBody>
        </p:sp>
      </p:grpSp>
      <p:grpSp>
        <p:nvGrpSpPr>
          <p:cNvPr id="609" name="Google Shape;609;p14"/>
          <p:cNvGrpSpPr/>
          <p:nvPr/>
        </p:nvGrpSpPr>
        <p:grpSpPr>
          <a:xfrm>
            <a:off x="6304756" y="5768401"/>
            <a:ext cx="1389062" cy="652463"/>
            <a:chOff x="2741" y="3750"/>
            <a:chExt cx="875" cy="411"/>
          </a:xfrm>
        </p:grpSpPr>
        <p:sp>
          <p:nvSpPr>
            <p:cNvPr id="610" name="Google Shape;610;p14"/>
            <p:cNvSpPr/>
            <p:nvPr/>
          </p:nvSpPr>
          <p:spPr>
            <a:xfrm>
              <a:off x="2859" y="3750"/>
              <a:ext cx="678" cy="138"/>
            </a:xfrm>
            <a:prstGeom prst="rect">
              <a:avLst/>
            </a:prstGeom>
            <a:solidFill>
              <a:srgbClr val="3C6CD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611" name="Google Shape;611;p14"/>
            <p:cNvCxnSpPr/>
            <p:nvPr/>
          </p:nvCxnSpPr>
          <p:spPr>
            <a:xfrm>
              <a:off x="2741" y="3837"/>
              <a:ext cx="175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612" name="Google Shape;612;p14"/>
            <p:cNvSpPr txBox="1"/>
            <p:nvPr/>
          </p:nvSpPr>
          <p:spPr>
            <a:xfrm>
              <a:off x="2813" y="3875"/>
              <a:ext cx="803" cy="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source port: ?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dest port: ?</a:t>
              </a:r>
              <a:endParaRPr/>
            </a:p>
          </p:txBody>
        </p:sp>
      </p:grpSp>
      <p:grpSp>
        <p:nvGrpSpPr>
          <p:cNvPr id="613" name="Google Shape;613;p14"/>
          <p:cNvGrpSpPr/>
          <p:nvPr/>
        </p:nvGrpSpPr>
        <p:grpSpPr>
          <a:xfrm>
            <a:off x="1610518" y="4406326"/>
            <a:ext cx="711200" cy="669925"/>
            <a:chOff x="-44" y="1473"/>
            <a:chExt cx="981" cy="1105"/>
          </a:xfrm>
        </p:grpSpPr>
        <p:pic>
          <p:nvPicPr>
            <p:cNvPr descr="desktop_computer_stylized_medium" id="614" name="Google Shape;614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5" name="Google Shape;615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16" name="Google Shape;616;p14"/>
          <p:cNvGrpSpPr/>
          <p:nvPr/>
        </p:nvGrpSpPr>
        <p:grpSpPr>
          <a:xfrm flipH="1">
            <a:off x="9879806" y="4530151"/>
            <a:ext cx="711200" cy="669925"/>
            <a:chOff x="-44" y="1473"/>
            <a:chExt cx="981" cy="1105"/>
          </a:xfrm>
        </p:grpSpPr>
        <p:pic>
          <p:nvPicPr>
            <p:cNvPr descr="desktop_computer_stylized_medium" id="617" name="Google Shape;61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8" name="Google Shape;618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19" name="Google Shape;619;p14"/>
          <p:cNvGrpSpPr/>
          <p:nvPr/>
        </p:nvGrpSpPr>
        <p:grpSpPr>
          <a:xfrm>
            <a:off x="4702968" y="3928489"/>
            <a:ext cx="358775" cy="704850"/>
            <a:chOff x="4140" y="429"/>
            <a:chExt cx="1425" cy="2396"/>
          </a:xfrm>
        </p:grpSpPr>
        <p:sp>
          <p:nvSpPr>
            <p:cNvPr id="620" name="Google Shape;620;p1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21" name="Google Shape;621;p14"/>
            <p:cNvSpPr/>
            <p:nvPr/>
          </p:nvSpPr>
          <p:spPr>
            <a:xfrm>
              <a:off x="4203" y="429"/>
              <a:ext cx="1053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22" name="Google Shape;622;p1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23" name="Google Shape;623;p1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24" name="Google Shape;624;p14"/>
            <p:cNvSpPr/>
            <p:nvPr/>
          </p:nvSpPr>
          <p:spPr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25" name="Google Shape;625;p14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626" name="Google Shape;626;p14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627" name="Google Shape;627;p14"/>
              <p:cNvSpPr/>
              <p:nvPr/>
            </p:nvSpPr>
            <p:spPr>
              <a:xfrm>
                <a:off x="633" y="2582"/>
                <a:ext cx="692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628" name="Google Shape;628;p14"/>
            <p:cNvSpPr/>
            <p:nvPr/>
          </p:nvSpPr>
          <p:spPr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29" name="Google Shape;629;p14"/>
            <p:cNvGrpSpPr/>
            <p:nvPr/>
          </p:nvGrpSpPr>
          <p:grpSpPr>
            <a:xfrm>
              <a:off x="4745" y="996"/>
              <a:ext cx="580" cy="156"/>
              <a:chOff x="612" y="2570"/>
              <a:chExt cx="724" cy="162"/>
            </a:xfrm>
          </p:grpSpPr>
          <p:sp>
            <p:nvSpPr>
              <p:cNvPr id="630" name="Google Shape;630;p14"/>
              <p:cNvSpPr/>
              <p:nvPr/>
            </p:nvSpPr>
            <p:spPr>
              <a:xfrm>
                <a:off x="612" y="2570"/>
                <a:ext cx="724" cy="16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631" name="Google Shape;631;p14"/>
              <p:cNvSpPr/>
              <p:nvPr/>
            </p:nvSpPr>
            <p:spPr>
              <a:xfrm>
                <a:off x="628" y="2586"/>
                <a:ext cx="692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632" name="Google Shape;632;p14"/>
            <p:cNvSpPr/>
            <p:nvPr/>
          </p:nvSpPr>
          <p:spPr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3" name="Google Shape;633;p14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34" name="Google Shape;634;p14"/>
            <p:cNvGrpSpPr/>
            <p:nvPr/>
          </p:nvGrpSpPr>
          <p:grpSpPr>
            <a:xfrm>
              <a:off x="4733" y="1627"/>
              <a:ext cx="586" cy="151"/>
              <a:chOff x="611" y="2568"/>
              <a:chExt cx="730" cy="139"/>
            </a:xfrm>
          </p:grpSpPr>
          <p:sp>
            <p:nvSpPr>
              <p:cNvPr id="635" name="Google Shape;635;p14"/>
              <p:cNvSpPr/>
              <p:nvPr/>
            </p:nvSpPr>
            <p:spPr>
              <a:xfrm>
                <a:off x="611" y="2568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636" name="Google Shape;636;p14"/>
              <p:cNvSpPr/>
              <p:nvPr/>
            </p:nvSpPr>
            <p:spPr>
              <a:xfrm>
                <a:off x="627" y="2583"/>
                <a:ext cx="699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637" name="Google Shape;637;p1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638" name="Google Shape;638;p14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639" name="Google Shape;639;p14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640" name="Google Shape;640;p14"/>
              <p:cNvSpPr/>
              <p:nvPr/>
            </p:nvSpPr>
            <p:spPr>
              <a:xfrm>
                <a:off x="630" y="2582"/>
                <a:ext cx="691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641" name="Google Shape;641;p14"/>
            <p:cNvSpPr/>
            <p:nvPr/>
          </p:nvSpPr>
          <p:spPr>
            <a:xfrm>
              <a:off x="5250" y="429"/>
              <a:ext cx="69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42" name="Google Shape;642;p1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43" name="Google Shape;643;p1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44" name="Google Shape;644;p14"/>
            <p:cNvSpPr/>
            <p:nvPr/>
          </p:nvSpPr>
          <p:spPr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45" name="Google Shape;645;p1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46" name="Google Shape;646;p14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47" name="Google Shape;647;p14"/>
            <p:cNvSpPr/>
            <p:nvPr/>
          </p:nvSpPr>
          <p:spPr>
            <a:xfrm>
              <a:off x="4203" y="2712"/>
              <a:ext cx="1072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48" name="Google Shape;648;p14"/>
            <p:cNvSpPr/>
            <p:nvPr/>
          </p:nvSpPr>
          <p:spPr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49" name="Google Shape;649;p14"/>
            <p:cNvSpPr/>
            <p:nvPr/>
          </p:nvSpPr>
          <p:spPr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14"/>
            <p:cNvSpPr/>
            <p:nvPr/>
          </p:nvSpPr>
          <p:spPr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1" name="Google Shape;651;p14"/>
            <p:cNvSpPr/>
            <p:nvPr/>
          </p:nvSpPr>
          <p:spPr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5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Connection-oriented demultiplexing</a:t>
            </a:r>
            <a:endParaRPr/>
          </a:p>
        </p:txBody>
      </p:sp>
      <p:sp>
        <p:nvSpPr>
          <p:cNvPr id="658" name="Google Shape;658;p15"/>
          <p:cNvSpPr txBox="1"/>
          <p:nvPr/>
        </p:nvSpPr>
        <p:spPr>
          <a:xfrm>
            <a:off x="798689" y="1495768"/>
            <a:ext cx="4770837" cy="2942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6225" lvl="0" marL="400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socket identified by 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4-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tuple: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IP address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port number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 IP address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 port number</a:t>
            </a:r>
            <a:endParaRPr/>
          </a:p>
        </p:txBody>
      </p:sp>
      <p:sp>
        <p:nvSpPr>
          <p:cNvPr id="659" name="Google Shape;659;p15"/>
          <p:cNvSpPr txBox="1"/>
          <p:nvPr/>
        </p:nvSpPr>
        <p:spPr>
          <a:xfrm>
            <a:off x="6476415" y="1510775"/>
            <a:ext cx="5036711" cy="4974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8925" lvl="0" marL="4683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may support many simultaneous TCP sockets: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socket identified by its own 4-tuple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socket associated with a different connecting client</a:t>
            </a:r>
            <a:endParaRPr/>
          </a:p>
        </p:txBody>
      </p:sp>
      <p:sp>
        <p:nvSpPr>
          <p:cNvPr id="660" name="Google Shape;660;p15"/>
          <p:cNvSpPr txBox="1"/>
          <p:nvPr/>
        </p:nvSpPr>
        <p:spPr>
          <a:xfrm>
            <a:off x="784324" y="4284442"/>
            <a:ext cx="4770837" cy="2228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400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demux: receiver uses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all four values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(4-tuple)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direct segment to appropriate socket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6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Connection-oriented demultiplexing: example</a:t>
            </a:r>
            <a:endParaRPr/>
          </a:p>
        </p:txBody>
      </p:sp>
      <p:sp>
        <p:nvSpPr>
          <p:cNvPr id="667" name="Google Shape;667;p16"/>
          <p:cNvSpPr/>
          <p:nvPr/>
        </p:nvSpPr>
        <p:spPr>
          <a:xfrm>
            <a:off x="4454236" y="1478017"/>
            <a:ext cx="552450" cy="2082800"/>
          </a:xfrm>
          <a:custGeom>
            <a:rect b="b" l="l" r="r" t="t"/>
            <a:pathLst>
              <a:path extrusionOk="0" h="1312" w="348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8" name="Google Shape;668;p16"/>
          <p:cNvSpPr/>
          <p:nvPr/>
        </p:nvSpPr>
        <p:spPr>
          <a:xfrm>
            <a:off x="2052349" y="1657405"/>
            <a:ext cx="460375" cy="2193925"/>
          </a:xfrm>
          <a:custGeom>
            <a:rect b="b" l="l" r="r" t="t"/>
            <a:pathLst>
              <a:path extrusionOk="0" h="1382" w="290">
                <a:moveTo>
                  <a:pt x="15" y="1382"/>
                </a:moveTo>
                <a:lnTo>
                  <a:pt x="0" y="1360"/>
                </a:lnTo>
                <a:lnTo>
                  <a:pt x="290" y="0"/>
                </a:lnTo>
                <a:lnTo>
                  <a:pt x="284" y="1258"/>
                </a:lnTo>
                <a:lnTo>
                  <a:pt x="182" y="1382"/>
                </a:lnTo>
                <a:lnTo>
                  <a:pt x="15" y="1382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9" name="Google Shape;669;p16"/>
          <p:cNvSpPr/>
          <p:nvPr/>
        </p:nvSpPr>
        <p:spPr>
          <a:xfrm>
            <a:off x="2568286" y="1624067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0" name="Google Shape;670;p16"/>
          <p:cNvSpPr/>
          <p:nvPr/>
        </p:nvSpPr>
        <p:spPr>
          <a:xfrm>
            <a:off x="2530186" y="1678042"/>
            <a:ext cx="1273175" cy="1979613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71" name="Google Shape;671;p16"/>
          <p:cNvCxnSpPr/>
          <p:nvPr/>
        </p:nvCxnSpPr>
        <p:spPr>
          <a:xfrm>
            <a:off x="2539711" y="2438455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2" name="Google Shape;672;p16"/>
          <p:cNvSpPr txBox="1"/>
          <p:nvPr/>
        </p:nvSpPr>
        <p:spPr>
          <a:xfrm>
            <a:off x="2496849" y="2420992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cxnSp>
        <p:nvCxnSpPr>
          <p:cNvPr id="673" name="Google Shape;673;p16"/>
          <p:cNvCxnSpPr/>
          <p:nvPr/>
        </p:nvCxnSpPr>
        <p:spPr>
          <a:xfrm>
            <a:off x="2547649" y="2759130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" name="Google Shape;674;p16"/>
          <p:cNvCxnSpPr/>
          <p:nvPr/>
        </p:nvCxnSpPr>
        <p:spPr>
          <a:xfrm>
            <a:off x="2533361" y="306869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16"/>
          <p:cNvCxnSpPr/>
          <p:nvPr/>
        </p:nvCxnSpPr>
        <p:spPr>
          <a:xfrm>
            <a:off x="2533361" y="335444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6" name="Google Shape;676;p16"/>
          <p:cNvSpPr txBox="1"/>
          <p:nvPr/>
        </p:nvSpPr>
        <p:spPr>
          <a:xfrm>
            <a:off x="2531774" y="1668517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677" name="Google Shape;677;p16"/>
          <p:cNvSpPr txBox="1"/>
          <p:nvPr/>
        </p:nvSpPr>
        <p:spPr>
          <a:xfrm>
            <a:off x="2487324" y="3325867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678" name="Google Shape;678;p16"/>
          <p:cNvSpPr txBox="1"/>
          <p:nvPr/>
        </p:nvSpPr>
        <p:spPr>
          <a:xfrm>
            <a:off x="2506374" y="3040117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679" name="Google Shape;679;p16"/>
          <p:cNvSpPr txBox="1"/>
          <p:nvPr/>
        </p:nvSpPr>
        <p:spPr>
          <a:xfrm>
            <a:off x="2496849" y="2744842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680" name="Google Shape;680;p16"/>
          <p:cNvSpPr/>
          <p:nvPr/>
        </p:nvSpPr>
        <p:spPr>
          <a:xfrm>
            <a:off x="2866736" y="1954267"/>
            <a:ext cx="598488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/>
          </a:p>
        </p:txBody>
      </p:sp>
      <p:grpSp>
        <p:nvGrpSpPr>
          <p:cNvPr id="681" name="Google Shape;681;p16"/>
          <p:cNvGrpSpPr/>
          <p:nvPr/>
        </p:nvGrpSpPr>
        <p:grpSpPr>
          <a:xfrm>
            <a:off x="2834986" y="2278117"/>
            <a:ext cx="620713" cy="228600"/>
            <a:chOff x="1287" y="2524"/>
            <a:chExt cx="260" cy="100"/>
          </a:xfrm>
        </p:grpSpPr>
        <p:sp>
          <p:nvSpPr>
            <p:cNvPr id="682" name="Google Shape;682;p16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83" name="Google Shape;683;p16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84" name="Google Shape;684;p16"/>
            <p:cNvSpPr/>
            <p:nvPr/>
          </p:nvSpPr>
          <p:spPr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85" name="Google Shape;685;p16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686" name="Google Shape;686;p16"/>
          <p:cNvSpPr/>
          <p:nvPr/>
        </p:nvSpPr>
        <p:spPr>
          <a:xfrm>
            <a:off x="5067011" y="1390705"/>
            <a:ext cx="2254250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7" name="Google Shape;687;p16"/>
          <p:cNvSpPr/>
          <p:nvPr/>
        </p:nvSpPr>
        <p:spPr>
          <a:xfrm>
            <a:off x="5013036" y="1468492"/>
            <a:ext cx="2225675" cy="1979613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8" name="Google Shape;688;p16"/>
          <p:cNvSpPr txBox="1"/>
          <p:nvPr/>
        </p:nvSpPr>
        <p:spPr>
          <a:xfrm>
            <a:off x="5438486" y="2197155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sp>
        <p:nvSpPr>
          <p:cNvPr id="689" name="Google Shape;689;p16"/>
          <p:cNvSpPr txBox="1"/>
          <p:nvPr/>
        </p:nvSpPr>
        <p:spPr>
          <a:xfrm>
            <a:off x="5492461" y="1420867"/>
            <a:ext cx="1317625" cy="325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690" name="Google Shape;690;p16"/>
          <p:cNvSpPr txBox="1"/>
          <p:nvPr/>
        </p:nvSpPr>
        <p:spPr>
          <a:xfrm>
            <a:off x="5432136" y="3102030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691" name="Google Shape;691;p16"/>
          <p:cNvSpPr txBox="1"/>
          <p:nvPr/>
        </p:nvSpPr>
        <p:spPr>
          <a:xfrm>
            <a:off x="5432136" y="2816280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692" name="Google Shape;692;p16"/>
          <p:cNvSpPr/>
          <p:nvPr/>
        </p:nvSpPr>
        <p:spPr>
          <a:xfrm>
            <a:off x="5132099" y="1727255"/>
            <a:ext cx="598487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/>
          </a:p>
        </p:txBody>
      </p:sp>
      <p:sp>
        <p:nvSpPr>
          <p:cNvPr id="693" name="Google Shape;693;p16"/>
          <p:cNvSpPr/>
          <p:nvPr/>
        </p:nvSpPr>
        <p:spPr>
          <a:xfrm>
            <a:off x="8202324" y="1616130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4" name="Google Shape;694;p16"/>
          <p:cNvSpPr/>
          <p:nvPr/>
        </p:nvSpPr>
        <p:spPr>
          <a:xfrm>
            <a:off x="8005474" y="1657405"/>
            <a:ext cx="1631950" cy="19796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5" name="Google Shape;695;p16"/>
          <p:cNvSpPr txBox="1"/>
          <p:nvPr/>
        </p:nvSpPr>
        <p:spPr>
          <a:xfrm>
            <a:off x="8130886" y="2413055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endParaRPr/>
          </a:p>
        </p:txBody>
      </p:sp>
      <p:sp>
        <p:nvSpPr>
          <p:cNvPr id="696" name="Google Shape;696;p16"/>
          <p:cNvSpPr txBox="1"/>
          <p:nvPr/>
        </p:nvSpPr>
        <p:spPr>
          <a:xfrm>
            <a:off x="8165811" y="1660580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</p:txBody>
      </p:sp>
      <p:sp>
        <p:nvSpPr>
          <p:cNvPr id="697" name="Google Shape;697;p16"/>
          <p:cNvSpPr txBox="1"/>
          <p:nvPr/>
        </p:nvSpPr>
        <p:spPr>
          <a:xfrm>
            <a:off x="8173749" y="3317930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physical</a:t>
            </a:r>
            <a:endParaRPr/>
          </a:p>
        </p:txBody>
      </p:sp>
      <p:sp>
        <p:nvSpPr>
          <p:cNvPr id="698" name="Google Shape;698;p16"/>
          <p:cNvSpPr txBox="1"/>
          <p:nvPr/>
        </p:nvSpPr>
        <p:spPr>
          <a:xfrm>
            <a:off x="8140411" y="3032180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</a:t>
            </a:r>
            <a:endParaRPr/>
          </a:p>
        </p:txBody>
      </p:sp>
      <p:sp>
        <p:nvSpPr>
          <p:cNvPr id="699" name="Google Shape;699;p16"/>
          <p:cNvSpPr txBox="1"/>
          <p:nvPr/>
        </p:nvSpPr>
        <p:spPr>
          <a:xfrm>
            <a:off x="8130886" y="2736905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sp>
        <p:nvSpPr>
          <p:cNvPr id="700" name="Google Shape;700;p16"/>
          <p:cNvSpPr/>
          <p:nvPr/>
        </p:nvSpPr>
        <p:spPr>
          <a:xfrm>
            <a:off x="8086436" y="1954267"/>
            <a:ext cx="598488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/>
          </a:p>
        </p:txBody>
      </p:sp>
      <p:sp>
        <p:nvSpPr>
          <p:cNvPr id="701" name="Google Shape;701;p16"/>
          <p:cNvSpPr/>
          <p:nvPr/>
        </p:nvSpPr>
        <p:spPr>
          <a:xfrm>
            <a:off x="9661236" y="1636767"/>
            <a:ext cx="504825" cy="2133600"/>
          </a:xfrm>
          <a:custGeom>
            <a:rect b="b" l="l" r="r" t="t"/>
            <a:pathLst>
              <a:path extrusionOk="0" h="1344" w="318">
                <a:moveTo>
                  <a:pt x="318" y="1344"/>
                </a:moveTo>
                <a:lnTo>
                  <a:pt x="12" y="0"/>
                </a:lnTo>
                <a:lnTo>
                  <a:pt x="0" y="1224"/>
                </a:lnTo>
                <a:lnTo>
                  <a:pt x="121" y="1344"/>
                </a:lnTo>
                <a:lnTo>
                  <a:pt x="318" y="1344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2" name="Google Shape;702;p16"/>
          <p:cNvSpPr txBox="1"/>
          <p:nvPr/>
        </p:nvSpPr>
        <p:spPr>
          <a:xfrm flipH="1">
            <a:off x="1723736" y="4418067"/>
            <a:ext cx="1147763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host: IP address A</a:t>
            </a:r>
            <a:endParaRPr/>
          </a:p>
        </p:txBody>
      </p:sp>
      <p:sp>
        <p:nvSpPr>
          <p:cNvPr id="703" name="Google Shape;703;p16"/>
          <p:cNvSpPr txBox="1"/>
          <p:nvPr/>
        </p:nvSpPr>
        <p:spPr>
          <a:xfrm flipH="1">
            <a:off x="9480261" y="4314880"/>
            <a:ext cx="1147763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host: IP address C</a:t>
            </a:r>
            <a:endParaRPr/>
          </a:p>
        </p:txBody>
      </p:sp>
      <p:cxnSp>
        <p:nvCxnSpPr>
          <p:cNvPr id="704" name="Google Shape;704;p16"/>
          <p:cNvCxnSpPr/>
          <p:nvPr/>
        </p:nvCxnSpPr>
        <p:spPr>
          <a:xfrm>
            <a:off x="4989224" y="3144892"/>
            <a:ext cx="223361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" name="Google Shape;705;p16"/>
          <p:cNvCxnSpPr/>
          <p:nvPr/>
        </p:nvCxnSpPr>
        <p:spPr>
          <a:xfrm>
            <a:off x="5005099" y="2843267"/>
            <a:ext cx="223361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6" name="Google Shape;706;p16"/>
          <p:cNvSpPr txBox="1"/>
          <p:nvPr/>
        </p:nvSpPr>
        <p:spPr>
          <a:xfrm>
            <a:off x="5392449" y="2508305"/>
            <a:ext cx="1317625" cy="32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network</a:t>
            </a:r>
            <a:endParaRPr/>
          </a:p>
        </p:txBody>
      </p:sp>
      <p:cxnSp>
        <p:nvCxnSpPr>
          <p:cNvPr id="707" name="Google Shape;707;p16"/>
          <p:cNvCxnSpPr/>
          <p:nvPr/>
        </p:nvCxnSpPr>
        <p:spPr>
          <a:xfrm>
            <a:off x="5008274" y="2521005"/>
            <a:ext cx="223361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16"/>
          <p:cNvCxnSpPr/>
          <p:nvPr/>
        </p:nvCxnSpPr>
        <p:spPr>
          <a:xfrm>
            <a:off x="5011449" y="2198742"/>
            <a:ext cx="223361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09" name="Google Shape;709;p16"/>
          <p:cNvGrpSpPr/>
          <p:nvPr/>
        </p:nvGrpSpPr>
        <p:grpSpPr>
          <a:xfrm>
            <a:off x="5187661" y="2060630"/>
            <a:ext cx="473075" cy="228600"/>
            <a:chOff x="1287" y="2524"/>
            <a:chExt cx="260" cy="100"/>
          </a:xfrm>
        </p:grpSpPr>
        <p:sp>
          <p:nvSpPr>
            <p:cNvPr id="710" name="Google Shape;710;p16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11" name="Google Shape;711;p16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12" name="Google Shape;712;p16"/>
            <p:cNvSpPr/>
            <p:nvPr/>
          </p:nvSpPr>
          <p:spPr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13" name="Google Shape;713;p16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14" name="Google Shape;714;p16"/>
          <p:cNvSpPr/>
          <p:nvPr/>
        </p:nvSpPr>
        <p:spPr>
          <a:xfrm>
            <a:off x="6498936" y="1732017"/>
            <a:ext cx="598488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/>
          </a:p>
        </p:txBody>
      </p:sp>
      <p:sp>
        <p:nvSpPr>
          <p:cNvPr id="715" name="Google Shape;715;p16"/>
          <p:cNvSpPr/>
          <p:nvPr/>
        </p:nvSpPr>
        <p:spPr>
          <a:xfrm>
            <a:off x="5827424" y="1730430"/>
            <a:ext cx="598487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/>
          </a:p>
        </p:txBody>
      </p:sp>
      <p:grpSp>
        <p:nvGrpSpPr>
          <p:cNvPr id="716" name="Google Shape;716;p16"/>
          <p:cNvGrpSpPr/>
          <p:nvPr/>
        </p:nvGrpSpPr>
        <p:grpSpPr>
          <a:xfrm>
            <a:off x="5892511" y="2065392"/>
            <a:ext cx="473075" cy="228600"/>
            <a:chOff x="1287" y="2524"/>
            <a:chExt cx="260" cy="100"/>
          </a:xfrm>
        </p:grpSpPr>
        <p:sp>
          <p:nvSpPr>
            <p:cNvPr id="717" name="Google Shape;717;p16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0" name="Google Shape;720;p16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21" name="Google Shape;721;p16"/>
          <p:cNvGrpSpPr/>
          <p:nvPr/>
        </p:nvGrpSpPr>
        <p:grpSpPr>
          <a:xfrm>
            <a:off x="6564024" y="2070155"/>
            <a:ext cx="473075" cy="228600"/>
            <a:chOff x="1287" y="2524"/>
            <a:chExt cx="260" cy="100"/>
          </a:xfrm>
        </p:grpSpPr>
        <p:sp>
          <p:nvSpPr>
            <p:cNvPr id="722" name="Google Shape;722;p16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3" name="Google Shape;723;p16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4" name="Google Shape;724;p16"/>
            <p:cNvSpPr/>
            <p:nvPr/>
          </p:nvSpPr>
          <p:spPr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5" name="Google Shape;725;p16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cxnSp>
        <p:nvCxnSpPr>
          <p:cNvPr id="726" name="Google Shape;726;p16"/>
          <p:cNvCxnSpPr/>
          <p:nvPr/>
        </p:nvCxnSpPr>
        <p:spPr>
          <a:xfrm>
            <a:off x="7997536" y="3360792"/>
            <a:ext cx="1638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16"/>
          <p:cNvCxnSpPr/>
          <p:nvPr/>
        </p:nvCxnSpPr>
        <p:spPr>
          <a:xfrm>
            <a:off x="7988011" y="3065517"/>
            <a:ext cx="1638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16"/>
          <p:cNvCxnSpPr/>
          <p:nvPr/>
        </p:nvCxnSpPr>
        <p:spPr>
          <a:xfrm>
            <a:off x="7988011" y="2770242"/>
            <a:ext cx="1638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9" name="Google Shape;729;p16"/>
          <p:cNvCxnSpPr/>
          <p:nvPr/>
        </p:nvCxnSpPr>
        <p:spPr>
          <a:xfrm>
            <a:off x="7988011" y="2465442"/>
            <a:ext cx="1638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30" name="Google Shape;730;p16"/>
          <p:cNvGrpSpPr/>
          <p:nvPr/>
        </p:nvGrpSpPr>
        <p:grpSpPr>
          <a:xfrm>
            <a:off x="8140411" y="2292405"/>
            <a:ext cx="473075" cy="228600"/>
            <a:chOff x="1287" y="2524"/>
            <a:chExt cx="260" cy="100"/>
          </a:xfrm>
        </p:grpSpPr>
        <p:sp>
          <p:nvSpPr>
            <p:cNvPr id="731" name="Google Shape;731;p16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35" name="Google Shape;735;p16"/>
          <p:cNvGrpSpPr/>
          <p:nvPr/>
        </p:nvGrpSpPr>
        <p:grpSpPr>
          <a:xfrm>
            <a:off x="8935749" y="2282880"/>
            <a:ext cx="473075" cy="228600"/>
            <a:chOff x="1287" y="2524"/>
            <a:chExt cx="260" cy="100"/>
          </a:xfrm>
        </p:grpSpPr>
        <p:sp>
          <p:nvSpPr>
            <p:cNvPr id="736" name="Google Shape;736;p16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7" name="Google Shape;737;p16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40" name="Google Shape;740;p16"/>
          <p:cNvSpPr/>
          <p:nvPr/>
        </p:nvSpPr>
        <p:spPr>
          <a:xfrm>
            <a:off x="8877011" y="1949505"/>
            <a:ext cx="598488" cy="3048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/>
          </a:p>
        </p:txBody>
      </p:sp>
      <p:grpSp>
        <p:nvGrpSpPr>
          <p:cNvPr id="741" name="Google Shape;741;p16"/>
          <p:cNvGrpSpPr/>
          <p:nvPr/>
        </p:nvGrpSpPr>
        <p:grpSpPr>
          <a:xfrm>
            <a:off x="3128674" y="2152705"/>
            <a:ext cx="2695575" cy="3382962"/>
            <a:chOff x="3128674" y="2152705"/>
            <a:chExt cx="2695575" cy="3382962"/>
          </a:xfrm>
        </p:grpSpPr>
        <p:grpSp>
          <p:nvGrpSpPr>
            <p:cNvPr id="742" name="Google Shape;742;p16"/>
            <p:cNvGrpSpPr/>
            <p:nvPr/>
          </p:nvGrpSpPr>
          <p:grpSpPr>
            <a:xfrm>
              <a:off x="3301711" y="4192642"/>
              <a:ext cx="2173288" cy="1343025"/>
              <a:chOff x="3301711" y="4192642"/>
              <a:chExt cx="2173288" cy="1343025"/>
            </a:xfrm>
          </p:grpSpPr>
          <p:grpSp>
            <p:nvGrpSpPr>
              <p:cNvPr id="743" name="Google Shape;743;p16"/>
              <p:cNvGrpSpPr/>
              <p:nvPr/>
            </p:nvGrpSpPr>
            <p:grpSpPr>
              <a:xfrm>
                <a:off x="3450936" y="4883205"/>
                <a:ext cx="2024063" cy="652462"/>
                <a:chOff x="1079" y="3697"/>
                <a:chExt cx="1275" cy="411"/>
              </a:xfrm>
            </p:grpSpPr>
            <p:sp>
              <p:nvSpPr>
                <p:cNvPr id="744" name="Google Shape;744;p16"/>
                <p:cNvSpPr/>
                <p:nvPr/>
              </p:nvSpPr>
              <p:spPr>
                <a:xfrm>
                  <a:off x="1553" y="3697"/>
                  <a:ext cx="678" cy="138"/>
                </a:xfrm>
                <a:prstGeom prst="rect">
                  <a:avLst/>
                </a:prstGeom>
                <a:solidFill>
                  <a:srgbClr val="3C6CDF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cxnSp>
              <p:nvCxnSpPr>
                <p:cNvPr id="745" name="Google Shape;745;p16"/>
                <p:cNvCxnSpPr/>
                <p:nvPr/>
              </p:nvCxnSpPr>
              <p:spPr>
                <a:xfrm>
                  <a:off x="2179" y="3770"/>
                  <a:ext cx="175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C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746" name="Google Shape;746;p16"/>
                <p:cNvSpPr txBox="1"/>
                <p:nvPr/>
              </p:nvSpPr>
              <p:spPr>
                <a:xfrm>
                  <a:off x="1079" y="3822"/>
                  <a:ext cx="1233" cy="28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Tahoma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  <a:sym typeface="Tahoma"/>
                    </a:rPr>
                    <a:t>source IP,port: A,9157</a:t>
                  </a:r>
                  <a:endParaRPr/>
                </a:p>
                <a:p>
                  <a:pPr indent="0" lvl="0" marL="0" marR="0" rtl="0" algn="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Tahoma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  <a:sym typeface="Tahoma"/>
                    </a:rPr>
                    <a:t>dest IP, port: B,80</a:t>
                  </a:r>
                  <a:endParaRPr/>
                </a:p>
              </p:txBody>
            </p:sp>
          </p:grpSp>
          <p:grpSp>
            <p:nvGrpSpPr>
              <p:cNvPr id="747" name="Google Shape;747;p16"/>
              <p:cNvGrpSpPr/>
              <p:nvPr/>
            </p:nvGrpSpPr>
            <p:grpSpPr>
              <a:xfrm>
                <a:off x="3301711" y="4192642"/>
                <a:ext cx="1887538" cy="652463"/>
                <a:chOff x="2741" y="3750"/>
                <a:chExt cx="1189" cy="411"/>
              </a:xfrm>
            </p:grpSpPr>
            <p:sp>
              <p:nvSpPr>
                <p:cNvPr id="748" name="Google Shape;748;p16"/>
                <p:cNvSpPr/>
                <p:nvPr/>
              </p:nvSpPr>
              <p:spPr>
                <a:xfrm>
                  <a:off x="2859" y="3750"/>
                  <a:ext cx="678" cy="138"/>
                </a:xfrm>
                <a:prstGeom prst="rect">
                  <a:avLst/>
                </a:prstGeom>
                <a:solidFill>
                  <a:srgbClr val="3C6CDF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cxnSp>
              <p:nvCxnSpPr>
                <p:cNvPr id="749" name="Google Shape;749;p16"/>
                <p:cNvCxnSpPr/>
                <p:nvPr/>
              </p:nvCxnSpPr>
              <p:spPr>
                <a:xfrm>
                  <a:off x="2741" y="3837"/>
                  <a:ext cx="175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CC0000"/>
                  </a:solidFill>
                  <a:prstDash val="solid"/>
                  <a:round/>
                  <a:headEnd len="med" w="med" type="triangle"/>
                  <a:tailEnd len="med" w="med" type="none"/>
                </a:ln>
              </p:spPr>
            </p:cxnSp>
            <p:sp>
              <p:nvSpPr>
                <p:cNvPr id="750" name="Google Shape;750;p16"/>
                <p:cNvSpPr txBox="1"/>
                <p:nvPr/>
              </p:nvSpPr>
              <p:spPr>
                <a:xfrm>
                  <a:off x="2813" y="3875"/>
                  <a:ext cx="1117" cy="28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Tahoma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  <a:sym typeface="Tahoma"/>
                    </a:rPr>
                    <a:t>source IP,port: B,80</a:t>
                  </a:r>
                  <a:endParaRPr/>
                </a:p>
                <a:p>
                  <a:pPr indent="0" lvl="0" marL="0" marR="0" rtl="0" algn="l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Tahoma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Tahoma"/>
                      <a:ea typeface="Tahoma"/>
                      <a:cs typeface="Tahoma"/>
                      <a:sym typeface="Tahoma"/>
                    </a:rPr>
                    <a:t>dest IP,port: A,9157</a:t>
                  </a:r>
                  <a:endParaRPr/>
                </a:p>
              </p:txBody>
            </p:sp>
          </p:grpSp>
        </p:grpSp>
        <p:sp>
          <p:nvSpPr>
            <p:cNvPr id="751" name="Google Shape;751;p16"/>
            <p:cNvSpPr/>
            <p:nvPr/>
          </p:nvSpPr>
          <p:spPr>
            <a:xfrm>
              <a:off x="3128674" y="2152705"/>
              <a:ext cx="2695575" cy="2695575"/>
            </a:xfrm>
            <a:custGeom>
              <a:rect b="b" l="l" r="r" t="t"/>
              <a:pathLst>
                <a:path extrusionOk="0" h="1698" w="1698">
                  <a:moveTo>
                    <a:pt x="0" y="131"/>
                  </a:moveTo>
                  <a:lnTo>
                    <a:pt x="0" y="1698"/>
                  </a:lnTo>
                  <a:lnTo>
                    <a:pt x="1698" y="1690"/>
                  </a:lnTo>
                  <a:lnTo>
                    <a:pt x="1691" y="148"/>
                  </a:lnTo>
                  <a:lnTo>
                    <a:pt x="1443" y="0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52" name="Google Shape;752;p16"/>
          <p:cNvSpPr/>
          <p:nvPr/>
        </p:nvSpPr>
        <p:spPr>
          <a:xfrm>
            <a:off x="6114761" y="2184455"/>
            <a:ext cx="3089275" cy="3252787"/>
          </a:xfrm>
          <a:custGeom>
            <a:rect b="b" l="l" r="r" t="t"/>
            <a:pathLst>
              <a:path extrusionOk="0" h="1801" w="1946">
                <a:moveTo>
                  <a:pt x="0" y="0"/>
                </a:moveTo>
                <a:lnTo>
                  <a:pt x="0" y="1801"/>
                </a:lnTo>
                <a:lnTo>
                  <a:pt x="1946" y="1794"/>
                </a:lnTo>
                <a:lnTo>
                  <a:pt x="1925" y="132"/>
                </a:ln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53" name="Google Shape;753;p16"/>
          <p:cNvGrpSpPr/>
          <p:nvPr/>
        </p:nvGrpSpPr>
        <p:grpSpPr>
          <a:xfrm>
            <a:off x="6773574" y="2173342"/>
            <a:ext cx="2170112" cy="2876550"/>
            <a:chOff x="6773574" y="2173342"/>
            <a:chExt cx="2170112" cy="2876550"/>
          </a:xfrm>
        </p:grpSpPr>
        <p:sp>
          <p:nvSpPr>
            <p:cNvPr id="754" name="Google Shape;754;p16"/>
            <p:cNvSpPr/>
            <p:nvPr/>
          </p:nvSpPr>
          <p:spPr>
            <a:xfrm>
              <a:off x="6773574" y="2173342"/>
              <a:ext cx="1609725" cy="2465388"/>
            </a:xfrm>
            <a:custGeom>
              <a:rect b="b" l="l" r="r" t="t"/>
              <a:pathLst>
                <a:path extrusionOk="0" h="1480" w="1014">
                  <a:moveTo>
                    <a:pt x="0" y="0"/>
                  </a:moveTo>
                  <a:lnTo>
                    <a:pt x="0" y="1480"/>
                  </a:lnTo>
                  <a:lnTo>
                    <a:pt x="1014" y="1480"/>
                  </a:lnTo>
                  <a:lnTo>
                    <a:pt x="1014" y="146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755" name="Google Shape;755;p16"/>
            <p:cNvGrpSpPr/>
            <p:nvPr/>
          </p:nvGrpSpPr>
          <p:grpSpPr>
            <a:xfrm>
              <a:off x="6871999" y="4397430"/>
              <a:ext cx="2071687" cy="652462"/>
              <a:chOff x="2741" y="3750"/>
              <a:chExt cx="1305" cy="411"/>
            </a:xfrm>
          </p:grpSpPr>
          <p:sp>
            <p:nvSpPr>
              <p:cNvPr id="756" name="Google Shape;756;p16"/>
              <p:cNvSpPr/>
              <p:nvPr/>
            </p:nvSpPr>
            <p:spPr>
              <a:xfrm>
                <a:off x="2859" y="3750"/>
                <a:ext cx="678" cy="138"/>
              </a:xfrm>
              <a:prstGeom prst="rect">
                <a:avLst/>
              </a:prstGeom>
              <a:solidFill>
                <a:srgbClr val="3C6CD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757" name="Google Shape;757;p16"/>
              <p:cNvCxnSpPr/>
              <p:nvPr/>
            </p:nvCxnSpPr>
            <p:spPr>
              <a:xfrm>
                <a:off x="2741" y="3837"/>
                <a:ext cx="175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sp>
            <p:nvSpPr>
              <p:cNvPr id="758" name="Google Shape;758;p16"/>
              <p:cNvSpPr txBox="1"/>
              <p:nvPr/>
            </p:nvSpPr>
            <p:spPr>
              <a:xfrm>
                <a:off x="2813" y="3875"/>
                <a:ext cx="1233" cy="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Tahoma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source IP,port: C,5775</a:t>
                </a:r>
                <a:endParaRPr/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Tahoma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dest IP,port: B,80</a:t>
                </a:r>
                <a:endParaRPr/>
              </a:p>
            </p:txBody>
          </p:sp>
        </p:grpSp>
      </p:grpSp>
      <p:grpSp>
        <p:nvGrpSpPr>
          <p:cNvPr id="759" name="Google Shape;759;p16"/>
          <p:cNvGrpSpPr/>
          <p:nvPr/>
        </p:nvGrpSpPr>
        <p:grpSpPr>
          <a:xfrm>
            <a:off x="6941849" y="5186417"/>
            <a:ext cx="2063750" cy="661988"/>
            <a:chOff x="2741" y="3750"/>
            <a:chExt cx="1300" cy="417"/>
          </a:xfrm>
        </p:grpSpPr>
        <p:sp>
          <p:nvSpPr>
            <p:cNvPr id="760" name="Google Shape;760;p16"/>
            <p:cNvSpPr/>
            <p:nvPr/>
          </p:nvSpPr>
          <p:spPr>
            <a:xfrm>
              <a:off x="2859" y="3750"/>
              <a:ext cx="678" cy="138"/>
            </a:xfrm>
            <a:prstGeom prst="rect">
              <a:avLst/>
            </a:prstGeom>
            <a:solidFill>
              <a:srgbClr val="3C6CD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761" name="Google Shape;761;p16"/>
            <p:cNvCxnSpPr/>
            <p:nvPr/>
          </p:nvCxnSpPr>
          <p:spPr>
            <a:xfrm>
              <a:off x="2741" y="3837"/>
              <a:ext cx="175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762" name="Google Shape;762;p16"/>
            <p:cNvSpPr txBox="1"/>
            <p:nvPr/>
          </p:nvSpPr>
          <p:spPr>
            <a:xfrm>
              <a:off x="2813" y="3875"/>
              <a:ext cx="1228" cy="2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source IP,port: C,9157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dest IP,port: B,80</a:t>
              </a:r>
              <a:endParaRPr/>
            </a:p>
          </p:txBody>
        </p:sp>
      </p:grpSp>
      <p:sp>
        <p:nvSpPr>
          <p:cNvPr id="763" name="Google Shape;763;p16"/>
          <p:cNvSpPr txBox="1"/>
          <p:nvPr/>
        </p:nvSpPr>
        <p:spPr>
          <a:xfrm flipH="1">
            <a:off x="6681499" y="3414767"/>
            <a:ext cx="1147762" cy="5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ill San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server: IP address B</a:t>
            </a:r>
            <a:endParaRPr/>
          </a:p>
        </p:txBody>
      </p:sp>
      <p:grpSp>
        <p:nvGrpSpPr>
          <p:cNvPr id="764" name="Google Shape;764;p16"/>
          <p:cNvGrpSpPr/>
          <p:nvPr/>
        </p:nvGrpSpPr>
        <p:grpSpPr>
          <a:xfrm>
            <a:off x="4455824" y="2905180"/>
            <a:ext cx="358775" cy="704850"/>
            <a:chOff x="4140" y="429"/>
            <a:chExt cx="1425" cy="2396"/>
          </a:xfrm>
        </p:grpSpPr>
        <p:sp>
          <p:nvSpPr>
            <p:cNvPr id="765" name="Google Shape;765;p1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6" name="Google Shape;766;p16"/>
            <p:cNvSpPr/>
            <p:nvPr/>
          </p:nvSpPr>
          <p:spPr>
            <a:xfrm>
              <a:off x="4203" y="429"/>
              <a:ext cx="1053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8" name="Google Shape;768;p1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9" name="Google Shape;769;p16"/>
            <p:cNvSpPr/>
            <p:nvPr/>
          </p:nvSpPr>
          <p:spPr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770" name="Google Shape;770;p16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771" name="Google Shape;771;p16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772" name="Google Shape;772;p16"/>
              <p:cNvSpPr/>
              <p:nvPr/>
            </p:nvSpPr>
            <p:spPr>
              <a:xfrm>
                <a:off x="633" y="2582"/>
                <a:ext cx="692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773" name="Google Shape;773;p16"/>
            <p:cNvSpPr/>
            <p:nvPr/>
          </p:nvSpPr>
          <p:spPr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774" name="Google Shape;774;p16"/>
            <p:cNvGrpSpPr/>
            <p:nvPr/>
          </p:nvGrpSpPr>
          <p:grpSpPr>
            <a:xfrm>
              <a:off x="4745" y="996"/>
              <a:ext cx="580" cy="156"/>
              <a:chOff x="612" y="2570"/>
              <a:chExt cx="724" cy="162"/>
            </a:xfrm>
          </p:grpSpPr>
          <p:sp>
            <p:nvSpPr>
              <p:cNvPr id="775" name="Google Shape;775;p16"/>
              <p:cNvSpPr/>
              <p:nvPr/>
            </p:nvSpPr>
            <p:spPr>
              <a:xfrm>
                <a:off x="612" y="2570"/>
                <a:ext cx="724" cy="16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776" name="Google Shape;776;p16"/>
              <p:cNvSpPr/>
              <p:nvPr/>
            </p:nvSpPr>
            <p:spPr>
              <a:xfrm>
                <a:off x="628" y="2586"/>
                <a:ext cx="692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777" name="Google Shape;777;p16"/>
            <p:cNvSpPr/>
            <p:nvPr/>
          </p:nvSpPr>
          <p:spPr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8" name="Google Shape;778;p16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779" name="Google Shape;779;p16"/>
            <p:cNvGrpSpPr/>
            <p:nvPr/>
          </p:nvGrpSpPr>
          <p:grpSpPr>
            <a:xfrm>
              <a:off x="4733" y="1627"/>
              <a:ext cx="586" cy="151"/>
              <a:chOff x="611" y="2568"/>
              <a:chExt cx="730" cy="139"/>
            </a:xfrm>
          </p:grpSpPr>
          <p:sp>
            <p:nvSpPr>
              <p:cNvPr id="780" name="Google Shape;780;p16"/>
              <p:cNvSpPr/>
              <p:nvPr/>
            </p:nvSpPr>
            <p:spPr>
              <a:xfrm>
                <a:off x="611" y="2568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781" name="Google Shape;781;p16"/>
              <p:cNvSpPr/>
              <p:nvPr/>
            </p:nvSpPr>
            <p:spPr>
              <a:xfrm>
                <a:off x="627" y="2583"/>
                <a:ext cx="699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782" name="Google Shape;782;p1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783" name="Google Shape;783;p16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784" name="Google Shape;784;p16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785" name="Google Shape;785;p16"/>
              <p:cNvSpPr/>
              <p:nvPr/>
            </p:nvSpPr>
            <p:spPr>
              <a:xfrm>
                <a:off x="630" y="2582"/>
                <a:ext cx="691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786" name="Google Shape;786;p16"/>
            <p:cNvSpPr/>
            <p:nvPr/>
          </p:nvSpPr>
          <p:spPr>
            <a:xfrm>
              <a:off x="5250" y="429"/>
              <a:ext cx="69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90" name="Google Shape;790;p1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91" name="Google Shape;791;p16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92" name="Google Shape;792;p16"/>
            <p:cNvSpPr/>
            <p:nvPr/>
          </p:nvSpPr>
          <p:spPr>
            <a:xfrm>
              <a:off x="4203" y="2712"/>
              <a:ext cx="1072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93" name="Google Shape;793;p16"/>
            <p:cNvSpPr/>
            <p:nvPr/>
          </p:nvSpPr>
          <p:spPr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97" name="Google Shape;797;p16"/>
          <p:cNvGrpSpPr/>
          <p:nvPr/>
        </p:nvGrpSpPr>
        <p:grpSpPr>
          <a:xfrm>
            <a:off x="1590386" y="3325867"/>
            <a:ext cx="711200" cy="669925"/>
            <a:chOff x="-44" y="1473"/>
            <a:chExt cx="981" cy="1105"/>
          </a:xfrm>
        </p:grpSpPr>
        <p:pic>
          <p:nvPicPr>
            <p:cNvPr descr="desktop_computer_stylized_medium" id="798" name="Google Shape;798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00" name="Google Shape;800;p16"/>
          <p:cNvGrpSpPr/>
          <p:nvPr/>
        </p:nvGrpSpPr>
        <p:grpSpPr>
          <a:xfrm flipH="1">
            <a:off x="9893011" y="3241730"/>
            <a:ext cx="711200" cy="669925"/>
            <a:chOff x="-44" y="1473"/>
            <a:chExt cx="981" cy="1105"/>
          </a:xfrm>
        </p:grpSpPr>
        <p:pic>
          <p:nvPicPr>
            <p:cNvPr descr="desktop_computer_stylized_medium" id="801" name="Google Shape;80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2" name="Google Shape;802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803" name="Google Shape;803;p16"/>
          <p:cNvSpPr txBox="1"/>
          <p:nvPr/>
        </p:nvSpPr>
        <p:spPr>
          <a:xfrm>
            <a:off x="822086" y="5737235"/>
            <a:ext cx="664284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segments, all destined to IP address: B,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dest port: 80 are demultiplexed to </a:t>
            </a: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different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sockets</a:t>
            </a:r>
            <a:endParaRPr/>
          </a:p>
        </p:txBody>
      </p:sp>
      <p:sp>
        <p:nvSpPr>
          <p:cNvPr id="804" name="Google Shape;804;p16"/>
          <p:cNvSpPr/>
          <p:nvPr/>
        </p:nvSpPr>
        <p:spPr>
          <a:xfrm>
            <a:off x="4454237" y="5186417"/>
            <a:ext cx="1017672" cy="412705"/>
          </a:xfrm>
          <a:prstGeom prst="ellipse">
            <a:avLst/>
          </a:prstGeom>
          <a:noFill/>
          <a:ln cap="flat" cmpd="sng" w="38100">
            <a:solidFill>
              <a:srgbClr val="CD000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6"/>
          <p:cNvSpPr/>
          <p:nvPr/>
        </p:nvSpPr>
        <p:spPr>
          <a:xfrm>
            <a:off x="7577600" y="4694310"/>
            <a:ext cx="1017672" cy="412705"/>
          </a:xfrm>
          <a:prstGeom prst="ellipse">
            <a:avLst/>
          </a:prstGeom>
          <a:noFill/>
          <a:ln cap="flat" cmpd="sng" w="38100">
            <a:solidFill>
              <a:srgbClr val="CD000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6"/>
          <p:cNvSpPr/>
          <p:nvPr/>
        </p:nvSpPr>
        <p:spPr>
          <a:xfrm>
            <a:off x="7631575" y="5530882"/>
            <a:ext cx="1017672" cy="412705"/>
          </a:xfrm>
          <a:prstGeom prst="ellipse">
            <a:avLst/>
          </a:prstGeom>
          <a:noFill/>
          <a:ln cap="flat" cmpd="sng" w="38100">
            <a:solidFill>
              <a:srgbClr val="CD000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apache web server logo" id="807" name="Google Shape;80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2538" y="1073700"/>
            <a:ext cx="1474756" cy="644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7"/>
          <p:cNvSpPr txBox="1"/>
          <p:nvPr>
            <p:ph type="title"/>
          </p:nvPr>
        </p:nvSpPr>
        <p:spPr>
          <a:xfrm>
            <a:off x="798690" y="289325"/>
            <a:ext cx="11100625" cy="120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Summary</a:t>
            </a:r>
            <a:endParaRPr/>
          </a:p>
        </p:txBody>
      </p:sp>
      <p:sp>
        <p:nvSpPr>
          <p:cNvPr id="814" name="Google Shape;814;p17"/>
          <p:cNvSpPr txBox="1"/>
          <p:nvPr/>
        </p:nvSpPr>
        <p:spPr>
          <a:xfrm>
            <a:off x="798690" y="1610067"/>
            <a:ext cx="11100625" cy="5247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4635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Noto Sans Symbols"/>
              <a:buChar char="▪"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Multiplexing, demultiplexing: based</a:t>
            </a: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on segment, datagram header field values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4635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Noto Sans Symbols"/>
              <a:buChar char="▪"/>
            </a:pPr>
            <a:r>
              <a:rPr b="1" lang="en-US" sz="4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UDP: </a:t>
            </a: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demultiplexing using destination port number (only)</a:t>
            </a:r>
            <a:endParaRPr/>
          </a:p>
          <a:p>
            <a:pPr indent="-339725" lvl="0" marL="4635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Noto Sans Symbols"/>
              <a:buChar char="▪"/>
            </a:pPr>
            <a:r>
              <a:rPr b="1" i="0" lang="en-US" sz="4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TCP: </a:t>
            </a: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demultiplexing using 4-tuple: source and destination IP addresses, and port numbers</a:t>
            </a:r>
            <a:endParaRPr/>
          </a:p>
          <a:p>
            <a:pPr indent="-339725" lvl="0" marL="4635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Noto Sans Symbols"/>
              <a:buChar char="▪"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Multiplexing/demultiplexing happen at </a:t>
            </a:r>
            <a:r>
              <a:rPr b="0" i="1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layers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8"/>
          <p:cNvSpPr txBox="1"/>
          <p:nvPr>
            <p:ph type="title"/>
          </p:nvPr>
        </p:nvSpPr>
        <p:spPr>
          <a:xfrm>
            <a:off x="580529" y="650420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Transport Layer</a:t>
            </a:r>
            <a:endParaRPr sz="6000"/>
          </a:p>
        </p:txBody>
      </p:sp>
      <p:sp>
        <p:nvSpPr>
          <p:cNvPr id="821" name="Google Shape;821;p18"/>
          <p:cNvSpPr txBox="1"/>
          <p:nvPr>
            <p:ph idx="2" type="body"/>
          </p:nvPr>
        </p:nvSpPr>
        <p:spPr>
          <a:xfrm>
            <a:off x="590430" y="1783836"/>
            <a:ext cx="737246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Transport-layer services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13A3"/>
              </a:buClr>
              <a:buSzPts val="3600"/>
              <a:buChar char="▪"/>
            </a:pPr>
            <a:r>
              <a:rPr lang="en-US" sz="3600"/>
              <a:t>Multiplexing and demultiplexing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Connectionless transport: UDP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reliable data transfer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Connection-oriented transport: TCP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congestion control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TCP congestion control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Evolution of transport-layer functionality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3A3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grpSp>
        <p:nvGrpSpPr>
          <p:cNvPr id="822" name="Google Shape;822;p18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823" name="Google Shape;823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4" name="Google Shape;824;p18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825" name="Google Shape;825;p18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826" name="Google Shape;826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7" name="Google Shape;827;p18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8" name="Google Shape;828;p18"/>
          <p:cNvGrpSpPr/>
          <p:nvPr/>
        </p:nvGrpSpPr>
        <p:grpSpPr>
          <a:xfrm>
            <a:off x="706121" y="6088211"/>
            <a:ext cx="6892924" cy="461665"/>
            <a:chOff x="731521" y="6141551"/>
            <a:chExt cx="6892924" cy="461665"/>
          </a:xfrm>
        </p:grpSpPr>
        <p:sp>
          <p:nvSpPr>
            <p:cNvPr id="829" name="Google Shape;829;p18"/>
            <p:cNvSpPr txBox="1"/>
            <p:nvPr/>
          </p:nvSpPr>
          <p:spPr>
            <a:xfrm>
              <a:off x="731521" y="6141551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    2020, J.F. Kurose, All Rights Reserved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   1996-2020, J.F. Kurose, K.W. Ross, All Rights Reserved</a:t>
              </a:r>
              <a:endParaRPr/>
            </a:p>
          </p:txBody>
        </p:sp>
        <p:grpSp>
          <p:nvGrpSpPr>
            <p:cNvPr id="830" name="Google Shape;830;p18"/>
            <p:cNvGrpSpPr/>
            <p:nvPr/>
          </p:nvGrpSpPr>
          <p:grpSpPr>
            <a:xfrm>
              <a:off x="1252378" y="6209727"/>
              <a:ext cx="473108" cy="346349"/>
              <a:chOff x="1252378" y="6209727"/>
              <a:chExt cx="473108" cy="346349"/>
            </a:xfrm>
          </p:grpSpPr>
          <p:pic>
            <p:nvPicPr>
              <p:cNvPr id="831" name="Google Shape;831;p1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252378" y="6209727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32" name="Google Shape;832;p1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99650" y="6395855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8" name="Google Shape;838;p19"/>
          <p:cNvGrpSpPr/>
          <p:nvPr/>
        </p:nvGrpSpPr>
        <p:grpSpPr>
          <a:xfrm>
            <a:off x="141514" y="827314"/>
            <a:ext cx="11908971" cy="4739615"/>
            <a:chOff x="2511281" y="3262667"/>
            <a:chExt cx="7770812" cy="3121540"/>
          </a:xfrm>
        </p:grpSpPr>
        <p:sp>
          <p:nvSpPr>
            <p:cNvPr id="839" name="Google Shape;839;p19"/>
            <p:cNvSpPr/>
            <p:nvPr/>
          </p:nvSpPr>
          <p:spPr>
            <a:xfrm>
              <a:off x="5108431" y="3572744"/>
              <a:ext cx="552450" cy="2082800"/>
            </a:xfrm>
            <a:custGeom>
              <a:rect b="b" l="l" r="r" t="t"/>
              <a:pathLst>
                <a:path extrusionOk="0" h="1312" w="348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40" name="Google Shape;840;p19"/>
            <p:cNvSpPr/>
            <p:nvPr/>
          </p:nvSpPr>
          <p:spPr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1" name="Google Shape;841;p19"/>
            <p:cNvSpPr/>
            <p:nvPr/>
          </p:nvSpPr>
          <p:spPr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42" name="Google Shape;842;p19"/>
            <p:cNvCxnSpPr/>
            <p:nvPr/>
          </p:nvCxnSpPr>
          <p:spPr>
            <a:xfrm>
              <a:off x="5627543" y="4447457"/>
              <a:ext cx="146050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43" name="Google Shape;843;p19"/>
            <p:cNvSpPr txBox="1"/>
            <p:nvPr/>
          </p:nvSpPr>
          <p:spPr>
            <a:xfrm>
              <a:off x="5698981" y="4480178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844" name="Google Shape;844;p19"/>
            <p:cNvCxnSpPr/>
            <p:nvPr/>
          </p:nvCxnSpPr>
          <p:spPr>
            <a:xfrm>
              <a:off x="5629131" y="476495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45" name="Google Shape;845;p19"/>
            <p:cNvSpPr txBox="1"/>
            <p:nvPr/>
          </p:nvSpPr>
          <p:spPr>
            <a:xfrm>
              <a:off x="5692631" y="5377884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846" name="Google Shape;846;p19"/>
            <p:cNvSpPr txBox="1"/>
            <p:nvPr/>
          </p:nvSpPr>
          <p:spPr>
            <a:xfrm>
              <a:off x="5692631" y="5084965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847" name="Google Shape;847;p19"/>
            <p:cNvSpPr txBox="1"/>
            <p:nvPr/>
          </p:nvSpPr>
          <p:spPr>
            <a:xfrm>
              <a:off x="5692631" y="479368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cxnSp>
          <p:nvCxnSpPr>
            <p:cNvPr id="848" name="Google Shape;848;p19"/>
            <p:cNvCxnSpPr/>
            <p:nvPr/>
          </p:nvCxnSpPr>
          <p:spPr>
            <a:xfrm>
              <a:off x="5625956" y="507610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9" name="Google Shape;849;p19"/>
            <p:cNvCxnSpPr/>
            <p:nvPr/>
          </p:nvCxnSpPr>
          <p:spPr>
            <a:xfrm>
              <a:off x="5622781" y="537455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50" name="Google Shape;850;p19"/>
            <p:cNvSpPr/>
            <p:nvPr/>
          </p:nvSpPr>
          <p:spPr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1" name="Google Shape;851;p19"/>
            <p:cNvSpPr/>
            <p:nvPr/>
          </p:nvSpPr>
          <p:spPr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52" name="Google Shape;852;p19"/>
            <p:cNvCxnSpPr/>
            <p:nvPr/>
          </p:nvCxnSpPr>
          <p:spPr>
            <a:xfrm>
              <a:off x="7889731" y="4807819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53" name="Google Shape;853;p19"/>
            <p:cNvSpPr txBox="1"/>
            <p:nvPr/>
          </p:nvSpPr>
          <p:spPr>
            <a:xfrm>
              <a:off x="7846868" y="4833372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854" name="Google Shape;854;p19"/>
            <p:cNvCxnSpPr/>
            <p:nvPr/>
          </p:nvCxnSpPr>
          <p:spPr>
            <a:xfrm>
              <a:off x="7897668" y="512849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5" name="Google Shape;855;p19"/>
            <p:cNvCxnSpPr/>
            <p:nvPr/>
          </p:nvCxnSpPr>
          <p:spPr>
            <a:xfrm>
              <a:off x="7883381" y="543805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6" name="Google Shape;856;p19"/>
            <p:cNvCxnSpPr/>
            <p:nvPr/>
          </p:nvCxnSpPr>
          <p:spPr>
            <a:xfrm>
              <a:off x="7883381" y="572380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57" name="Google Shape;857;p19"/>
            <p:cNvSpPr txBox="1"/>
            <p:nvPr/>
          </p:nvSpPr>
          <p:spPr>
            <a:xfrm>
              <a:off x="7881793" y="4037882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  <p:sp>
          <p:nvSpPr>
            <p:cNvPr id="858" name="Google Shape;858;p19"/>
            <p:cNvSpPr txBox="1"/>
            <p:nvPr/>
          </p:nvSpPr>
          <p:spPr>
            <a:xfrm>
              <a:off x="7837343" y="574541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859" name="Google Shape;859;p19"/>
            <p:cNvSpPr txBox="1"/>
            <p:nvPr/>
          </p:nvSpPr>
          <p:spPr>
            <a:xfrm>
              <a:off x="7849290" y="543815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860" name="Google Shape;860;p19"/>
            <p:cNvSpPr txBox="1"/>
            <p:nvPr/>
          </p:nvSpPr>
          <p:spPr>
            <a:xfrm>
              <a:off x="7846868" y="5150053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sp>
          <p:nvSpPr>
            <p:cNvPr id="861" name="Google Shape;861;p19"/>
            <p:cNvSpPr/>
            <p:nvPr/>
          </p:nvSpPr>
          <p:spPr>
            <a:xfrm>
              <a:off x="9166081" y="4025182"/>
              <a:ext cx="581025" cy="2038350"/>
            </a:xfrm>
            <a:custGeom>
              <a:rect b="b" l="l" r="r" t="t"/>
              <a:pathLst>
                <a:path extrusionOk="0" h="1284" w="366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2" name="Google Shape;862;p19"/>
            <p:cNvSpPr/>
            <p:nvPr/>
          </p:nvSpPr>
          <p:spPr>
            <a:xfrm>
              <a:off x="2976418" y="4045819"/>
              <a:ext cx="552450" cy="2082800"/>
            </a:xfrm>
            <a:custGeom>
              <a:rect b="b" l="l" r="r" t="t"/>
              <a:pathLst>
                <a:path extrusionOk="0" h="1312" w="348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3" name="Google Shape;863;p19"/>
            <p:cNvSpPr/>
            <p:nvPr/>
          </p:nvSpPr>
          <p:spPr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4" name="Google Shape;864;p19"/>
            <p:cNvSpPr/>
            <p:nvPr/>
          </p:nvSpPr>
          <p:spPr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65" name="Google Shape;865;p19"/>
            <p:cNvCxnSpPr/>
            <p:nvPr/>
          </p:nvCxnSpPr>
          <p:spPr>
            <a:xfrm>
              <a:off x="3544743" y="481575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6" name="Google Shape;866;p19"/>
            <p:cNvSpPr txBox="1"/>
            <p:nvPr/>
          </p:nvSpPr>
          <p:spPr>
            <a:xfrm>
              <a:off x="3501881" y="484130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867" name="Google Shape;867;p19"/>
            <p:cNvCxnSpPr/>
            <p:nvPr/>
          </p:nvCxnSpPr>
          <p:spPr>
            <a:xfrm>
              <a:off x="3552681" y="5136432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8" name="Google Shape;868;p19"/>
            <p:cNvCxnSpPr/>
            <p:nvPr/>
          </p:nvCxnSpPr>
          <p:spPr>
            <a:xfrm>
              <a:off x="3538393" y="544599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9" name="Google Shape;869;p19"/>
            <p:cNvCxnSpPr/>
            <p:nvPr/>
          </p:nvCxnSpPr>
          <p:spPr>
            <a:xfrm>
              <a:off x="3538393" y="573174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70" name="Google Shape;870;p19"/>
            <p:cNvSpPr txBox="1"/>
            <p:nvPr/>
          </p:nvSpPr>
          <p:spPr>
            <a:xfrm>
              <a:off x="3536806" y="404581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  <p:sp>
          <p:nvSpPr>
            <p:cNvPr id="871" name="Google Shape;871;p19"/>
            <p:cNvSpPr txBox="1"/>
            <p:nvPr/>
          </p:nvSpPr>
          <p:spPr>
            <a:xfrm>
              <a:off x="3492356" y="5746184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872" name="Google Shape;872;p19"/>
            <p:cNvSpPr txBox="1"/>
            <p:nvPr/>
          </p:nvSpPr>
          <p:spPr>
            <a:xfrm>
              <a:off x="3511406" y="545326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873" name="Google Shape;873;p19"/>
            <p:cNvSpPr txBox="1"/>
            <p:nvPr/>
          </p:nvSpPr>
          <p:spPr>
            <a:xfrm>
              <a:off x="3501881" y="5157990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grpSp>
          <p:nvGrpSpPr>
            <p:cNvPr id="874" name="Google Shape;874;p19"/>
            <p:cNvGrpSpPr/>
            <p:nvPr/>
          </p:nvGrpSpPr>
          <p:grpSpPr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descr="desktop_computer_stylized_medium" id="875" name="Google Shape;875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76" name="Google Shape;876;p1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877" name="Google Shape;877;p19"/>
            <p:cNvGrpSpPr/>
            <p:nvPr/>
          </p:nvGrpSpPr>
          <p:grpSpPr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descr="desktop_computer_stylized_medium" id="878" name="Google Shape;878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79" name="Google Shape;879;p1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880" name="Google Shape;880;p19"/>
            <p:cNvGrpSpPr/>
            <p:nvPr/>
          </p:nvGrpSpPr>
          <p:grpSpPr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881" name="Google Shape;881;p19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82" name="Google Shape;882;p19"/>
              <p:cNvSpPr/>
              <p:nvPr/>
            </p:nvSpPr>
            <p:spPr>
              <a:xfrm>
                <a:off x="4203" y="429"/>
                <a:ext cx="1053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83" name="Google Shape;883;p19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84" name="Google Shape;884;p19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85" name="Google Shape;885;p19"/>
              <p:cNvSpPr/>
              <p:nvPr/>
            </p:nvSpPr>
            <p:spPr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886" name="Google Shape;886;p19"/>
              <p:cNvGrpSpPr/>
              <p:nvPr/>
            </p:nvGrpSpPr>
            <p:grpSpPr>
              <a:xfrm>
                <a:off x="4751" y="667"/>
                <a:ext cx="580" cy="146"/>
                <a:chOff x="617" y="2567"/>
                <a:chExt cx="724" cy="140"/>
              </a:xfrm>
            </p:grpSpPr>
            <p:sp>
              <p:nvSpPr>
                <p:cNvPr id="887" name="Google Shape;887;p19"/>
                <p:cNvSpPr/>
                <p:nvPr/>
              </p:nvSpPr>
              <p:spPr>
                <a:xfrm>
                  <a:off x="617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888" name="Google Shape;888;p19"/>
                <p:cNvSpPr/>
                <p:nvPr/>
              </p:nvSpPr>
              <p:spPr>
                <a:xfrm>
                  <a:off x="633" y="2582"/>
                  <a:ext cx="692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889" name="Google Shape;889;p19"/>
              <p:cNvSpPr/>
              <p:nvPr/>
            </p:nvSpPr>
            <p:spPr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890" name="Google Shape;890;p19"/>
              <p:cNvGrpSpPr/>
              <p:nvPr/>
            </p:nvGrpSpPr>
            <p:grpSpPr>
              <a:xfrm>
                <a:off x="4745" y="996"/>
                <a:ext cx="580" cy="156"/>
                <a:chOff x="612" y="2570"/>
                <a:chExt cx="724" cy="162"/>
              </a:xfrm>
            </p:grpSpPr>
            <p:sp>
              <p:nvSpPr>
                <p:cNvPr id="891" name="Google Shape;891;p19"/>
                <p:cNvSpPr/>
                <p:nvPr/>
              </p:nvSpPr>
              <p:spPr>
                <a:xfrm>
                  <a:off x="612" y="2570"/>
                  <a:ext cx="724" cy="16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892" name="Google Shape;892;p19"/>
                <p:cNvSpPr/>
                <p:nvPr/>
              </p:nvSpPr>
              <p:spPr>
                <a:xfrm>
                  <a:off x="628" y="2586"/>
                  <a:ext cx="69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893" name="Google Shape;893;p19"/>
              <p:cNvSpPr/>
              <p:nvPr/>
            </p:nvSpPr>
            <p:spPr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94" name="Google Shape;894;p19"/>
              <p:cNvSpPr/>
              <p:nvPr/>
            </p:nvSpPr>
            <p:spPr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895" name="Google Shape;895;p19"/>
              <p:cNvGrpSpPr/>
              <p:nvPr/>
            </p:nvGrpSpPr>
            <p:grpSpPr>
              <a:xfrm>
                <a:off x="4733" y="1627"/>
                <a:ext cx="586" cy="151"/>
                <a:chOff x="611" y="2568"/>
                <a:chExt cx="730" cy="139"/>
              </a:xfrm>
            </p:grpSpPr>
            <p:sp>
              <p:nvSpPr>
                <p:cNvPr id="896" name="Google Shape;896;p19"/>
                <p:cNvSpPr/>
                <p:nvPr/>
              </p:nvSpPr>
              <p:spPr>
                <a:xfrm>
                  <a:off x="611" y="2568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897" name="Google Shape;897;p19"/>
                <p:cNvSpPr/>
                <p:nvPr/>
              </p:nvSpPr>
              <p:spPr>
                <a:xfrm>
                  <a:off x="627" y="2583"/>
                  <a:ext cx="699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898" name="Google Shape;898;p19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899" name="Google Shape;899;p19"/>
              <p:cNvGrpSpPr/>
              <p:nvPr/>
            </p:nvGrpSpPr>
            <p:grpSpPr>
              <a:xfrm>
                <a:off x="4739" y="1325"/>
                <a:ext cx="580" cy="140"/>
                <a:chOff x="614" y="2566"/>
                <a:chExt cx="723" cy="140"/>
              </a:xfrm>
            </p:grpSpPr>
            <p:sp>
              <p:nvSpPr>
                <p:cNvPr id="900" name="Google Shape;900;p19"/>
                <p:cNvSpPr/>
                <p:nvPr/>
              </p:nvSpPr>
              <p:spPr>
                <a:xfrm>
                  <a:off x="614" y="2566"/>
                  <a:ext cx="723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901" name="Google Shape;901;p19"/>
                <p:cNvSpPr/>
                <p:nvPr/>
              </p:nvSpPr>
              <p:spPr>
                <a:xfrm>
                  <a:off x="630" y="2582"/>
                  <a:ext cx="691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902" name="Google Shape;902;p19"/>
              <p:cNvSpPr/>
              <p:nvPr/>
            </p:nvSpPr>
            <p:spPr>
              <a:xfrm>
                <a:off x="5250" y="429"/>
                <a:ext cx="69" cy="2288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03" name="Google Shape;903;p19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04" name="Google Shape;904;p19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05" name="Google Shape;905;p19"/>
              <p:cNvSpPr/>
              <p:nvPr/>
            </p:nvSpPr>
            <p:spPr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06" name="Google Shape;906;p19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07" name="Google Shape;907;p19"/>
              <p:cNvSpPr/>
              <p:nvPr/>
            </p:nvSpPr>
            <p:spPr>
              <a:xfrm>
                <a:off x="4140" y="2679"/>
                <a:ext cx="1198" cy="146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08" name="Google Shape;908;p19"/>
              <p:cNvSpPr/>
              <p:nvPr/>
            </p:nvSpPr>
            <p:spPr>
              <a:xfrm>
                <a:off x="4203" y="2712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09" name="Google Shape;909;p19"/>
              <p:cNvSpPr/>
              <p:nvPr/>
            </p:nvSpPr>
            <p:spPr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10" name="Google Shape;910;p19"/>
              <p:cNvSpPr/>
              <p:nvPr/>
            </p:nvSpPr>
            <p:spPr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19"/>
              <p:cNvSpPr/>
              <p:nvPr/>
            </p:nvSpPr>
            <p:spPr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12" name="Google Shape;912;p19"/>
              <p:cNvSpPr/>
              <p:nvPr/>
            </p:nvSpPr>
            <p:spPr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pic>
          <p:nvPicPr>
            <p:cNvPr descr="Image result for firefox logo" id="913" name="Google Shape;913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26336" y="4363319"/>
              <a:ext cx="387318" cy="362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4" name="Google Shape;914;p19"/>
            <p:cNvSpPr txBox="1"/>
            <p:nvPr/>
          </p:nvSpPr>
          <p:spPr>
            <a:xfrm>
              <a:off x="5723493" y="3262667"/>
              <a:ext cx="1265812" cy="380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HTTP server</a:t>
              </a:r>
              <a:endParaRPr/>
            </a:p>
          </p:txBody>
        </p:sp>
        <p:pic>
          <p:nvPicPr>
            <p:cNvPr descr="Image result for apache web server logo" id="915" name="Google Shape;915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49399" y="3712220"/>
              <a:ext cx="1425575" cy="6291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firefox logo" id="916" name="Google Shape;916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57699" y="4326644"/>
              <a:ext cx="387318" cy="362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skype logo" id="917" name="Google Shape;917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74515" y="4091654"/>
              <a:ext cx="387318" cy="3929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8" name="Google Shape;918;p19"/>
            <p:cNvSpPr txBox="1"/>
            <p:nvPr/>
          </p:nvSpPr>
          <p:spPr>
            <a:xfrm>
              <a:off x="3822815" y="3627317"/>
              <a:ext cx="642362" cy="380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</a:t>
              </a:r>
              <a:endParaRPr/>
            </a:p>
          </p:txBody>
        </p:sp>
        <p:pic>
          <p:nvPicPr>
            <p:cNvPr descr="Image result for netflix logo png" id="919" name="Google Shape;919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632599" y="4424842"/>
              <a:ext cx="691469" cy="388951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20" name="Google Shape;920;p19"/>
          <p:cNvCxnSpPr>
            <a:stCxn id="908" idx="2"/>
          </p:cNvCxnSpPr>
          <p:nvPr/>
        </p:nvCxnSpPr>
        <p:spPr>
          <a:xfrm>
            <a:off x="4313910" y="4605350"/>
            <a:ext cx="445800" cy="573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1" name="Google Shape;921;p19"/>
          <p:cNvCxnSpPr/>
          <p:nvPr/>
        </p:nvCxnSpPr>
        <p:spPr>
          <a:xfrm>
            <a:off x="1144773" y="5419653"/>
            <a:ext cx="3327335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2" name="Google Shape;922;p19"/>
          <p:cNvCxnSpPr/>
          <p:nvPr/>
        </p:nvCxnSpPr>
        <p:spPr>
          <a:xfrm>
            <a:off x="7155520" y="5240750"/>
            <a:ext cx="3915953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3" name="Google Shape;923;p19"/>
          <p:cNvSpPr/>
          <p:nvPr/>
        </p:nvSpPr>
        <p:spPr>
          <a:xfrm>
            <a:off x="4356586" y="4965666"/>
            <a:ext cx="3127375" cy="1498600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19"/>
          <p:cNvSpPr/>
          <p:nvPr/>
        </p:nvSpPr>
        <p:spPr>
          <a:xfrm>
            <a:off x="4121714" y="636459"/>
            <a:ext cx="4048204" cy="4308589"/>
          </a:xfrm>
          <a:prstGeom prst="ellipse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19"/>
          <p:cNvSpPr/>
          <p:nvPr/>
        </p:nvSpPr>
        <p:spPr>
          <a:xfrm>
            <a:off x="584416" y="1230914"/>
            <a:ext cx="4048204" cy="4308589"/>
          </a:xfrm>
          <a:prstGeom prst="ellipse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19"/>
          <p:cNvSpPr/>
          <p:nvPr/>
        </p:nvSpPr>
        <p:spPr>
          <a:xfrm>
            <a:off x="1402864" y="1799802"/>
            <a:ext cx="2484190" cy="1569703"/>
          </a:xfrm>
          <a:prstGeom prst="ellipse">
            <a:avLst/>
          </a:prstGeom>
          <a:noFill/>
          <a:ln cap="flat" cmpd="sng" w="508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2" name="Google Shape;932;p20"/>
          <p:cNvGrpSpPr/>
          <p:nvPr/>
        </p:nvGrpSpPr>
        <p:grpSpPr>
          <a:xfrm>
            <a:off x="141514" y="827314"/>
            <a:ext cx="11908971" cy="4739615"/>
            <a:chOff x="2511281" y="3262667"/>
            <a:chExt cx="7770812" cy="3121540"/>
          </a:xfrm>
        </p:grpSpPr>
        <p:sp>
          <p:nvSpPr>
            <p:cNvPr id="933" name="Google Shape;933;p20"/>
            <p:cNvSpPr/>
            <p:nvPr/>
          </p:nvSpPr>
          <p:spPr>
            <a:xfrm>
              <a:off x="5108431" y="3572744"/>
              <a:ext cx="552450" cy="2082800"/>
            </a:xfrm>
            <a:custGeom>
              <a:rect b="b" l="l" r="r" t="t"/>
              <a:pathLst>
                <a:path extrusionOk="0" h="1312" w="348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34" name="Google Shape;934;p20"/>
            <p:cNvSpPr/>
            <p:nvPr/>
          </p:nvSpPr>
          <p:spPr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5" name="Google Shape;935;p20"/>
            <p:cNvSpPr/>
            <p:nvPr/>
          </p:nvSpPr>
          <p:spPr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36" name="Google Shape;936;p20"/>
            <p:cNvCxnSpPr/>
            <p:nvPr/>
          </p:nvCxnSpPr>
          <p:spPr>
            <a:xfrm>
              <a:off x="5627543" y="4447457"/>
              <a:ext cx="146050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37" name="Google Shape;937;p20"/>
            <p:cNvSpPr txBox="1"/>
            <p:nvPr/>
          </p:nvSpPr>
          <p:spPr>
            <a:xfrm>
              <a:off x="5698981" y="4480178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938" name="Google Shape;938;p20"/>
            <p:cNvCxnSpPr/>
            <p:nvPr/>
          </p:nvCxnSpPr>
          <p:spPr>
            <a:xfrm>
              <a:off x="5629131" y="476495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39" name="Google Shape;939;p20"/>
            <p:cNvSpPr txBox="1"/>
            <p:nvPr/>
          </p:nvSpPr>
          <p:spPr>
            <a:xfrm>
              <a:off x="5692631" y="5377884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940" name="Google Shape;940;p20"/>
            <p:cNvSpPr txBox="1"/>
            <p:nvPr/>
          </p:nvSpPr>
          <p:spPr>
            <a:xfrm>
              <a:off x="5692631" y="5084965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941" name="Google Shape;941;p20"/>
            <p:cNvSpPr txBox="1"/>
            <p:nvPr/>
          </p:nvSpPr>
          <p:spPr>
            <a:xfrm>
              <a:off x="5692631" y="479368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cxnSp>
          <p:nvCxnSpPr>
            <p:cNvPr id="942" name="Google Shape;942;p20"/>
            <p:cNvCxnSpPr/>
            <p:nvPr/>
          </p:nvCxnSpPr>
          <p:spPr>
            <a:xfrm>
              <a:off x="5625956" y="507610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3" name="Google Shape;943;p20"/>
            <p:cNvCxnSpPr/>
            <p:nvPr/>
          </p:nvCxnSpPr>
          <p:spPr>
            <a:xfrm>
              <a:off x="5622781" y="537455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44" name="Google Shape;944;p20"/>
            <p:cNvSpPr/>
            <p:nvPr/>
          </p:nvSpPr>
          <p:spPr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5" name="Google Shape;945;p20"/>
            <p:cNvSpPr/>
            <p:nvPr/>
          </p:nvSpPr>
          <p:spPr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46" name="Google Shape;946;p20"/>
            <p:cNvCxnSpPr/>
            <p:nvPr/>
          </p:nvCxnSpPr>
          <p:spPr>
            <a:xfrm>
              <a:off x="7889731" y="4807819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47" name="Google Shape;947;p20"/>
            <p:cNvSpPr txBox="1"/>
            <p:nvPr/>
          </p:nvSpPr>
          <p:spPr>
            <a:xfrm>
              <a:off x="7846868" y="4833372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948" name="Google Shape;948;p20"/>
            <p:cNvCxnSpPr/>
            <p:nvPr/>
          </p:nvCxnSpPr>
          <p:spPr>
            <a:xfrm>
              <a:off x="7897668" y="512849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9" name="Google Shape;949;p20"/>
            <p:cNvCxnSpPr/>
            <p:nvPr/>
          </p:nvCxnSpPr>
          <p:spPr>
            <a:xfrm>
              <a:off x="7883381" y="543805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0" name="Google Shape;950;p20"/>
            <p:cNvCxnSpPr/>
            <p:nvPr/>
          </p:nvCxnSpPr>
          <p:spPr>
            <a:xfrm>
              <a:off x="7883381" y="572380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51" name="Google Shape;951;p20"/>
            <p:cNvSpPr txBox="1"/>
            <p:nvPr/>
          </p:nvSpPr>
          <p:spPr>
            <a:xfrm>
              <a:off x="7881793" y="4037882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  <p:sp>
          <p:nvSpPr>
            <p:cNvPr id="952" name="Google Shape;952;p20"/>
            <p:cNvSpPr txBox="1"/>
            <p:nvPr/>
          </p:nvSpPr>
          <p:spPr>
            <a:xfrm>
              <a:off x="7837343" y="574541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953" name="Google Shape;953;p20"/>
            <p:cNvSpPr txBox="1"/>
            <p:nvPr/>
          </p:nvSpPr>
          <p:spPr>
            <a:xfrm>
              <a:off x="7849290" y="543815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954" name="Google Shape;954;p20"/>
            <p:cNvSpPr txBox="1"/>
            <p:nvPr/>
          </p:nvSpPr>
          <p:spPr>
            <a:xfrm>
              <a:off x="7846868" y="5150053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sp>
          <p:nvSpPr>
            <p:cNvPr id="955" name="Google Shape;955;p20"/>
            <p:cNvSpPr/>
            <p:nvPr/>
          </p:nvSpPr>
          <p:spPr>
            <a:xfrm>
              <a:off x="9166081" y="4025182"/>
              <a:ext cx="581025" cy="2038350"/>
            </a:xfrm>
            <a:custGeom>
              <a:rect b="b" l="l" r="r" t="t"/>
              <a:pathLst>
                <a:path extrusionOk="0" h="1284" w="366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56" name="Google Shape;956;p20"/>
            <p:cNvSpPr/>
            <p:nvPr/>
          </p:nvSpPr>
          <p:spPr>
            <a:xfrm>
              <a:off x="2976418" y="4045819"/>
              <a:ext cx="552450" cy="2082800"/>
            </a:xfrm>
            <a:custGeom>
              <a:rect b="b" l="l" r="r" t="t"/>
              <a:pathLst>
                <a:path extrusionOk="0" h="1312" w="348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57" name="Google Shape;957;p20"/>
            <p:cNvSpPr/>
            <p:nvPr/>
          </p:nvSpPr>
          <p:spPr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8" name="Google Shape;958;p20"/>
            <p:cNvSpPr/>
            <p:nvPr/>
          </p:nvSpPr>
          <p:spPr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59" name="Google Shape;959;p20"/>
            <p:cNvCxnSpPr/>
            <p:nvPr/>
          </p:nvCxnSpPr>
          <p:spPr>
            <a:xfrm>
              <a:off x="3544743" y="481575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60" name="Google Shape;960;p20"/>
            <p:cNvSpPr txBox="1"/>
            <p:nvPr/>
          </p:nvSpPr>
          <p:spPr>
            <a:xfrm>
              <a:off x="3501881" y="484130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961" name="Google Shape;961;p20"/>
            <p:cNvCxnSpPr/>
            <p:nvPr/>
          </p:nvCxnSpPr>
          <p:spPr>
            <a:xfrm>
              <a:off x="3552681" y="5136432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2" name="Google Shape;962;p20"/>
            <p:cNvCxnSpPr/>
            <p:nvPr/>
          </p:nvCxnSpPr>
          <p:spPr>
            <a:xfrm>
              <a:off x="3538393" y="544599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3" name="Google Shape;963;p20"/>
            <p:cNvCxnSpPr/>
            <p:nvPr/>
          </p:nvCxnSpPr>
          <p:spPr>
            <a:xfrm>
              <a:off x="3538393" y="573174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64" name="Google Shape;964;p20"/>
            <p:cNvSpPr txBox="1"/>
            <p:nvPr/>
          </p:nvSpPr>
          <p:spPr>
            <a:xfrm>
              <a:off x="3536806" y="404581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  <p:sp>
          <p:nvSpPr>
            <p:cNvPr id="965" name="Google Shape;965;p20"/>
            <p:cNvSpPr txBox="1"/>
            <p:nvPr/>
          </p:nvSpPr>
          <p:spPr>
            <a:xfrm>
              <a:off x="3492356" y="5746184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966" name="Google Shape;966;p20"/>
            <p:cNvSpPr txBox="1"/>
            <p:nvPr/>
          </p:nvSpPr>
          <p:spPr>
            <a:xfrm>
              <a:off x="3511406" y="545326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967" name="Google Shape;967;p20"/>
            <p:cNvSpPr txBox="1"/>
            <p:nvPr/>
          </p:nvSpPr>
          <p:spPr>
            <a:xfrm>
              <a:off x="3501881" y="5157990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grpSp>
          <p:nvGrpSpPr>
            <p:cNvPr id="968" name="Google Shape;968;p20"/>
            <p:cNvGrpSpPr/>
            <p:nvPr/>
          </p:nvGrpSpPr>
          <p:grpSpPr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descr="desktop_computer_stylized_medium" id="969" name="Google Shape;969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70" name="Google Shape;970;p2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971" name="Google Shape;971;p20"/>
            <p:cNvGrpSpPr/>
            <p:nvPr/>
          </p:nvGrpSpPr>
          <p:grpSpPr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descr="desktop_computer_stylized_medium" id="972" name="Google Shape;972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73" name="Google Shape;973;p2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974" name="Google Shape;974;p20"/>
            <p:cNvGrpSpPr/>
            <p:nvPr/>
          </p:nvGrpSpPr>
          <p:grpSpPr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975" name="Google Shape;975;p2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76" name="Google Shape;976;p20"/>
              <p:cNvSpPr/>
              <p:nvPr/>
            </p:nvSpPr>
            <p:spPr>
              <a:xfrm>
                <a:off x="4203" y="429"/>
                <a:ext cx="1053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77" name="Google Shape;977;p2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78" name="Google Shape;978;p2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79" name="Google Shape;979;p20"/>
              <p:cNvSpPr/>
              <p:nvPr/>
            </p:nvSpPr>
            <p:spPr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980" name="Google Shape;980;p20"/>
              <p:cNvGrpSpPr/>
              <p:nvPr/>
            </p:nvGrpSpPr>
            <p:grpSpPr>
              <a:xfrm>
                <a:off x="4751" y="667"/>
                <a:ext cx="580" cy="146"/>
                <a:chOff x="617" y="2567"/>
                <a:chExt cx="724" cy="140"/>
              </a:xfrm>
            </p:grpSpPr>
            <p:sp>
              <p:nvSpPr>
                <p:cNvPr id="981" name="Google Shape;981;p20"/>
                <p:cNvSpPr/>
                <p:nvPr/>
              </p:nvSpPr>
              <p:spPr>
                <a:xfrm>
                  <a:off x="617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982" name="Google Shape;982;p20"/>
                <p:cNvSpPr/>
                <p:nvPr/>
              </p:nvSpPr>
              <p:spPr>
                <a:xfrm>
                  <a:off x="633" y="2582"/>
                  <a:ext cx="692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983" name="Google Shape;983;p20"/>
              <p:cNvSpPr/>
              <p:nvPr/>
            </p:nvSpPr>
            <p:spPr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984" name="Google Shape;984;p20"/>
              <p:cNvGrpSpPr/>
              <p:nvPr/>
            </p:nvGrpSpPr>
            <p:grpSpPr>
              <a:xfrm>
                <a:off x="4745" y="996"/>
                <a:ext cx="580" cy="156"/>
                <a:chOff x="612" y="2570"/>
                <a:chExt cx="724" cy="162"/>
              </a:xfrm>
            </p:grpSpPr>
            <p:sp>
              <p:nvSpPr>
                <p:cNvPr id="985" name="Google Shape;985;p20"/>
                <p:cNvSpPr/>
                <p:nvPr/>
              </p:nvSpPr>
              <p:spPr>
                <a:xfrm>
                  <a:off x="612" y="2570"/>
                  <a:ext cx="724" cy="16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986" name="Google Shape;986;p20"/>
                <p:cNvSpPr/>
                <p:nvPr/>
              </p:nvSpPr>
              <p:spPr>
                <a:xfrm>
                  <a:off x="628" y="2586"/>
                  <a:ext cx="69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987" name="Google Shape;987;p20"/>
              <p:cNvSpPr/>
              <p:nvPr/>
            </p:nvSpPr>
            <p:spPr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88" name="Google Shape;988;p20"/>
              <p:cNvSpPr/>
              <p:nvPr/>
            </p:nvSpPr>
            <p:spPr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989" name="Google Shape;989;p20"/>
              <p:cNvGrpSpPr/>
              <p:nvPr/>
            </p:nvGrpSpPr>
            <p:grpSpPr>
              <a:xfrm>
                <a:off x="4733" y="1627"/>
                <a:ext cx="586" cy="151"/>
                <a:chOff x="611" y="2568"/>
                <a:chExt cx="730" cy="139"/>
              </a:xfrm>
            </p:grpSpPr>
            <p:sp>
              <p:nvSpPr>
                <p:cNvPr id="990" name="Google Shape;990;p20"/>
                <p:cNvSpPr/>
                <p:nvPr/>
              </p:nvSpPr>
              <p:spPr>
                <a:xfrm>
                  <a:off x="611" y="2568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991" name="Google Shape;991;p20"/>
                <p:cNvSpPr/>
                <p:nvPr/>
              </p:nvSpPr>
              <p:spPr>
                <a:xfrm>
                  <a:off x="627" y="2583"/>
                  <a:ext cx="699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992" name="Google Shape;992;p2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993" name="Google Shape;993;p20"/>
              <p:cNvGrpSpPr/>
              <p:nvPr/>
            </p:nvGrpSpPr>
            <p:grpSpPr>
              <a:xfrm>
                <a:off x="4739" y="1325"/>
                <a:ext cx="580" cy="140"/>
                <a:chOff x="614" y="2566"/>
                <a:chExt cx="723" cy="140"/>
              </a:xfrm>
            </p:grpSpPr>
            <p:sp>
              <p:nvSpPr>
                <p:cNvPr id="994" name="Google Shape;994;p20"/>
                <p:cNvSpPr/>
                <p:nvPr/>
              </p:nvSpPr>
              <p:spPr>
                <a:xfrm>
                  <a:off x="614" y="2566"/>
                  <a:ext cx="723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995" name="Google Shape;995;p20"/>
                <p:cNvSpPr/>
                <p:nvPr/>
              </p:nvSpPr>
              <p:spPr>
                <a:xfrm>
                  <a:off x="630" y="2582"/>
                  <a:ext cx="691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996" name="Google Shape;996;p20"/>
              <p:cNvSpPr/>
              <p:nvPr/>
            </p:nvSpPr>
            <p:spPr>
              <a:xfrm>
                <a:off x="5250" y="429"/>
                <a:ext cx="69" cy="2288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97" name="Google Shape;997;p2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98" name="Google Shape;998;p2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99" name="Google Shape;999;p20"/>
              <p:cNvSpPr/>
              <p:nvPr/>
            </p:nvSpPr>
            <p:spPr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000" name="Google Shape;1000;p2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001" name="Google Shape;1001;p20"/>
              <p:cNvSpPr/>
              <p:nvPr/>
            </p:nvSpPr>
            <p:spPr>
              <a:xfrm>
                <a:off x="4140" y="2679"/>
                <a:ext cx="1198" cy="146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002" name="Google Shape;1002;p20"/>
              <p:cNvSpPr/>
              <p:nvPr/>
            </p:nvSpPr>
            <p:spPr>
              <a:xfrm>
                <a:off x="4203" y="2712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003" name="Google Shape;1003;p20"/>
              <p:cNvSpPr/>
              <p:nvPr/>
            </p:nvSpPr>
            <p:spPr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004" name="Google Shape;1004;p20"/>
              <p:cNvSpPr/>
              <p:nvPr/>
            </p:nvSpPr>
            <p:spPr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" name="Google Shape;1005;p20"/>
              <p:cNvSpPr/>
              <p:nvPr/>
            </p:nvSpPr>
            <p:spPr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006" name="Google Shape;1006;p20"/>
              <p:cNvSpPr/>
              <p:nvPr/>
            </p:nvSpPr>
            <p:spPr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pic>
          <p:nvPicPr>
            <p:cNvPr descr="Image result for firefox logo" id="1007" name="Google Shape;1007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26336" y="4363319"/>
              <a:ext cx="387318" cy="362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20"/>
            <p:cNvSpPr txBox="1"/>
            <p:nvPr/>
          </p:nvSpPr>
          <p:spPr>
            <a:xfrm>
              <a:off x="5723493" y="3262667"/>
              <a:ext cx="1265812" cy="380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HTTP server</a:t>
              </a:r>
              <a:endParaRPr/>
            </a:p>
          </p:txBody>
        </p:sp>
        <p:pic>
          <p:nvPicPr>
            <p:cNvPr descr="Image result for apache web server logo" id="1009" name="Google Shape;1009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49399" y="3712220"/>
              <a:ext cx="1425575" cy="6291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firefox logo" id="1010" name="Google Shape;1010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57699" y="4326644"/>
              <a:ext cx="387318" cy="362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skype logo" id="1011" name="Google Shape;1011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74515" y="4091654"/>
              <a:ext cx="387318" cy="3929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20"/>
            <p:cNvSpPr txBox="1"/>
            <p:nvPr/>
          </p:nvSpPr>
          <p:spPr>
            <a:xfrm>
              <a:off x="3822815" y="3627317"/>
              <a:ext cx="642362" cy="380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</a:t>
              </a:r>
              <a:endParaRPr/>
            </a:p>
          </p:txBody>
        </p:sp>
        <p:pic>
          <p:nvPicPr>
            <p:cNvPr descr="Image result for netflix logo png" id="1013" name="Google Shape;1013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632599" y="4424842"/>
              <a:ext cx="691469" cy="3889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4" name="Google Shape;1014;p20"/>
          <p:cNvSpPr/>
          <p:nvPr/>
        </p:nvSpPr>
        <p:spPr>
          <a:xfrm>
            <a:off x="4356586" y="4965666"/>
            <a:ext cx="3127375" cy="1498600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5" name="Google Shape;1015;p20"/>
          <p:cNvCxnSpPr/>
          <p:nvPr/>
        </p:nvCxnSpPr>
        <p:spPr>
          <a:xfrm>
            <a:off x="7011397" y="2484139"/>
            <a:ext cx="0" cy="3013786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6" name="Google Shape;1016;p20"/>
          <p:cNvCxnSpPr/>
          <p:nvPr/>
        </p:nvCxnSpPr>
        <p:spPr>
          <a:xfrm rot="10800000">
            <a:off x="3204457" y="2995594"/>
            <a:ext cx="0" cy="2502331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17" name="Google Shape;1017;p20"/>
          <p:cNvCxnSpPr/>
          <p:nvPr/>
        </p:nvCxnSpPr>
        <p:spPr>
          <a:xfrm>
            <a:off x="3184573" y="5478673"/>
            <a:ext cx="3851736" cy="0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age result for blue question mark icon" id="1018" name="Google Shape;101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54669" y="2131264"/>
            <a:ext cx="1624375" cy="16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" name="Google Shape;1024;p21"/>
          <p:cNvGrpSpPr/>
          <p:nvPr/>
        </p:nvGrpSpPr>
        <p:grpSpPr>
          <a:xfrm>
            <a:off x="4216816" y="1873503"/>
            <a:ext cx="2790948" cy="3309399"/>
            <a:chOff x="5478735" y="1883160"/>
            <a:chExt cx="2790948" cy="3309399"/>
          </a:xfrm>
        </p:grpSpPr>
        <p:grpSp>
          <p:nvGrpSpPr>
            <p:cNvPr id="1025" name="Google Shape;1025;p21"/>
            <p:cNvGrpSpPr/>
            <p:nvPr/>
          </p:nvGrpSpPr>
          <p:grpSpPr>
            <a:xfrm>
              <a:off x="5901165" y="1883160"/>
              <a:ext cx="2008556" cy="2443958"/>
              <a:chOff x="5901165" y="1883160"/>
              <a:chExt cx="2008556" cy="2443958"/>
            </a:xfrm>
          </p:grpSpPr>
          <p:sp>
            <p:nvSpPr>
              <p:cNvPr id="1026" name="Google Shape;1026;p21"/>
              <p:cNvSpPr/>
              <p:nvPr/>
            </p:nvSpPr>
            <p:spPr>
              <a:xfrm>
                <a:off x="6581083" y="2834918"/>
                <a:ext cx="648720" cy="641384"/>
              </a:xfrm>
              <a:prstGeom prst="ellipse">
                <a:avLst/>
              </a:prstGeom>
              <a:solidFill>
                <a:schemeClr val="lt1"/>
              </a:solidFill>
              <a:ln cap="flat" cmpd="sng" w="2857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27" name="Google Shape;1027;p21"/>
              <p:cNvCxnSpPr/>
              <p:nvPr/>
            </p:nvCxnSpPr>
            <p:spPr>
              <a:xfrm rot="10800000">
                <a:off x="6878224" y="3527614"/>
                <a:ext cx="0" cy="799504"/>
              </a:xfrm>
              <a:prstGeom prst="straightConnector1">
                <a:avLst/>
              </a:prstGeom>
              <a:noFill/>
              <a:ln cap="flat" cmpd="sng" w="412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028" name="Google Shape;1028;p21"/>
              <p:cNvSpPr txBox="1"/>
              <p:nvPr/>
            </p:nvSpPr>
            <p:spPr>
              <a:xfrm>
                <a:off x="6690618" y="2768416"/>
                <a:ext cx="422361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4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?</a:t>
                </a:r>
                <a:endParaRPr/>
              </a:p>
            </p:txBody>
          </p:sp>
          <p:cxnSp>
            <p:nvCxnSpPr>
              <p:cNvPr id="1029" name="Google Shape;1029;p21"/>
              <p:cNvCxnSpPr/>
              <p:nvPr/>
            </p:nvCxnSpPr>
            <p:spPr>
              <a:xfrm rot="10800000">
                <a:off x="5901165" y="2086013"/>
                <a:ext cx="679918" cy="682403"/>
              </a:xfrm>
              <a:prstGeom prst="straightConnector1">
                <a:avLst/>
              </a:prstGeom>
              <a:noFill/>
              <a:ln cap="flat" cmpd="sng" w="412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030" name="Google Shape;1030;p21"/>
              <p:cNvCxnSpPr/>
              <p:nvPr/>
            </p:nvCxnSpPr>
            <p:spPr>
              <a:xfrm flipH="1" rot="10800000">
                <a:off x="7229803" y="2090667"/>
                <a:ext cx="679918" cy="682403"/>
              </a:xfrm>
              <a:prstGeom prst="straightConnector1">
                <a:avLst/>
              </a:prstGeom>
              <a:noFill/>
              <a:ln cap="flat" cmpd="sng" w="412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031" name="Google Shape;1031;p21"/>
              <p:cNvCxnSpPr/>
              <p:nvPr/>
            </p:nvCxnSpPr>
            <p:spPr>
              <a:xfrm rot="10800000">
                <a:off x="6874209" y="1883160"/>
                <a:ext cx="0" cy="799504"/>
              </a:xfrm>
              <a:prstGeom prst="straightConnector1">
                <a:avLst/>
              </a:prstGeom>
              <a:noFill/>
              <a:ln cap="flat" cmpd="sng" w="412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032" name="Google Shape;1032;p21"/>
            <p:cNvSpPr txBox="1"/>
            <p:nvPr/>
          </p:nvSpPr>
          <p:spPr>
            <a:xfrm>
              <a:off x="5478735" y="4607783"/>
              <a:ext cx="2790948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de-multiplexing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22"/>
          <p:cNvSpPr/>
          <p:nvPr/>
        </p:nvSpPr>
        <p:spPr>
          <a:xfrm>
            <a:off x="5319164" y="2825261"/>
            <a:ext cx="648720" cy="641384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9" name="Google Shape;1039;p22"/>
          <p:cNvCxnSpPr/>
          <p:nvPr/>
        </p:nvCxnSpPr>
        <p:spPr>
          <a:xfrm rot="10800000">
            <a:off x="5616305" y="3517957"/>
            <a:ext cx="0" cy="799504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40" name="Google Shape;1040;p22"/>
          <p:cNvSpPr txBox="1"/>
          <p:nvPr/>
        </p:nvSpPr>
        <p:spPr>
          <a:xfrm>
            <a:off x="5428699" y="2758759"/>
            <a:ext cx="42236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cxnSp>
        <p:nvCxnSpPr>
          <p:cNvPr id="1041" name="Google Shape;1041;p22"/>
          <p:cNvCxnSpPr/>
          <p:nvPr/>
        </p:nvCxnSpPr>
        <p:spPr>
          <a:xfrm rot="10800000">
            <a:off x="4639246" y="2076356"/>
            <a:ext cx="679918" cy="682403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42" name="Google Shape;1042;p22"/>
          <p:cNvCxnSpPr/>
          <p:nvPr/>
        </p:nvCxnSpPr>
        <p:spPr>
          <a:xfrm flipH="1" rot="10800000">
            <a:off x="5967884" y="2081010"/>
            <a:ext cx="679918" cy="682403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43" name="Google Shape;1043;p22"/>
          <p:cNvCxnSpPr/>
          <p:nvPr/>
        </p:nvCxnSpPr>
        <p:spPr>
          <a:xfrm rot="10800000">
            <a:off x="5612290" y="1873503"/>
            <a:ext cx="0" cy="799504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44" name="Google Shape;1044;p22"/>
          <p:cNvSpPr txBox="1"/>
          <p:nvPr/>
        </p:nvSpPr>
        <p:spPr>
          <a:xfrm>
            <a:off x="4216816" y="4598126"/>
            <a:ext cx="2790948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de-multiplexing</a:t>
            </a:r>
            <a:endParaRPr/>
          </a:p>
        </p:txBody>
      </p:sp>
      <p:grpSp>
        <p:nvGrpSpPr>
          <p:cNvPr id="1045" name="Google Shape;1045;p22"/>
          <p:cNvGrpSpPr/>
          <p:nvPr/>
        </p:nvGrpSpPr>
        <p:grpSpPr>
          <a:xfrm>
            <a:off x="3726482" y="1134776"/>
            <a:ext cx="4710462" cy="2780838"/>
            <a:chOff x="3726482" y="1134776"/>
            <a:chExt cx="4710462" cy="2780838"/>
          </a:xfrm>
        </p:grpSpPr>
        <p:pic>
          <p:nvPicPr>
            <p:cNvPr descr="Image result for firefox logo" id="1046" name="Google Shape;1046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16466" y="1134776"/>
              <a:ext cx="593575" cy="5506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skype logo" id="1047" name="Google Shape;1047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84338" y="1410111"/>
              <a:ext cx="593575" cy="596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netflix logo png" id="1048" name="Google Shape;1048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42637" y="1485789"/>
              <a:ext cx="1059694" cy="59056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49" name="Google Shape;1049;p22"/>
            <p:cNvCxnSpPr/>
            <p:nvPr/>
          </p:nvCxnSpPr>
          <p:spPr>
            <a:xfrm>
              <a:off x="3726482" y="3915614"/>
              <a:ext cx="3925557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0" name="Google Shape;1050;p22"/>
            <p:cNvCxnSpPr/>
            <p:nvPr/>
          </p:nvCxnSpPr>
          <p:spPr>
            <a:xfrm>
              <a:off x="3726482" y="2464553"/>
              <a:ext cx="4499617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1051" name="Google Shape;1051;p22"/>
            <p:cNvSpPr txBox="1"/>
            <p:nvPr/>
          </p:nvSpPr>
          <p:spPr>
            <a:xfrm>
              <a:off x="6867133" y="2931106"/>
              <a:ext cx="135896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22"/>
            <p:cNvSpPr txBox="1"/>
            <p:nvPr/>
          </p:nvSpPr>
          <p:spPr>
            <a:xfrm>
              <a:off x="6867133" y="2025176"/>
              <a:ext cx="156981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23"/>
          <p:cNvSpPr/>
          <p:nvPr/>
        </p:nvSpPr>
        <p:spPr>
          <a:xfrm>
            <a:off x="5319164" y="2825261"/>
            <a:ext cx="648720" cy="641384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9" name="Google Shape;1059;p23"/>
          <p:cNvCxnSpPr/>
          <p:nvPr/>
        </p:nvCxnSpPr>
        <p:spPr>
          <a:xfrm rot="10800000">
            <a:off x="5616305" y="3517957"/>
            <a:ext cx="0" cy="799504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1060" name="Google Shape;1060;p23"/>
          <p:cNvCxnSpPr/>
          <p:nvPr/>
        </p:nvCxnSpPr>
        <p:spPr>
          <a:xfrm rot="10800000">
            <a:off x="4639246" y="2076356"/>
            <a:ext cx="679918" cy="682403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1061" name="Google Shape;1061;p23"/>
          <p:cNvCxnSpPr/>
          <p:nvPr/>
        </p:nvCxnSpPr>
        <p:spPr>
          <a:xfrm flipH="1" rot="10800000">
            <a:off x="5967884" y="2081010"/>
            <a:ext cx="679918" cy="682403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1062" name="Google Shape;1062;p23"/>
          <p:cNvCxnSpPr/>
          <p:nvPr/>
        </p:nvCxnSpPr>
        <p:spPr>
          <a:xfrm rot="10800000">
            <a:off x="5612290" y="1873503"/>
            <a:ext cx="0" cy="799504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1063" name="Google Shape;1063;p23"/>
          <p:cNvSpPr txBox="1"/>
          <p:nvPr/>
        </p:nvSpPr>
        <p:spPr>
          <a:xfrm>
            <a:off x="4503571" y="4598126"/>
            <a:ext cx="2245527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multiplexing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24"/>
          <p:cNvSpPr/>
          <p:nvPr/>
        </p:nvSpPr>
        <p:spPr>
          <a:xfrm>
            <a:off x="5319164" y="2825261"/>
            <a:ext cx="648720" cy="641384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009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0" name="Google Shape;1070;p24"/>
          <p:cNvCxnSpPr/>
          <p:nvPr/>
        </p:nvCxnSpPr>
        <p:spPr>
          <a:xfrm rot="10800000">
            <a:off x="5616305" y="3517957"/>
            <a:ext cx="0" cy="799504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1071" name="Google Shape;1071;p24"/>
          <p:cNvCxnSpPr/>
          <p:nvPr/>
        </p:nvCxnSpPr>
        <p:spPr>
          <a:xfrm rot="10800000">
            <a:off x="4639246" y="2076356"/>
            <a:ext cx="679918" cy="682403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1072" name="Google Shape;1072;p24"/>
          <p:cNvCxnSpPr/>
          <p:nvPr/>
        </p:nvCxnSpPr>
        <p:spPr>
          <a:xfrm flipH="1" rot="10800000">
            <a:off x="5967884" y="2081010"/>
            <a:ext cx="679918" cy="682403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1073" name="Google Shape;1073;p24"/>
          <p:cNvCxnSpPr/>
          <p:nvPr/>
        </p:nvCxnSpPr>
        <p:spPr>
          <a:xfrm rot="10800000">
            <a:off x="5612290" y="1873503"/>
            <a:ext cx="0" cy="799504"/>
          </a:xfrm>
          <a:prstGeom prst="straightConnector1">
            <a:avLst/>
          </a:prstGeom>
          <a:noFill/>
          <a:ln cap="flat" cmpd="sng" w="41275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1074" name="Google Shape;1074;p24"/>
          <p:cNvSpPr txBox="1"/>
          <p:nvPr/>
        </p:nvSpPr>
        <p:spPr>
          <a:xfrm>
            <a:off x="4503571" y="4598126"/>
            <a:ext cx="2245527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multiplexing</a:t>
            </a:r>
            <a:endParaRPr/>
          </a:p>
        </p:txBody>
      </p:sp>
      <p:grpSp>
        <p:nvGrpSpPr>
          <p:cNvPr id="1075" name="Google Shape;1075;p24"/>
          <p:cNvGrpSpPr/>
          <p:nvPr/>
        </p:nvGrpSpPr>
        <p:grpSpPr>
          <a:xfrm>
            <a:off x="3726482" y="1134776"/>
            <a:ext cx="4710462" cy="2780838"/>
            <a:chOff x="3726482" y="1134776"/>
            <a:chExt cx="4710462" cy="2780838"/>
          </a:xfrm>
        </p:grpSpPr>
        <p:pic>
          <p:nvPicPr>
            <p:cNvPr descr="Image result for firefox logo" id="1076" name="Google Shape;1076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16466" y="1134776"/>
              <a:ext cx="593575" cy="5506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skype logo" id="1077" name="Google Shape;1077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84338" y="1410111"/>
              <a:ext cx="593575" cy="596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netflix logo png" id="1078" name="Google Shape;107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42637" y="1485789"/>
              <a:ext cx="1059694" cy="59056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79" name="Google Shape;1079;p24"/>
            <p:cNvCxnSpPr/>
            <p:nvPr/>
          </p:nvCxnSpPr>
          <p:spPr>
            <a:xfrm>
              <a:off x="3726482" y="3915614"/>
              <a:ext cx="3925557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0" name="Google Shape;1080;p24"/>
            <p:cNvCxnSpPr/>
            <p:nvPr/>
          </p:nvCxnSpPr>
          <p:spPr>
            <a:xfrm>
              <a:off x="3726482" y="2464553"/>
              <a:ext cx="4499617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1081" name="Google Shape;1081;p24"/>
            <p:cNvSpPr txBox="1"/>
            <p:nvPr/>
          </p:nvSpPr>
          <p:spPr>
            <a:xfrm>
              <a:off x="6867133" y="2931106"/>
              <a:ext cx="135896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24"/>
            <p:cNvSpPr txBox="1"/>
            <p:nvPr/>
          </p:nvSpPr>
          <p:spPr>
            <a:xfrm>
              <a:off x="6867133" y="2025176"/>
              <a:ext cx="156981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8" name="Google Shape;1088;p25"/>
          <p:cNvGrpSpPr/>
          <p:nvPr/>
        </p:nvGrpSpPr>
        <p:grpSpPr>
          <a:xfrm>
            <a:off x="141514" y="827314"/>
            <a:ext cx="11908971" cy="4739615"/>
            <a:chOff x="2511281" y="3262667"/>
            <a:chExt cx="7770812" cy="3121540"/>
          </a:xfrm>
        </p:grpSpPr>
        <p:sp>
          <p:nvSpPr>
            <p:cNvPr id="1089" name="Google Shape;1089;p25"/>
            <p:cNvSpPr/>
            <p:nvPr/>
          </p:nvSpPr>
          <p:spPr>
            <a:xfrm>
              <a:off x="5108431" y="3572744"/>
              <a:ext cx="552450" cy="2082800"/>
            </a:xfrm>
            <a:custGeom>
              <a:rect b="b" l="l" r="r" t="t"/>
              <a:pathLst>
                <a:path extrusionOk="0" h="1312" w="348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90" name="Google Shape;1090;p25"/>
            <p:cNvSpPr/>
            <p:nvPr/>
          </p:nvSpPr>
          <p:spPr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1" name="Google Shape;1091;p25"/>
            <p:cNvSpPr/>
            <p:nvPr/>
          </p:nvSpPr>
          <p:spPr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92" name="Google Shape;1092;p25"/>
            <p:cNvCxnSpPr/>
            <p:nvPr/>
          </p:nvCxnSpPr>
          <p:spPr>
            <a:xfrm>
              <a:off x="5627543" y="4447457"/>
              <a:ext cx="146050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3" name="Google Shape;1093;p25"/>
            <p:cNvSpPr txBox="1"/>
            <p:nvPr/>
          </p:nvSpPr>
          <p:spPr>
            <a:xfrm>
              <a:off x="5698981" y="4480178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1094" name="Google Shape;1094;p25"/>
            <p:cNvCxnSpPr/>
            <p:nvPr/>
          </p:nvCxnSpPr>
          <p:spPr>
            <a:xfrm>
              <a:off x="5629131" y="476495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5" name="Google Shape;1095;p25"/>
            <p:cNvSpPr txBox="1"/>
            <p:nvPr/>
          </p:nvSpPr>
          <p:spPr>
            <a:xfrm>
              <a:off x="5692631" y="5377884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1096" name="Google Shape;1096;p25"/>
            <p:cNvSpPr txBox="1"/>
            <p:nvPr/>
          </p:nvSpPr>
          <p:spPr>
            <a:xfrm>
              <a:off x="5692631" y="5084965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1097" name="Google Shape;1097;p25"/>
            <p:cNvSpPr txBox="1"/>
            <p:nvPr/>
          </p:nvSpPr>
          <p:spPr>
            <a:xfrm>
              <a:off x="5692631" y="479368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cxnSp>
          <p:nvCxnSpPr>
            <p:cNvPr id="1098" name="Google Shape;1098;p25"/>
            <p:cNvCxnSpPr/>
            <p:nvPr/>
          </p:nvCxnSpPr>
          <p:spPr>
            <a:xfrm>
              <a:off x="5625956" y="507610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9" name="Google Shape;1099;p25"/>
            <p:cNvCxnSpPr/>
            <p:nvPr/>
          </p:nvCxnSpPr>
          <p:spPr>
            <a:xfrm>
              <a:off x="5622781" y="537455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0" name="Google Shape;1100;p25"/>
            <p:cNvSpPr/>
            <p:nvPr/>
          </p:nvSpPr>
          <p:spPr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1" name="Google Shape;1101;p25"/>
            <p:cNvSpPr/>
            <p:nvPr/>
          </p:nvSpPr>
          <p:spPr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02" name="Google Shape;1102;p25"/>
            <p:cNvCxnSpPr/>
            <p:nvPr/>
          </p:nvCxnSpPr>
          <p:spPr>
            <a:xfrm>
              <a:off x="7889731" y="4807819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3" name="Google Shape;1103;p25"/>
            <p:cNvSpPr txBox="1"/>
            <p:nvPr/>
          </p:nvSpPr>
          <p:spPr>
            <a:xfrm>
              <a:off x="7846868" y="4833372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1104" name="Google Shape;1104;p25"/>
            <p:cNvCxnSpPr/>
            <p:nvPr/>
          </p:nvCxnSpPr>
          <p:spPr>
            <a:xfrm>
              <a:off x="7897668" y="512849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5" name="Google Shape;1105;p25"/>
            <p:cNvCxnSpPr/>
            <p:nvPr/>
          </p:nvCxnSpPr>
          <p:spPr>
            <a:xfrm>
              <a:off x="7883381" y="543805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6" name="Google Shape;1106;p25"/>
            <p:cNvCxnSpPr/>
            <p:nvPr/>
          </p:nvCxnSpPr>
          <p:spPr>
            <a:xfrm>
              <a:off x="7883381" y="572380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7" name="Google Shape;1107;p25"/>
            <p:cNvSpPr txBox="1"/>
            <p:nvPr/>
          </p:nvSpPr>
          <p:spPr>
            <a:xfrm>
              <a:off x="7881793" y="4037882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  <p:sp>
          <p:nvSpPr>
            <p:cNvPr id="1108" name="Google Shape;1108;p25"/>
            <p:cNvSpPr txBox="1"/>
            <p:nvPr/>
          </p:nvSpPr>
          <p:spPr>
            <a:xfrm>
              <a:off x="7837343" y="574541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1109" name="Google Shape;1109;p25"/>
            <p:cNvSpPr txBox="1"/>
            <p:nvPr/>
          </p:nvSpPr>
          <p:spPr>
            <a:xfrm>
              <a:off x="7849290" y="543815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1110" name="Google Shape;1110;p25"/>
            <p:cNvSpPr txBox="1"/>
            <p:nvPr/>
          </p:nvSpPr>
          <p:spPr>
            <a:xfrm>
              <a:off x="7846868" y="5150053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sp>
          <p:nvSpPr>
            <p:cNvPr id="1111" name="Google Shape;1111;p25"/>
            <p:cNvSpPr/>
            <p:nvPr/>
          </p:nvSpPr>
          <p:spPr>
            <a:xfrm>
              <a:off x="9166081" y="4025182"/>
              <a:ext cx="581025" cy="2038350"/>
            </a:xfrm>
            <a:custGeom>
              <a:rect b="b" l="l" r="r" t="t"/>
              <a:pathLst>
                <a:path extrusionOk="0" h="1284" w="366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12" name="Google Shape;1112;p25"/>
            <p:cNvSpPr/>
            <p:nvPr/>
          </p:nvSpPr>
          <p:spPr>
            <a:xfrm>
              <a:off x="2976418" y="4045819"/>
              <a:ext cx="552450" cy="2082800"/>
            </a:xfrm>
            <a:custGeom>
              <a:rect b="b" l="l" r="r" t="t"/>
              <a:pathLst>
                <a:path extrusionOk="0" h="1312" w="348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13" name="Google Shape;1113;p25"/>
            <p:cNvSpPr/>
            <p:nvPr/>
          </p:nvSpPr>
          <p:spPr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4" name="Google Shape;1114;p25"/>
            <p:cNvSpPr/>
            <p:nvPr/>
          </p:nvSpPr>
          <p:spPr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15" name="Google Shape;1115;p25"/>
            <p:cNvCxnSpPr/>
            <p:nvPr/>
          </p:nvCxnSpPr>
          <p:spPr>
            <a:xfrm>
              <a:off x="3544743" y="481575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16" name="Google Shape;1116;p25"/>
            <p:cNvSpPr txBox="1"/>
            <p:nvPr/>
          </p:nvSpPr>
          <p:spPr>
            <a:xfrm>
              <a:off x="3501881" y="484130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1117" name="Google Shape;1117;p25"/>
            <p:cNvCxnSpPr/>
            <p:nvPr/>
          </p:nvCxnSpPr>
          <p:spPr>
            <a:xfrm>
              <a:off x="3552681" y="5136432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8" name="Google Shape;1118;p25"/>
            <p:cNvCxnSpPr/>
            <p:nvPr/>
          </p:nvCxnSpPr>
          <p:spPr>
            <a:xfrm>
              <a:off x="3538393" y="544599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9" name="Google Shape;1119;p25"/>
            <p:cNvCxnSpPr/>
            <p:nvPr/>
          </p:nvCxnSpPr>
          <p:spPr>
            <a:xfrm>
              <a:off x="3538393" y="573174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20" name="Google Shape;1120;p25"/>
            <p:cNvSpPr txBox="1"/>
            <p:nvPr/>
          </p:nvSpPr>
          <p:spPr>
            <a:xfrm>
              <a:off x="3536806" y="404581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  <p:sp>
          <p:nvSpPr>
            <p:cNvPr id="1121" name="Google Shape;1121;p25"/>
            <p:cNvSpPr txBox="1"/>
            <p:nvPr/>
          </p:nvSpPr>
          <p:spPr>
            <a:xfrm>
              <a:off x="3492356" y="5746184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1122" name="Google Shape;1122;p25"/>
            <p:cNvSpPr txBox="1"/>
            <p:nvPr/>
          </p:nvSpPr>
          <p:spPr>
            <a:xfrm>
              <a:off x="3511406" y="545326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1123" name="Google Shape;1123;p25"/>
            <p:cNvSpPr txBox="1"/>
            <p:nvPr/>
          </p:nvSpPr>
          <p:spPr>
            <a:xfrm>
              <a:off x="3501881" y="5157990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grpSp>
          <p:nvGrpSpPr>
            <p:cNvPr id="1124" name="Google Shape;1124;p25"/>
            <p:cNvGrpSpPr/>
            <p:nvPr/>
          </p:nvGrpSpPr>
          <p:grpSpPr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descr="desktop_computer_stylized_medium" id="1125" name="Google Shape;1125;p2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26" name="Google Shape;1126;p2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27" name="Google Shape;1127;p25"/>
            <p:cNvGrpSpPr/>
            <p:nvPr/>
          </p:nvGrpSpPr>
          <p:grpSpPr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descr="desktop_computer_stylized_medium" id="1128" name="Google Shape;1128;p2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29" name="Google Shape;1129;p2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30" name="Google Shape;1130;p25"/>
            <p:cNvGrpSpPr/>
            <p:nvPr/>
          </p:nvGrpSpPr>
          <p:grpSpPr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1131" name="Google Shape;1131;p25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132" name="Google Shape;1132;p25"/>
              <p:cNvSpPr/>
              <p:nvPr/>
            </p:nvSpPr>
            <p:spPr>
              <a:xfrm>
                <a:off x="4203" y="429"/>
                <a:ext cx="1053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133" name="Google Shape;1133;p25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134" name="Google Shape;1134;p25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135" name="Google Shape;1135;p25"/>
              <p:cNvSpPr/>
              <p:nvPr/>
            </p:nvSpPr>
            <p:spPr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136" name="Google Shape;1136;p25"/>
              <p:cNvGrpSpPr/>
              <p:nvPr/>
            </p:nvGrpSpPr>
            <p:grpSpPr>
              <a:xfrm>
                <a:off x="4751" y="667"/>
                <a:ext cx="580" cy="146"/>
                <a:chOff x="617" y="2567"/>
                <a:chExt cx="724" cy="140"/>
              </a:xfrm>
            </p:grpSpPr>
            <p:sp>
              <p:nvSpPr>
                <p:cNvPr id="1137" name="Google Shape;1137;p25"/>
                <p:cNvSpPr/>
                <p:nvPr/>
              </p:nvSpPr>
              <p:spPr>
                <a:xfrm>
                  <a:off x="617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1138" name="Google Shape;1138;p25"/>
                <p:cNvSpPr/>
                <p:nvPr/>
              </p:nvSpPr>
              <p:spPr>
                <a:xfrm>
                  <a:off x="633" y="2582"/>
                  <a:ext cx="692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1139" name="Google Shape;1139;p25"/>
              <p:cNvSpPr/>
              <p:nvPr/>
            </p:nvSpPr>
            <p:spPr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140" name="Google Shape;1140;p25"/>
              <p:cNvGrpSpPr/>
              <p:nvPr/>
            </p:nvGrpSpPr>
            <p:grpSpPr>
              <a:xfrm>
                <a:off x="4745" y="996"/>
                <a:ext cx="580" cy="156"/>
                <a:chOff x="612" y="2570"/>
                <a:chExt cx="724" cy="162"/>
              </a:xfrm>
            </p:grpSpPr>
            <p:sp>
              <p:nvSpPr>
                <p:cNvPr id="1141" name="Google Shape;1141;p25"/>
                <p:cNvSpPr/>
                <p:nvPr/>
              </p:nvSpPr>
              <p:spPr>
                <a:xfrm>
                  <a:off x="612" y="2570"/>
                  <a:ext cx="724" cy="16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1142" name="Google Shape;1142;p25"/>
                <p:cNvSpPr/>
                <p:nvPr/>
              </p:nvSpPr>
              <p:spPr>
                <a:xfrm>
                  <a:off x="628" y="2586"/>
                  <a:ext cx="69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1143" name="Google Shape;1143;p25"/>
              <p:cNvSpPr/>
              <p:nvPr/>
            </p:nvSpPr>
            <p:spPr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144" name="Google Shape;1144;p25"/>
              <p:cNvSpPr/>
              <p:nvPr/>
            </p:nvSpPr>
            <p:spPr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145" name="Google Shape;1145;p25"/>
              <p:cNvGrpSpPr/>
              <p:nvPr/>
            </p:nvGrpSpPr>
            <p:grpSpPr>
              <a:xfrm>
                <a:off x="4733" y="1627"/>
                <a:ext cx="586" cy="151"/>
                <a:chOff x="611" y="2568"/>
                <a:chExt cx="730" cy="139"/>
              </a:xfrm>
            </p:grpSpPr>
            <p:sp>
              <p:nvSpPr>
                <p:cNvPr id="1146" name="Google Shape;1146;p25"/>
                <p:cNvSpPr/>
                <p:nvPr/>
              </p:nvSpPr>
              <p:spPr>
                <a:xfrm>
                  <a:off x="611" y="2568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1147" name="Google Shape;1147;p25"/>
                <p:cNvSpPr/>
                <p:nvPr/>
              </p:nvSpPr>
              <p:spPr>
                <a:xfrm>
                  <a:off x="627" y="2583"/>
                  <a:ext cx="699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1148" name="Google Shape;1148;p25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149" name="Google Shape;1149;p25"/>
              <p:cNvGrpSpPr/>
              <p:nvPr/>
            </p:nvGrpSpPr>
            <p:grpSpPr>
              <a:xfrm>
                <a:off x="4739" y="1325"/>
                <a:ext cx="580" cy="140"/>
                <a:chOff x="614" y="2566"/>
                <a:chExt cx="723" cy="140"/>
              </a:xfrm>
            </p:grpSpPr>
            <p:sp>
              <p:nvSpPr>
                <p:cNvPr id="1150" name="Google Shape;1150;p25"/>
                <p:cNvSpPr/>
                <p:nvPr/>
              </p:nvSpPr>
              <p:spPr>
                <a:xfrm>
                  <a:off x="614" y="2566"/>
                  <a:ext cx="723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1151" name="Google Shape;1151;p25"/>
                <p:cNvSpPr/>
                <p:nvPr/>
              </p:nvSpPr>
              <p:spPr>
                <a:xfrm>
                  <a:off x="630" y="2582"/>
                  <a:ext cx="691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1152" name="Google Shape;1152;p25"/>
              <p:cNvSpPr/>
              <p:nvPr/>
            </p:nvSpPr>
            <p:spPr>
              <a:xfrm>
                <a:off x="5250" y="429"/>
                <a:ext cx="69" cy="2288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153" name="Google Shape;1153;p25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154" name="Google Shape;1154;p25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155" name="Google Shape;1155;p25"/>
              <p:cNvSpPr/>
              <p:nvPr/>
            </p:nvSpPr>
            <p:spPr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156" name="Google Shape;1156;p25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157" name="Google Shape;1157;p25"/>
              <p:cNvSpPr/>
              <p:nvPr/>
            </p:nvSpPr>
            <p:spPr>
              <a:xfrm>
                <a:off x="4140" y="2679"/>
                <a:ext cx="1198" cy="146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158" name="Google Shape;1158;p25"/>
              <p:cNvSpPr/>
              <p:nvPr/>
            </p:nvSpPr>
            <p:spPr>
              <a:xfrm>
                <a:off x="4203" y="2712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159" name="Google Shape;1159;p25"/>
              <p:cNvSpPr/>
              <p:nvPr/>
            </p:nvSpPr>
            <p:spPr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160" name="Google Shape;1160;p25"/>
              <p:cNvSpPr/>
              <p:nvPr/>
            </p:nvSpPr>
            <p:spPr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1" name="Google Shape;1161;p25"/>
              <p:cNvSpPr/>
              <p:nvPr/>
            </p:nvSpPr>
            <p:spPr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162" name="Google Shape;1162;p25"/>
              <p:cNvSpPr/>
              <p:nvPr/>
            </p:nvSpPr>
            <p:spPr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pic>
          <p:nvPicPr>
            <p:cNvPr descr="Image result for firefox logo" id="1163" name="Google Shape;1163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26336" y="4363319"/>
              <a:ext cx="387318" cy="362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4" name="Google Shape;1164;p25"/>
            <p:cNvSpPr txBox="1"/>
            <p:nvPr/>
          </p:nvSpPr>
          <p:spPr>
            <a:xfrm>
              <a:off x="5723493" y="3262667"/>
              <a:ext cx="1265812" cy="380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HTTP server</a:t>
              </a:r>
              <a:endParaRPr/>
            </a:p>
          </p:txBody>
        </p:sp>
        <p:pic>
          <p:nvPicPr>
            <p:cNvPr descr="Image result for apache web server logo" id="1165" name="Google Shape;1165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49399" y="3712220"/>
              <a:ext cx="1425575" cy="6291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firefox logo" id="1166" name="Google Shape;116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57699" y="4326644"/>
              <a:ext cx="387318" cy="362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skype logo" id="1167" name="Google Shape;1167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74515" y="4091654"/>
              <a:ext cx="387318" cy="3929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8" name="Google Shape;1168;p25"/>
            <p:cNvSpPr txBox="1"/>
            <p:nvPr/>
          </p:nvSpPr>
          <p:spPr>
            <a:xfrm>
              <a:off x="3822815" y="3627317"/>
              <a:ext cx="721857" cy="3445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</a:t>
              </a:r>
              <a:r>
                <a:rPr baseline="-25000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pic>
          <p:nvPicPr>
            <p:cNvPr descr="Image result for netflix logo png" id="1169" name="Google Shape;1169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632599" y="4424842"/>
              <a:ext cx="691469" cy="3889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0" name="Google Shape;1170;p25"/>
            <p:cNvSpPr txBox="1"/>
            <p:nvPr/>
          </p:nvSpPr>
          <p:spPr>
            <a:xfrm>
              <a:off x="8196770" y="3636485"/>
              <a:ext cx="721857" cy="3445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</a:t>
              </a:r>
              <a:r>
                <a:rPr baseline="-25000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1171" name="Google Shape;1171;p25"/>
          <p:cNvSpPr/>
          <p:nvPr/>
        </p:nvSpPr>
        <p:spPr>
          <a:xfrm>
            <a:off x="4356586" y="4965666"/>
            <a:ext cx="3127375" cy="1498600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2" name="Google Shape;1172;p25"/>
          <p:cNvCxnSpPr/>
          <p:nvPr/>
        </p:nvCxnSpPr>
        <p:spPr>
          <a:xfrm>
            <a:off x="9704593" y="3018504"/>
            <a:ext cx="0" cy="2329600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3" name="Google Shape;1173;p25"/>
          <p:cNvCxnSpPr/>
          <p:nvPr/>
        </p:nvCxnSpPr>
        <p:spPr>
          <a:xfrm>
            <a:off x="6146230" y="5329338"/>
            <a:ext cx="3558363" cy="0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4" name="Google Shape;1174;p25"/>
          <p:cNvSpPr/>
          <p:nvPr/>
        </p:nvSpPr>
        <p:spPr>
          <a:xfrm>
            <a:off x="4977190" y="1924156"/>
            <a:ext cx="1049472" cy="530701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P-client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75" name="Google Shape;1175;p25"/>
          <p:cNvSpPr/>
          <p:nvPr/>
        </p:nvSpPr>
        <p:spPr>
          <a:xfrm>
            <a:off x="6094177" y="1951196"/>
            <a:ext cx="1049472" cy="530701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P-client</a:t>
            </a:r>
            <a:r>
              <a:rPr baseline="-2500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25"/>
          <p:cNvSpPr/>
          <p:nvPr/>
        </p:nvSpPr>
        <p:spPr>
          <a:xfrm>
            <a:off x="6149438" y="2346690"/>
            <a:ext cx="163654" cy="3001414"/>
          </a:xfrm>
          <a:custGeom>
            <a:rect b="b" l="l" r="r" t="t"/>
            <a:pathLst>
              <a:path extrusionOk="0" h="3006247" w="125260">
                <a:moveTo>
                  <a:pt x="0" y="3006247"/>
                </a:moveTo>
                <a:lnTo>
                  <a:pt x="0" y="125260"/>
                </a:lnTo>
                <a:lnTo>
                  <a:pt x="125260" y="0"/>
                </a:lnTo>
              </a:path>
            </a:pathLst>
          </a:custGeom>
          <a:noFill/>
          <a:ln cap="flat" cmpd="sng" w="34925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25"/>
          <p:cNvSpPr/>
          <p:nvPr/>
        </p:nvSpPr>
        <p:spPr>
          <a:xfrm flipH="1">
            <a:off x="5797083" y="2342230"/>
            <a:ext cx="163654" cy="3099711"/>
          </a:xfrm>
          <a:custGeom>
            <a:rect b="b" l="l" r="r" t="t"/>
            <a:pathLst>
              <a:path extrusionOk="0" h="3006247" w="125260">
                <a:moveTo>
                  <a:pt x="0" y="3006247"/>
                </a:moveTo>
                <a:lnTo>
                  <a:pt x="0" y="125260"/>
                </a:lnTo>
                <a:lnTo>
                  <a:pt x="125260" y="0"/>
                </a:lnTo>
              </a:path>
            </a:pathLst>
          </a:custGeom>
          <a:noFill/>
          <a:ln cap="flat" cmpd="sng" w="38100">
            <a:solidFill>
              <a:srgbClr val="0070C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8" name="Google Shape;1178;p25"/>
          <p:cNvCxnSpPr/>
          <p:nvPr/>
        </p:nvCxnSpPr>
        <p:spPr>
          <a:xfrm>
            <a:off x="3218929" y="3094306"/>
            <a:ext cx="0" cy="2329600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9" name="Google Shape;1179;p25"/>
          <p:cNvCxnSpPr/>
          <p:nvPr/>
        </p:nvCxnSpPr>
        <p:spPr>
          <a:xfrm>
            <a:off x="3189176" y="5423906"/>
            <a:ext cx="2771561" cy="0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age result for blue question mark icon" id="1180" name="Google Shape;1180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85255" y="752589"/>
            <a:ext cx="1624375" cy="16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26"/>
          <p:cNvSpPr/>
          <p:nvPr/>
        </p:nvSpPr>
        <p:spPr>
          <a:xfrm>
            <a:off x="-125260" y="0"/>
            <a:ext cx="12463397" cy="7014575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ars merge" id="1186" name="Google Shape;118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6092" y="376036"/>
            <a:ext cx="9399815" cy="6266543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26"/>
          <p:cNvSpPr txBox="1"/>
          <p:nvPr/>
        </p:nvSpPr>
        <p:spPr>
          <a:xfrm>
            <a:off x="3404140" y="4843419"/>
            <a:ext cx="538371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Multiplexing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2" name="Google Shape;119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1693" y="-160447"/>
            <a:ext cx="12509888" cy="7178894"/>
          </a:xfrm>
          <a:prstGeom prst="rect">
            <a:avLst/>
          </a:prstGeom>
          <a:noFill/>
          <a:ln>
            <a:noFill/>
          </a:ln>
        </p:spPr>
      </p:pic>
      <p:sp>
        <p:nvSpPr>
          <p:cNvPr id="1193" name="Google Shape;1193;p27"/>
          <p:cNvSpPr txBox="1"/>
          <p:nvPr/>
        </p:nvSpPr>
        <p:spPr>
          <a:xfrm>
            <a:off x="2859577" y="5354404"/>
            <a:ext cx="646734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Demultiplexing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" name="Google Shape;1198;p28"/>
          <p:cNvPicPr preferRelativeResize="0"/>
          <p:nvPr/>
        </p:nvPicPr>
        <p:blipFill rotWithShape="1">
          <a:blip r:embed="rId3">
            <a:alphaModFix/>
          </a:blip>
          <a:srcRect b="0" l="0" r="978" t="0"/>
          <a:stretch/>
        </p:blipFill>
        <p:spPr>
          <a:xfrm>
            <a:off x="1460597" y="10"/>
            <a:ext cx="9270806" cy="6857990"/>
          </a:xfrm>
          <a:custGeom>
            <a:rect b="b" l="l" r="r" t="t"/>
            <a:pathLst>
              <a:path extrusionOk="0" h="6858000" w="9270806">
                <a:moveTo>
                  <a:pt x="1503712" y="0"/>
                </a:moveTo>
                <a:lnTo>
                  <a:pt x="7767094" y="0"/>
                </a:lnTo>
                <a:lnTo>
                  <a:pt x="7913128" y="139721"/>
                </a:lnTo>
                <a:cubicBezTo>
                  <a:pt x="8751971" y="981521"/>
                  <a:pt x="9270806" y="2144457"/>
                  <a:pt x="9270806" y="3429000"/>
                </a:cubicBezTo>
                <a:cubicBezTo>
                  <a:pt x="9270806" y="4713544"/>
                  <a:pt x="8751971" y="5876479"/>
                  <a:pt x="7913128" y="6718279"/>
                </a:cubicBezTo>
                <a:lnTo>
                  <a:pt x="7767094" y="6858000"/>
                </a:lnTo>
                <a:lnTo>
                  <a:pt x="1503712" y="6858000"/>
                </a:lnTo>
                <a:lnTo>
                  <a:pt x="1357679" y="6718279"/>
                </a:lnTo>
                <a:cubicBezTo>
                  <a:pt x="518835" y="5876479"/>
                  <a:pt x="0" y="4713544"/>
                  <a:pt x="0" y="3429000"/>
                </a:cubicBezTo>
                <a:cubicBezTo>
                  <a:pt x="0" y="2144457"/>
                  <a:pt x="518835" y="981521"/>
                  <a:pt x="1357679" y="139721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29"/>
          <p:cNvSpPr/>
          <p:nvPr/>
        </p:nvSpPr>
        <p:spPr>
          <a:xfrm>
            <a:off x="-135699" y="0"/>
            <a:ext cx="12463397" cy="7014575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TSA precheck" id="1204" name="Google Shape;120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7655" y="710856"/>
            <a:ext cx="9946307" cy="5592861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29"/>
          <p:cNvSpPr/>
          <p:nvPr/>
        </p:nvSpPr>
        <p:spPr>
          <a:xfrm>
            <a:off x="0" y="0"/>
            <a:ext cx="2730674" cy="6889315"/>
          </a:xfrm>
          <a:custGeom>
            <a:rect b="b" l="l" r="r" t="t"/>
            <a:pathLst>
              <a:path extrusionOk="0" h="6889315" w="2730674">
                <a:moveTo>
                  <a:pt x="2730674" y="0"/>
                </a:moveTo>
                <a:lnTo>
                  <a:pt x="0" y="0"/>
                </a:lnTo>
                <a:lnTo>
                  <a:pt x="0" y="6889315"/>
                </a:lnTo>
                <a:lnTo>
                  <a:pt x="2317315" y="6876789"/>
                </a:lnTo>
                <a:cubicBezTo>
                  <a:pt x="2023699" y="6430027"/>
                  <a:pt x="1185797" y="5722009"/>
                  <a:pt x="1120781" y="3696819"/>
                </a:cubicBezTo>
                <a:cubicBezTo>
                  <a:pt x="1154483" y="1448545"/>
                  <a:pt x="2245241" y="641188"/>
                  <a:pt x="2680570" y="0"/>
                </a:cubicBezTo>
                <a:lnTo>
                  <a:pt x="2680570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29"/>
          <p:cNvSpPr/>
          <p:nvPr/>
        </p:nvSpPr>
        <p:spPr>
          <a:xfrm flipH="1">
            <a:off x="9473852" y="-31325"/>
            <a:ext cx="2730674" cy="6889315"/>
          </a:xfrm>
          <a:custGeom>
            <a:rect b="b" l="l" r="r" t="t"/>
            <a:pathLst>
              <a:path extrusionOk="0" h="6889315" w="2730674">
                <a:moveTo>
                  <a:pt x="2730674" y="0"/>
                </a:moveTo>
                <a:lnTo>
                  <a:pt x="0" y="0"/>
                </a:lnTo>
                <a:lnTo>
                  <a:pt x="0" y="6889315"/>
                </a:lnTo>
                <a:lnTo>
                  <a:pt x="2317315" y="6876789"/>
                </a:lnTo>
                <a:cubicBezTo>
                  <a:pt x="2023699" y="6430027"/>
                  <a:pt x="1185797" y="5722009"/>
                  <a:pt x="1120781" y="3696819"/>
                </a:cubicBezTo>
                <a:cubicBezTo>
                  <a:pt x="1154483" y="1448545"/>
                  <a:pt x="2245241" y="641188"/>
                  <a:pt x="2680570" y="0"/>
                </a:cubicBezTo>
                <a:lnTo>
                  <a:pt x="2680570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result for waiting lines boarding airplane delta airlines zones" id="1211" name="Google Shape;1211;p30"/>
          <p:cNvPicPr preferRelativeResize="0"/>
          <p:nvPr/>
        </p:nvPicPr>
        <p:blipFill rotWithShape="1">
          <a:blip r:embed="rId3">
            <a:alphaModFix/>
          </a:blip>
          <a:srcRect b="8222" l="0" r="1" t="0"/>
          <a:stretch/>
        </p:blipFill>
        <p:spPr>
          <a:xfrm>
            <a:off x="1114426" y="10"/>
            <a:ext cx="9963149" cy="6857990"/>
          </a:xfrm>
          <a:custGeom>
            <a:rect b="b" l="l" r="r" t="t"/>
            <a:pathLst>
              <a:path extrusionOk="0" h="6858000" w="9948672">
                <a:moveTo>
                  <a:pt x="1593452" y="0"/>
                </a:moveTo>
                <a:lnTo>
                  <a:pt x="8355220" y="0"/>
                </a:lnTo>
                <a:lnTo>
                  <a:pt x="8491722" y="130333"/>
                </a:lnTo>
                <a:cubicBezTo>
                  <a:pt x="9391900" y="1031820"/>
                  <a:pt x="9948672" y="2277214"/>
                  <a:pt x="9948672" y="3652838"/>
                </a:cubicBezTo>
                <a:cubicBezTo>
                  <a:pt x="9948672" y="4856509"/>
                  <a:pt x="9522393" y="5960473"/>
                  <a:pt x="8812775" y="6821583"/>
                </a:cubicBezTo>
                <a:lnTo>
                  <a:pt x="8781276" y="6858000"/>
                </a:lnTo>
                <a:lnTo>
                  <a:pt x="1167397" y="6858000"/>
                </a:lnTo>
                <a:lnTo>
                  <a:pt x="1135897" y="6821583"/>
                </a:lnTo>
                <a:cubicBezTo>
                  <a:pt x="426279" y="5960473"/>
                  <a:pt x="0" y="4856509"/>
                  <a:pt x="0" y="3652838"/>
                </a:cubicBezTo>
                <a:cubicBezTo>
                  <a:pt x="0" y="2277214"/>
                  <a:pt x="556772" y="1031820"/>
                  <a:pt x="1456950" y="130333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212" name="Google Shape;1212;p30"/>
          <p:cNvSpPr/>
          <p:nvPr/>
        </p:nvSpPr>
        <p:spPr>
          <a:xfrm>
            <a:off x="0" y="0"/>
            <a:ext cx="2730674" cy="6889315"/>
          </a:xfrm>
          <a:custGeom>
            <a:rect b="b" l="l" r="r" t="t"/>
            <a:pathLst>
              <a:path extrusionOk="0" h="6889315" w="2730674">
                <a:moveTo>
                  <a:pt x="2730674" y="0"/>
                </a:moveTo>
                <a:lnTo>
                  <a:pt x="0" y="0"/>
                </a:lnTo>
                <a:lnTo>
                  <a:pt x="0" y="6889315"/>
                </a:lnTo>
                <a:lnTo>
                  <a:pt x="2317315" y="6876789"/>
                </a:lnTo>
                <a:cubicBezTo>
                  <a:pt x="2023699" y="6430027"/>
                  <a:pt x="1185797" y="5722009"/>
                  <a:pt x="1120781" y="3696819"/>
                </a:cubicBezTo>
                <a:cubicBezTo>
                  <a:pt x="1154483" y="1448545"/>
                  <a:pt x="2245241" y="641188"/>
                  <a:pt x="2680570" y="0"/>
                </a:cubicBezTo>
                <a:lnTo>
                  <a:pt x="2680570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30"/>
          <p:cNvSpPr/>
          <p:nvPr/>
        </p:nvSpPr>
        <p:spPr>
          <a:xfrm flipH="1">
            <a:off x="9473852" y="-31325"/>
            <a:ext cx="2730674" cy="6889315"/>
          </a:xfrm>
          <a:custGeom>
            <a:rect b="b" l="l" r="r" t="t"/>
            <a:pathLst>
              <a:path extrusionOk="0" h="6889315" w="2730674">
                <a:moveTo>
                  <a:pt x="2730674" y="0"/>
                </a:moveTo>
                <a:lnTo>
                  <a:pt x="0" y="0"/>
                </a:lnTo>
                <a:lnTo>
                  <a:pt x="0" y="6889315"/>
                </a:lnTo>
                <a:lnTo>
                  <a:pt x="2317315" y="6876789"/>
                </a:lnTo>
                <a:cubicBezTo>
                  <a:pt x="2023699" y="6430027"/>
                  <a:pt x="1185797" y="5722009"/>
                  <a:pt x="1120781" y="3696819"/>
                </a:cubicBezTo>
                <a:cubicBezTo>
                  <a:pt x="1154483" y="1448545"/>
                  <a:pt x="2245241" y="641188"/>
                  <a:pt x="2680570" y="0"/>
                </a:cubicBezTo>
                <a:lnTo>
                  <a:pt x="2680570" y="0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9" name="Google Shape;1219;p31"/>
          <p:cNvGrpSpPr/>
          <p:nvPr/>
        </p:nvGrpSpPr>
        <p:grpSpPr>
          <a:xfrm>
            <a:off x="141514" y="827314"/>
            <a:ext cx="11908971" cy="4739615"/>
            <a:chOff x="2511281" y="3262667"/>
            <a:chExt cx="7770812" cy="3121540"/>
          </a:xfrm>
        </p:grpSpPr>
        <p:sp>
          <p:nvSpPr>
            <p:cNvPr id="1220" name="Google Shape;1220;p31"/>
            <p:cNvSpPr/>
            <p:nvPr/>
          </p:nvSpPr>
          <p:spPr>
            <a:xfrm>
              <a:off x="5108431" y="3572744"/>
              <a:ext cx="552450" cy="2082800"/>
            </a:xfrm>
            <a:custGeom>
              <a:rect b="b" l="l" r="r" t="t"/>
              <a:pathLst>
                <a:path extrusionOk="0" h="1312" w="348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21" name="Google Shape;1221;p31"/>
            <p:cNvSpPr/>
            <p:nvPr/>
          </p:nvSpPr>
          <p:spPr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2" name="Google Shape;1222;p31"/>
            <p:cNvSpPr/>
            <p:nvPr/>
          </p:nvSpPr>
          <p:spPr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23" name="Google Shape;1223;p31"/>
            <p:cNvCxnSpPr/>
            <p:nvPr/>
          </p:nvCxnSpPr>
          <p:spPr>
            <a:xfrm>
              <a:off x="5627543" y="4447457"/>
              <a:ext cx="146050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24" name="Google Shape;1224;p31"/>
            <p:cNvSpPr txBox="1"/>
            <p:nvPr/>
          </p:nvSpPr>
          <p:spPr>
            <a:xfrm>
              <a:off x="5698981" y="4480178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1225" name="Google Shape;1225;p31"/>
            <p:cNvCxnSpPr/>
            <p:nvPr/>
          </p:nvCxnSpPr>
          <p:spPr>
            <a:xfrm>
              <a:off x="5629131" y="476495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26" name="Google Shape;1226;p31"/>
            <p:cNvSpPr txBox="1"/>
            <p:nvPr/>
          </p:nvSpPr>
          <p:spPr>
            <a:xfrm>
              <a:off x="5692631" y="5377884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1227" name="Google Shape;1227;p31"/>
            <p:cNvSpPr txBox="1"/>
            <p:nvPr/>
          </p:nvSpPr>
          <p:spPr>
            <a:xfrm>
              <a:off x="5692631" y="5084965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1228" name="Google Shape;1228;p31"/>
            <p:cNvSpPr txBox="1"/>
            <p:nvPr/>
          </p:nvSpPr>
          <p:spPr>
            <a:xfrm>
              <a:off x="5692631" y="479368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cxnSp>
          <p:nvCxnSpPr>
            <p:cNvPr id="1229" name="Google Shape;1229;p31"/>
            <p:cNvCxnSpPr/>
            <p:nvPr/>
          </p:nvCxnSpPr>
          <p:spPr>
            <a:xfrm>
              <a:off x="5625956" y="507610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0" name="Google Shape;1230;p31"/>
            <p:cNvCxnSpPr/>
            <p:nvPr/>
          </p:nvCxnSpPr>
          <p:spPr>
            <a:xfrm>
              <a:off x="5622781" y="537455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31" name="Google Shape;1231;p31"/>
            <p:cNvSpPr/>
            <p:nvPr/>
          </p:nvSpPr>
          <p:spPr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2" name="Google Shape;1232;p31"/>
            <p:cNvSpPr/>
            <p:nvPr/>
          </p:nvSpPr>
          <p:spPr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33" name="Google Shape;1233;p31"/>
            <p:cNvCxnSpPr/>
            <p:nvPr/>
          </p:nvCxnSpPr>
          <p:spPr>
            <a:xfrm>
              <a:off x="7889731" y="4807819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34" name="Google Shape;1234;p31"/>
            <p:cNvSpPr txBox="1"/>
            <p:nvPr/>
          </p:nvSpPr>
          <p:spPr>
            <a:xfrm>
              <a:off x="7846868" y="4833372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1235" name="Google Shape;1235;p31"/>
            <p:cNvCxnSpPr/>
            <p:nvPr/>
          </p:nvCxnSpPr>
          <p:spPr>
            <a:xfrm>
              <a:off x="7897668" y="512849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6" name="Google Shape;1236;p31"/>
            <p:cNvCxnSpPr/>
            <p:nvPr/>
          </p:nvCxnSpPr>
          <p:spPr>
            <a:xfrm>
              <a:off x="7883381" y="543805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7" name="Google Shape;1237;p31"/>
            <p:cNvCxnSpPr/>
            <p:nvPr/>
          </p:nvCxnSpPr>
          <p:spPr>
            <a:xfrm>
              <a:off x="7883381" y="572380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38" name="Google Shape;1238;p31"/>
            <p:cNvSpPr txBox="1"/>
            <p:nvPr/>
          </p:nvSpPr>
          <p:spPr>
            <a:xfrm>
              <a:off x="7881793" y="4037882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  <p:sp>
          <p:nvSpPr>
            <p:cNvPr id="1239" name="Google Shape;1239;p31"/>
            <p:cNvSpPr txBox="1"/>
            <p:nvPr/>
          </p:nvSpPr>
          <p:spPr>
            <a:xfrm>
              <a:off x="7837343" y="574541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1240" name="Google Shape;1240;p31"/>
            <p:cNvSpPr txBox="1"/>
            <p:nvPr/>
          </p:nvSpPr>
          <p:spPr>
            <a:xfrm>
              <a:off x="7849290" y="543815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1241" name="Google Shape;1241;p31"/>
            <p:cNvSpPr txBox="1"/>
            <p:nvPr/>
          </p:nvSpPr>
          <p:spPr>
            <a:xfrm>
              <a:off x="7846868" y="5150053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sp>
          <p:nvSpPr>
            <p:cNvPr id="1242" name="Google Shape;1242;p31"/>
            <p:cNvSpPr/>
            <p:nvPr/>
          </p:nvSpPr>
          <p:spPr>
            <a:xfrm>
              <a:off x="9166081" y="4025182"/>
              <a:ext cx="581025" cy="2038350"/>
            </a:xfrm>
            <a:custGeom>
              <a:rect b="b" l="l" r="r" t="t"/>
              <a:pathLst>
                <a:path extrusionOk="0" h="1284" w="366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43" name="Google Shape;1243;p31"/>
            <p:cNvSpPr/>
            <p:nvPr/>
          </p:nvSpPr>
          <p:spPr>
            <a:xfrm>
              <a:off x="2976418" y="4045819"/>
              <a:ext cx="552450" cy="2082800"/>
            </a:xfrm>
            <a:custGeom>
              <a:rect b="b" l="l" r="r" t="t"/>
              <a:pathLst>
                <a:path extrusionOk="0" h="1312" w="348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44" name="Google Shape;1244;p31"/>
            <p:cNvSpPr/>
            <p:nvPr/>
          </p:nvSpPr>
          <p:spPr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5" name="Google Shape;1245;p31"/>
            <p:cNvSpPr/>
            <p:nvPr/>
          </p:nvSpPr>
          <p:spPr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46" name="Google Shape;1246;p31"/>
            <p:cNvCxnSpPr/>
            <p:nvPr/>
          </p:nvCxnSpPr>
          <p:spPr>
            <a:xfrm>
              <a:off x="3544743" y="481575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7" name="Google Shape;1247;p31"/>
            <p:cNvSpPr txBox="1"/>
            <p:nvPr/>
          </p:nvSpPr>
          <p:spPr>
            <a:xfrm>
              <a:off x="3501881" y="484130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1248" name="Google Shape;1248;p31"/>
            <p:cNvCxnSpPr/>
            <p:nvPr/>
          </p:nvCxnSpPr>
          <p:spPr>
            <a:xfrm>
              <a:off x="3552681" y="5136432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9" name="Google Shape;1249;p31"/>
            <p:cNvCxnSpPr/>
            <p:nvPr/>
          </p:nvCxnSpPr>
          <p:spPr>
            <a:xfrm>
              <a:off x="3538393" y="544599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0" name="Google Shape;1250;p31"/>
            <p:cNvCxnSpPr/>
            <p:nvPr/>
          </p:nvCxnSpPr>
          <p:spPr>
            <a:xfrm>
              <a:off x="3538393" y="573174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1" name="Google Shape;1251;p31"/>
            <p:cNvSpPr txBox="1"/>
            <p:nvPr/>
          </p:nvSpPr>
          <p:spPr>
            <a:xfrm>
              <a:off x="3536806" y="404581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  <p:sp>
          <p:nvSpPr>
            <p:cNvPr id="1252" name="Google Shape;1252;p31"/>
            <p:cNvSpPr txBox="1"/>
            <p:nvPr/>
          </p:nvSpPr>
          <p:spPr>
            <a:xfrm>
              <a:off x="3492356" y="5746184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1253" name="Google Shape;1253;p31"/>
            <p:cNvSpPr txBox="1"/>
            <p:nvPr/>
          </p:nvSpPr>
          <p:spPr>
            <a:xfrm>
              <a:off x="3511406" y="545326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1254" name="Google Shape;1254;p31"/>
            <p:cNvSpPr txBox="1"/>
            <p:nvPr/>
          </p:nvSpPr>
          <p:spPr>
            <a:xfrm>
              <a:off x="3501881" y="5157990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grpSp>
          <p:nvGrpSpPr>
            <p:cNvPr id="1255" name="Google Shape;1255;p31"/>
            <p:cNvGrpSpPr/>
            <p:nvPr/>
          </p:nvGrpSpPr>
          <p:grpSpPr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descr="desktop_computer_stylized_medium" id="1256" name="Google Shape;1256;p3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57" name="Google Shape;1257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258" name="Google Shape;1258;p31"/>
            <p:cNvGrpSpPr/>
            <p:nvPr/>
          </p:nvGrpSpPr>
          <p:grpSpPr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descr="desktop_computer_stylized_medium" id="1259" name="Google Shape;1259;p3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0" name="Google Shape;1260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261" name="Google Shape;1261;p31"/>
            <p:cNvGrpSpPr/>
            <p:nvPr/>
          </p:nvGrpSpPr>
          <p:grpSpPr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1262" name="Google Shape;1262;p31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63" name="Google Shape;1263;p31"/>
              <p:cNvSpPr/>
              <p:nvPr/>
            </p:nvSpPr>
            <p:spPr>
              <a:xfrm>
                <a:off x="4203" y="429"/>
                <a:ext cx="1053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64" name="Google Shape;1264;p31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65" name="Google Shape;1265;p31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66" name="Google Shape;1266;p31"/>
              <p:cNvSpPr/>
              <p:nvPr/>
            </p:nvSpPr>
            <p:spPr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267" name="Google Shape;1267;p31"/>
              <p:cNvGrpSpPr/>
              <p:nvPr/>
            </p:nvGrpSpPr>
            <p:grpSpPr>
              <a:xfrm>
                <a:off x="4751" y="667"/>
                <a:ext cx="580" cy="146"/>
                <a:chOff x="617" y="2567"/>
                <a:chExt cx="724" cy="140"/>
              </a:xfrm>
            </p:grpSpPr>
            <p:sp>
              <p:nvSpPr>
                <p:cNvPr id="1268" name="Google Shape;1268;p31"/>
                <p:cNvSpPr/>
                <p:nvPr/>
              </p:nvSpPr>
              <p:spPr>
                <a:xfrm>
                  <a:off x="617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1269" name="Google Shape;1269;p31"/>
                <p:cNvSpPr/>
                <p:nvPr/>
              </p:nvSpPr>
              <p:spPr>
                <a:xfrm>
                  <a:off x="633" y="2582"/>
                  <a:ext cx="692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1270" name="Google Shape;1270;p31"/>
              <p:cNvSpPr/>
              <p:nvPr/>
            </p:nvSpPr>
            <p:spPr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271" name="Google Shape;1271;p31"/>
              <p:cNvGrpSpPr/>
              <p:nvPr/>
            </p:nvGrpSpPr>
            <p:grpSpPr>
              <a:xfrm>
                <a:off x="4745" y="996"/>
                <a:ext cx="580" cy="156"/>
                <a:chOff x="612" y="2570"/>
                <a:chExt cx="724" cy="162"/>
              </a:xfrm>
            </p:grpSpPr>
            <p:sp>
              <p:nvSpPr>
                <p:cNvPr id="1272" name="Google Shape;1272;p31"/>
                <p:cNvSpPr/>
                <p:nvPr/>
              </p:nvSpPr>
              <p:spPr>
                <a:xfrm>
                  <a:off x="612" y="2570"/>
                  <a:ext cx="724" cy="16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1273" name="Google Shape;1273;p31"/>
                <p:cNvSpPr/>
                <p:nvPr/>
              </p:nvSpPr>
              <p:spPr>
                <a:xfrm>
                  <a:off x="628" y="2586"/>
                  <a:ext cx="69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1274" name="Google Shape;1274;p31"/>
              <p:cNvSpPr/>
              <p:nvPr/>
            </p:nvSpPr>
            <p:spPr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75" name="Google Shape;1275;p31"/>
              <p:cNvSpPr/>
              <p:nvPr/>
            </p:nvSpPr>
            <p:spPr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276" name="Google Shape;1276;p31"/>
              <p:cNvGrpSpPr/>
              <p:nvPr/>
            </p:nvGrpSpPr>
            <p:grpSpPr>
              <a:xfrm>
                <a:off x="4733" y="1627"/>
                <a:ext cx="586" cy="151"/>
                <a:chOff x="611" y="2568"/>
                <a:chExt cx="730" cy="139"/>
              </a:xfrm>
            </p:grpSpPr>
            <p:sp>
              <p:nvSpPr>
                <p:cNvPr id="1277" name="Google Shape;1277;p31"/>
                <p:cNvSpPr/>
                <p:nvPr/>
              </p:nvSpPr>
              <p:spPr>
                <a:xfrm>
                  <a:off x="611" y="2568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1278" name="Google Shape;1278;p31"/>
                <p:cNvSpPr/>
                <p:nvPr/>
              </p:nvSpPr>
              <p:spPr>
                <a:xfrm>
                  <a:off x="627" y="2583"/>
                  <a:ext cx="699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1279" name="Google Shape;1279;p31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280" name="Google Shape;1280;p31"/>
              <p:cNvGrpSpPr/>
              <p:nvPr/>
            </p:nvGrpSpPr>
            <p:grpSpPr>
              <a:xfrm>
                <a:off x="4739" y="1325"/>
                <a:ext cx="580" cy="140"/>
                <a:chOff x="614" y="2566"/>
                <a:chExt cx="723" cy="140"/>
              </a:xfrm>
            </p:grpSpPr>
            <p:sp>
              <p:nvSpPr>
                <p:cNvPr id="1281" name="Google Shape;1281;p31"/>
                <p:cNvSpPr/>
                <p:nvPr/>
              </p:nvSpPr>
              <p:spPr>
                <a:xfrm>
                  <a:off x="614" y="2566"/>
                  <a:ext cx="723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1282" name="Google Shape;1282;p31"/>
                <p:cNvSpPr/>
                <p:nvPr/>
              </p:nvSpPr>
              <p:spPr>
                <a:xfrm>
                  <a:off x="630" y="2582"/>
                  <a:ext cx="691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1283" name="Google Shape;1283;p31"/>
              <p:cNvSpPr/>
              <p:nvPr/>
            </p:nvSpPr>
            <p:spPr>
              <a:xfrm>
                <a:off x="5250" y="429"/>
                <a:ext cx="69" cy="2288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84" name="Google Shape;1284;p31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85" name="Google Shape;1285;p31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86" name="Google Shape;1286;p31"/>
              <p:cNvSpPr/>
              <p:nvPr/>
            </p:nvSpPr>
            <p:spPr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87" name="Google Shape;1287;p31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88" name="Google Shape;1288;p31"/>
              <p:cNvSpPr/>
              <p:nvPr/>
            </p:nvSpPr>
            <p:spPr>
              <a:xfrm>
                <a:off x="4140" y="2679"/>
                <a:ext cx="1198" cy="146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89" name="Google Shape;1289;p31"/>
              <p:cNvSpPr/>
              <p:nvPr/>
            </p:nvSpPr>
            <p:spPr>
              <a:xfrm>
                <a:off x="4203" y="2712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90" name="Google Shape;1290;p31"/>
              <p:cNvSpPr/>
              <p:nvPr/>
            </p:nvSpPr>
            <p:spPr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91" name="Google Shape;1291;p31"/>
              <p:cNvSpPr/>
              <p:nvPr/>
            </p:nvSpPr>
            <p:spPr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31"/>
              <p:cNvSpPr/>
              <p:nvPr/>
            </p:nvSpPr>
            <p:spPr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293" name="Google Shape;1293;p31"/>
              <p:cNvSpPr/>
              <p:nvPr/>
            </p:nvSpPr>
            <p:spPr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pic>
          <p:nvPicPr>
            <p:cNvPr descr="Image result for firefox logo" id="1294" name="Google Shape;1294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26336" y="4363319"/>
              <a:ext cx="387318" cy="362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5" name="Google Shape;1295;p31"/>
            <p:cNvSpPr txBox="1"/>
            <p:nvPr/>
          </p:nvSpPr>
          <p:spPr>
            <a:xfrm>
              <a:off x="5723493" y="3262667"/>
              <a:ext cx="1265812" cy="380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HTTP server</a:t>
              </a:r>
              <a:endParaRPr/>
            </a:p>
          </p:txBody>
        </p:sp>
        <p:pic>
          <p:nvPicPr>
            <p:cNvPr descr="Image result for apache web server logo" id="1296" name="Google Shape;1296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49399" y="3712220"/>
              <a:ext cx="1425575" cy="6291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firefox logo" id="1297" name="Google Shape;1297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57699" y="4326644"/>
              <a:ext cx="387318" cy="362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skype logo" id="1298" name="Google Shape;1298;p3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74515" y="4091654"/>
              <a:ext cx="387318" cy="3929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9" name="Google Shape;1299;p31"/>
            <p:cNvSpPr txBox="1"/>
            <p:nvPr/>
          </p:nvSpPr>
          <p:spPr>
            <a:xfrm>
              <a:off x="3822815" y="3627317"/>
              <a:ext cx="642362" cy="380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</a:t>
              </a:r>
              <a:endParaRPr/>
            </a:p>
          </p:txBody>
        </p:sp>
        <p:pic>
          <p:nvPicPr>
            <p:cNvPr descr="Image result for netflix logo png" id="1300" name="Google Shape;1300;p3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632599" y="4424842"/>
              <a:ext cx="691469" cy="3889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1" name="Google Shape;1301;p31"/>
          <p:cNvSpPr/>
          <p:nvPr/>
        </p:nvSpPr>
        <p:spPr>
          <a:xfrm>
            <a:off x="4356586" y="4965666"/>
            <a:ext cx="3127375" cy="1498600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31"/>
          <p:cNvSpPr/>
          <p:nvPr/>
        </p:nvSpPr>
        <p:spPr>
          <a:xfrm>
            <a:off x="4944218" y="2675931"/>
            <a:ext cx="2194145" cy="1745839"/>
          </a:xfrm>
          <a:prstGeom prst="rect">
            <a:avLst/>
          </a:prstGeom>
          <a:solidFill>
            <a:schemeClr val="lt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3" name="Google Shape;1303;p31"/>
          <p:cNvCxnSpPr/>
          <p:nvPr/>
        </p:nvCxnSpPr>
        <p:spPr>
          <a:xfrm rot="10800000">
            <a:off x="3204457" y="2995594"/>
            <a:ext cx="0" cy="2502331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04" name="Google Shape;1304;p31"/>
          <p:cNvSpPr/>
          <p:nvPr/>
        </p:nvSpPr>
        <p:spPr>
          <a:xfrm>
            <a:off x="5864224" y="2340021"/>
            <a:ext cx="1063879" cy="26616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31"/>
          <p:cNvSpPr txBox="1"/>
          <p:nvPr/>
        </p:nvSpPr>
        <p:spPr>
          <a:xfrm>
            <a:off x="5819897" y="2291365"/>
            <a:ext cx="11082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msg</a:t>
            </a:r>
            <a:endParaRPr/>
          </a:p>
        </p:txBody>
      </p:sp>
      <p:cxnSp>
        <p:nvCxnSpPr>
          <p:cNvPr id="1306" name="Google Shape;1306;p31"/>
          <p:cNvCxnSpPr/>
          <p:nvPr/>
        </p:nvCxnSpPr>
        <p:spPr>
          <a:xfrm>
            <a:off x="7011397" y="2484139"/>
            <a:ext cx="0" cy="3013786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07" name="Google Shape;1307;p31"/>
          <p:cNvCxnSpPr/>
          <p:nvPr/>
        </p:nvCxnSpPr>
        <p:spPr>
          <a:xfrm>
            <a:off x="3184573" y="5478673"/>
            <a:ext cx="3851736" cy="0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3" name="Google Shape;1313;p32"/>
          <p:cNvGrpSpPr/>
          <p:nvPr/>
        </p:nvGrpSpPr>
        <p:grpSpPr>
          <a:xfrm>
            <a:off x="141514" y="827314"/>
            <a:ext cx="11908971" cy="4739615"/>
            <a:chOff x="2511281" y="3262667"/>
            <a:chExt cx="7770812" cy="3121540"/>
          </a:xfrm>
        </p:grpSpPr>
        <p:sp>
          <p:nvSpPr>
            <p:cNvPr id="1314" name="Google Shape;1314;p32"/>
            <p:cNvSpPr/>
            <p:nvPr/>
          </p:nvSpPr>
          <p:spPr>
            <a:xfrm>
              <a:off x="5108431" y="3572744"/>
              <a:ext cx="552450" cy="2082800"/>
            </a:xfrm>
            <a:custGeom>
              <a:rect b="b" l="l" r="r" t="t"/>
              <a:pathLst>
                <a:path extrusionOk="0" h="1312" w="348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5" name="Google Shape;1315;p32"/>
            <p:cNvSpPr/>
            <p:nvPr/>
          </p:nvSpPr>
          <p:spPr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6" name="Google Shape;1316;p32"/>
            <p:cNvSpPr/>
            <p:nvPr/>
          </p:nvSpPr>
          <p:spPr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17" name="Google Shape;1317;p32"/>
            <p:cNvCxnSpPr/>
            <p:nvPr/>
          </p:nvCxnSpPr>
          <p:spPr>
            <a:xfrm>
              <a:off x="5627543" y="4447457"/>
              <a:ext cx="146050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18" name="Google Shape;1318;p32"/>
            <p:cNvSpPr txBox="1"/>
            <p:nvPr/>
          </p:nvSpPr>
          <p:spPr>
            <a:xfrm>
              <a:off x="5698981" y="4480178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1319" name="Google Shape;1319;p32"/>
            <p:cNvCxnSpPr/>
            <p:nvPr/>
          </p:nvCxnSpPr>
          <p:spPr>
            <a:xfrm>
              <a:off x="5629131" y="476495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0" name="Google Shape;1320;p32"/>
            <p:cNvSpPr txBox="1"/>
            <p:nvPr/>
          </p:nvSpPr>
          <p:spPr>
            <a:xfrm>
              <a:off x="5692631" y="5377884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1321" name="Google Shape;1321;p32"/>
            <p:cNvSpPr txBox="1"/>
            <p:nvPr/>
          </p:nvSpPr>
          <p:spPr>
            <a:xfrm>
              <a:off x="5692631" y="5084965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1322" name="Google Shape;1322;p32"/>
            <p:cNvSpPr txBox="1"/>
            <p:nvPr/>
          </p:nvSpPr>
          <p:spPr>
            <a:xfrm>
              <a:off x="5692631" y="479368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cxnSp>
          <p:nvCxnSpPr>
            <p:cNvPr id="1323" name="Google Shape;1323;p32"/>
            <p:cNvCxnSpPr/>
            <p:nvPr/>
          </p:nvCxnSpPr>
          <p:spPr>
            <a:xfrm>
              <a:off x="5625956" y="507610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4" name="Google Shape;1324;p32"/>
            <p:cNvCxnSpPr/>
            <p:nvPr/>
          </p:nvCxnSpPr>
          <p:spPr>
            <a:xfrm>
              <a:off x="5622781" y="5374557"/>
              <a:ext cx="14573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5" name="Google Shape;1325;p32"/>
            <p:cNvSpPr/>
            <p:nvPr/>
          </p:nvSpPr>
          <p:spPr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6" name="Google Shape;1326;p32"/>
            <p:cNvSpPr/>
            <p:nvPr/>
          </p:nvSpPr>
          <p:spPr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27" name="Google Shape;1327;p32"/>
            <p:cNvCxnSpPr/>
            <p:nvPr/>
          </p:nvCxnSpPr>
          <p:spPr>
            <a:xfrm>
              <a:off x="7889731" y="4807819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8" name="Google Shape;1328;p32"/>
            <p:cNvSpPr txBox="1"/>
            <p:nvPr/>
          </p:nvSpPr>
          <p:spPr>
            <a:xfrm>
              <a:off x="7846868" y="4833372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1329" name="Google Shape;1329;p32"/>
            <p:cNvCxnSpPr/>
            <p:nvPr/>
          </p:nvCxnSpPr>
          <p:spPr>
            <a:xfrm>
              <a:off x="7897668" y="512849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0" name="Google Shape;1330;p32"/>
            <p:cNvCxnSpPr/>
            <p:nvPr/>
          </p:nvCxnSpPr>
          <p:spPr>
            <a:xfrm>
              <a:off x="7883381" y="543805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1" name="Google Shape;1331;p32"/>
            <p:cNvCxnSpPr/>
            <p:nvPr/>
          </p:nvCxnSpPr>
          <p:spPr>
            <a:xfrm>
              <a:off x="7883381" y="572380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32" name="Google Shape;1332;p32"/>
            <p:cNvSpPr txBox="1"/>
            <p:nvPr/>
          </p:nvSpPr>
          <p:spPr>
            <a:xfrm>
              <a:off x="7881793" y="4037882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  <p:sp>
          <p:nvSpPr>
            <p:cNvPr id="1333" name="Google Shape;1333;p32"/>
            <p:cNvSpPr txBox="1"/>
            <p:nvPr/>
          </p:nvSpPr>
          <p:spPr>
            <a:xfrm>
              <a:off x="7837343" y="574541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1334" name="Google Shape;1334;p32"/>
            <p:cNvSpPr txBox="1"/>
            <p:nvPr/>
          </p:nvSpPr>
          <p:spPr>
            <a:xfrm>
              <a:off x="7849290" y="543815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1335" name="Google Shape;1335;p32"/>
            <p:cNvSpPr txBox="1"/>
            <p:nvPr/>
          </p:nvSpPr>
          <p:spPr>
            <a:xfrm>
              <a:off x="7846868" y="5150053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sp>
          <p:nvSpPr>
            <p:cNvPr id="1336" name="Google Shape;1336;p32"/>
            <p:cNvSpPr/>
            <p:nvPr/>
          </p:nvSpPr>
          <p:spPr>
            <a:xfrm>
              <a:off x="9166081" y="4025182"/>
              <a:ext cx="581025" cy="2038350"/>
            </a:xfrm>
            <a:custGeom>
              <a:rect b="b" l="l" r="r" t="t"/>
              <a:pathLst>
                <a:path extrusionOk="0" h="1284" w="366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37" name="Google Shape;1337;p32"/>
            <p:cNvSpPr/>
            <p:nvPr/>
          </p:nvSpPr>
          <p:spPr>
            <a:xfrm>
              <a:off x="2976418" y="4045819"/>
              <a:ext cx="552450" cy="2082800"/>
            </a:xfrm>
            <a:custGeom>
              <a:rect b="b" l="l" r="r" t="t"/>
              <a:pathLst>
                <a:path extrusionOk="0" h="1312" w="348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38" name="Google Shape;1338;p32"/>
            <p:cNvSpPr/>
            <p:nvPr/>
          </p:nvSpPr>
          <p:spPr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9" name="Google Shape;1339;p32"/>
            <p:cNvSpPr/>
            <p:nvPr/>
          </p:nvSpPr>
          <p:spPr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40" name="Google Shape;1340;p32"/>
            <p:cNvCxnSpPr/>
            <p:nvPr/>
          </p:nvCxnSpPr>
          <p:spPr>
            <a:xfrm>
              <a:off x="3544743" y="4815757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41" name="Google Shape;1341;p32"/>
            <p:cNvSpPr txBox="1"/>
            <p:nvPr/>
          </p:nvSpPr>
          <p:spPr>
            <a:xfrm>
              <a:off x="3501881" y="484130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</p:txBody>
        </p:sp>
        <p:cxnSp>
          <p:nvCxnSpPr>
            <p:cNvPr id="1342" name="Google Shape;1342;p32"/>
            <p:cNvCxnSpPr/>
            <p:nvPr/>
          </p:nvCxnSpPr>
          <p:spPr>
            <a:xfrm>
              <a:off x="3552681" y="5136432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3" name="Google Shape;1343;p32"/>
            <p:cNvCxnSpPr/>
            <p:nvPr/>
          </p:nvCxnSpPr>
          <p:spPr>
            <a:xfrm>
              <a:off x="3538393" y="544599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4" name="Google Shape;1344;p32"/>
            <p:cNvCxnSpPr/>
            <p:nvPr/>
          </p:nvCxnSpPr>
          <p:spPr>
            <a:xfrm>
              <a:off x="3538393" y="5731744"/>
              <a:ext cx="1263650" cy="3175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45" name="Google Shape;1345;p32"/>
            <p:cNvSpPr txBox="1"/>
            <p:nvPr/>
          </p:nvSpPr>
          <p:spPr>
            <a:xfrm>
              <a:off x="3536806" y="4045819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  <p:sp>
          <p:nvSpPr>
            <p:cNvPr id="1346" name="Google Shape;1346;p32"/>
            <p:cNvSpPr txBox="1"/>
            <p:nvPr/>
          </p:nvSpPr>
          <p:spPr>
            <a:xfrm>
              <a:off x="3492356" y="5746184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1347" name="Google Shape;1347;p32"/>
            <p:cNvSpPr txBox="1"/>
            <p:nvPr/>
          </p:nvSpPr>
          <p:spPr>
            <a:xfrm>
              <a:off x="3511406" y="5453266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1348" name="Google Shape;1348;p32"/>
            <p:cNvSpPr txBox="1"/>
            <p:nvPr/>
          </p:nvSpPr>
          <p:spPr>
            <a:xfrm>
              <a:off x="3501881" y="5157990"/>
              <a:ext cx="1317625" cy="289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</a:t>
              </a:r>
              <a:endParaRPr/>
            </a:p>
          </p:txBody>
        </p:sp>
        <p:grpSp>
          <p:nvGrpSpPr>
            <p:cNvPr id="1349" name="Google Shape;1349;p32"/>
            <p:cNvGrpSpPr/>
            <p:nvPr/>
          </p:nvGrpSpPr>
          <p:grpSpPr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descr="desktop_computer_stylized_medium" id="1350" name="Google Shape;1350;p3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51" name="Google Shape;1351;p3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352" name="Google Shape;1352;p32"/>
            <p:cNvGrpSpPr/>
            <p:nvPr/>
          </p:nvGrpSpPr>
          <p:grpSpPr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descr="desktop_computer_stylized_medium" id="1353" name="Google Shape;1353;p3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54" name="Google Shape;1354;p3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355" name="Google Shape;1355;p32"/>
            <p:cNvGrpSpPr/>
            <p:nvPr/>
          </p:nvGrpSpPr>
          <p:grpSpPr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1356" name="Google Shape;1356;p3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57" name="Google Shape;1357;p32"/>
              <p:cNvSpPr/>
              <p:nvPr/>
            </p:nvSpPr>
            <p:spPr>
              <a:xfrm>
                <a:off x="4203" y="429"/>
                <a:ext cx="1053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58" name="Google Shape;1358;p3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59" name="Google Shape;1359;p3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60" name="Google Shape;1360;p32"/>
              <p:cNvSpPr/>
              <p:nvPr/>
            </p:nvSpPr>
            <p:spPr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361" name="Google Shape;1361;p32"/>
              <p:cNvGrpSpPr/>
              <p:nvPr/>
            </p:nvGrpSpPr>
            <p:grpSpPr>
              <a:xfrm>
                <a:off x="4751" y="667"/>
                <a:ext cx="580" cy="146"/>
                <a:chOff x="617" y="2567"/>
                <a:chExt cx="724" cy="140"/>
              </a:xfrm>
            </p:grpSpPr>
            <p:sp>
              <p:nvSpPr>
                <p:cNvPr id="1362" name="Google Shape;1362;p32"/>
                <p:cNvSpPr/>
                <p:nvPr/>
              </p:nvSpPr>
              <p:spPr>
                <a:xfrm>
                  <a:off x="617" y="2567"/>
                  <a:ext cx="724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1363" name="Google Shape;1363;p32"/>
                <p:cNvSpPr/>
                <p:nvPr/>
              </p:nvSpPr>
              <p:spPr>
                <a:xfrm>
                  <a:off x="633" y="2582"/>
                  <a:ext cx="692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1364" name="Google Shape;1364;p32"/>
              <p:cNvSpPr/>
              <p:nvPr/>
            </p:nvSpPr>
            <p:spPr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365" name="Google Shape;1365;p32"/>
              <p:cNvGrpSpPr/>
              <p:nvPr/>
            </p:nvGrpSpPr>
            <p:grpSpPr>
              <a:xfrm>
                <a:off x="4745" y="996"/>
                <a:ext cx="580" cy="156"/>
                <a:chOff x="612" y="2570"/>
                <a:chExt cx="724" cy="162"/>
              </a:xfrm>
            </p:grpSpPr>
            <p:sp>
              <p:nvSpPr>
                <p:cNvPr id="1366" name="Google Shape;1366;p32"/>
                <p:cNvSpPr/>
                <p:nvPr/>
              </p:nvSpPr>
              <p:spPr>
                <a:xfrm>
                  <a:off x="612" y="2570"/>
                  <a:ext cx="724" cy="16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1367" name="Google Shape;1367;p32"/>
                <p:cNvSpPr/>
                <p:nvPr/>
              </p:nvSpPr>
              <p:spPr>
                <a:xfrm>
                  <a:off x="628" y="2586"/>
                  <a:ext cx="692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1368" name="Google Shape;1368;p32"/>
              <p:cNvSpPr/>
              <p:nvPr/>
            </p:nvSpPr>
            <p:spPr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69" name="Google Shape;1369;p32"/>
              <p:cNvSpPr/>
              <p:nvPr/>
            </p:nvSpPr>
            <p:spPr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370" name="Google Shape;1370;p32"/>
              <p:cNvGrpSpPr/>
              <p:nvPr/>
            </p:nvGrpSpPr>
            <p:grpSpPr>
              <a:xfrm>
                <a:off x="4733" y="1627"/>
                <a:ext cx="586" cy="151"/>
                <a:chOff x="611" y="2568"/>
                <a:chExt cx="730" cy="139"/>
              </a:xfrm>
            </p:grpSpPr>
            <p:sp>
              <p:nvSpPr>
                <p:cNvPr id="1371" name="Google Shape;1371;p32"/>
                <p:cNvSpPr/>
                <p:nvPr/>
              </p:nvSpPr>
              <p:spPr>
                <a:xfrm>
                  <a:off x="611" y="2568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1372" name="Google Shape;1372;p32"/>
                <p:cNvSpPr/>
                <p:nvPr/>
              </p:nvSpPr>
              <p:spPr>
                <a:xfrm>
                  <a:off x="627" y="2583"/>
                  <a:ext cx="699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1373" name="Google Shape;1373;p3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374" name="Google Shape;1374;p32"/>
              <p:cNvGrpSpPr/>
              <p:nvPr/>
            </p:nvGrpSpPr>
            <p:grpSpPr>
              <a:xfrm>
                <a:off x="4739" y="1325"/>
                <a:ext cx="580" cy="140"/>
                <a:chOff x="614" y="2566"/>
                <a:chExt cx="723" cy="140"/>
              </a:xfrm>
            </p:grpSpPr>
            <p:sp>
              <p:nvSpPr>
                <p:cNvPr id="1375" name="Google Shape;1375;p32"/>
                <p:cNvSpPr/>
                <p:nvPr/>
              </p:nvSpPr>
              <p:spPr>
                <a:xfrm>
                  <a:off x="614" y="2566"/>
                  <a:ext cx="723" cy="14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1376" name="Google Shape;1376;p32"/>
                <p:cNvSpPr/>
                <p:nvPr/>
              </p:nvSpPr>
              <p:spPr>
                <a:xfrm>
                  <a:off x="630" y="2582"/>
                  <a:ext cx="691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1377" name="Google Shape;1377;p32"/>
              <p:cNvSpPr/>
              <p:nvPr/>
            </p:nvSpPr>
            <p:spPr>
              <a:xfrm>
                <a:off x="5250" y="429"/>
                <a:ext cx="69" cy="2288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78" name="Google Shape;1378;p3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79" name="Google Shape;1379;p3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80" name="Google Shape;1380;p32"/>
              <p:cNvSpPr/>
              <p:nvPr/>
            </p:nvSpPr>
            <p:spPr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81" name="Google Shape;1381;p3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82" name="Google Shape;1382;p32"/>
              <p:cNvSpPr/>
              <p:nvPr/>
            </p:nvSpPr>
            <p:spPr>
              <a:xfrm>
                <a:off x="4140" y="2679"/>
                <a:ext cx="1198" cy="146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83" name="Google Shape;1383;p32"/>
              <p:cNvSpPr/>
              <p:nvPr/>
            </p:nvSpPr>
            <p:spPr>
              <a:xfrm>
                <a:off x="4203" y="2712"/>
                <a:ext cx="1072" cy="8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84" name="Google Shape;1384;p32"/>
              <p:cNvSpPr/>
              <p:nvPr/>
            </p:nvSpPr>
            <p:spPr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85" name="Google Shape;1385;p32"/>
              <p:cNvSpPr/>
              <p:nvPr/>
            </p:nvSpPr>
            <p:spPr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Calibri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p32"/>
              <p:cNvSpPr/>
              <p:nvPr/>
            </p:nvSpPr>
            <p:spPr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387" name="Google Shape;1387;p32"/>
              <p:cNvSpPr/>
              <p:nvPr/>
            </p:nvSpPr>
            <p:spPr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pic>
          <p:nvPicPr>
            <p:cNvPr descr="Image result for firefox logo" id="1388" name="Google Shape;1388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26336" y="4363319"/>
              <a:ext cx="387318" cy="362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9" name="Google Shape;1389;p32"/>
            <p:cNvSpPr txBox="1"/>
            <p:nvPr/>
          </p:nvSpPr>
          <p:spPr>
            <a:xfrm>
              <a:off x="5723493" y="3262667"/>
              <a:ext cx="1265812" cy="380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HTTP server</a:t>
              </a:r>
              <a:endParaRPr/>
            </a:p>
          </p:txBody>
        </p:sp>
        <p:pic>
          <p:nvPicPr>
            <p:cNvPr descr="Image result for apache web server logo" id="1390" name="Google Shape;1390;p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49399" y="3712220"/>
              <a:ext cx="1425575" cy="6291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firefox logo" id="1391" name="Google Shape;139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57699" y="4326644"/>
              <a:ext cx="387318" cy="362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skype logo" id="1392" name="Google Shape;1392;p3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74515" y="4091654"/>
              <a:ext cx="387318" cy="3929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3" name="Google Shape;1393;p32"/>
            <p:cNvSpPr txBox="1"/>
            <p:nvPr/>
          </p:nvSpPr>
          <p:spPr>
            <a:xfrm>
              <a:off x="3822815" y="3627317"/>
              <a:ext cx="642362" cy="380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</a:t>
              </a:r>
              <a:endParaRPr/>
            </a:p>
          </p:txBody>
        </p:sp>
        <p:pic>
          <p:nvPicPr>
            <p:cNvPr descr="Image result for netflix logo png" id="1394" name="Google Shape;1394;p3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632599" y="4424842"/>
              <a:ext cx="691469" cy="3889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5" name="Google Shape;1395;p32"/>
          <p:cNvSpPr/>
          <p:nvPr/>
        </p:nvSpPr>
        <p:spPr>
          <a:xfrm>
            <a:off x="4356586" y="4965666"/>
            <a:ext cx="3127375" cy="1498600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32"/>
          <p:cNvSpPr/>
          <p:nvPr/>
        </p:nvSpPr>
        <p:spPr>
          <a:xfrm>
            <a:off x="4944218" y="2675931"/>
            <a:ext cx="2194145" cy="1745839"/>
          </a:xfrm>
          <a:prstGeom prst="rect">
            <a:avLst/>
          </a:prstGeom>
          <a:solidFill>
            <a:schemeClr val="lt1">
              <a:alpha val="8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7" name="Google Shape;1397;p32"/>
          <p:cNvCxnSpPr/>
          <p:nvPr/>
        </p:nvCxnSpPr>
        <p:spPr>
          <a:xfrm rot="10800000">
            <a:off x="3204457" y="2995594"/>
            <a:ext cx="0" cy="2502331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398" name="Google Shape;1398;p32"/>
          <p:cNvGrpSpPr/>
          <p:nvPr/>
        </p:nvGrpSpPr>
        <p:grpSpPr>
          <a:xfrm>
            <a:off x="5528837" y="2685375"/>
            <a:ext cx="1404036" cy="384588"/>
            <a:chOff x="8597346" y="692270"/>
            <a:chExt cx="1404036" cy="384588"/>
          </a:xfrm>
        </p:grpSpPr>
        <p:sp>
          <p:nvSpPr>
            <p:cNvPr id="1399" name="Google Shape;1399;p32"/>
            <p:cNvSpPr/>
            <p:nvPr/>
          </p:nvSpPr>
          <p:spPr>
            <a:xfrm>
              <a:off x="8597936" y="756182"/>
              <a:ext cx="1403446" cy="266167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32"/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HTTP msg</a:t>
              </a:r>
              <a:endParaRPr/>
            </a:p>
          </p:txBody>
        </p:sp>
        <p:sp>
          <p:nvSpPr>
            <p:cNvPr id="1401" name="Google Shape;1401;p32"/>
            <p:cNvSpPr txBox="1"/>
            <p:nvPr/>
          </p:nvSpPr>
          <p:spPr>
            <a:xfrm>
              <a:off x="8597346" y="692270"/>
              <a:ext cx="3802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r>
                <a:rPr baseline="-25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endParaRPr baseline="-25000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2" name="Google Shape;1402;p32"/>
          <p:cNvSpPr/>
          <p:nvPr/>
        </p:nvSpPr>
        <p:spPr>
          <a:xfrm>
            <a:off x="5864224" y="2340021"/>
            <a:ext cx="1063879" cy="26616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32"/>
          <p:cNvSpPr txBox="1"/>
          <p:nvPr/>
        </p:nvSpPr>
        <p:spPr>
          <a:xfrm>
            <a:off x="5819897" y="2291365"/>
            <a:ext cx="11082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msg</a:t>
            </a:r>
            <a:endParaRPr/>
          </a:p>
        </p:txBody>
      </p:sp>
      <p:cxnSp>
        <p:nvCxnSpPr>
          <p:cNvPr id="1404" name="Google Shape;1404;p32"/>
          <p:cNvCxnSpPr/>
          <p:nvPr/>
        </p:nvCxnSpPr>
        <p:spPr>
          <a:xfrm>
            <a:off x="7011397" y="2484139"/>
            <a:ext cx="0" cy="3013786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05" name="Google Shape;1405;p32"/>
          <p:cNvCxnSpPr/>
          <p:nvPr/>
        </p:nvCxnSpPr>
        <p:spPr>
          <a:xfrm>
            <a:off x="3184573" y="5478673"/>
            <a:ext cx="3851736" cy="0"/>
          </a:xfrm>
          <a:prstGeom prst="straightConnector1">
            <a:avLst/>
          </a:prstGeom>
          <a:noFill/>
          <a:ln cap="flat" cmpd="sng" w="444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6" name="Google Shape;1406;p32"/>
          <p:cNvSpPr/>
          <p:nvPr/>
        </p:nvSpPr>
        <p:spPr>
          <a:xfrm>
            <a:off x="5864224" y="2291365"/>
            <a:ext cx="1063879" cy="300547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